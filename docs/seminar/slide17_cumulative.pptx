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26"/>
  </p:notesMasterIdLst>
  <p:sldIdLst>
    <p:sldId id="273" r:id="rId18"/>
  </p:sldIdLst>
  <p:sldSz cx="12192000" cy="6858000"/>
  <p:notesSz cx="6858000" cy="12192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EBDDFECB-F9CF-4067-F711-73DB37C6E2B8}">
          <p14:sldIdLst>
            <p14:sldId id="256"/>
            <p14:sldId id="257"/>
            <p14:sldId id="258"/>
          </p14:sldIdLst>
        </p14:section>
        <p14:section name="問題と発想" id="{B98328F1-1D2F-1975-2068-92939E978FE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手法と仮定" id="{BECDCA00-49AE-862B-3636-9B464BE66232}">
          <p14:sldIdLst>
            <p14:sldId id="267"/>
            <p14:sldId id="268"/>
            <p14:sldId id="270"/>
          </p14:sldIdLst>
        </p14:section>
        <p14:section name="実験" id="{6473C8D2-9EB7-7BE5-65EA-CD0E9130C72A}">
          <p14:sldIdLst>
            <p14:sldId id="271"/>
            <p14:sldId id="272"/>
            <p14:sldId id="273"/>
            <p14:sldId id="274"/>
            <p14:sldId id="276"/>
            <p14:sldId id="277"/>
          </p14:sldIdLst>
        </p14:section>
        <p14:section name="課題と今後" id="{52E529C2-4A1F-0FD2-7081-A933E8D1AA35}">
          <p14:sldIdLst>
            <p14:sldId id="278"/>
            <p14:sldId id="279"/>
            <p14:sldId id="280"/>
          </p14:sldIdLst>
        </p14:section>
        <p14:section name="付録" id="{FF98B60F-B89B-9D5E-B271-929F3B9E2C78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/>
    <p:restoredTop sz="94568"/>
  </p:normalViewPr>
  <p:slideViewPr>
    <p:cSldViewPr snapToGrid="0" snapToObjects="1">
      <p:cViewPr>
        <p:scale>
          <a:sx n="120" d="100"/>
          <a:sy n="120" d="100"/>
        </p:scale>
        <p:origin x="2248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8" Type="http://schemas.openxmlformats.org/officeDocument/2006/relationships/slide" Target="slides/slide1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___5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433"/>
                </a:solidFill>
                <a:latin typeface="+mn-lt"/>
              </a:defRPr>
            </a:pPr>
            <a:r>
              <a:rPr lang="ja-JP" altLang="en-US" sz="1300" b="0" i="0" u="none" strike="noStrike">
                <a:solidFill>
                  <a:srgbClr val="1D2433"/>
                </a:solidFill>
                <a:latin typeface="+mn-lt"/>
              </a:rPr>
              <a:t>ずれを軸</a:t>
            </a:r>
            <a:r>
              <a:rPr lang="en-US" altLang="ja-JP" sz="1300" b="0" i="0" u="none" strike="noStrike">
                <a:solidFill>
                  <a:srgbClr val="1D2433"/>
                </a:solidFill>
                <a:latin typeface="+mn-lt"/>
              </a:rPr>
              <a:t>1</a:t>
            </a:r>
            <a:r>
              <a:rPr lang="ja-JP" altLang="en-US" sz="1300" b="0" i="0" u="none" strike="noStrike">
                <a:solidFill>
                  <a:srgbClr val="1D2433"/>
                </a:solidFill>
                <a:latin typeface="+mn-lt"/>
              </a:rPr>
              <a:t>・軸</a:t>
            </a:r>
            <a:r>
              <a:rPr lang="en-US" altLang="ja-JP" sz="1300" b="0" i="0" u="none" strike="noStrike">
                <a:solidFill>
                  <a:srgbClr val="1D2433"/>
                </a:solidFill>
                <a:latin typeface="+mn-lt"/>
              </a:rPr>
              <a:t>2</a:t>
            </a:r>
            <a:r>
              <a:rPr lang="ja-JP" altLang="en-US" sz="1300" b="0" i="0" u="none" strike="noStrike">
                <a:solidFill>
                  <a:srgbClr val="1D2433"/>
                </a:solidFill>
                <a:latin typeface="+mn-lt"/>
              </a:rPr>
              <a:t>の上に並べた図（</a:t>
            </a:r>
            <a:r>
              <a:rPr lang="en-US" altLang="ja-JP" sz="1300" b="0" i="0" u="none" strike="noStrike">
                <a:solidFill>
                  <a:srgbClr val="1D2433"/>
                </a:solidFill>
                <a:latin typeface="+mn-lt"/>
              </a:rPr>
              <a:t>200</a:t>
            </a:r>
            <a:r>
              <a:rPr lang="ja-JP" altLang="en-US" sz="1300" b="0" i="0" u="none" strike="noStrike">
                <a:solidFill>
                  <a:srgbClr val="1D2433"/>
                </a:solidFill>
                <a:latin typeface="+mn-lt"/>
              </a:rPr>
              <a:t>点）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軸2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D9532B"/>
              </a:solidFill>
              <a:ln w="9525" cap="flat">
                <a:solidFill>
                  <a:srgbClr val="D9532B"/>
                </a:solidFill>
                <a:prstDash val="solid"/>
                <a:round/>
              </a:ln>
              <a:effectLst/>
            </c:spPr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-0.13769999999999999</c:v>
                </c:pt>
                <c:pt idx="1">
                  <c:v>4.9799999999999997E-2</c:v>
                </c:pt>
                <c:pt idx="2">
                  <c:v>-9.8900000000000002E-2</c:v>
                </c:pt>
                <c:pt idx="3">
                  <c:v>-0.15509999999999999</c:v>
                </c:pt>
                <c:pt idx="4">
                  <c:v>9.7500000000000003E-2</c:v>
                </c:pt>
                <c:pt idx="5">
                  <c:v>-2.52E-2</c:v>
                </c:pt>
                <c:pt idx="6">
                  <c:v>0.2467</c:v>
                </c:pt>
                <c:pt idx="7">
                  <c:v>-9.1999999999999998E-3</c:v>
                </c:pt>
                <c:pt idx="8">
                  <c:v>5.6500000000000002E-2</c:v>
                </c:pt>
                <c:pt idx="9">
                  <c:v>9.7199999999999995E-2</c:v>
                </c:pt>
                <c:pt idx="10">
                  <c:v>-0.13450000000000001</c:v>
                </c:pt>
                <c:pt idx="11">
                  <c:v>-7.7499999999999999E-2</c:v>
                </c:pt>
                <c:pt idx="12">
                  <c:v>0.12920000000000001</c:v>
                </c:pt>
                <c:pt idx="13">
                  <c:v>-0.1082</c:v>
                </c:pt>
                <c:pt idx="14">
                  <c:v>-0.13</c:v>
                </c:pt>
                <c:pt idx="15">
                  <c:v>-3.7499999999999999E-2</c:v>
                </c:pt>
                <c:pt idx="16">
                  <c:v>0.1047</c:v>
                </c:pt>
                <c:pt idx="17">
                  <c:v>0.1201</c:v>
                </c:pt>
                <c:pt idx="18">
                  <c:v>-5.8200000000000002E-2</c:v>
                </c:pt>
                <c:pt idx="19">
                  <c:v>4.8800000000000003E-2</c:v>
                </c:pt>
                <c:pt idx="20">
                  <c:v>-0.1416</c:v>
                </c:pt>
                <c:pt idx="21">
                  <c:v>-0.1356</c:v>
                </c:pt>
                <c:pt idx="22">
                  <c:v>-5.16E-2</c:v>
                </c:pt>
                <c:pt idx="23">
                  <c:v>6.6799999999999998E-2</c:v>
                </c:pt>
                <c:pt idx="24">
                  <c:v>-2.0299999999999999E-2</c:v>
                </c:pt>
                <c:pt idx="25">
                  <c:v>-1.1599999999999999E-2</c:v>
                </c:pt>
                <c:pt idx="26">
                  <c:v>0.1085</c:v>
                </c:pt>
                <c:pt idx="27">
                  <c:v>4.2999999999999997E-2</c:v>
                </c:pt>
                <c:pt idx="28">
                  <c:v>0.13900000000000001</c:v>
                </c:pt>
                <c:pt idx="29">
                  <c:v>-5.2400000000000002E-2</c:v>
                </c:pt>
                <c:pt idx="30">
                  <c:v>-6.5799999999999997E-2</c:v>
                </c:pt>
                <c:pt idx="31">
                  <c:v>-3.8699999999999998E-2</c:v>
                </c:pt>
                <c:pt idx="32">
                  <c:v>0.1867</c:v>
                </c:pt>
                <c:pt idx="33">
                  <c:v>-0.13980000000000001</c:v>
                </c:pt>
                <c:pt idx="34">
                  <c:v>0.1421</c:v>
                </c:pt>
                <c:pt idx="35">
                  <c:v>2.2499999999999999E-2</c:v>
                </c:pt>
                <c:pt idx="36">
                  <c:v>0.29020000000000001</c:v>
                </c:pt>
                <c:pt idx="37">
                  <c:v>-9.7000000000000003E-3</c:v>
                </c:pt>
                <c:pt idx="38">
                  <c:v>-8.0000000000000004E-4</c:v>
                </c:pt>
                <c:pt idx="39">
                  <c:v>5.0000000000000001E-3</c:v>
                </c:pt>
                <c:pt idx="40">
                  <c:v>-1.1299999999999999E-2</c:v>
                </c:pt>
                <c:pt idx="41">
                  <c:v>-0.17199999999999999</c:v>
                </c:pt>
                <c:pt idx="42">
                  <c:v>-0.2056</c:v>
                </c:pt>
                <c:pt idx="43">
                  <c:v>-0.15579999999999999</c:v>
                </c:pt>
                <c:pt idx="44">
                  <c:v>2.81E-2</c:v>
                </c:pt>
                <c:pt idx="45">
                  <c:v>0.1593</c:v>
                </c:pt>
                <c:pt idx="46">
                  <c:v>-1.6000000000000001E-3</c:v>
                </c:pt>
                <c:pt idx="47">
                  <c:v>-7.4800000000000005E-2</c:v>
                </c:pt>
                <c:pt idx="48">
                  <c:v>0.1479</c:v>
                </c:pt>
                <c:pt idx="49">
                  <c:v>0.1343</c:v>
                </c:pt>
                <c:pt idx="50">
                  <c:v>-0.21229999999999999</c:v>
                </c:pt>
                <c:pt idx="51">
                  <c:v>-0.1502</c:v>
                </c:pt>
                <c:pt idx="52">
                  <c:v>0.14710000000000001</c:v>
                </c:pt>
                <c:pt idx="53">
                  <c:v>2.8899999999999999E-2</c:v>
                </c:pt>
                <c:pt idx="54">
                  <c:v>0.33329999999999999</c:v>
                </c:pt>
                <c:pt idx="55">
                  <c:v>-0.18</c:v>
                </c:pt>
                <c:pt idx="56">
                  <c:v>0.1145</c:v>
                </c:pt>
                <c:pt idx="57">
                  <c:v>2.6499999999999999E-2</c:v>
                </c:pt>
                <c:pt idx="58">
                  <c:v>5.0000000000000001E-3</c:v>
                </c:pt>
                <c:pt idx="59">
                  <c:v>-8.6E-3</c:v>
                </c:pt>
                <c:pt idx="60">
                  <c:v>-0.186</c:v>
                </c:pt>
                <c:pt idx="61">
                  <c:v>-6.25E-2</c:v>
                </c:pt>
                <c:pt idx="62">
                  <c:v>0.1069</c:v>
                </c:pt>
                <c:pt idx="63">
                  <c:v>0.1346</c:v>
                </c:pt>
                <c:pt idx="64">
                  <c:v>-0.1203</c:v>
                </c:pt>
                <c:pt idx="65">
                  <c:v>0.1011</c:v>
                </c:pt>
                <c:pt idx="66">
                  <c:v>1.43E-2</c:v>
                </c:pt>
                <c:pt idx="67">
                  <c:v>-0.10780000000000001</c:v>
                </c:pt>
                <c:pt idx="68">
                  <c:v>-0.1196</c:v>
                </c:pt>
                <c:pt idx="69">
                  <c:v>-9.3899999999999997E-2</c:v>
                </c:pt>
                <c:pt idx="70">
                  <c:v>0.2034</c:v>
                </c:pt>
                <c:pt idx="71">
                  <c:v>-8.5000000000000006E-2</c:v>
                </c:pt>
                <c:pt idx="72">
                  <c:v>-6.4199999999999993E-2</c:v>
                </c:pt>
                <c:pt idx="73">
                  <c:v>0.12230000000000001</c:v>
                </c:pt>
                <c:pt idx="74">
                  <c:v>1.14E-2</c:v>
                </c:pt>
                <c:pt idx="75">
                  <c:v>-3.4599999999999999E-2</c:v>
                </c:pt>
                <c:pt idx="76">
                  <c:v>0.12609999999999999</c:v>
                </c:pt>
                <c:pt idx="77">
                  <c:v>-0.1479</c:v>
                </c:pt>
                <c:pt idx="78">
                  <c:v>2.18E-2</c:v>
                </c:pt>
                <c:pt idx="79">
                  <c:v>4.9099999999999998E-2</c:v>
                </c:pt>
                <c:pt idx="80">
                  <c:v>0.24079999999999999</c:v>
                </c:pt>
                <c:pt idx="81">
                  <c:v>-0.11990000000000001</c:v>
                </c:pt>
                <c:pt idx="82">
                  <c:v>-0.2087</c:v>
                </c:pt>
                <c:pt idx="83">
                  <c:v>-1.2999999999999999E-2</c:v>
                </c:pt>
                <c:pt idx="84">
                  <c:v>0.14180000000000001</c:v>
                </c:pt>
                <c:pt idx="85">
                  <c:v>0.1111</c:v>
                </c:pt>
                <c:pt idx="86">
                  <c:v>8.14E-2</c:v>
                </c:pt>
                <c:pt idx="87">
                  <c:v>-4.3099999999999999E-2</c:v>
                </c:pt>
                <c:pt idx="88">
                  <c:v>-2.4799999999999999E-2</c:v>
                </c:pt>
                <c:pt idx="89">
                  <c:v>0.1205</c:v>
                </c:pt>
                <c:pt idx="90">
                  <c:v>6.8000000000000005E-2</c:v>
                </c:pt>
                <c:pt idx="91">
                  <c:v>-3.2000000000000001E-2</c:v>
                </c:pt>
                <c:pt idx="92">
                  <c:v>0.20630000000000001</c:v>
                </c:pt>
                <c:pt idx="93">
                  <c:v>-0.17580000000000001</c:v>
                </c:pt>
                <c:pt idx="94">
                  <c:v>3.5000000000000003E-2</c:v>
                </c:pt>
                <c:pt idx="95">
                  <c:v>-8.0600000000000005E-2</c:v>
                </c:pt>
                <c:pt idx="96">
                  <c:v>2.2200000000000001E-2</c:v>
                </c:pt>
                <c:pt idx="97">
                  <c:v>-5.4600000000000003E-2</c:v>
                </c:pt>
                <c:pt idx="98">
                  <c:v>0.1313</c:v>
                </c:pt>
                <c:pt idx="99">
                  <c:v>-6.6100000000000006E-2</c:v>
                </c:pt>
                <c:pt idx="100">
                  <c:v>-8.8499999999999995E-2</c:v>
                </c:pt>
                <c:pt idx="101">
                  <c:v>0.19650000000000001</c:v>
                </c:pt>
                <c:pt idx="102">
                  <c:v>0.1384</c:v>
                </c:pt>
                <c:pt idx="103">
                  <c:v>-2E-3</c:v>
                </c:pt>
                <c:pt idx="104">
                  <c:v>-3.44E-2</c:v>
                </c:pt>
                <c:pt idx="105">
                  <c:v>4.1000000000000003E-3</c:v>
                </c:pt>
                <c:pt idx="106">
                  <c:v>-0.16900000000000001</c:v>
                </c:pt>
                <c:pt idx="107">
                  <c:v>-2.3E-3</c:v>
                </c:pt>
                <c:pt idx="108">
                  <c:v>2.3300000000000001E-2</c:v>
                </c:pt>
                <c:pt idx="109">
                  <c:v>-6.0000000000000001E-3</c:v>
                </c:pt>
                <c:pt idx="110">
                  <c:v>-0.1094</c:v>
                </c:pt>
                <c:pt idx="111">
                  <c:v>-5.2499999999999998E-2</c:v>
                </c:pt>
                <c:pt idx="112">
                  <c:v>-3.7699999999999997E-2</c:v>
                </c:pt>
                <c:pt idx="113">
                  <c:v>-7.9799999999999996E-2</c:v>
                </c:pt>
                <c:pt idx="114">
                  <c:v>-0.23200000000000001</c:v>
                </c:pt>
                <c:pt idx="115">
                  <c:v>-0.13780000000000001</c:v>
                </c:pt>
                <c:pt idx="116">
                  <c:v>-0.13469999999999999</c:v>
                </c:pt>
                <c:pt idx="117">
                  <c:v>1.41E-2</c:v>
                </c:pt>
                <c:pt idx="118">
                  <c:v>-0.1183</c:v>
                </c:pt>
                <c:pt idx="119">
                  <c:v>-1.4999999999999999E-2</c:v>
                </c:pt>
                <c:pt idx="120">
                  <c:v>0.13439999999999999</c:v>
                </c:pt>
                <c:pt idx="121">
                  <c:v>8.9800000000000005E-2</c:v>
                </c:pt>
                <c:pt idx="122">
                  <c:v>4.6899999999999997E-2</c:v>
                </c:pt>
                <c:pt idx="123">
                  <c:v>0.1653</c:v>
                </c:pt>
                <c:pt idx="124">
                  <c:v>-0.18360000000000001</c:v>
                </c:pt>
                <c:pt idx="125">
                  <c:v>-5.5100000000000003E-2</c:v>
                </c:pt>
                <c:pt idx="126">
                  <c:v>-9.69E-2</c:v>
                </c:pt>
                <c:pt idx="127">
                  <c:v>-0.1032</c:v>
                </c:pt>
                <c:pt idx="128">
                  <c:v>4.3999999999999997E-2</c:v>
                </c:pt>
                <c:pt idx="129">
                  <c:v>-1.6999999999999999E-3</c:v>
                </c:pt>
                <c:pt idx="130">
                  <c:v>-0.15329999999999999</c:v>
                </c:pt>
                <c:pt idx="131">
                  <c:v>-0.2074</c:v>
                </c:pt>
                <c:pt idx="132">
                  <c:v>-6.3399999999999998E-2</c:v>
                </c:pt>
                <c:pt idx="133">
                  <c:v>3.5999999999999997E-2</c:v>
                </c:pt>
                <c:pt idx="134">
                  <c:v>7.8E-2</c:v>
                </c:pt>
                <c:pt idx="135">
                  <c:v>-0.18940000000000001</c:v>
                </c:pt>
                <c:pt idx="136">
                  <c:v>7.1300000000000002E-2</c:v>
                </c:pt>
                <c:pt idx="137">
                  <c:v>-0.25940000000000002</c:v>
                </c:pt>
                <c:pt idx="138">
                  <c:v>-0.16</c:v>
                </c:pt>
                <c:pt idx="139">
                  <c:v>-0.13339999999999999</c:v>
                </c:pt>
                <c:pt idx="140">
                  <c:v>-6.88E-2</c:v>
                </c:pt>
                <c:pt idx="141">
                  <c:v>-0.1358</c:v>
                </c:pt>
                <c:pt idx="142">
                  <c:v>6.93E-2</c:v>
                </c:pt>
                <c:pt idx="143">
                  <c:v>0.109</c:v>
                </c:pt>
                <c:pt idx="144">
                  <c:v>7.7100000000000002E-2</c:v>
                </c:pt>
                <c:pt idx="145">
                  <c:v>4.02E-2</c:v>
                </c:pt>
                <c:pt idx="146">
                  <c:v>6.88E-2</c:v>
                </c:pt>
                <c:pt idx="147">
                  <c:v>5.04E-2</c:v>
                </c:pt>
                <c:pt idx="148">
                  <c:v>1.9699999999999999E-2</c:v>
                </c:pt>
                <c:pt idx="149">
                  <c:v>-5.4899999999999997E-2</c:v>
                </c:pt>
                <c:pt idx="150">
                  <c:v>0.1477</c:v>
                </c:pt>
                <c:pt idx="151">
                  <c:v>-0.20150000000000001</c:v>
                </c:pt>
                <c:pt idx="152">
                  <c:v>-0.1134</c:v>
                </c:pt>
                <c:pt idx="153">
                  <c:v>0.2291</c:v>
                </c:pt>
                <c:pt idx="154">
                  <c:v>-0.19139999999999999</c:v>
                </c:pt>
                <c:pt idx="155">
                  <c:v>-0.1794</c:v>
                </c:pt>
                <c:pt idx="156">
                  <c:v>2.7099999999999999E-2</c:v>
                </c:pt>
                <c:pt idx="157">
                  <c:v>4.4400000000000002E-2</c:v>
                </c:pt>
                <c:pt idx="158">
                  <c:v>0.26860000000000001</c:v>
                </c:pt>
                <c:pt idx="159">
                  <c:v>2.7900000000000001E-2</c:v>
                </c:pt>
                <c:pt idx="160">
                  <c:v>-0.121</c:v>
                </c:pt>
                <c:pt idx="161">
                  <c:v>-0.22620000000000001</c:v>
                </c:pt>
                <c:pt idx="162">
                  <c:v>0.14940000000000001</c:v>
                </c:pt>
                <c:pt idx="163">
                  <c:v>-9.74E-2</c:v>
                </c:pt>
                <c:pt idx="164">
                  <c:v>-0.16719999999999999</c:v>
                </c:pt>
                <c:pt idx="165">
                  <c:v>-0.21479999999999999</c:v>
                </c:pt>
                <c:pt idx="166">
                  <c:v>2.2700000000000001E-2</c:v>
                </c:pt>
                <c:pt idx="167">
                  <c:v>-0.10730000000000001</c:v>
                </c:pt>
                <c:pt idx="168">
                  <c:v>-0.1182</c:v>
                </c:pt>
                <c:pt idx="169">
                  <c:v>-1.17E-2</c:v>
                </c:pt>
                <c:pt idx="170">
                  <c:v>-0.18940000000000001</c:v>
                </c:pt>
                <c:pt idx="171">
                  <c:v>2.63E-2</c:v>
                </c:pt>
                <c:pt idx="172">
                  <c:v>-3.9199999999999999E-2</c:v>
                </c:pt>
                <c:pt idx="173">
                  <c:v>-5.8099999999999999E-2</c:v>
                </c:pt>
                <c:pt idx="174">
                  <c:v>0.01</c:v>
                </c:pt>
                <c:pt idx="175">
                  <c:v>3.15E-2</c:v>
                </c:pt>
                <c:pt idx="176">
                  <c:v>3.39E-2</c:v>
                </c:pt>
                <c:pt idx="177">
                  <c:v>-5.8700000000000002E-2</c:v>
                </c:pt>
                <c:pt idx="178">
                  <c:v>-7.22E-2</c:v>
                </c:pt>
                <c:pt idx="179">
                  <c:v>5.16E-2</c:v>
                </c:pt>
                <c:pt idx="180">
                  <c:v>1.41E-2</c:v>
                </c:pt>
                <c:pt idx="181">
                  <c:v>-0.01</c:v>
                </c:pt>
                <c:pt idx="182">
                  <c:v>0.20530000000000001</c:v>
                </c:pt>
                <c:pt idx="183">
                  <c:v>-5.3900000000000003E-2</c:v>
                </c:pt>
                <c:pt idx="184">
                  <c:v>6.3E-2</c:v>
                </c:pt>
                <c:pt idx="185">
                  <c:v>6.7799999999999999E-2</c:v>
                </c:pt>
                <c:pt idx="186">
                  <c:v>-3.4799999999999998E-2</c:v>
                </c:pt>
                <c:pt idx="187">
                  <c:v>-7.0599999999999996E-2</c:v>
                </c:pt>
                <c:pt idx="188">
                  <c:v>-0.15279999999999999</c:v>
                </c:pt>
                <c:pt idx="189">
                  <c:v>-0.13270000000000001</c:v>
                </c:pt>
                <c:pt idx="190">
                  <c:v>0.16250000000000001</c:v>
                </c:pt>
                <c:pt idx="191">
                  <c:v>-0.1865</c:v>
                </c:pt>
                <c:pt idx="192">
                  <c:v>0.104</c:v>
                </c:pt>
                <c:pt idx="193">
                  <c:v>-3.4799999999999998E-2</c:v>
                </c:pt>
                <c:pt idx="194">
                  <c:v>-0.1153</c:v>
                </c:pt>
                <c:pt idx="195">
                  <c:v>-1.2E-2</c:v>
                </c:pt>
                <c:pt idx="196">
                  <c:v>-0.11600000000000001</c:v>
                </c:pt>
                <c:pt idx="197">
                  <c:v>-5.96E-2</c:v>
                </c:pt>
                <c:pt idx="198">
                  <c:v>0.23250000000000001</c:v>
                </c:pt>
                <c:pt idx="199">
                  <c:v>0.15090000000000001</c:v>
                </c:pt>
              </c:numCache>
            </c:numRef>
          </c:xVal>
          <c:yVal>
            <c:numRef>
              <c:f>Sheet1!$B$2:$B$201</c:f>
              <c:numCache>
                <c:formatCode>General</c:formatCode>
                <c:ptCount val="200"/>
                <c:pt idx="0">
                  <c:v>1.9099999999999999E-2</c:v>
                </c:pt>
                <c:pt idx="1">
                  <c:v>-5.2900000000000003E-2</c:v>
                </c:pt>
                <c:pt idx="2">
                  <c:v>-4.1300000000000003E-2</c:v>
                </c:pt>
                <c:pt idx="3">
                  <c:v>-1.12E-2</c:v>
                </c:pt>
                <c:pt idx="4">
                  <c:v>-0.15479999999999999</c:v>
                </c:pt>
                <c:pt idx="5">
                  <c:v>8.4900000000000003E-2</c:v>
                </c:pt>
                <c:pt idx="6">
                  <c:v>0.1027</c:v>
                </c:pt>
                <c:pt idx="7">
                  <c:v>5.9200000000000003E-2</c:v>
                </c:pt>
                <c:pt idx="8">
                  <c:v>-4.2000000000000003E-2</c:v>
                </c:pt>
                <c:pt idx="9">
                  <c:v>1.83E-2</c:v>
                </c:pt>
                <c:pt idx="10">
                  <c:v>3.0200000000000001E-2</c:v>
                </c:pt>
                <c:pt idx="11">
                  <c:v>1.9099999999999999E-2</c:v>
                </c:pt>
                <c:pt idx="12">
                  <c:v>0.11169999999999999</c:v>
                </c:pt>
                <c:pt idx="13">
                  <c:v>-3.8100000000000002E-2</c:v>
                </c:pt>
                <c:pt idx="14">
                  <c:v>6.9400000000000003E-2</c:v>
                </c:pt>
                <c:pt idx="15">
                  <c:v>8.1699999999999995E-2</c:v>
                </c:pt>
                <c:pt idx="16">
                  <c:v>-7.51E-2</c:v>
                </c:pt>
                <c:pt idx="17">
                  <c:v>-0.22289999999999999</c:v>
                </c:pt>
                <c:pt idx="18">
                  <c:v>-2.9399999999999999E-2</c:v>
                </c:pt>
                <c:pt idx="19">
                  <c:v>3.0499999999999999E-2</c:v>
                </c:pt>
                <c:pt idx="20">
                  <c:v>-0.04</c:v>
                </c:pt>
                <c:pt idx="21">
                  <c:v>-9.2700000000000005E-2</c:v>
                </c:pt>
                <c:pt idx="22">
                  <c:v>-0.13289999999999999</c:v>
                </c:pt>
                <c:pt idx="23">
                  <c:v>7.7499999999999999E-2</c:v>
                </c:pt>
                <c:pt idx="24">
                  <c:v>8.2299999999999998E-2</c:v>
                </c:pt>
                <c:pt idx="25">
                  <c:v>8.7999999999999995E-2</c:v>
                </c:pt>
                <c:pt idx="26">
                  <c:v>-3.1300000000000001E-2</c:v>
                </c:pt>
                <c:pt idx="27">
                  <c:v>2.5999999999999999E-2</c:v>
                </c:pt>
                <c:pt idx="28">
                  <c:v>-8.0699999999999994E-2</c:v>
                </c:pt>
                <c:pt idx="29">
                  <c:v>-9.1399999999999995E-2</c:v>
                </c:pt>
                <c:pt idx="30">
                  <c:v>-3.4700000000000002E-2</c:v>
                </c:pt>
                <c:pt idx="31">
                  <c:v>4.4999999999999997E-3</c:v>
                </c:pt>
                <c:pt idx="32">
                  <c:v>2.9499999999999998E-2</c:v>
                </c:pt>
                <c:pt idx="33">
                  <c:v>9.1899999999999996E-2</c:v>
                </c:pt>
                <c:pt idx="34">
                  <c:v>3.4200000000000001E-2</c:v>
                </c:pt>
                <c:pt idx="35">
                  <c:v>-1.47E-2</c:v>
                </c:pt>
                <c:pt idx="36">
                  <c:v>-3.0300000000000001E-2</c:v>
                </c:pt>
                <c:pt idx="37">
                  <c:v>-8.09E-2</c:v>
                </c:pt>
                <c:pt idx="38">
                  <c:v>-4.3E-3</c:v>
                </c:pt>
                <c:pt idx="39">
                  <c:v>6.8000000000000005E-2</c:v>
                </c:pt>
                <c:pt idx="40">
                  <c:v>3.9100000000000003E-2</c:v>
                </c:pt>
                <c:pt idx="41">
                  <c:v>-5.8200000000000002E-2</c:v>
                </c:pt>
                <c:pt idx="42">
                  <c:v>-0.13009999999999999</c:v>
                </c:pt>
                <c:pt idx="43">
                  <c:v>-1.2500000000000001E-2</c:v>
                </c:pt>
                <c:pt idx="44">
                  <c:v>-5.21E-2</c:v>
                </c:pt>
                <c:pt idx="45">
                  <c:v>6.5799999999999997E-2</c:v>
                </c:pt>
                <c:pt idx="46">
                  <c:v>0.1348</c:v>
                </c:pt>
                <c:pt idx="47">
                  <c:v>-3.04E-2</c:v>
                </c:pt>
                <c:pt idx="48">
                  <c:v>6.3799999999999996E-2</c:v>
                </c:pt>
                <c:pt idx="49">
                  <c:v>-0.10349999999999999</c:v>
                </c:pt>
                <c:pt idx="50">
                  <c:v>8.6099999999999996E-2</c:v>
                </c:pt>
                <c:pt idx="51">
                  <c:v>7.2499999999999995E-2</c:v>
                </c:pt>
                <c:pt idx="52">
                  <c:v>9.6000000000000002E-2</c:v>
                </c:pt>
                <c:pt idx="53">
                  <c:v>-5.1700000000000003E-2</c:v>
                </c:pt>
                <c:pt idx="54">
                  <c:v>0.14219999999999999</c:v>
                </c:pt>
                <c:pt idx="55">
                  <c:v>3.4000000000000002E-2</c:v>
                </c:pt>
                <c:pt idx="56">
                  <c:v>-0.14299999999999999</c:v>
                </c:pt>
                <c:pt idx="57">
                  <c:v>2.12E-2</c:v>
                </c:pt>
                <c:pt idx="58">
                  <c:v>8.0399999999999999E-2</c:v>
                </c:pt>
                <c:pt idx="59">
                  <c:v>-0.1105</c:v>
                </c:pt>
                <c:pt idx="60">
                  <c:v>2.1999999999999999E-2</c:v>
                </c:pt>
                <c:pt idx="61">
                  <c:v>-0.1636</c:v>
                </c:pt>
                <c:pt idx="62">
                  <c:v>-4.6899999999999997E-2</c:v>
                </c:pt>
                <c:pt idx="63">
                  <c:v>0.1268</c:v>
                </c:pt>
                <c:pt idx="64">
                  <c:v>-1.5599999999999999E-2</c:v>
                </c:pt>
                <c:pt idx="65">
                  <c:v>-0.187</c:v>
                </c:pt>
                <c:pt idx="66">
                  <c:v>6.2600000000000003E-2</c:v>
                </c:pt>
                <c:pt idx="67">
                  <c:v>3.0000000000000001E-3</c:v>
                </c:pt>
                <c:pt idx="68">
                  <c:v>-6.9999999999999999E-4</c:v>
                </c:pt>
                <c:pt idx="69">
                  <c:v>-8.7999999999999995E-2</c:v>
                </c:pt>
                <c:pt idx="70">
                  <c:v>-8.0000000000000002E-3</c:v>
                </c:pt>
                <c:pt idx="71">
                  <c:v>2.5999999999999999E-2</c:v>
                </c:pt>
                <c:pt idx="72">
                  <c:v>6.3200000000000006E-2</c:v>
                </c:pt>
                <c:pt idx="73">
                  <c:v>-6.3700000000000007E-2</c:v>
                </c:pt>
                <c:pt idx="74">
                  <c:v>-0.1246</c:v>
                </c:pt>
                <c:pt idx="75">
                  <c:v>-3.1899999999999998E-2</c:v>
                </c:pt>
                <c:pt idx="76">
                  <c:v>-0.1744</c:v>
                </c:pt>
                <c:pt idx="77">
                  <c:v>2.1000000000000001E-2</c:v>
                </c:pt>
                <c:pt idx="78">
                  <c:v>-0.1094</c:v>
                </c:pt>
                <c:pt idx="79">
                  <c:v>1.4999999999999999E-2</c:v>
                </c:pt>
                <c:pt idx="80">
                  <c:v>-1.4200000000000001E-2</c:v>
                </c:pt>
                <c:pt idx="81">
                  <c:v>-9.0300000000000005E-2</c:v>
                </c:pt>
                <c:pt idx="82">
                  <c:v>-9.2200000000000004E-2</c:v>
                </c:pt>
                <c:pt idx="83">
                  <c:v>-5.28E-2</c:v>
                </c:pt>
                <c:pt idx="84">
                  <c:v>-0.2016</c:v>
                </c:pt>
                <c:pt idx="85">
                  <c:v>-8.1500000000000003E-2</c:v>
                </c:pt>
                <c:pt idx="86">
                  <c:v>4.5199999999999997E-2</c:v>
                </c:pt>
                <c:pt idx="87">
                  <c:v>-1.06E-2</c:v>
                </c:pt>
                <c:pt idx="88">
                  <c:v>5.7500000000000002E-2</c:v>
                </c:pt>
                <c:pt idx="89">
                  <c:v>-1.15E-2</c:v>
                </c:pt>
                <c:pt idx="90">
                  <c:v>3.6299999999999999E-2</c:v>
                </c:pt>
                <c:pt idx="91">
                  <c:v>-7.7000000000000002E-3</c:v>
                </c:pt>
                <c:pt idx="92">
                  <c:v>2.6499999999999999E-2</c:v>
                </c:pt>
                <c:pt idx="93">
                  <c:v>5.0299999999999997E-2</c:v>
                </c:pt>
                <c:pt idx="94">
                  <c:v>8.5099999999999995E-2</c:v>
                </c:pt>
                <c:pt idx="95">
                  <c:v>5.57E-2</c:v>
                </c:pt>
                <c:pt idx="96">
                  <c:v>0.14449999999999999</c:v>
                </c:pt>
                <c:pt idx="97">
                  <c:v>-9.4500000000000001E-2</c:v>
                </c:pt>
                <c:pt idx="98">
                  <c:v>5.21E-2</c:v>
                </c:pt>
                <c:pt idx="99">
                  <c:v>-0.10879999999999999</c:v>
                </c:pt>
                <c:pt idx="100">
                  <c:v>-1.12E-2</c:v>
                </c:pt>
                <c:pt idx="101">
                  <c:v>-6.7299999999999999E-2</c:v>
                </c:pt>
                <c:pt idx="102">
                  <c:v>-3.5200000000000002E-2</c:v>
                </c:pt>
                <c:pt idx="103">
                  <c:v>0.1094</c:v>
                </c:pt>
                <c:pt idx="104">
                  <c:v>9.4500000000000001E-2</c:v>
                </c:pt>
                <c:pt idx="105">
                  <c:v>-9.8900000000000002E-2</c:v>
                </c:pt>
                <c:pt idx="106">
                  <c:v>-2.0500000000000001E-2</c:v>
                </c:pt>
                <c:pt idx="107">
                  <c:v>-0.12959999999999999</c:v>
                </c:pt>
                <c:pt idx="108">
                  <c:v>-8.43E-2</c:v>
                </c:pt>
                <c:pt idx="109">
                  <c:v>-5.6399999999999999E-2</c:v>
                </c:pt>
                <c:pt idx="110">
                  <c:v>-4.07E-2</c:v>
                </c:pt>
                <c:pt idx="111">
                  <c:v>-0.21360000000000001</c:v>
                </c:pt>
                <c:pt idx="112">
                  <c:v>4.3200000000000002E-2</c:v>
                </c:pt>
                <c:pt idx="113">
                  <c:v>-3.0700000000000002E-2</c:v>
                </c:pt>
                <c:pt idx="114">
                  <c:v>7.1599999999999997E-2</c:v>
                </c:pt>
                <c:pt idx="115">
                  <c:v>3.44E-2</c:v>
                </c:pt>
                <c:pt idx="116">
                  <c:v>7.9000000000000001E-2</c:v>
                </c:pt>
                <c:pt idx="117">
                  <c:v>-1.44E-2</c:v>
                </c:pt>
                <c:pt idx="118">
                  <c:v>3.1399999999999997E-2</c:v>
                </c:pt>
                <c:pt idx="119">
                  <c:v>0.11310000000000001</c:v>
                </c:pt>
                <c:pt idx="120">
                  <c:v>7.2800000000000004E-2</c:v>
                </c:pt>
                <c:pt idx="121">
                  <c:v>-5.62E-2</c:v>
                </c:pt>
                <c:pt idx="122">
                  <c:v>1.32E-2</c:v>
                </c:pt>
                <c:pt idx="123">
                  <c:v>-7.9100000000000004E-2</c:v>
                </c:pt>
                <c:pt idx="124">
                  <c:v>-3.4799999999999998E-2</c:v>
                </c:pt>
                <c:pt idx="125">
                  <c:v>7.1400000000000005E-2</c:v>
                </c:pt>
                <c:pt idx="126">
                  <c:v>2.8000000000000001E-2</c:v>
                </c:pt>
                <c:pt idx="127">
                  <c:v>2.2200000000000001E-2</c:v>
                </c:pt>
                <c:pt idx="128">
                  <c:v>-7.3800000000000004E-2</c:v>
                </c:pt>
                <c:pt idx="129">
                  <c:v>-0.13159999999999999</c:v>
                </c:pt>
                <c:pt idx="130">
                  <c:v>7.7999999999999996E-3</c:v>
                </c:pt>
                <c:pt idx="131">
                  <c:v>-1.41E-2</c:v>
                </c:pt>
                <c:pt idx="132">
                  <c:v>5.1999999999999998E-2</c:v>
                </c:pt>
                <c:pt idx="133">
                  <c:v>5.91E-2</c:v>
                </c:pt>
                <c:pt idx="134">
                  <c:v>5.4199999999999998E-2</c:v>
                </c:pt>
                <c:pt idx="135">
                  <c:v>-5.96E-2</c:v>
                </c:pt>
                <c:pt idx="136">
                  <c:v>-0.1928</c:v>
                </c:pt>
                <c:pt idx="137">
                  <c:v>-2.3E-2</c:v>
                </c:pt>
                <c:pt idx="138">
                  <c:v>-8.8200000000000001E-2</c:v>
                </c:pt>
                <c:pt idx="139">
                  <c:v>8.9899999999999994E-2</c:v>
                </c:pt>
                <c:pt idx="140">
                  <c:v>3.9800000000000002E-2</c:v>
                </c:pt>
                <c:pt idx="141">
                  <c:v>8.7300000000000003E-2</c:v>
                </c:pt>
                <c:pt idx="142">
                  <c:v>5.1900000000000002E-2</c:v>
                </c:pt>
                <c:pt idx="143">
                  <c:v>0.17519999999999999</c:v>
                </c:pt>
                <c:pt idx="144">
                  <c:v>9.4500000000000001E-2</c:v>
                </c:pt>
                <c:pt idx="145">
                  <c:v>-8.5800000000000001E-2</c:v>
                </c:pt>
                <c:pt idx="146">
                  <c:v>-5.2400000000000002E-2</c:v>
                </c:pt>
                <c:pt idx="147">
                  <c:v>-9.9199999999999997E-2</c:v>
                </c:pt>
                <c:pt idx="148">
                  <c:v>8.2100000000000006E-2</c:v>
                </c:pt>
                <c:pt idx="149">
                  <c:v>0.10199999999999999</c:v>
                </c:pt>
                <c:pt idx="150">
                  <c:v>-8.0399999999999999E-2</c:v>
                </c:pt>
                <c:pt idx="151">
                  <c:v>3.2399999999999998E-2</c:v>
                </c:pt>
                <c:pt idx="152">
                  <c:v>-2.5999999999999999E-2</c:v>
                </c:pt>
                <c:pt idx="153">
                  <c:v>-0.11600000000000001</c:v>
                </c:pt>
                <c:pt idx="154">
                  <c:v>1.5599999999999999E-2</c:v>
                </c:pt>
                <c:pt idx="155">
                  <c:v>-7.7700000000000005E-2</c:v>
                </c:pt>
                <c:pt idx="156">
                  <c:v>5.6599999999999998E-2</c:v>
                </c:pt>
                <c:pt idx="157">
                  <c:v>8.8200000000000001E-2</c:v>
                </c:pt>
                <c:pt idx="158">
                  <c:v>-8.5199999999999998E-2</c:v>
                </c:pt>
                <c:pt idx="159">
                  <c:v>3.9699999999999999E-2</c:v>
                </c:pt>
                <c:pt idx="160">
                  <c:v>-5.4899999999999997E-2</c:v>
                </c:pt>
                <c:pt idx="161">
                  <c:v>-6.2100000000000002E-2</c:v>
                </c:pt>
                <c:pt idx="162">
                  <c:v>-5.5800000000000002E-2</c:v>
                </c:pt>
                <c:pt idx="163">
                  <c:v>3.0499999999999999E-2</c:v>
                </c:pt>
                <c:pt idx="164">
                  <c:v>3.1600000000000003E-2</c:v>
                </c:pt>
                <c:pt idx="165">
                  <c:v>-3.8800000000000001E-2</c:v>
                </c:pt>
                <c:pt idx="166">
                  <c:v>-6.4799999999999996E-2</c:v>
                </c:pt>
                <c:pt idx="167">
                  <c:v>-5.1799999999999999E-2</c:v>
                </c:pt>
                <c:pt idx="168">
                  <c:v>4.1000000000000002E-2</c:v>
                </c:pt>
                <c:pt idx="169">
                  <c:v>7.3300000000000004E-2</c:v>
                </c:pt>
                <c:pt idx="170">
                  <c:v>5.3699999999999998E-2</c:v>
                </c:pt>
                <c:pt idx="171">
                  <c:v>-5.3E-3</c:v>
                </c:pt>
                <c:pt idx="172">
                  <c:v>6.9500000000000006E-2</c:v>
                </c:pt>
                <c:pt idx="173">
                  <c:v>-5.6300000000000003E-2</c:v>
                </c:pt>
                <c:pt idx="174">
                  <c:v>0.13139999999999999</c:v>
                </c:pt>
                <c:pt idx="175">
                  <c:v>2.6200000000000001E-2</c:v>
                </c:pt>
                <c:pt idx="176">
                  <c:v>1.3599999999999999E-2</c:v>
                </c:pt>
                <c:pt idx="177">
                  <c:v>-4.3900000000000002E-2</c:v>
                </c:pt>
                <c:pt idx="178">
                  <c:v>6.1800000000000001E-2</c:v>
                </c:pt>
                <c:pt idx="179">
                  <c:v>-1.9900000000000001E-2</c:v>
                </c:pt>
                <c:pt idx="180">
                  <c:v>8.1900000000000001E-2</c:v>
                </c:pt>
                <c:pt idx="181">
                  <c:v>-6.4299999999999996E-2</c:v>
                </c:pt>
                <c:pt idx="182">
                  <c:v>4.1000000000000003E-3</c:v>
                </c:pt>
                <c:pt idx="183">
                  <c:v>-0.1434</c:v>
                </c:pt>
                <c:pt idx="184">
                  <c:v>5.8299999999999998E-2</c:v>
                </c:pt>
                <c:pt idx="185">
                  <c:v>-2.6200000000000001E-2</c:v>
                </c:pt>
                <c:pt idx="186">
                  <c:v>1.77E-2</c:v>
                </c:pt>
                <c:pt idx="187">
                  <c:v>-8.9999999999999993E-3</c:v>
                </c:pt>
                <c:pt idx="188">
                  <c:v>3.6600000000000001E-2</c:v>
                </c:pt>
                <c:pt idx="189">
                  <c:v>8.8499999999999995E-2</c:v>
                </c:pt>
                <c:pt idx="190">
                  <c:v>-0.1492</c:v>
                </c:pt>
                <c:pt idx="191">
                  <c:v>-2.8000000000000001E-2</c:v>
                </c:pt>
                <c:pt idx="192">
                  <c:v>-0.1249</c:v>
                </c:pt>
                <c:pt idx="193">
                  <c:v>6.7900000000000002E-2</c:v>
                </c:pt>
                <c:pt idx="194">
                  <c:v>2.5499999999999998E-2</c:v>
                </c:pt>
                <c:pt idx="195">
                  <c:v>3.8999999999999998E-3</c:v>
                </c:pt>
                <c:pt idx="196">
                  <c:v>-1.89E-2</c:v>
                </c:pt>
                <c:pt idx="197">
                  <c:v>-4.3099999999999999E-2</c:v>
                </c:pt>
                <c:pt idx="198">
                  <c:v>-0.21510000000000001</c:v>
                </c:pt>
                <c:pt idx="199">
                  <c:v>9.1999999999999998E-2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989-5944-8C67-BA9A173219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3"/>
          <c:min val="-0.3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lang="ja-JP" altLang="en-US" sz="1200" b="0" i="0" u="none" strike="noStrike">
                    <a:solidFill>
                      <a:srgbClr val="4A5568"/>
                    </a:solidFill>
                    <a:latin typeface="Arial"/>
                  </a:rPr>
                  <a:t>軸</a:t>
                </a:r>
                <a:r>
                  <a:rPr lang="en-US" altLang="ja-JP" sz="1200" b="0" i="0" u="none" strike="noStrike">
                    <a:solidFill>
                      <a:srgbClr val="4A5568"/>
                    </a:solidFill>
                    <a:latin typeface="Arial"/>
                  </a:rPr>
                  <a:t>1</a:t>
                </a:r>
                <a:r>
                  <a:rPr lang="ja-JP" altLang="en-US" sz="1200" b="0" i="0" u="none" strike="noStrike">
                    <a:solidFill>
                      <a:srgbClr val="4A5568"/>
                    </a:solidFill>
                    <a:latin typeface="Arial"/>
                  </a:rPr>
                  <a:t>（</a:t>
                </a:r>
                <a:r>
                  <a:rPr lang="en-US" altLang="ja-JP" sz="1200" b="0" i="0" u="none" strike="noStrike">
                    <a:solidFill>
                      <a:srgbClr val="4A5568"/>
                    </a:solidFill>
                    <a:latin typeface="Arial"/>
                  </a:rPr>
                  <a:t>69%</a:t>
                </a:r>
                <a:r>
                  <a:rPr lang="ja-JP" altLang="en-US" sz="1200" b="0" i="0" u="none" strike="noStrike">
                    <a:solidFill>
                      <a:srgbClr val="4A5568"/>
                    </a:solidFill>
                    <a:latin typeface="Arial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At val="-0.3"/>
        <c:crossBetween val="midCat"/>
      </c:valAx>
      <c:valAx>
        <c:axId val="2094734552"/>
        <c:scaling>
          <c:orientation val="minMax"/>
          <c:max val="0.3"/>
          <c:min val="-0.3"/>
        </c:scaling>
        <c:delete val="0"/>
        <c:axPos val="l"/>
        <c:majorGridlines>
          <c:spPr>
            <a:ln w="9525" cap="flat">
              <a:solidFill>
                <a:srgbClr val="DDE2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lang="ja-JP" altLang="en-US" sz="1200" b="0" i="0" u="none" strike="noStrike">
                    <a:solidFill>
                      <a:srgbClr val="4A5568"/>
                    </a:solidFill>
                    <a:latin typeface="Arial"/>
                  </a:rPr>
                  <a:t>軸</a:t>
                </a:r>
                <a:r>
                  <a:rPr lang="en-US" altLang="ja-JP" sz="1200" b="0" i="0" u="none" strike="noStrike">
                    <a:solidFill>
                      <a:srgbClr val="4A5568"/>
                    </a:solidFill>
                    <a:latin typeface="Arial"/>
                  </a:rPr>
                  <a:t>2</a:t>
                </a:r>
                <a:r>
                  <a:rPr lang="ja-JP" altLang="en-US" sz="1200" b="0" i="0" u="none" strike="noStrike">
                    <a:solidFill>
                      <a:srgbClr val="4A5568"/>
                    </a:solidFill>
                    <a:latin typeface="Arial"/>
                  </a:rPr>
                  <a:t>（</a:t>
                </a:r>
                <a:r>
                  <a:rPr lang="en-US" altLang="ja-JP" sz="1200" b="0" i="0" u="none" strike="noStrike">
                    <a:solidFill>
                      <a:srgbClr val="4A5568"/>
                    </a:solidFill>
                    <a:latin typeface="Arial"/>
                  </a:rPr>
                  <a:t>29%</a:t>
                </a:r>
                <a:r>
                  <a:rPr lang="ja-JP" altLang="en-US" sz="1200" b="0" i="0" u="none" strike="noStrike">
                    <a:solidFill>
                      <a:srgbClr val="4A5568"/>
                    </a:solidFill>
                    <a:latin typeface="Arial"/>
                  </a:rPr>
                  <a:t>）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At val="-0.3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480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次は必要な軸の数です．600個のずれは，それぞれ10個の数の組，つまり10次元のデータです．これを主成分分析にかけます．ただし平均ではなく，元の点の確率を引いたずれをそのまま使います．軸は，ずれが大きく散らばる向きの順に出てきます．各軸がずれ全体の何%を表すかが寄与率で，軸1から順に足したものが累積寄与率です．この例では，軸1（2が下がり，3と9が上がる）の寄与率が69%，軸2（9が下がり，3と2が上がる）まで足した累積寄与率が99%でした．累積寄与率が95%を超えるのは軸2なので，必要な軸は2本です．動くクラスが3個で，ずれの和はいつも0なので，ずれは2次元の平面に乗り，軸は多くても2本です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51F3EF-F07F-95AE-8A54-5844BE8B7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1B3113-DE82-A07B-BCAF-D7515AE5D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AD4158-D780-691C-ECD3-AC18A237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402B77-8186-6473-85D3-521E6251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85D18D-1826-6DB3-E5F4-AA62E605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283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D81145-5951-203F-4840-EBEBBBF2B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635B75-2CC8-CF14-9C9A-F3ADC6FA8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36E987-CAAC-5C93-3083-E667AF0ED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3639F6-ED05-149D-4339-27910B51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E91010-7AAF-E707-1AD1-5A404F51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02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A75FEB-E5E7-A5FD-FE03-E668D8145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BA3F8A-FAFC-9AEE-8F55-27B22C886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0386AD-5A78-656E-09E7-05912816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6AD76A-8222-F088-4A8A-74E11159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54C415-0E2C-154C-3CC9-8F8793CF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890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322714-732D-8E53-4627-6D0EA4802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8405D0-5AD7-80DC-3E00-A759A976F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E4FF75C-08B7-6640-F74D-AF177705F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7CAFA6-BE19-9015-62B9-CBA93C9CF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9FE136-0FF4-24BF-477C-9DF1FB7B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7A7567-6BBC-AACC-3FD8-D5CC6BAB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8609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407F8A-F5F9-BC91-601B-915FAA14F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99F693-8CE8-1CAE-AE40-51400AFCC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27D7E3-A111-D305-C6D0-4F6C54506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2886BCC-0AB9-1036-F685-C04B241B3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13C804B-1C55-43C7-B916-02E552FB5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1A9B5B2-1AFF-2B9E-04DD-66B02C83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6CE9B85-A8C1-CD61-F114-15A8297E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12B3D9C-8E21-1BC2-D355-9FB275BFB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887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E3B8C4-8C56-2B9D-B42A-4A31C56A3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E4B938-A7CA-9A99-8129-9892248A9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E312EDA-2EF0-AC3D-8E07-846C3935E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1FD7912-F88A-39C3-36F8-CB3794647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3623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39F8122-7001-7CF6-7908-922BF347C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BD59590-E8E8-B9B6-3C51-CAA55114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6AD448-B915-5D26-B662-1A1ABD0E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532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327C76-9BE7-ADF1-9285-84D89384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A0E9CB-26E2-9746-CA8A-EE13A8BF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C4BBB8-3C7E-B2B8-9AD3-CE443507E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D5C723-DC86-67A2-399C-3692C198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6D6F52-1C28-2088-78B9-3E069D7E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4BDBF9-7E4A-2803-33F0-D8F8A7F3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942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68F757-77EB-8ECB-429B-825A984B3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18C8F4A-225A-A5D0-A7B7-0DCAF343A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7BAE56-F0D8-E3A6-C1B6-430E623AC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2A72FB-E66A-D983-4DC9-B2126C06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B9800A-F1BC-FC51-A880-1F03BACB8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48092F-B2BF-F651-E7C0-2E96E1AB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825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59ED99-1909-44C9-3405-65B6DCA6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D473C6-6A4B-64F1-987E-DBD00F1EA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5DD2F1-71D6-6A82-F540-7D4D10830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B3286A-108A-4C7B-CBBE-B98847D9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538D2B-6B1E-FC30-1B9F-EE44BCD6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019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2A2010C-894C-C01C-23E5-B1222B654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2F3E55-BBB7-D4F4-7C8D-C33064154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3521F-80C1-52E3-7790-68491F20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1F088D-B6CA-AB81-63D5-88C9C51C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275873-3899-BC03-793A-50ADB2B87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359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73736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52247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6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680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57BD7FC-2850-0AFE-0FF5-E7877233E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CABAA9-89B7-D1B5-E71D-5F84B9BC1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5F85AC-1E0A-54BE-4459-86EB80F96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BB074-A963-024A-9190-32CF43C1033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E53CAD-A109-2298-9F36-1253FDD48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5D234F-B935-506B-6D06-05D602451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6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仮定1の確かめ方（2）必要な軸の数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2527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600個のずれを，10次元の点として並べる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ずれは10個の数の組．和はいつも0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304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ずれを主成分分析にかけ，軸を求める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寄与率＝その軸1本で表せるずれの割合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55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累積寄与率が95%に届く本数を数える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97280" y="3794760"/>
            <a:ext cx="4572000" cy="868680"/>
          </a:xfrm>
          <a:prstGeom prst="roundRect">
            <a:avLst>
              <a:gd name="adj" fmla="val 12632"/>
            </a:avLst>
          </a:prstGeom>
          <a:noFill/>
          <a:ln w="285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 txBox="1"/>
          <p:nvPr/>
        </p:nvSpPr>
        <p:spPr>
          <a:xfrm>
            <a:off x="1280160" y="38496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軸1　</a:t>
            </a:r>
            <a:r>
              <a:rPr lang="en-US" sz="1500" b="1" dirty="0">
                <a:solidFill>
                  <a:schemeClr val="accent1"/>
                </a:solidFill>
              </a:rPr>
              <a:t>69%</a:t>
            </a:r>
            <a:r>
              <a:rPr lang="en-US" sz="1500" dirty="0">
                <a:solidFill>
                  <a:schemeClr val="tx1"/>
                </a:solidFill>
              </a:rPr>
              <a:t>　2が下がり，3と9が上がる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重み　2: −0.76　3: +0.59　9: +0.27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97280" y="4754880"/>
            <a:ext cx="4572000" cy="868680"/>
          </a:xfrm>
          <a:prstGeom prst="roundRect">
            <a:avLst>
              <a:gd name="adj" fmla="val 12632"/>
            </a:avLst>
          </a:prstGeom>
          <a:noFill/>
          <a:ln w="285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80160" y="48097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軸2　</a:t>
            </a:r>
            <a:r>
              <a:rPr lang="en-US" sz="1500" b="1" dirty="0">
                <a:solidFill>
                  <a:schemeClr val="accent1"/>
                </a:solidFill>
              </a:rPr>
              <a:t>29%</a:t>
            </a:r>
            <a:r>
              <a:rPr lang="en-US" sz="1500" dirty="0">
                <a:solidFill>
                  <a:schemeClr val="tx1"/>
                </a:solidFill>
              </a:rPr>
              <a:t>　9が下がり，3と2が上がる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5212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重み　2: +0.35　3: +0.70　9: −0.58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97280" y="5715000"/>
            <a:ext cx="4572000" cy="457200"/>
          </a:xfrm>
          <a:prstGeom prst="roundRect">
            <a:avLst>
              <a:gd name="adj" fmla="val 16000"/>
            </a:avLst>
          </a:prstGeom>
          <a:noFill/>
          <a:ln w="285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 txBox="1"/>
          <p:nvPr/>
        </p:nvSpPr>
        <p:spPr>
          <a:xfrm>
            <a:off x="1234440" y="5715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累積寄与率　69%→99%　→ 必要な軸 </a:t>
            </a:r>
            <a:r>
              <a:rPr lang="en-US" sz="1400" b="1" dirty="0">
                <a:solidFill>
                  <a:schemeClr val="accent3"/>
                </a:solidFill>
              </a:rPr>
              <a:t>2本</a:t>
            </a:r>
            <a:endParaRPr lang="en-US" sz="14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035040" y="1234440"/>
          <a:ext cx="557784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2579</Words>
  <Application>Microsoft Macintosh PowerPoint</Application>
  <PresentationFormat>ワイド画面</PresentationFormat>
  <Paragraphs>515</Paragraphs>
  <Slides>24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9" baseType="lpstr">
      <vt:lpstr>游ゴシック</vt:lpstr>
      <vt:lpstr>游ゴシック Light</vt:lpstr>
      <vt:lpstr>Arial</vt:lpstr>
      <vt:lpstr>Wingdings</vt:lpstr>
      <vt:lpstr>Office テーマ</vt:lpstr>
      <vt:lpstr>多クラスに適用するLIME</vt:lpstr>
      <vt:lpstr>目次</vt:lpstr>
      <vt:lpstr>今日の問い</vt:lpstr>
      <vt:lpstr>目次</vt:lpstr>
      <vt:lpstr>LIMEのおさらい（1）摂動画像を作る</vt:lpstr>
      <vt:lpstr>LIMEのおさらい（2）線形回帰してヒートマップにする</vt:lpstr>
      <vt:lpstr>多クラス分類でのLIMEのやり方</vt:lpstr>
      <vt:lpstr>問題点</vt:lpstr>
      <vt:lpstr>説明をまとめる2つの方向</vt:lpstr>
      <vt:lpstr>発想</vt:lpstr>
      <vt:lpstr>目標とする説明</vt:lpstr>
      <vt:lpstr>目次</vt:lpstr>
      <vt:lpstr>手法</vt:lpstr>
      <vt:lpstr>成り立つための仮定</vt:lpstr>
      <vt:lpstr>目次</vt:lpstr>
      <vt:lpstr>仮定1の確かめ方（1）動くクラスの数</vt:lpstr>
      <vt:lpstr>仮定1の確かめ方（2）必要な軸の数</vt:lpstr>
      <vt:lpstr>実験の設定</vt:lpstr>
      <vt:lpstr>結果1　局所的には少数の方向にしか動かない</vt:lpstr>
      <vt:lpstr>結果2　通常のLIMEに劣らないか</vt:lpstr>
      <vt:lpstr>目次</vt:lpstr>
      <vt:lpstr>課題</vt:lpstr>
      <vt:lpstr>今後の計画と最終ゴール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多クラス分類器の局所説明を「クラス間の確率の移動」としてまとめる</dc:title>
  <dc:subject>PptxGenJS Presentation</dc:subject>
  <dc:creator>PptxGenJS</dc:creator>
  <cp:lastModifiedBy>池亀　颯太</cp:lastModifiedBy>
  <cp:revision>5</cp:revision>
  <dcterms:created xsi:type="dcterms:W3CDTF">2026-10-03T11:29:05Z</dcterms:created>
  <dcterms:modified xsi:type="dcterms:W3CDTF">2026-10-05T04:38:48Z</dcterms:modified>
</cp:coreProperties>
</file>