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53" r:id="rId1"/>
  </p:sldMasterIdLst>
  <p:notesMasterIdLst>
    <p:notesMasterId r:id="rId2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70" r:id="rId15"/>
    <p:sldId id="271" r:id="rId16"/>
    <p:sldId id="272" r:id="rId17"/>
    <p:sldId id="273" r:id="rId18"/>
    <p:sldId id="274" r:id="rId19"/>
    <p:sldId id="276" r:id="rId20"/>
    <p:sldId id="277" r:id="rId21"/>
    <p:sldId id="278" r:id="rId22"/>
    <p:sldId id="279" r:id="rId23"/>
    <p:sldId id="280" r:id="rId24"/>
    <p:sldId id="281" r:id="rId25"/>
  </p:sldIdLst>
  <p:sldSz cx="12192000" cy="6858000"/>
  <p:notesSz cx="6858000" cy="12192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導入" id="{EBDDFECB-F9CF-4067-F711-73DB37C6E2B8}">
          <p14:sldIdLst>
            <p14:sldId id="256"/>
            <p14:sldId id="257"/>
            <p14:sldId id="258"/>
          </p14:sldIdLst>
        </p14:section>
        <p14:section name="問題と発想" id="{B98328F1-1D2F-1975-2068-92939E978FE1}">
          <p14:sldIdLst>
            <p14:sldId id="259"/>
            <p14:sldId id="260"/>
            <p14:sldId id="261"/>
            <p14:sldId id="262"/>
            <p14:sldId id="263"/>
            <p14:sldId id="264"/>
            <p14:sldId id="265"/>
            <p14:sldId id="266"/>
          </p14:sldIdLst>
        </p14:section>
        <p14:section name="手法と仮定" id="{BECDCA00-49AE-862B-3636-9B464BE66232}">
          <p14:sldIdLst>
            <p14:sldId id="267"/>
            <p14:sldId id="268"/>
            <p14:sldId id="270"/>
          </p14:sldIdLst>
        </p14:section>
        <p14:section name="実験" id="{6473C8D2-9EB7-7BE5-65EA-CD0E9130C72A}">
          <p14:sldIdLst>
            <p14:sldId id="271"/>
            <p14:sldId id="272"/>
            <p14:sldId id="273"/>
            <p14:sldId id="274"/>
            <p14:sldId id="276"/>
            <p14:sldId id="277"/>
          </p14:sldIdLst>
        </p14:section>
        <p14:section name="課題と今後" id="{52E529C2-4A1F-0FD2-7081-A933E8D1AA35}">
          <p14:sldIdLst>
            <p14:sldId id="278"/>
            <p14:sldId id="279"/>
            <p14:sldId id="280"/>
          </p14:sldIdLst>
        </p14:section>
        <p14:section name="付録" id="{FF98B60F-B89B-9D5E-B271-929F3B9E2C78}">
          <p14:sldIdLst>
            <p14:sldId id="28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0815"/>
    <p:restoredTop sz="94568"/>
  </p:normalViewPr>
  <p:slideViewPr>
    <p:cSldViewPr snapToGrid="0" snapToObjects="1">
      <p:cViewPr>
        <p:scale>
          <a:sx n="120" d="100"/>
          <a:sy n="120" d="100"/>
        </p:scale>
        <p:origin x="2248" y="83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______.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______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______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______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______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______5.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1"/>
  <c:style val="2"/>
  <c:chart>
    <c:title>
      <c:tx>
        <c:rich>
          <a:bodyPr/>
          <a:lstStyle/>
          <a:p>
            <a:pPr>
              <a:defRPr sz="1300" b="0" i="0" u="none" strike="noStrike">
                <a:solidFill>
                  <a:srgbClr val="1D2433"/>
                </a:solidFill>
                <a:latin typeface="+mn-lt"/>
              </a:defRPr>
            </a:pPr>
            <a:r>
              <a:rPr lang="en" sz="1300" b="0" i="0" u="none" strike="noStrike">
                <a:solidFill>
                  <a:srgbClr val="1D2433"/>
                </a:solidFill>
                <a:latin typeface="+mn-lt"/>
              </a:rPr>
              <a:t>AI</a:t>
            </a:r>
            <a:r>
              <a:rPr lang="ja-JP" altLang="en-US" sz="1300" b="0" i="0" u="none" strike="noStrike">
                <a:solidFill>
                  <a:srgbClr val="1D2433"/>
                </a:solidFill>
                <a:latin typeface="+mn-lt"/>
              </a:rPr>
              <a:t>の出力（各数字の確率，例）</a:t>
            </a:r>
          </a:p>
        </c:rich>
      </c:tx>
      <c:overlay val="0"/>
    </c:title>
    <c:autoTitleDeleted val="0"/>
    <c:plotArea>
      <c:layout/>
      <c:barChart>
        <c:barDir val="col"/>
        <c:grouping val="clustered"/>
        <c:varyColors val="0"/>
        <c:ser>
          <c:idx val="0"/>
          <c:order val="0"/>
          <c:tx>
            <c:strRef>
              <c:f>Sheet1!$B$1</c:f>
              <c:strCache>
                <c:ptCount val="1"/>
                <c:pt idx="0">
                  <c:v>確率</c:v>
                </c:pt>
              </c:strCache>
            </c:strRef>
          </c:tx>
          <c:spPr>
            <a:solidFill>
              <a:srgbClr val="2F78A8"/>
            </a:solidFill>
            <a:effectLst/>
          </c:spPr>
          <c:invertIfNegative val="0"/>
          <c:dPt>
            <c:idx val="0"/>
            <c:invertIfNegative val="0"/>
            <c:bubble3D val="0"/>
            <c:extLst>
              <c:ext xmlns:c16="http://schemas.microsoft.com/office/drawing/2014/chart" uri="{C3380CC4-5D6E-409C-BE32-E72D297353CC}">
                <c16:uniqueId val="{00000001-C9C4-644C-BB45-6F25F69BB999}"/>
              </c:ext>
            </c:extLst>
          </c:dPt>
          <c:dPt>
            <c:idx val="1"/>
            <c:invertIfNegative val="0"/>
            <c:bubble3D val="0"/>
            <c:spPr>
              <a:solidFill>
                <a:srgbClr val="9AA3B2"/>
              </a:solidFill>
              <a:effectLst/>
            </c:spPr>
            <c:extLst>
              <c:ext xmlns:c16="http://schemas.microsoft.com/office/drawing/2014/chart" uri="{C3380CC4-5D6E-409C-BE32-E72D297353CC}">
                <c16:uniqueId val="{00000003-C9C4-644C-BB45-6F25F69BB999}"/>
              </c:ext>
            </c:extLst>
          </c:dPt>
          <c:dPt>
            <c:idx val="2"/>
            <c:invertIfNegative val="0"/>
            <c:bubble3D val="0"/>
            <c:spPr>
              <a:solidFill>
                <a:srgbClr val="9AA3B2"/>
              </a:solidFill>
              <a:effectLst/>
            </c:spPr>
            <c:extLst>
              <c:ext xmlns:c16="http://schemas.microsoft.com/office/drawing/2014/chart" uri="{C3380CC4-5D6E-409C-BE32-E72D297353CC}">
                <c16:uniqueId val="{00000005-C9C4-644C-BB45-6F25F69BB999}"/>
              </c:ext>
            </c:extLst>
          </c:dPt>
          <c:dPt>
            <c:idx val="3"/>
            <c:invertIfNegative val="0"/>
            <c:bubble3D val="0"/>
            <c:spPr>
              <a:solidFill>
                <a:srgbClr val="9AA3B2"/>
              </a:solidFill>
              <a:effectLst/>
            </c:spPr>
            <c:extLst>
              <c:ext xmlns:c16="http://schemas.microsoft.com/office/drawing/2014/chart" uri="{C3380CC4-5D6E-409C-BE32-E72D297353CC}">
                <c16:uniqueId val="{00000007-C9C4-644C-BB45-6F25F69BB999}"/>
              </c:ext>
            </c:extLst>
          </c:dPt>
          <c:dPt>
            <c:idx val="4"/>
            <c:invertIfNegative val="0"/>
            <c:bubble3D val="0"/>
            <c:spPr>
              <a:solidFill>
                <a:srgbClr val="9AA3B2"/>
              </a:solidFill>
              <a:effectLst/>
            </c:spPr>
            <c:extLst>
              <c:ext xmlns:c16="http://schemas.microsoft.com/office/drawing/2014/chart" uri="{C3380CC4-5D6E-409C-BE32-E72D297353CC}">
                <c16:uniqueId val="{00000009-C9C4-644C-BB45-6F25F69BB999}"/>
              </c:ext>
            </c:extLst>
          </c:dPt>
          <c:dPt>
            <c:idx val="5"/>
            <c:invertIfNegative val="0"/>
            <c:bubble3D val="0"/>
            <c:spPr>
              <a:solidFill>
                <a:srgbClr val="9AA3B2"/>
              </a:solidFill>
              <a:effectLst/>
            </c:spPr>
            <c:extLst>
              <c:ext xmlns:c16="http://schemas.microsoft.com/office/drawing/2014/chart" uri="{C3380CC4-5D6E-409C-BE32-E72D297353CC}">
                <c16:uniqueId val="{0000000B-C9C4-644C-BB45-6F25F69BB999}"/>
              </c:ext>
            </c:extLst>
          </c:dPt>
          <c:dPt>
            <c:idx val="6"/>
            <c:invertIfNegative val="0"/>
            <c:bubble3D val="0"/>
            <c:spPr>
              <a:solidFill>
                <a:srgbClr val="D9532B"/>
              </a:solidFill>
              <a:effectLst/>
            </c:spPr>
            <c:extLst>
              <c:ext xmlns:c16="http://schemas.microsoft.com/office/drawing/2014/chart" uri="{C3380CC4-5D6E-409C-BE32-E72D297353CC}">
                <c16:uniqueId val="{0000000D-C9C4-644C-BB45-6F25F69BB999}"/>
              </c:ext>
            </c:extLst>
          </c:dPt>
          <c:dPt>
            <c:idx val="7"/>
            <c:invertIfNegative val="0"/>
            <c:bubble3D val="0"/>
            <c:spPr>
              <a:solidFill>
                <a:srgbClr val="9AA3B2"/>
              </a:solidFill>
              <a:effectLst/>
            </c:spPr>
            <c:extLst>
              <c:ext xmlns:c16="http://schemas.microsoft.com/office/drawing/2014/chart" uri="{C3380CC4-5D6E-409C-BE32-E72D297353CC}">
                <c16:uniqueId val="{0000000F-C9C4-644C-BB45-6F25F69BB999}"/>
              </c:ext>
            </c:extLst>
          </c:dPt>
          <c:dPt>
            <c:idx val="8"/>
            <c:invertIfNegative val="0"/>
            <c:bubble3D val="0"/>
            <c:spPr>
              <a:solidFill>
                <a:srgbClr val="9AA3B2"/>
              </a:solidFill>
              <a:effectLst/>
            </c:spPr>
            <c:extLst>
              <c:ext xmlns:c16="http://schemas.microsoft.com/office/drawing/2014/chart" uri="{C3380CC4-5D6E-409C-BE32-E72D297353CC}">
                <c16:uniqueId val="{00000011-C9C4-644C-BB45-6F25F69BB999}"/>
              </c:ext>
            </c:extLst>
          </c:dPt>
          <c:dPt>
            <c:idx val="9"/>
            <c:invertIfNegative val="0"/>
            <c:bubble3D val="0"/>
            <c:spPr>
              <a:solidFill>
                <a:srgbClr val="E3A21A"/>
              </a:solidFill>
              <a:effectLst/>
            </c:spPr>
            <c:extLst>
              <c:ext xmlns:c16="http://schemas.microsoft.com/office/drawing/2014/chart" uri="{C3380CC4-5D6E-409C-BE32-E72D297353CC}">
                <c16:uniqueId val="{00000013-C9C4-644C-BB45-6F25F69BB999}"/>
              </c:ext>
            </c:extLst>
          </c:dPt>
          <c:dLbls>
            <c:numFmt formatCode="0.00" sourceLinked="0"/>
            <c:spPr>
              <a:noFill/>
              <a:ln>
                <a:noFill/>
              </a:ln>
              <a:effectLst/>
            </c:spPr>
            <c:txPr>
              <a:bodyPr/>
              <a:lstStyle/>
              <a:p>
                <a:pPr>
                  <a:defRPr sz="1100" b="0" i="0" u="none" strike="noStrike">
                    <a:solidFill>
                      <a:srgbClr val="1D2433"/>
                    </a:solidFill>
                    <a:latin typeface="+mn-lt"/>
                  </a:defRPr>
                </a:pPr>
                <a:endParaRPr lang="ja-JP"/>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Sheet1!$A$2:$A$11</c:f>
              <c:strCache>
                <c:ptCount val="10"/>
                <c:pt idx="0">
                  <c:v>0</c:v>
                </c:pt>
                <c:pt idx="1">
                  <c:v>1</c:v>
                </c:pt>
                <c:pt idx="2">
                  <c:v>2</c:v>
                </c:pt>
                <c:pt idx="3">
                  <c:v>3</c:v>
                </c:pt>
                <c:pt idx="4">
                  <c:v>4</c:v>
                </c:pt>
                <c:pt idx="5">
                  <c:v>5</c:v>
                </c:pt>
                <c:pt idx="6">
                  <c:v>6</c:v>
                </c:pt>
                <c:pt idx="7">
                  <c:v>7</c:v>
                </c:pt>
                <c:pt idx="8">
                  <c:v>8</c:v>
                </c:pt>
                <c:pt idx="9">
                  <c:v>9</c:v>
                </c:pt>
              </c:strCache>
            </c:strRef>
          </c:cat>
          <c:val>
            <c:numRef>
              <c:f>Sheet1!$B$2:$B$11</c:f>
              <c:numCache>
                <c:formatCode>General</c:formatCode>
                <c:ptCount val="10"/>
                <c:pt idx="0">
                  <c:v>0.4</c:v>
                </c:pt>
                <c:pt idx="1">
                  <c:v>7.0000000000000001E-3</c:v>
                </c:pt>
                <c:pt idx="2">
                  <c:v>7.0000000000000001E-3</c:v>
                </c:pt>
                <c:pt idx="3">
                  <c:v>7.0000000000000001E-3</c:v>
                </c:pt>
                <c:pt idx="4">
                  <c:v>7.0000000000000001E-3</c:v>
                </c:pt>
                <c:pt idx="5">
                  <c:v>7.0000000000000001E-3</c:v>
                </c:pt>
                <c:pt idx="6">
                  <c:v>0.5</c:v>
                </c:pt>
                <c:pt idx="7">
                  <c:v>8.0000000000000002E-3</c:v>
                </c:pt>
                <c:pt idx="8">
                  <c:v>7.0000000000000001E-3</c:v>
                </c:pt>
                <c:pt idx="9">
                  <c:v>0.05</c:v>
                </c:pt>
              </c:numCache>
            </c:numRef>
          </c:val>
          <c:extLst>
            <c:ext xmlns:c16="http://schemas.microsoft.com/office/drawing/2014/chart" uri="{C3380CC4-5D6E-409C-BE32-E72D297353CC}">
              <c16:uniqueId val="{00000014-C9C4-644C-BB45-6F25F69BB999}"/>
            </c:ext>
          </c:extLst>
        </c:ser>
        <c:dLbls>
          <c:showLegendKey val="0"/>
          <c:showVal val="1"/>
          <c:showCatName val="0"/>
          <c:showSerName val="0"/>
          <c:showPercent val="0"/>
          <c:showBubbleSize val="0"/>
        </c:dLbls>
        <c:gapWidth val="4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A5568"/>
                </a:solidFill>
                <a:latin typeface="+mn-lt"/>
              </a:defRPr>
            </a:pPr>
            <a:endParaRPr lang="en-US"/>
          </a:p>
        </c:txPr>
        <c:crossAx val="2094734552"/>
        <c:crosses val="autoZero"/>
        <c:auto val="1"/>
        <c:lblAlgn val="ctr"/>
        <c:lblOffset val="100"/>
        <c:noMultiLvlLbl val="1"/>
      </c:catAx>
      <c:valAx>
        <c:axId val="2094734552"/>
        <c:scaling>
          <c:orientation val="minMax"/>
          <c:max val="0.6"/>
          <c:min val="0"/>
        </c:scaling>
        <c:delete val="0"/>
        <c:axPos val="l"/>
        <c:majorGridlines>
          <c:spPr>
            <a:ln w="9525" cap="flat">
              <a:solidFill>
                <a:srgbClr val="DDE2EA"/>
              </a:solidFill>
              <a:prstDash val="solid"/>
              <a:round/>
            </a:ln>
          </c:spPr>
        </c:majorGridlines>
        <c:numFmt formatCode="0.0" sourceLinked="0"/>
        <c:majorTickMark val="out"/>
        <c:minorTickMark val="none"/>
        <c:tickLblPos val="nextTo"/>
        <c:spPr>
          <a:ln w="12700" cap="flat">
            <a:noFill/>
            <a:prstDash val="solid"/>
            <a:round/>
          </a:ln>
        </c:spPr>
        <c:txPr>
          <a:bodyPr/>
          <a:lstStyle/>
          <a:p>
            <a:pPr>
              <a:defRPr sz="1100" b="0" i="0" u="none" strike="noStrike">
                <a:solidFill>
                  <a:srgbClr val="4A5568"/>
                </a:solidFill>
                <a:latin typeface="+mn-lt"/>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1"/>
  <mc:AlternateContent xmlns:mc="http://schemas.openxmlformats.org/markup-compatibility/2006">
    <mc:Choice xmlns:c14="http://schemas.microsoft.com/office/drawing/2007/8/2/chart" Requires="c14">
      <c14:style val="102"/>
    </mc:Choice>
    <mc:Fallback>
      <c:style val="2"/>
    </mc:Fallback>
  </mc:AlternateContent>
  <c:chart>
    <c:title>
      <c:tx>
        <c:rich>
          <a:bodyPr/>
          <a:lstStyle/>
          <a:p>
            <a:pPr>
              <a:defRPr sz="1300" b="0" i="0" u="none" strike="noStrike">
                <a:solidFill>
                  <a:srgbClr val="1D2433"/>
                </a:solidFill>
                <a:latin typeface="+mn-lt"/>
              </a:defRPr>
            </a:pPr>
            <a:r>
              <a:rPr lang="en" sz="1300" b="0" i="0" u="none" strike="noStrike">
                <a:solidFill>
                  <a:srgbClr val="1D2433"/>
                </a:solidFill>
                <a:latin typeface="+mn-lt"/>
              </a:rPr>
              <a:t>AI</a:t>
            </a:r>
            <a:r>
              <a:rPr lang="ja-JP" altLang="en-US" sz="1300" b="0" i="0" u="none" strike="noStrike">
                <a:solidFill>
                  <a:srgbClr val="1D2433"/>
                </a:solidFill>
                <a:latin typeface="+mn-lt"/>
              </a:rPr>
              <a:t>の出力（各数字の確率，例）</a:t>
            </a:r>
          </a:p>
        </c:rich>
      </c:tx>
      <c:overlay val="0"/>
    </c:title>
    <c:autoTitleDeleted val="0"/>
    <c:plotArea>
      <c:layout/>
      <c:barChart>
        <c:barDir val="col"/>
        <c:grouping val="clustered"/>
        <c:varyColors val="0"/>
        <c:ser>
          <c:idx val="0"/>
          <c:order val="0"/>
          <c:tx>
            <c:strRef>
              <c:f>Sheet1!$B$1</c:f>
              <c:strCache>
                <c:ptCount val="1"/>
                <c:pt idx="0">
                  <c:v>確率</c:v>
                </c:pt>
              </c:strCache>
            </c:strRef>
          </c:tx>
          <c:spPr>
            <a:solidFill>
              <a:srgbClr val="2F78A8"/>
            </a:solidFill>
            <a:effectLst/>
          </c:spPr>
          <c:invertIfNegative val="0"/>
          <c:dPt>
            <c:idx val="0"/>
            <c:invertIfNegative val="0"/>
            <c:bubble3D val="0"/>
            <c:extLst>
              <c:ext xmlns:c16="http://schemas.microsoft.com/office/drawing/2014/chart" uri="{C3380CC4-5D6E-409C-BE32-E72D297353CC}">
                <c16:uniqueId val="{00000000-3FC8-A149-A2C4-321FC3DF4494}"/>
              </c:ext>
            </c:extLst>
          </c:dPt>
          <c:dPt>
            <c:idx val="1"/>
            <c:invertIfNegative val="0"/>
            <c:bubble3D val="0"/>
            <c:spPr>
              <a:solidFill>
                <a:srgbClr val="9AA3B2"/>
              </a:solidFill>
              <a:effectLst/>
            </c:spPr>
            <c:extLst>
              <c:ext xmlns:c16="http://schemas.microsoft.com/office/drawing/2014/chart" uri="{C3380CC4-5D6E-409C-BE32-E72D297353CC}">
                <c16:uniqueId val="{00000002-3FC8-A149-A2C4-321FC3DF4494}"/>
              </c:ext>
            </c:extLst>
          </c:dPt>
          <c:dPt>
            <c:idx val="2"/>
            <c:invertIfNegative val="0"/>
            <c:bubble3D val="0"/>
            <c:spPr>
              <a:solidFill>
                <a:srgbClr val="9AA3B2"/>
              </a:solidFill>
              <a:effectLst/>
            </c:spPr>
            <c:extLst>
              <c:ext xmlns:c16="http://schemas.microsoft.com/office/drawing/2014/chart" uri="{C3380CC4-5D6E-409C-BE32-E72D297353CC}">
                <c16:uniqueId val="{00000004-3FC8-A149-A2C4-321FC3DF4494}"/>
              </c:ext>
            </c:extLst>
          </c:dPt>
          <c:dPt>
            <c:idx val="3"/>
            <c:invertIfNegative val="0"/>
            <c:bubble3D val="0"/>
            <c:spPr>
              <a:solidFill>
                <a:srgbClr val="9AA3B2"/>
              </a:solidFill>
              <a:effectLst/>
            </c:spPr>
            <c:extLst>
              <c:ext xmlns:c16="http://schemas.microsoft.com/office/drawing/2014/chart" uri="{C3380CC4-5D6E-409C-BE32-E72D297353CC}">
                <c16:uniqueId val="{00000006-3FC8-A149-A2C4-321FC3DF4494}"/>
              </c:ext>
            </c:extLst>
          </c:dPt>
          <c:dPt>
            <c:idx val="4"/>
            <c:invertIfNegative val="0"/>
            <c:bubble3D val="0"/>
            <c:spPr>
              <a:solidFill>
                <a:srgbClr val="9AA3B2"/>
              </a:solidFill>
              <a:effectLst/>
            </c:spPr>
            <c:extLst>
              <c:ext xmlns:c16="http://schemas.microsoft.com/office/drawing/2014/chart" uri="{C3380CC4-5D6E-409C-BE32-E72D297353CC}">
                <c16:uniqueId val="{00000008-3FC8-A149-A2C4-321FC3DF4494}"/>
              </c:ext>
            </c:extLst>
          </c:dPt>
          <c:dPt>
            <c:idx val="5"/>
            <c:invertIfNegative val="0"/>
            <c:bubble3D val="0"/>
            <c:spPr>
              <a:solidFill>
                <a:srgbClr val="9AA3B2"/>
              </a:solidFill>
              <a:effectLst/>
            </c:spPr>
            <c:extLst>
              <c:ext xmlns:c16="http://schemas.microsoft.com/office/drawing/2014/chart" uri="{C3380CC4-5D6E-409C-BE32-E72D297353CC}">
                <c16:uniqueId val="{0000000A-3FC8-A149-A2C4-321FC3DF4494}"/>
              </c:ext>
            </c:extLst>
          </c:dPt>
          <c:dPt>
            <c:idx val="6"/>
            <c:invertIfNegative val="0"/>
            <c:bubble3D val="0"/>
            <c:spPr>
              <a:solidFill>
                <a:srgbClr val="D9532B"/>
              </a:solidFill>
              <a:effectLst/>
            </c:spPr>
            <c:extLst>
              <c:ext xmlns:c16="http://schemas.microsoft.com/office/drawing/2014/chart" uri="{C3380CC4-5D6E-409C-BE32-E72D297353CC}">
                <c16:uniqueId val="{0000000C-3FC8-A149-A2C4-321FC3DF4494}"/>
              </c:ext>
            </c:extLst>
          </c:dPt>
          <c:dPt>
            <c:idx val="7"/>
            <c:invertIfNegative val="0"/>
            <c:bubble3D val="0"/>
            <c:spPr>
              <a:solidFill>
                <a:srgbClr val="9AA3B2"/>
              </a:solidFill>
              <a:effectLst/>
            </c:spPr>
            <c:extLst>
              <c:ext xmlns:c16="http://schemas.microsoft.com/office/drawing/2014/chart" uri="{C3380CC4-5D6E-409C-BE32-E72D297353CC}">
                <c16:uniqueId val="{0000000E-3FC8-A149-A2C4-321FC3DF4494}"/>
              </c:ext>
            </c:extLst>
          </c:dPt>
          <c:dPt>
            <c:idx val="8"/>
            <c:invertIfNegative val="0"/>
            <c:bubble3D val="0"/>
            <c:spPr>
              <a:solidFill>
                <a:srgbClr val="9AA3B2"/>
              </a:solidFill>
              <a:effectLst/>
            </c:spPr>
            <c:extLst>
              <c:ext xmlns:c16="http://schemas.microsoft.com/office/drawing/2014/chart" uri="{C3380CC4-5D6E-409C-BE32-E72D297353CC}">
                <c16:uniqueId val="{00000010-3FC8-A149-A2C4-321FC3DF4494}"/>
              </c:ext>
            </c:extLst>
          </c:dPt>
          <c:dPt>
            <c:idx val="9"/>
            <c:invertIfNegative val="0"/>
            <c:bubble3D val="0"/>
            <c:spPr>
              <a:solidFill>
                <a:srgbClr val="E3A21A"/>
              </a:solidFill>
              <a:effectLst/>
            </c:spPr>
            <c:extLst>
              <c:ext xmlns:c16="http://schemas.microsoft.com/office/drawing/2014/chart" uri="{C3380CC4-5D6E-409C-BE32-E72D297353CC}">
                <c16:uniqueId val="{00000012-3FC8-A149-A2C4-321FC3DF4494}"/>
              </c:ext>
            </c:extLst>
          </c:dPt>
          <c:dLbls>
            <c:numFmt formatCode="0.00" sourceLinked="0"/>
            <c:spPr>
              <a:noFill/>
              <a:ln>
                <a:noFill/>
              </a:ln>
              <a:effectLst/>
            </c:spPr>
            <c:txPr>
              <a:bodyPr/>
              <a:lstStyle/>
              <a:p>
                <a:pPr>
                  <a:defRPr sz="1100" b="0" i="0" u="none" strike="noStrike">
                    <a:solidFill>
                      <a:srgbClr val="1D2433"/>
                    </a:solidFill>
                    <a:latin typeface="+mn-lt"/>
                  </a:defRPr>
                </a:pPr>
                <a:endParaRPr lang="ja-JP"/>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Sheet1!$A$2:$A$11</c:f>
              <c:strCache>
                <c:ptCount val="10"/>
                <c:pt idx="0">
                  <c:v>0</c:v>
                </c:pt>
                <c:pt idx="1">
                  <c:v>1</c:v>
                </c:pt>
                <c:pt idx="2">
                  <c:v>2</c:v>
                </c:pt>
                <c:pt idx="3">
                  <c:v>3</c:v>
                </c:pt>
                <c:pt idx="4">
                  <c:v>4</c:v>
                </c:pt>
                <c:pt idx="5">
                  <c:v>5</c:v>
                </c:pt>
                <c:pt idx="6">
                  <c:v>6</c:v>
                </c:pt>
                <c:pt idx="7">
                  <c:v>7</c:v>
                </c:pt>
                <c:pt idx="8">
                  <c:v>8</c:v>
                </c:pt>
                <c:pt idx="9">
                  <c:v>9</c:v>
                </c:pt>
              </c:strCache>
            </c:strRef>
          </c:cat>
          <c:val>
            <c:numRef>
              <c:f>Sheet1!$B$2:$B$11</c:f>
              <c:numCache>
                <c:formatCode>General</c:formatCode>
                <c:ptCount val="10"/>
                <c:pt idx="0">
                  <c:v>0.4</c:v>
                </c:pt>
                <c:pt idx="1">
                  <c:v>7.0000000000000001E-3</c:v>
                </c:pt>
                <c:pt idx="2">
                  <c:v>7.0000000000000001E-3</c:v>
                </c:pt>
                <c:pt idx="3">
                  <c:v>7.0000000000000001E-3</c:v>
                </c:pt>
                <c:pt idx="4">
                  <c:v>7.0000000000000001E-3</c:v>
                </c:pt>
                <c:pt idx="5">
                  <c:v>7.0000000000000001E-3</c:v>
                </c:pt>
                <c:pt idx="6">
                  <c:v>0.5</c:v>
                </c:pt>
                <c:pt idx="7">
                  <c:v>8.0000000000000002E-3</c:v>
                </c:pt>
                <c:pt idx="8">
                  <c:v>7.0000000000000001E-3</c:v>
                </c:pt>
                <c:pt idx="9">
                  <c:v>0.05</c:v>
                </c:pt>
              </c:numCache>
            </c:numRef>
          </c:val>
          <c:extLst>
            <c:ext xmlns:c16="http://schemas.microsoft.com/office/drawing/2014/chart" uri="{C3380CC4-5D6E-409C-BE32-E72D297353CC}">
              <c16:uniqueId val="{00000013-3FC8-A149-A2C4-321FC3DF4494}"/>
            </c:ext>
          </c:extLst>
        </c:ser>
        <c:dLbls>
          <c:showLegendKey val="0"/>
          <c:showVal val="1"/>
          <c:showCatName val="0"/>
          <c:showSerName val="0"/>
          <c:showPercent val="0"/>
          <c:showBubbleSize val="0"/>
        </c:dLbls>
        <c:gapWidth val="4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A5568"/>
                </a:solidFill>
                <a:latin typeface="+mn-lt"/>
              </a:defRPr>
            </a:pPr>
            <a:endParaRPr lang="en-US"/>
          </a:p>
        </c:txPr>
        <c:crossAx val="2094734552"/>
        <c:crosses val="autoZero"/>
        <c:auto val="1"/>
        <c:lblAlgn val="ctr"/>
        <c:lblOffset val="100"/>
        <c:noMultiLvlLbl val="1"/>
      </c:catAx>
      <c:valAx>
        <c:axId val="2094734552"/>
        <c:scaling>
          <c:orientation val="minMax"/>
          <c:max val="0.6"/>
          <c:min val="0"/>
        </c:scaling>
        <c:delete val="0"/>
        <c:axPos val="l"/>
        <c:majorGridlines>
          <c:spPr>
            <a:ln w="9525" cap="flat">
              <a:solidFill>
                <a:srgbClr val="DDE2EA"/>
              </a:solidFill>
              <a:prstDash val="solid"/>
              <a:round/>
            </a:ln>
          </c:spPr>
        </c:majorGridlines>
        <c:numFmt formatCode="0.0" sourceLinked="0"/>
        <c:majorTickMark val="out"/>
        <c:minorTickMark val="none"/>
        <c:tickLblPos val="nextTo"/>
        <c:spPr>
          <a:ln w="12700" cap="flat">
            <a:noFill/>
            <a:prstDash val="solid"/>
            <a:round/>
          </a:ln>
        </c:spPr>
        <c:txPr>
          <a:bodyPr/>
          <a:lstStyle/>
          <a:p>
            <a:pPr>
              <a:defRPr sz="1100" b="0" i="0" u="none" strike="noStrike">
                <a:solidFill>
                  <a:srgbClr val="4A5568"/>
                </a:solidFill>
                <a:latin typeface="+mn-lt"/>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1"/>
  <c:style val="2"/>
  <c:chart>
    <c:title>
      <c:tx>
        <c:rich>
          <a:bodyPr/>
          <a:lstStyle/>
          <a:p>
            <a:pPr>
              <a:defRPr sz="1300" b="0" i="0" u="none" strike="noStrike">
                <a:solidFill>
                  <a:srgbClr val="1D2433"/>
                </a:solidFill>
                <a:latin typeface="+mn-lt"/>
              </a:defRPr>
            </a:pPr>
            <a:r>
              <a:rPr lang="en-US" altLang="ja-JP" sz="1300" b="0" i="0" u="none" strike="noStrike" dirty="0">
                <a:solidFill>
                  <a:srgbClr val="1D2433"/>
                </a:solidFill>
                <a:latin typeface="+mn-lt"/>
              </a:rPr>
              <a:t>0</a:t>
            </a:r>
            <a:r>
              <a:rPr lang="ja-JP" altLang="en-US" sz="1300" b="0" i="0" u="none" strike="noStrike">
                <a:solidFill>
                  <a:srgbClr val="1D2433"/>
                </a:solidFill>
                <a:latin typeface="+mn-lt"/>
              </a:rPr>
              <a:t>と</a:t>
            </a:r>
            <a:r>
              <a:rPr lang="en-US" altLang="ja-JP" sz="1300" b="0" i="0" u="none" strike="noStrike" dirty="0">
                <a:solidFill>
                  <a:srgbClr val="1D2433"/>
                </a:solidFill>
                <a:latin typeface="+mn-lt"/>
              </a:rPr>
              <a:t>6</a:t>
            </a:r>
            <a:r>
              <a:rPr lang="ja-JP" altLang="en-US" sz="1300" b="0" i="0" u="none" strike="noStrike">
                <a:solidFill>
                  <a:srgbClr val="1D2433"/>
                </a:solidFill>
                <a:latin typeface="+mn-lt"/>
              </a:rPr>
              <a:t>だけが動く → 直線上</a:t>
            </a:r>
          </a:p>
        </c:rich>
      </c:tx>
      <c:overlay val="0"/>
    </c:title>
    <c:autoTitleDeleted val="0"/>
    <c:plotArea>
      <c:layout/>
      <c:scatterChart>
        <c:scatterStyle val="lineMarker"/>
        <c:varyColors val="0"/>
        <c:ser>
          <c:idx val="0"/>
          <c:order val="0"/>
          <c:tx>
            <c:strRef>
              <c:f>Sheet1!$B$1</c:f>
              <c:strCache>
                <c:ptCount val="1"/>
                <c:pt idx="0">
                  <c:v>6</c:v>
                </c:pt>
              </c:strCache>
            </c:strRef>
          </c:tx>
          <c:spPr>
            <a:ln>
              <a:noFill/>
            </a:ln>
            <a:effectLst/>
          </c:spPr>
          <c:marker>
            <c:symbol val="circle"/>
            <c:size val="6"/>
            <c:spPr>
              <a:solidFill>
                <a:srgbClr val="D9532B"/>
              </a:solidFill>
              <a:ln w="9525" cap="flat">
                <a:solidFill>
                  <a:srgbClr val="D9532B"/>
                </a:solidFill>
                <a:prstDash val="solid"/>
                <a:round/>
              </a:ln>
              <a:effectLst/>
            </c:spPr>
          </c:marker>
          <c:xVal>
            <c:numRef>
              <c:f>Sheet1!$A$2:$A$41</c:f>
              <c:numCache>
                <c:formatCode>General</c:formatCode>
                <c:ptCount val="40"/>
                <c:pt idx="0">
                  <c:v>0.27300000000000002</c:v>
                </c:pt>
                <c:pt idx="1">
                  <c:v>0.53300000000000003</c:v>
                </c:pt>
                <c:pt idx="2">
                  <c:v>0.38300000000000001</c:v>
                </c:pt>
                <c:pt idx="3">
                  <c:v>0.438</c:v>
                </c:pt>
                <c:pt idx="4">
                  <c:v>0.41399999999999998</c:v>
                </c:pt>
                <c:pt idx="5">
                  <c:v>0.36199999999999999</c:v>
                </c:pt>
                <c:pt idx="6">
                  <c:v>0.5</c:v>
                </c:pt>
                <c:pt idx="7">
                  <c:v>0.34899999999999998</c:v>
                </c:pt>
                <c:pt idx="8">
                  <c:v>0.41199999999999998</c:v>
                </c:pt>
                <c:pt idx="9">
                  <c:v>0.54100000000000004</c:v>
                </c:pt>
                <c:pt idx="10">
                  <c:v>0.496</c:v>
                </c:pt>
                <c:pt idx="11">
                  <c:v>0.30399999999999999</c:v>
                </c:pt>
                <c:pt idx="12">
                  <c:v>0.54900000000000004</c:v>
                </c:pt>
                <c:pt idx="13">
                  <c:v>0.495</c:v>
                </c:pt>
                <c:pt idx="14">
                  <c:v>0.41699999999999998</c:v>
                </c:pt>
                <c:pt idx="15">
                  <c:v>0.27200000000000002</c:v>
                </c:pt>
                <c:pt idx="16">
                  <c:v>0.42</c:v>
                </c:pt>
                <c:pt idx="17">
                  <c:v>0.35699999999999998</c:v>
                </c:pt>
                <c:pt idx="18">
                  <c:v>0.45300000000000001</c:v>
                </c:pt>
                <c:pt idx="19">
                  <c:v>0.32200000000000001</c:v>
                </c:pt>
                <c:pt idx="20">
                  <c:v>0.38300000000000001</c:v>
                </c:pt>
                <c:pt idx="21">
                  <c:v>0.35199999999999998</c:v>
                </c:pt>
                <c:pt idx="22">
                  <c:v>0.376</c:v>
                </c:pt>
                <c:pt idx="23">
                  <c:v>0.29099999999999998</c:v>
                </c:pt>
                <c:pt idx="24">
                  <c:v>0.34899999999999998</c:v>
                </c:pt>
                <c:pt idx="25">
                  <c:v>0.39900000000000002</c:v>
                </c:pt>
                <c:pt idx="26">
                  <c:v>0.25</c:v>
                </c:pt>
                <c:pt idx="27">
                  <c:v>0.29899999999999999</c:v>
                </c:pt>
                <c:pt idx="28">
                  <c:v>0.376</c:v>
                </c:pt>
                <c:pt idx="29">
                  <c:v>0.254</c:v>
                </c:pt>
                <c:pt idx="30">
                  <c:v>0.33300000000000002</c:v>
                </c:pt>
                <c:pt idx="31">
                  <c:v>0.46400000000000002</c:v>
                </c:pt>
                <c:pt idx="32">
                  <c:v>0.42499999999999999</c:v>
                </c:pt>
                <c:pt idx="33">
                  <c:v>0.49</c:v>
                </c:pt>
                <c:pt idx="34">
                  <c:v>0.377</c:v>
                </c:pt>
                <c:pt idx="35">
                  <c:v>0.25600000000000001</c:v>
                </c:pt>
                <c:pt idx="36">
                  <c:v>0.27400000000000002</c:v>
                </c:pt>
                <c:pt idx="37">
                  <c:v>0.39100000000000001</c:v>
                </c:pt>
                <c:pt idx="38">
                  <c:v>0.48</c:v>
                </c:pt>
                <c:pt idx="39">
                  <c:v>0.42899999999999999</c:v>
                </c:pt>
              </c:numCache>
            </c:numRef>
          </c:xVal>
          <c:yVal>
            <c:numRef>
              <c:f>Sheet1!$B$2:$B$41</c:f>
              <c:numCache>
                <c:formatCode>General</c:formatCode>
                <c:ptCount val="40"/>
                <c:pt idx="0">
                  <c:v>0.627</c:v>
                </c:pt>
                <c:pt idx="1">
                  <c:v>0.36699999999999999</c:v>
                </c:pt>
                <c:pt idx="2">
                  <c:v>0.51700000000000002</c:v>
                </c:pt>
                <c:pt idx="3">
                  <c:v>0.46200000000000002</c:v>
                </c:pt>
                <c:pt idx="4">
                  <c:v>0.48599999999999999</c:v>
                </c:pt>
                <c:pt idx="5">
                  <c:v>0.53800000000000003</c:v>
                </c:pt>
                <c:pt idx="6">
                  <c:v>0.4</c:v>
                </c:pt>
                <c:pt idx="7">
                  <c:v>0.55100000000000005</c:v>
                </c:pt>
                <c:pt idx="8">
                  <c:v>0.48799999999999999</c:v>
                </c:pt>
                <c:pt idx="9">
                  <c:v>0.35899999999999999</c:v>
                </c:pt>
                <c:pt idx="10">
                  <c:v>0.40400000000000003</c:v>
                </c:pt>
                <c:pt idx="11">
                  <c:v>0.59599999999999997</c:v>
                </c:pt>
                <c:pt idx="12">
                  <c:v>0.35099999999999998</c:v>
                </c:pt>
                <c:pt idx="13">
                  <c:v>0.40500000000000003</c:v>
                </c:pt>
                <c:pt idx="14">
                  <c:v>0.48299999999999998</c:v>
                </c:pt>
                <c:pt idx="15">
                  <c:v>0.628</c:v>
                </c:pt>
                <c:pt idx="16">
                  <c:v>0.48</c:v>
                </c:pt>
                <c:pt idx="17">
                  <c:v>0.54300000000000004</c:v>
                </c:pt>
                <c:pt idx="18">
                  <c:v>0.44700000000000001</c:v>
                </c:pt>
                <c:pt idx="19">
                  <c:v>0.57799999999999996</c:v>
                </c:pt>
                <c:pt idx="20">
                  <c:v>0.51700000000000002</c:v>
                </c:pt>
                <c:pt idx="21">
                  <c:v>0.54800000000000004</c:v>
                </c:pt>
                <c:pt idx="22">
                  <c:v>0.52400000000000002</c:v>
                </c:pt>
                <c:pt idx="23">
                  <c:v>0.60899999999999999</c:v>
                </c:pt>
                <c:pt idx="24">
                  <c:v>0.55100000000000005</c:v>
                </c:pt>
                <c:pt idx="25">
                  <c:v>0.501</c:v>
                </c:pt>
                <c:pt idx="26">
                  <c:v>0.65</c:v>
                </c:pt>
                <c:pt idx="27">
                  <c:v>0.60099999999999998</c:v>
                </c:pt>
                <c:pt idx="28">
                  <c:v>0.52400000000000002</c:v>
                </c:pt>
                <c:pt idx="29">
                  <c:v>0.64600000000000002</c:v>
                </c:pt>
                <c:pt idx="30">
                  <c:v>0.56699999999999995</c:v>
                </c:pt>
                <c:pt idx="31">
                  <c:v>0.436</c:v>
                </c:pt>
                <c:pt idx="32">
                  <c:v>0.47499999999999998</c:v>
                </c:pt>
                <c:pt idx="33">
                  <c:v>0.41</c:v>
                </c:pt>
                <c:pt idx="34">
                  <c:v>0.52300000000000002</c:v>
                </c:pt>
                <c:pt idx="35">
                  <c:v>0.64400000000000002</c:v>
                </c:pt>
                <c:pt idx="36">
                  <c:v>0.626</c:v>
                </c:pt>
                <c:pt idx="37">
                  <c:v>0.50900000000000001</c:v>
                </c:pt>
                <c:pt idx="38">
                  <c:v>0.42</c:v>
                </c:pt>
                <c:pt idx="39">
                  <c:v>0.47099999999999997</c:v>
                </c:pt>
              </c:numCache>
            </c:numRef>
          </c:yVal>
          <c:smooth val="0"/>
          <c:extLst>
            <c:ext xmlns:c16="http://schemas.microsoft.com/office/drawing/2014/chart" uri="{C3380CC4-5D6E-409C-BE32-E72D297353CC}">
              <c16:uniqueId val="{00000000-009D-C148-996F-9F76DFACDBEA}"/>
            </c:ext>
          </c:extLst>
        </c:ser>
        <c:dLbls>
          <c:showLegendKey val="0"/>
          <c:showVal val="0"/>
          <c:showCatName val="0"/>
          <c:showSerName val="0"/>
          <c:showPercent val="0"/>
          <c:showBubbleSize val="0"/>
        </c:dLbls>
        <c:axId val="2094734554"/>
        <c:axId val="2094734552"/>
      </c:scatterChart>
      <c:valAx>
        <c:axId val="2094734554"/>
        <c:scaling>
          <c:orientation val="minMax"/>
          <c:max val="0.7"/>
          <c:min val="0.1"/>
        </c:scaling>
        <c:delete val="0"/>
        <c:axPos val="b"/>
        <c:title>
          <c:tx>
            <c:rich>
              <a:bodyPr/>
              <a:lstStyle/>
              <a:p>
                <a:pPr>
                  <a:defRPr sz="1100" b="0" i="0" u="none" strike="noStrike">
                    <a:solidFill>
                      <a:srgbClr val="4A5568"/>
                    </a:solidFill>
                    <a:latin typeface="Arial"/>
                  </a:defRPr>
                </a:pPr>
                <a:r>
                  <a:rPr lang="en-US" altLang="ja-JP" sz="1100" b="0" i="0" u="none" strike="noStrike">
                    <a:solidFill>
                      <a:srgbClr val="4A5568"/>
                    </a:solidFill>
                    <a:latin typeface="Arial"/>
                  </a:rPr>
                  <a:t>0</a:t>
                </a:r>
                <a:r>
                  <a:rPr lang="ja-JP" altLang="en-US" sz="1100" b="0" i="0" u="none" strike="noStrike">
                    <a:solidFill>
                      <a:srgbClr val="4A5568"/>
                    </a:solidFill>
                    <a:latin typeface="Arial"/>
                  </a:rPr>
                  <a:t>の確率</a:t>
                </a:r>
              </a:p>
            </c:rich>
          </c:tx>
          <c:overlay val="0"/>
        </c:title>
        <c:numFmt formatCode="General" sourceLinked="1"/>
        <c:majorTickMark val="none"/>
        <c:minorTickMark val="none"/>
        <c:tickLblPos val="nextTo"/>
        <c:spPr>
          <a:ln w="12700" cap="flat">
            <a:solidFill>
              <a:srgbClr val="888888"/>
            </a:solidFill>
            <a:prstDash val="solid"/>
            <a:round/>
          </a:ln>
        </c:spPr>
        <c:txPr>
          <a:bodyPr/>
          <a:lstStyle/>
          <a:p>
            <a:pPr>
              <a:defRPr sz="1200" b="0" i="0" u="none" strike="noStrike">
                <a:solidFill>
                  <a:srgbClr val="4A5568"/>
                </a:solidFill>
                <a:latin typeface="+mn-lt"/>
              </a:defRPr>
            </a:pPr>
            <a:endParaRPr lang="en-US"/>
          </a:p>
        </c:txPr>
        <c:crossAx val="2094734552"/>
        <c:crosses val="autoZero"/>
        <c:crossBetween val="midCat"/>
      </c:valAx>
      <c:valAx>
        <c:axId val="2094734552"/>
        <c:scaling>
          <c:orientation val="minMax"/>
          <c:max val="0.8"/>
          <c:min val="0.2"/>
        </c:scaling>
        <c:delete val="0"/>
        <c:axPos val="l"/>
        <c:majorGridlines>
          <c:spPr>
            <a:ln w="9525" cap="flat">
              <a:solidFill>
                <a:srgbClr val="DDE2EA"/>
              </a:solidFill>
              <a:prstDash val="solid"/>
              <a:round/>
            </a:ln>
          </c:spPr>
        </c:majorGridlines>
        <c:title>
          <c:tx>
            <c:rich>
              <a:bodyPr/>
              <a:lstStyle/>
              <a:p>
                <a:pPr>
                  <a:defRPr sz="1100" b="0" i="0" u="none" strike="noStrike">
                    <a:solidFill>
                      <a:srgbClr val="4A5568"/>
                    </a:solidFill>
                    <a:latin typeface="Arial"/>
                  </a:defRPr>
                </a:pPr>
                <a:r>
                  <a:rPr lang="en-US" altLang="ja-JP" sz="1100" b="0" i="0" u="none" strike="noStrike">
                    <a:solidFill>
                      <a:srgbClr val="4A5568"/>
                    </a:solidFill>
                    <a:latin typeface="Arial"/>
                  </a:rPr>
                  <a:t>6</a:t>
                </a:r>
                <a:r>
                  <a:rPr lang="ja-JP" altLang="en-US" sz="1100" b="0" i="0" u="none" strike="noStrike">
                    <a:solidFill>
                      <a:srgbClr val="4A5568"/>
                    </a:solidFill>
                    <a:latin typeface="Arial"/>
                  </a:rPr>
                  <a:t>の確率</a:t>
                </a:r>
              </a:p>
            </c:rich>
          </c:tx>
          <c:overlay val="0"/>
        </c:title>
        <c:numFmt formatCode="0.0" sourceLinked="0"/>
        <c:majorTickMark val="none"/>
        <c:minorTickMark val="none"/>
        <c:tickLblPos val="nextTo"/>
        <c:spPr>
          <a:ln w="12700" cap="flat">
            <a:noFill/>
            <a:prstDash val="solid"/>
            <a:round/>
          </a:ln>
        </c:spPr>
        <c:txPr>
          <a:bodyPr/>
          <a:lstStyle/>
          <a:p>
            <a:pPr>
              <a:defRPr sz="1100" b="0" i="0" u="none" strike="noStrike">
                <a:solidFill>
                  <a:srgbClr val="4A5568"/>
                </a:solidFill>
                <a:latin typeface="+mn-lt"/>
              </a:defRPr>
            </a:pPr>
            <a:endParaRPr lang="en-US"/>
          </a:p>
        </c:txPr>
        <c:crossAx val="2094734554"/>
        <c:crosses val="autoZero"/>
        <c:crossBetween val="midCat"/>
      </c:valAx>
      <c:spPr>
        <a:noFill/>
        <a:ln>
          <a:noFill/>
        </a:ln>
        <a:effectLst/>
      </c:spPr>
    </c:plotArea>
    <c:plotVisOnly val="1"/>
    <c:dispBlanksAs val="span"/>
    <c:showDLblsOverMax val="1"/>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1"/>
  <c:style val="2"/>
  <c:chart>
    <c:title>
      <c:tx>
        <c:rich>
          <a:bodyPr/>
          <a:lstStyle/>
          <a:p>
            <a:pPr>
              <a:defRPr sz="1300" b="0" i="0" u="none" strike="noStrike">
                <a:solidFill>
                  <a:srgbClr val="1D2433"/>
                </a:solidFill>
                <a:latin typeface="+mn-lt"/>
              </a:defRPr>
            </a:pPr>
            <a:r>
              <a:rPr lang="en-US" altLang="ja-JP" sz="1300" b="0" i="0" u="none" strike="noStrike">
                <a:solidFill>
                  <a:srgbClr val="1D2433"/>
                </a:solidFill>
                <a:latin typeface="+mn-lt"/>
              </a:rPr>
              <a:t>9</a:t>
            </a:r>
            <a:r>
              <a:rPr lang="ja-JP" altLang="en-US" sz="1300" b="0" i="0" u="none" strike="noStrike">
                <a:solidFill>
                  <a:srgbClr val="1D2433"/>
                </a:solidFill>
                <a:latin typeface="+mn-lt"/>
              </a:rPr>
              <a:t>も動く → 平面に広がる</a:t>
            </a:r>
          </a:p>
        </c:rich>
      </c:tx>
      <c:overlay val="0"/>
    </c:title>
    <c:autoTitleDeleted val="0"/>
    <c:plotArea>
      <c:layout/>
      <c:scatterChart>
        <c:scatterStyle val="lineMarker"/>
        <c:varyColors val="0"/>
        <c:ser>
          <c:idx val="0"/>
          <c:order val="0"/>
          <c:tx>
            <c:strRef>
              <c:f>Sheet1!$B$1</c:f>
              <c:strCache>
                <c:ptCount val="1"/>
                <c:pt idx="0">
                  <c:v>6</c:v>
                </c:pt>
              </c:strCache>
            </c:strRef>
          </c:tx>
          <c:spPr>
            <a:ln>
              <a:noFill/>
            </a:ln>
            <a:effectLst/>
          </c:spPr>
          <c:marker>
            <c:symbol val="circle"/>
            <c:size val="6"/>
            <c:spPr>
              <a:solidFill>
                <a:srgbClr val="E3A21A"/>
              </a:solidFill>
              <a:ln w="9525" cap="flat">
                <a:solidFill>
                  <a:srgbClr val="E3A21A"/>
                </a:solidFill>
                <a:prstDash val="solid"/>
                <a:round/>
              </a:ln>
              <a:effectLst/>
            </c:spPr>
          </c:marker>
          <c:xVal>
            <c:numRef>
              <c:f>Sheet1!$A$2:$A$41</c:f>
              <c:numCache>
                <c:formatCode>General</c:formatCode>
                <c:ptCount val="40"/>
                <c:pt idx="0">
                  <c:v>0.27300000000000002</c:v>
                </c:pt>
                <c:pt idx="1">
                  <c:v>0.53300000000000003</c:v>
                </c:pt>
                <c:pt idx="2">
                  <c:v>0.38300000000000001</c:v>
                </c:pt>
                <c:pt idx="3">
                  <c:v>0.438</c:v>
                </c:pt>
                <c:pt idx="4">
                  <c:v>0.41399999999999998</c:v>
                </c:pt>
                <c:pt idx="5">
                  <c:v>0.36199999999999999</c:v>
                </c:pt>
                <c:pt idx="6">
                  <c:v>0.5</c:v>
                </c:pt>
                <c:pt idx="7">
                  <c:v>0.34899999999999998</c:v>
                </c:pt>
                <c:pt idx="8">
                  <c:v>0.41199999999999998</c:v>
                </c:pt>
                <c:pt idx="9">
                  <c:v>0.54100000000000004</c:v>
                </c:pt>
                <c:pt idx="10">
                  <c:v>0.496</c:v>
                </c:pt>
                <c:pt idx="11">
                  <c:v>0.30399999999999999</c:v>
                </c:pt>
                <c:pt idx="12">
                  <c:v>0.54900000000000004</c:v>
                </c:pt>
                <c:pt idx="13">
                  <c:v>0.495</c:v>
                </c:pt>
                <c:pt idx="14">
                  <c:v>0.41699999999999998</c:v>
                </c:pt>
                <c:pt idx="15">
                  <c:v>0.27200000000000002</c:v>
                </c:pt>
                <c:pt idx="16">
                  <c:v>0.42</c:v>
                </c:pt>
                <c:pt idx="17">
                  <c:v>0.35699999999999998</c:v>
                </c:pt>
                <c:pt idx="18">
                  <c:v>0.45300000000000001</c:v>
                </c:pt>
                <c:pt idx="19">
                  <c:v>0.32200000000000001</c:v>
                </c:pt>
                <c:pt idx="20">
                  <c:v>0.38300000000000001</c:v>
                </c:pt>
                <c:pt idx="21">
                  <c:v>0.35199999999999998</c:v>
                </c:pt>
                <c:pt idx="22">
                  <c:v>0.376</c:v>
                </c:pt>
                <c:pt idx="23">
                  <c:v>0.29099999999999998</c:v>
                </c:pt>
                <c:pt idx="24">
                  <c:v>0.34899999999999998</c:v>
                </c:pt>
                <c:pt idx="25">
                  <c:v>0.39900000000000002</c:v>
                </c:pt>
                <c:pt idx="26">
                  <c:v>0.25</c:v>
                </c:pt>
                <c:pt idx="27">
                  <c:v>0.29899999999999999</c:v>
                </c:pt>
                <c:pt idx="28">
                  <c:v>0.376</c:v>
                </c:pt>
                <c:pt idx="29">
                  <c:v>0.254</c:v>
                </c:pt>
                <c:pt idx="30">
                  <c:v>0.33300000000000002</c:v>
                </c:pt>
                <c:pt idx="31">
                  <c:v>0.46400000000000002</c:v>
                </c:pt>
                <c:pt idx="32">
                  <c:v>0.42499999999999999</c:v>
                </c:pt>
                <c:pt idx="33">
                  <c:v>0.49</c:v>
                </c:pt>
                <c:pt idx="34">
                  <c:v>0.377</c:v>
                </c:pt>
                <c:pt idx="35">
                  <c:v>0.25600000000000001</c:v>
                </c:pt>
                <c:pt idx="36">
                  <c:v>0.27400000000000002</c:v>
                </c:pt>
                <c:pt idx="37">
                  <c:v>0.39100000000000001</c:v>
                </c:pt>
                <c:pt idx="38">
                  <c:v>0.48</c:v>
                </c:pt>
                <c:pt idx="39">
                  <c:v>0.42899999999999999</c:v>
                </c:pt>
              </c:numCache>
            </c:numRef>
          </c:xVal>
          <c:yVal>
            <c:numRef>
              <c:f>Sheet1!$B$2:$B$41</c:f>
              <c:numCache>
                <c:formatCode>General</c:formatCode>
                <c:ptCount val="40"/>
                <c:pt idx="0">
                  <c:v>0.66700000000000004</c:v>
                </c:pt>
                <c:pt idx="1">
                  <c:v>0.42599999999999999</c:v>
                </c:pt>
                <c:pt idx="2">
                  <c:v>0.52300000000000002</c:v>
                </c:pt>
                <c:pt idx="3">
                  <c:v>0.53600000000000003</c:v>
                </c:pt>
                <c:pt idx="4">
                  <c:v>0.55300000000000005</c:v>
                </c:pt>
                <c:pt idx="5">
                  <c:v>0.498</c:v>
                </c:pt>
                <c:pt idx="6">
                  <c:v>0.32800000000000001</c:v>
                </c:pt>
                <c:pt idx="7">
                  <c:v>0.52400000000000002</c:v>
                </c:pt>
                <c:pt idx="8">
                  <c:v>0.442</c:v>
                </c:pt>
                <c:pt idx="9">
                  <c:v>0.30099999999999999</c:v>
                </c:pt>
                <c:pt idx="10">
                  <c:v>0.32800000000000001</c:v>
                </c:pt>
                <c:pt idx="11">
                  <c:v>0.57999999999999996</c:v>
                </c:pt>
                <c:pt idx="12">
                  <c:v>0.3</c:v>
                </c:pt>
                <c:pt idx="13">
                  <c:v>0.48099999999999998</c:v>
                </c:pt>
                <c:pt idx="14">
                  <c:v>0.56000000000000005</c:v>
                </c:pt>
                <c:pt idx="15">
                  <c:v>0.66800000000000004</c:v>
                </c:pt>
                <c:pt idx="16">
                  <c:v>0.52400000000000002</c:v>
                </c:pt>
                <c:pt idx="17">
                  <c:v>0.58599999999999997</c:v>
                </c:pt>
                <c:pt idx="18">
                  <c:v>0.45300000000000001</c:v>
                </c:pt>
                <c:pt idx="19">
                  <c:v>0.626</c:v>
                </c:pt>
                <c:pt idx="20">
                  <c:v>0.437</c:v>
                </c:pt>
                <c:pt idx="21">
                  <c:v>0.52700000000000002</c:v>
                </c:pt>
                <c:pt idx="22">
                  <c:v>0.46300000000000002</c:v>
                </c:pt>
                <c:pt idx="23">
                  <c:v>0.53100000000000003</c:v>
                </c:pt>
                <c:pt idx="24">
                  <c:v>0.54200000000000004</c:v>
                </c:pt>
                <c:pt idx="25">
                  <c:v>0.501</c:v>
                </c:pt>
                <c:pt idx="26">
                  <c:v>0.59099999999999997</c:v>
                </c:pt>
                <c:pt idx="27">
                  <c:v>0.57699999999999996</c:v>
                </c:pt>
                <c:pt idx="28">
                  <c:v>0.58699999999999997</c:v>
                </c:pt>
                <c:pt idx="29">
                  <c:v>0.65100000000000002</c:v>
                </c:pt>
                <c:pt idx="30">
                  <c:v>0.625</c:v>
                </c:pt>
                <c:pt idx="31">
                  <c:v>0.48099999999999998</c:v>
                </c:pt>
                <c:pt idx="32">
                  <c:v>0.49</c:v>
                </c:pt>
                <c:pt idx="33">
                  <c:v>0.42799999999999999</c:v>
                </c:pt>
                <c:pt idx="34">
                  <c:v>0.60099999999999998</c:v>
                </c:pt>
                <c:pt idx="35">
                  <c:v>0.59899999999999998</c:v>
                </c:pt>
                <c:pt idx="36">
                  <c:v>0.56100000000000005</c:v>
                </c:pt>
                <c:pt idx="37">
                  <c:v>0.497</c:v>
                </c:pt>
                <c:pt idx="38">
                  <c:v>0.35499999999999998</c:v>
                </c:pt>
                <c:pt idx="39">
                  <c:v>0.40500000000000003</c:v>
                </c:pt>
              </c:numCache>
            </c:numRef>
          </c:yVal>
          <c:smooth val="0"/>
          <c:extLst>
            <c:ext xmlns:c16="http://schemas.microsoft.com/office/drawing/2014/chart" uri="{C3380CC4-5D6E-409C-BE32-E72D297353CC}">
              <c16:uniqueId val="{00000000-C337-EB4A-8788-C866F2F61BFE}"/>
            </c:ext>
          </c:extLst>
        </c:ser>
        <c:dLbls>
          <c:showLegendKey val="0"/>
          <c:showVal val="0"/>
          <c:showCatName val="0"/>
          <c:showSerName val="0"/>
          <c:showPercent val="0"/>
          <c:showBubbleSize val="0"/>
        </c:dLbls>
        <c:axId val="2094734554"/>
        <c:axId val="2094734552"/>
      </c:scatterChart>
      <c:valAx>
        <c:axId val="2094734554"/>
        <c:scaling>
          <c:orientation val="minMax"/>
          <c:max val="0.7"/>
          <c:min val="0.1"/>
        </c:scaling>
        <c:delete val="0"/>
        <c:axPos val="b"/>
        <c:title>
          <c:tx>
            <c:rich>
              <a:bodyPr/>
              <a:lstStyle/>
              <a:p>
                <a:pPr>
                  <a:defRPr sz="1100" b="0" i="0" u="none" strike="noStrike">
                    <a:solidFill>
                      <a:srgbClr val="4A5568"/>
                    </a:solidFill>
                    <a:latin typeface="Arial"/>
                  </a:defRPr>
                </a:pPr>
                <a:r>
                  <a:rPr lang="en-US" altLang="ja-JP" sz="1100" b="0" i="0" u="none" strike="noStrike">
                    <a:solidFill>
                      <a:srgbClr val="4A5568"/>
                    </a:solidFill>
                    <a:latin typeface="Arial"/>
                  </a:rPr>
                  <a:t>0</a:t>
                </a:r>
                <a:r>
                  <a:rPr lang="ja-JP" altLang="en-US" sz="1100" b="0" i="0" u="none" strike="noStrike">
                    <a:solidFill>
                      <a:srgbClr val="4A5568"/>
                    </a:solidFill>
                    <a:latin typeface="Arial"/>
                  </a:rPr>
                  <a:t>の確率</a:t>
                </a:r>
              </a:p>
            </c:rich>
          </c:tx>
          <c:overlay val="0"/>
        </c:title>
        <c:numFmt formatCode="General" sourceLinked="1"/>
        <c:majorTickMark val="none"/>
        <c:minorTickMark val="none"/>
        <c:tickLblPos val="nextTo"/>
        <c:spPr>
          <a:ln w="12700" cap="flat">
            <a:solidFill>
              <a:srgbClr val="888888"/>
            </a:solidFill>
            <a:prstDash val="solid"/>
            <a:round/>
          </a:ln>
        </c:spPr>
        <c:txPr>
          <a:bodyPr/>
          <a:lstStyle/>
          <a:p>
            <a:pPr>
              <a:defRPr sz="1200" b="0" i="0" u="none" strike="noStrike">
                <a:solidFill>
                  <a:srgbClr val="4A5568"/>
                </a:solidFill>
                <a:latin typeface="+mn-lt"/>
              </a:defRPr>
            </a:pPr>
            <a:endParaRPr lang="en-US"/>
          </a:p>
        </c:txPr>
        <c:crossAx val="2094734552"/>
        <c:crosses val="autoZero"/>
        <c:crossBetween val="midCat"/>
      </c:valAx>
      <c:valAx>
        <c:axId val="2094734552"/>
        <c:scaling>
          <c:orientation val="minMax"/>
          <c:max val="0.8"/>
          <c:min val="0.2"/>
        </c:scaling>
        <c:delete val="0"/>
        <c:axPos val="l"/>
        <c:majorGridlines>
          <c:spPr>
            <a:ln w="9525" cap="flat">
              <a:solidFill>
                <a:srgbClr val="DDE2EA"/>
              </a:solidFill>
              <a:prstDash val="solid"/>
              <a:round/>
            </a:ln>
          </c:spPr>
        </c:majorGridlines>
        <c:title>
          <c:tx>
            <c:rich>
              <a:bodyPr/>
              <a:lstStyle/>
              <a:p>
                <a:pPr>
                  <a:defRPr sz="1100" b="0" i="0" u="none" strike="noStrike">
                    <a:solidFill>
                      <a:srgbClr val="4A5568"/>
                    </a:solidFill>
                    <a:latin typeface="Arial"/>
                  </a:defRPr>
                </a:pPr>
                <a:r>
                  <a:rPr lang="en-US" altLang="ja-JP" sz="1100" b="0" i="0" u="none" strike="noStrike">
                    <a:solidFill>
                      <a:srgbClr val="4A5568"/>
                    </a:solidFill>
                    <a:latin typeface="Arial"/>
                  </a:rPr>
                  <a:t>6</a:t>
                </a:r>
                <a:r>
                  <a:rPr lang="ja-JP" altLang="en-US" sz="1100" b="0" i="0" u="none" strike="noStrike">
                    <a:solidFill>
                      <a:srgbClr val="4A5568"/>
                    </a:solidFill>
                    <a:latin typeface="Arial"/>
                  </a:rPr>
                  <a:t>の確率</a:t>
                </a:r>
              </a:p>
            </c:rich>
          </c:tx>
          <c:overlay val="0"/>
        </c:title>
        <c:numFmt formatCode="0.0" sourceLinked="0"/>
        <c:majorTickMark val="none"/>
        <c:minorTickMark val="none"/>
        <c:tickLblPos val="nextTo"/>
        <c:spPr>
          <a:ln w="12700" cap="flat">
            <a:noFill/>
            <a:prstDash val="solid"/>
            <a:round/>
          </a:ln>
        </c:spPr>
        <c:txPr>
          <a:bodyPr/>
          <a:lstStyle/>
          <a:p>
            <a:pPr>
              <a:defRPr sz="1100" b="0" i="0" u="none" strike="noStrike">
                <a:solidFill>
                  <a:srgbClr val="4A5568"/>
                </a:solidFill>
                <a:latin typeface="+mn-lt"/>
              </a:defRPr>
            </a:pPr>
            <a:endParaRPr lang="en-US"/>
          </a:p>
        </c:txPr>
        <c:crossAx val="2094734554"/>
        <c:crosses val="autoZero"/>
        <c:crossBetween val="midCat"/>
      </c:valAx>
      <c:spPr>
        <a:noFill/>
        <a:ln>
          <a:noFill/>
        </a:ln>
        <a:effectLst/>
      </c:spPr>
    </c:plotArea>
    <c:plotVisOnly val="1"/>
    <c:dispBlanksAs val="span"/>
    <c:showDLblsOverMax val="1"/>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1"/>
  <c:style val="2"/>
  <c:chart>
    <c:title>
      <c:tx>
        <c:rich>
          <a:bodyPr/>
          <a:lstStyle/>
          <a:p>
            <a:pPr>
              <a:defRPr sz="1300" b="0" i="0" u="none" strike="noStrike">
                <a:solidFill>
                  <a:srgbClr val="1D2433"/>
                </a:solidFill>
                <a:latin typeface="+mn-lt"/>
              </a:defRPr>
            </a:pPr>
            <a:r>
              <a:rPr lang="ja-JP" altLang="en-US" sz="1300" b="0" i="0" u="none" strike="noStrike">
                <a:solidFill>
                  <a:srgbClr val="1D2433"/>
                </a:solidFill>
                <a:latin typeface="+mn-lt"/>
              </a:rPr>
              <a:t>クラスごとのずれの割合（</a:t>
            </a:r>
            <a:r>
              <a:rPr lang="en-US" altLang="ja-JP" sz="1300" b="0" i="0" u="none" strike="noStrike">
                <a:solidFill>
                  <a:srgbClr val="1D2433"/>
                </a:solidFill>
                <a:latin typeface="+mn-lt"/>
              </a:rPr>
              <a:t>%</a:t>
            </a:r>
            <a:r>
              <a:rPr lang="ja-JP" altLang="en-US" sz="1300" b="0" i="0" u="none" strike="noStrike">
                <a:solidFill>
                  <a:srgbClr val="1D2433"/>
                </a:solidFill>
                <a:latin typeface="+mn-lt"/>
              </a:rPr>
              <a:t>，</a:t>
            </a:r>
            <a:r>
              <a:rPr lang="en-US" altLang="ja-JP" sz="1300" b="0" i="0" u="none" strike="noStrike">
                <a:solidFill>
                  <a:srgbClr val="1D2433"/>
                </a:solidFill>
                <a:latin typeface="+mn-lt"/>
              </a:rPr>
              <a:t>600</a:t>
            </a:r>
            <a:r>
              <a:rPr lang="ja-JP" altLang="en-US" sz="1300" b="0" i="0" u="none" strike="noStrike">
                <a:solidFill>
                  <a:srgbClr val="1D2433"/>
                </a:solidFill>
                <a:latin typeface="+mn-lt"/>
              </a:rPr>
              <a:t>点分の合計）</a:t>
            </a:r>
          </a:p>
        </c:rich>
      </c:tx>
      <c:overlay val="0"/>
    </c:title>
    <c:autoTitleDeleted val="0"/>
    <c:plotArea>
      <c:layout/>
      <c:barChart>
        <c:barDir val="col"/>
        <c:grouping val="clustered"/>
        <c:varyColors val="0"/>
        <c:ser>
          <c:idx val="0"/>
          <c:order val="0"/>
          <c:tx>
            <c:strRef>
              <c:f>Sheet1!$B$1</c:f>
              <c:strCache>
                <c:ptCount val="1"/>
                <c:pt idx="0">
                  <c:v>ずれの割合</c:v>
                </c:pt>
              </c:strCache>
            </c:strRef>
          </c:tx>
          <c:spPr>
            <a:solidFill>
              <a:srgbClr val="9AA3B2"/>
            </a:solidFill>
            <a:effectLst/>
          </c:spPr>
          <c:invertIfNegative val="0"/>
          <c:dPt>
            <c:idx val="0"/>
            <c:invertIfNegative val="0"/>
            <c:bubble3D val="0"/>
            <c:extLst>
              <c:ext xmlns:c16="http://schemas.microsoft.com/office/drawing/2014/chart" uri="{C3380CC4-5D6E-409C-BE32-E72D297353CC}">
                <c16:uniqueId val="{00000001-8E9D-374A-AB52-98227976924F}"/>
              </c:ext>
            </c:extLst>
          </c:dPt>
          <c:dPt>
            <c:idx val="1"/>
            <c:invertIfNegative val="0"/>
            <c:bubble3D val="0"/>
            <c:extLst>
              <c:ext xmlns:c16="http://schemas.microsoft.com/office/drawing/2014/chart" uri="{C3380CC4-5D6E-409C-BE32-E72D297353CC}">
                <c16:uniqueId val="{00000003-8E9D-374A-AB52-98227976924F}"/>
              </c:ext>
            </c:extLst>
          </c:dPt>
          <c:dPt>
            <c:idx val="2"/>
            <c:invertIfNegative val="0"/>
            <c:bubble3D val="0"/>
            <c:spPr>
              <a:solidFill>
                <a:srgbClr val="D9532B"/>
              </a:solidFill>
              <a:effectLst/>
            </c:spPr>
            <c:extLst>
              <c:ext xmlns:c16="http://schemas.microsoft.com/office/drawing/2014/chart" uri="{C3380CC4-5D6E-409C-BE32-E72D297353CC}">
                <c16:uniqueId val="{00000005-8E9D-374A-AB52-98227976924F}"/>
              </c:ext>
            </c:extLst>
          </c:dPt>
          <c:dPt>
            <c:idx val="3"/>
            <c:invertIfNegative val="0"/>
            <c:bubble3D val="0"/>
            <c:spPr>
              <a:solidFill>
                <a:srgbClr val="D9532B"/>
              </a:solidFill>
              <a:effectLst/>
            </c:spPr>
            <c:extLst>
              <c:ext xmlns:c16="http://schemas.microsoft.com/office/drawing/2014/chart" uri="{C3380CC4-5D6E-409C-BE32-E72D297353CC}">
                <c16:uniqueId val="{00000007-8E9D-374A-AB52-98227976924F}"/>
              </c:ext>
            </c:extLst>
          </c:dPt>
          <c:dPt>
            <c:idx val="4"/>
            <c:invertIfNegative val="0"/>
            <c:bubble3D val="0"/>
            <c:extLst>
              <c:ext xmlns:c16="http://schemas.microsoft.com/office/drawing/2014/chart" uri="{C3380CC4-5D6E-409C-BE32-E72D297353CC}">
                <c16:uniqueId val="{00000009-8E9D-374A-AB52-98227976924F}"/>
              </c:ext>
            </c:extLst>
          </c:dPt>
          <c:dPt>
            <c:idx val="5"/>
            <c:invertIfNegative val="0"/>
            <c:bubble3D val="0"/>
            <c:extLst>
              <c:ext xmlns:c16="http://schemas.microsoft.com/office/drawing/2014/chart" uri="{C3380CC4-5D6E-409C-BE32-E72D297353CC}">
                <c16:uniqueId val="{0000000B-8E9D-374A-AB52-98227976924F}"/>
              </c:ext>
            </c:extLst>
          </c:dPt>
          <c:dPt>
            <c:idx val="6"/>
            <c:invertIfNegative val="0"/>
            <c:bubble3D val="0"/>
            <c:extLst>
              <c:ext xmlns:c16="http://schemas.microsoft.com/office/drawing/2014/chart" uri="{C3380CC4-5D6E-409C-BE32-E72D297353CC}">
                <c16:uniqueId val="{0000000D-8E9D-374A-AB52-98227976924F}"/>
              </c:ext>
            </c:extLst>
          </c:dPt>
          <c:dPt>
            <c:idx val="7"/>
            <c:invertIfNegative val="0"/>
            <c:bubble3D val="0"/>
            <c:extLst>
              <c:ext xmlns:c16="http://schemas.microsoft.com/office/drawing/2014/chart" uri="{C3380CC4-5D6E-409C-BE32-E72D297353CC}">
                <c16:uniqueId val="{0000000F-8E9D-374A-AB52-98227976924F}"/>
              </c:ext>
            </c:extLst>
          </c:dPt>
          <c:dPt>
            <c:idx val="8"/>
            <c:invertIfNegative val="0"/>
            <c:bubble3D val="0"/>
            <c:extLst>
              <c:ext xmlns:c16="http://schemas.microsoft.com/office/drawing/2014/chart" uri="{C3380CC4-5D6E-409C-BE32-E72D297353CC}">
                <c16:uniqueId val="{00000011-8E9D-374A-AB52-98227976924F}"/>
              </c:ext>
            </c:extLst>
          </c:dPt>
          <c:dPt>
            <c:idx val="9"/>
            <c:invertIfNegative val="0"/>
            <c:bubble3D val="0"/>
            <c:spPr>
              <a:solidFill>
                <a:srgbClr val="D9532B"/>
              </a:solidFill>
              <a:effectLst/>
            </c:spPr>
            <c:extLst>
              <c:ext xmlns:c16="http://schemas.microsoft.com/office/drawing/2014/chart" uri="{C3380CC4-5D6E-409C-BE32-E72D297353CC}">
                <c16:uniqueId val="{00000013-8E9D-374A-AB52-98227976924F}"/>
              </c:ext>
            </c:extLst>
          </c:dPt>
          <c:dLbls>
            <c:numFmt formatCode="0" sourceLinked="0"/>
            <c:spPr>
              <a:noFill/>
              <a:ln>
                <a:noFill/>
              </a:ln>
              <a:effectLst/>
            </c:spPr>
            <c:txPr>
              <a:bodyPr/>
              <a:lstStyle/>
              <a:p>
                <a:pPr>
                  <a:defRPr sz="1100" b="0" i="0" u="none" strike="noStrike">
                    <a:solidFill>
                      <a:srgbClr val="1D2433"/>
                    </a:solidFill>
                    <a:latin typeface="+mn-lt"/>
                  </a:defRPr>
                </a:pPr>
                <a:endParaRPr lang="ja-JP"/>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Sheet1!$A$2:$A$11</c:f>
              <c:strCache>
                <c:ptCount val="10"/>
                <c:pt idx="0">
                  <c:v>0</c:v>
                </c:pt>
                <c:pt idx="1">
                  <c:v>1</c:v>
                </c:pt>
                <c:pt idx="2">
                  <c:v>2</c:v>
                </c:pt>
                <c:pt idx="3">
                  <c:v>3</c:v>
                </c:pt>
                <c:pt idx="4">
                  <c:v>4</c:v>
                </c:pt>
                <c:pt idx="5">
                  <c:v>5</c:v>
                </c:pt>
                <c:pt idx="6">
                  <c:v>6</c:v>
                </c:pt>
                <c:pt idx="7">
                  <c:v>7</c:v>
                </c:pt>
                <c:pt idx="8">
                  <c:v>8</c:v>
                </c:pt>
                <c:pt idx="9">
                  <c:v>9</c:v>
                </c:pt>
              </c:strCache>
            </c:strRef>
          </c:cat>
          <c:val>
            <c:numRef>
              <c:f>Sheet1!$B$2:$B$11</c:f>
              <c:numCache>
                <c:formatCode>General</c:formatCode>
                <c:ptCount val="10"/>
                <c:pt idx="0">
                  <c:v>0.1</c:v>
                </c:pt>
                <c:pt idx="1">
                  <c:v>1.1000000000000001</c:v>
                </c:pt>
                <c:pt idx="2">
                  <c:v>44.1</c:v>
                </c:pt>
                <c:pt idx="3">
                  <c:v>38.1</c:v>
                </c:pt>
                <c:pt idx="4">
                  <c:v>0.2</c:v>
                </c:pt>
                <c:pt idx="5">
                  <c:v>0</c:v>
                </c:pt>
                <c:pt idx="6">
                  <c:v>0</c:v>
                </c:pt>
                <c:pt idx="7">
                  <c:v>1.2</c:v>
                </c:pt>
                <c:pt idx="8">
                  <c:v>0</c:v>
                </c:pt>
                <c:pt idx="9">
                  <c:v>15.2</c:v>
                </c:pt>
              </c:numCache>
            </c:numRef>
          </c:val>
          <c:extLst>
            <c:ext xmlns:c16="http://schemas.microsoft.com/office/drawing/2014/chart" uri="{C3380CC4-5D6E-409C-BE32-E72D297353CC}">
              <c16:uniqueId val="{00000014-8E9D-374A-AB52-98227976924F}"/>
            </c:ext>
          </c:extLst>
        </c:ser>
        <c:dLbls>
          <c:showLegendKey val="0"/>
          <c:showVal val="1"/>
          <c:showCatName val="0"/>
          <c:showSerName val="0"/>
          <c:showPercent val="0"/>
          <c:showBubbleSize val="0"/>
        </c:dLbls>
        <c:gapWidth val="4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A5568"/>
                </a:solidFill>
                <a:latin typeface="+mn-lt"/>
              </a:defRPr>
            </a:pPr>
            <a:endParaRPr lang="en-US"/>
          </a:p>
        </c:txPr>
        <c:crossAx val="2094734552"/>
        <c:crosses val="autoZero"/>
        <c:auto val="1"/>
        <c:lblAlgn val="ctr"/>
        <c:lblOffset val="100"/>
        <c:noMultiLvlLbl val="1"/>
      </c:catAx>
      <c:valAx>
        <c:axId val="2094734552"/>
        <c:scaling>
          <c:orientation val="minMax"/>
          <c:max val="50"/>
          <c:min val="0"/>
        </c:scaling>
        <c:delete val="0"/>
        <c:axPos val="l"/>
        <c:majorGridlines>
          <c:spPr>
            <a:ln w="9525" cap="flat">
              <a:solidFill>
                <a:srgbClr val="DDE2EA"/>
              </a:solidFill>
              <a:prstDash val="solid"/>
              <a:round/>
            </a:ln>
          </c:spPr>
        </c:majorGridlines>
        <c:numFmt formatCode="0" sourceLinked="0"/>
        <c:majorTickMark val="out"/>
        <c:minorTickMark val="none"/>
        <c:tickLblPos val="nextTo"/>
        <c:spPr>
          <a:ln w="12700" cap="flat">
            <a:noFill/>
            <a:prstDash val="solid"/>
            <a:round/>
          </a:ln>
        </c:spPr>
        <c:txPr>
          <a:bodyPr/>
          <a:lstStyle/>
          <a:p>
            <a:pPr>
              <a:defRPr sz="1100" b="0" i="0" u="none" strike="noStrike">
                <a:solidFill>
                  <a:srgbClr val="4A5568"/>
                </a:solidFill>
                <a:latin typeface="+mn-lt"/>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1"/>
  <c:style val="2"/>
  <c:chart>
    <c:title>
      <c:tx>
        <c:rich>
          <a:bodyPr/>
          <a:lstStyle/>
          <a:p>
            <a:pPr>
              <a:defRPr sz="1300" b="0" i="0" u="none" strike="noStrike">
                <a:solidFill>
                  <a:srgbClr val="1D2433"/>
                </a:solidFill>
                <a:latin typeface="+mn-lt"/>
              </a:defRPr>
            </a:pPr>
            <a:r>
              <a:rPr lang="ja-JP" altLang="en-US" sz="1300" b="0" i="0" u="none" strike="noStrike">
                <a:solidFill>
                  <a:srgbClr val="1D2433"/>
                </a:solidFill>
                <a:latin typeface="+mn-lt"/>
              </a:rPr>
              <a:t>ずれを軸</a:t>
            </a:r>
            <a:r>
              <a:rPr lang="en-US" altLang="ja-JP" sz="1300" b="0" i="0" u="none" strike="noStrike">
                <a:solidFill>
                  <a:srgbClr val="1D2433"/>
                </a:solidFill>
                <a:latin typeface="+mn-lt"/>
              </a:rPr>
              <a:t>1</a:t>
            </a:r>
            <a:r>
              <a:rPr lang="ja-JP" altLang="en-US" sz="1300" b="0" i="0" u="none" strike="noStrike">
                <a:solidFill>
                  <a:srgbClr val="1D2433"/>
                </a:solidFill>
                <a:latin typeface="+mn-lt"/>
              </a:rPr>
              <a:t>・軸</a:t>
            </a:r>
            <a:r>
              <a:rPr lang="en-US" altLang="ja-JP" sz="1300" b="0" i="0" u="none" strike="noStrike">
                <a:solidFill>
                  <a:srgbClr val="1D2433"/>
                </a:solidFill>
                <a:latin typeface="+mn-lt"/>
              </a:rPr>
              <a:t>2</a:t>
            </a:r>
            <a:r>
              <a:rPr lang="ja-JP" altLang="en-US" sz="1300" b="0" i="0" u="none" strike="noStrike">
                <a:solidFill>
                  <a:srgbClr val="1D2433"/>
                </a:solidFill>
                <a:latin typeface="+mn-lt"/>
              </a:rPr>
              <a:t>の上に並べた図（</a:t>
            </a:r>
            <a:r>
              <a:rPr lang="en-US" altLang="ja-JP" sz="1300" b="0" i="0" u="none" strike="noStrike">
                <a:solidFill>
                  <a:srgbClr val="1D2433"/>
                </a:solidFill>
                <a:latin typeface="+mn-lt"/>
              </a:rPr>
              <a:t>200</a:t>
            </a:r>
            <a:r>
              <a:rPr lang="ja-JP" altLang="en-US" sz="1300" b="0" i="0" u="none" strike="noStrike">
                <a:solidFill>
                  <a:srgbClr val="1D2433"/>
                </a:solidFill>
                <a:latin typeface="+mn-lt"/>
              </a:rPr>
              <a:t>点）</a:t>
            </a:r>
          </a:p>
        </c:rich>
      </c:tx>
      <c:overlay val="0"/>
    </c:title>
    <c:autoTitleDeleted val="0"/>
    <c:plotArea>
      <c:layout/>
      <c:scatterChart>
        <c:scatterStyle val="lineMarker"/>
        <c:varyColors val="0"/>
        <c:ser>
          <c:idx val="0"/>
          <c:order val="0"/>
          <c:tx>
            <c:strRef>
              <c:f>Sheet1!$B$1</c:f>
              <c:strCache>
                <c:ptCount val="1"/>
                <c:pt idx="0">
                  <c:v>軸2</c:v>
                </c:pt>
              </c:strCache>
            </c:strRef>
          </c:tx>
          <c:spPr>
            <a:ln>
              <a:noFill/>
            </a:ln>
            <a:effectLst/>
          </c:spPr>
          <c:marker>
            <c:symbol val="circle"/>
            <c:size val="5"/>
            <c:spPr>
              <a:solidFill>
                <a:srgbClr val="D9532B"/>
              </a:solidFill>
              <a:ln w="9525" cap="flat">
                <a:solidFill>
                  <a:srgbClr val="D9532B"/>
                </a:solidFill>
                <a:prstDash val="solid"/>
                <a:round/>
              </a:ln>
              <a:effectLst/>
            </c:spPr>
          </c:marker>
          <c:xVal>
            <c:numRef>
              <c:f>Sheet1!$A$2:$A$201</c:f>
              <c:numCache>
                <c:formatCode>General</c:formatCode>
                <c:ptCount val="200"/>
                <c:pt idx="0">
                  <c:v>-0.13769999999999999</c:v>
                </c:pt>
                <c:pt idx="1">
                  <c:v>4.9799999999999997E-2</c:v>
                </c:pt>
                <c:pt idx="2">
                  <c:v>-9.8900000000000002E-2</c:v>
                </c:pt>
                <c:pt idx="3">
                  <c:v>-0.15509999999999999</c:v>
                </c:pt>
                <c:pt idx="4">
                  <c:v>9.7500000000000003E-2</c:v>
                </c:pt>
                <c:pt idx="5">
                  <c:v>-2.52E-2</c:v>
                </c:pt>
                <c:pt idx="6">
                  <c:v>0.2467</c:v>
                </c:pt>
                <c:pt idx="7">
                  <c:v>-9.1999999999999998E-3</c:v>
                </c:pt>
                <c:pt idx="8">
                  <c:v>5.6500000000000002E-2</c:v>
                </c:pt>
                <c:pt idx="9">
                  <c:v>9.7199999999999995E-2</c:v>
                </c:pt>
                <c:pt idx="10">
                  <c:v>-0.13450000000000001</c:v>
                </c:pt>
                <c:pt idx="11">
                  <c:v>-7.7499999999999999E-2</c:v>
                </c:pt>
                <c:pt idx="12">
                  <c:v>0.12920000000000001</c:v>
                </c:pt>
                <c:pt idx="13">
                  <c:v>-0.1082</c:v>
                </c:pt>
                <c:pt idx="14">
                  <c:v>-0.13</c:v>
                </c:pt>
                <c:pt idx="15">
                  <c:v>-3.7499999999999999E-2</c:v>
                </c:pt>
                <c:pt idx="16">
                  <c:v>0.1047</c:v>
                </c:pt>
                <c:pt idx="17">
                  <c:v>0.1201</c:v>
                </c:pt>
                <c:pt idx="18">
                  <c:v>-5.8200000000000002E-2</c:v>
                </c:pt>
                <c:pt idx="19">
                  <c:v>4.8800000000000003E-2</c:v>
                </c:pt>
                <c:pt idx="20">
                  <c:v>-0.1416</c:v>
                </c:pt>
                <c:pt idx="21">
                  <c:v>-0.1356</c:v>
                </c:pt>
                <c:pt idx="22">
                  <c:v>-5.16E-2</c:v>
                </c:pt>
                <c:pt idx="23">
                  <c:v>6.6799999999999998E-2</c:v>
                </c:pt>
                <c:pt idx="24">
                  <c:v>-2.0299999999999999E-2</c:v>
                </c:pt>
                <c:pt idx="25">
                  <c:v>-1.1599999999999999E-2</c:v>
                </c:pt>
                <c:pt idx="26">
                  <c:v>0.1085</c:v>
                </c:pt>
                <c:pt idx="27">
                  <c:v>4.2999999999999997E-2</c:v>
                </c:pt>
                <c:pt idx="28">
                  <c:v>0.13900000000000001</c:v>
                </c:pt>
                <c:pt idx="29">
                  <c:v>-5.2400000000000002E-2</c:v>
                </c:pt>
                <c:pt idx="30">
                  <c:v>-6.5799999999999997E-2</c:v>
                </c:pt>
                <c:pt idx="31">
                  <c:v>-3.8699999999999998E-2</c:v>
                </c:pt>
                <c:pt idx="32">
                  <c:v>0.1867</c:v>
                </c:pt>
                <c:pt idx="33">
                  <c:v>-0.13980000000000001</c:v>
                </c:pt>
                <c:pt idx="34">
                  <c:v>0.1421</c:v>
                </c:pt>
                <c:pt idx="35">
                  <c:v>2.2499999999999999E-2</c:v>
                </c:pt>
                <c:pt idx="36">
                  <c:v>0.29020000000000001</c:v>
                </c:pt>
                <c:pt idx="37">
                  <c:v>-9.7000000000000003E-3</c:v>
                </c:pt>
                <c:pt idx="38">
                  <c:v>-8.0000000000000004E-4</c:v>
                </c:pt>
                <c:pt idx="39">
                  <c:v>5.0000000000000001E-3</c:v>
                </c:pt>
                <c:pt idx="40">
                  <c:v>-1.1299999999999999E-2</c:v>
                </c:pt>
                <c:pt idx="41">
                  <c:v>-0.17199999999999999</c:v>
                </c:pt>
                <c:pt idx="42">
                  <c:v>-0.2056</c:v>
                </c:pt>
                <c:pt idx="43">
                  <c:v>-0.15579999999999999</c:v>
                </c:pt>
                <c:pt idx="44">
                  <c:v>2.81E-2</c:v>
                </c:pt>
                <c:pt idx="45">
                  <c:v>0.1593</c:v>
                </c:pt>
                <c:pt idx="46">
                  <c:v>-1.6000000000000001E-3</c:v>
                </c:pt>
                <c:pt idx="47">
                  <c:v>-7.4800000000000005E-2</c:v>
                </c:pt>
                <c:pt idx="48">
                  <c:v>0.1479</c:v>
                </c:pt>
                <c:pt idx="49">
                  <c:v>0.1343</c:v>
                </c:pt>
                <c:pt idx="50">
                  <c:v>-0.21229999999999999</c:v>
                </c:pt>
                <c:pt idx="51">
                  <c:v>-0.1502</c:v>
                </c:pt>
                <c:pt idx="52">
                  <c:v>0.14710000000000001</c:v>
                </c:pt>
                <c:pt idx="53">
                  <c:v>2.8899999999999999E-2</c:v>
                </c:pt>
                <c:pt idx="54">
                  <c:v>0.33329999999999999</c:v>
                </c:pt>
                <c:pt idx="55">
                  <c:v>-0.18</c:v>
                </c:pt>
                <c:pt idx="56">
                  <c:v>0.1145</c:v>
                </c:pt>
                <c:pt idx="57">
                  <c:v>2.6499999999999999E-2</c:v>
                </c:pt>
                <c:pt idx="58">
                  <c:v>5.0000000000000001E-3</c:v>
                </c:pt>
                <c:pt idx="59">
                  <c:v>-8.6E-3</c:v>
                </c:pt>
                <c:pt idx="60">
                  <c:v>-0.186</c:v>
                </c:pt>
                <c:pt idx="61">
                  <c:v>-6.25E-2</c:v>
                </c:pt>
                <c:pt idx="62">
                  <c:v>0.1069</c:v>
                </c:pt>
                <c:pt idx="63">
                  <c:v>0.1346</c:v>
                </c:pt>
                <c:pt idx="64">
                  <c:v>-0.1203</c:v>
                </c:pt>
                <c:pt idx="65">
                  <c:v>0.1011</c:v>
                </c:pt>
                <c:pt idx="66">
                  <c:v>1.43E-2</c:v>
                </c:pt>
                <c:pt idx="67">
                  <c:v>-0.10780000000000001</c:v>
                </c:pt>
                <c:pt idx="68">
                  <c:v>-0.1196</c:v>
                </c:pt>
                <c:pt idx="69">
                  <c:v>-9.3899999999999997E-2</c:v>
                </c:pt>
                <c:pt idx="70">
                  <c:v>0.2034</c:v>
                </c:pt>
                <c:pt idx="71">
                  <c:v>-8.5000000000000006E-2</c:v>
                </c:pt>
                <c:pt idx="72">
                  <c:v>-6.4199999999999993E-2</c:v>
                </c:pt>
                <c:pt idx="73">
                  <c:v>0.12230000000000001</c:v>
                </c:pt>
                <c:pt idx="74">
                  <c:v>1.14E-2</c:v>
                </c:pt>
                <c:pt idx="75">
                  <c:v>-3.4599999999999999E-2</c:v>
                </c:pt>
                <c:pt idx="76">
                  <c:v>0.12609999999999999</c:v>
                </c:pt>
                <c:pt idx="77">
                  <c:v>-0.1479</c:v>
                </c:pt>
                <c:pt idx="78">
                  <c:v>2.18E-2</c:v>
                </c:pt>
                <c:pt idx="79">
                  <c:v>4.9099999999999998E-2</c:v>
                </c:pt>
                <c:pt idx="80">
                  <c:v>0.24079999999999999</c:v>
                </c:pt>
                <c:pt idx="81">
                  <c:v>-0.11990000000000001</c:v>
                </c:pt>
                <c:pt idx="82">
                  <c:v>-0.2087</c:v>
                </c:pt>
                <c:pt idx="83">
                  <c:v>-1.2999999999999999E-2</c:v>
                </c:pt>
                <c:pt idx="84">
                  <c:v>0.14180000000000001</c:v>
                </c:pt>
                <c:pt idx="85">
                  <c:v>0.1111</c:v>
                </c:pt>
                <c:pt idx="86">
                  <c:v>8.14E-2</c:v>
                </c:pt>
                <c:pt idx="87">
                  <c:v>-4.3099999999999999E-2</c:v>
                </c:pt>
                <c:pt idx="88">
                  <c:v>-2.4799999999999999E-2</c:v>
                </c:pt>
                <c:pt idx="89">
                  <c:v>0.1205</c:v>
                </c:pt>
                <c:pt idx="90">
                  <c:v>6.8000000000000005E-2</c:v>
                </c:pt>
                <c:pt idx="91">
                  <c:v>-3.2000000000000001E-2</c:v>
                </c:pt>
                <c:pt idx="92">
                  <c:v>0.20630000000000001</c:v>
                </c:pt>
                <c:pt idx="93">
                  <c:v>-0.17580000000000001</c:v>
                </c:pt>
                <c:pt idx="94">
                  <c:v>3.5000000000000003E-2</c:v>
                </c:pt>
                <c:pt idx="95">
                  <c:v>-8.0600000000000005E-2</c:v>
                </c:pt>
                <c:pt idx="96">
                  <c:v>2.2200000000000001E-2</c:v>
                </c:pt>
                <c:pt idx="97">
                  <c:v>-5.4600000000000003E-2</c:v>
                </c:pt>
                <c:pt idx="98">
                  <c:v>0.1313</c:v>
                </c:pt>
                <c:pt idx="99">
                  <c:v>-6.6100000000000006E-2</c:v>
                </c:pt>
                <c:pt idx="100">
                  <c:v>-8.8499999999999995E-2</c:v>
                </c:pt>
                <c:pt idx="101">
                  <c:v>0.19650000000000001</c:v>
                </c:pt>
                <c:pt idx="102">
                  <c:v>0.1384</c:v>
                </c:pt>
                <c:pt idx="103">
                  <c:v>-2E-3</c:v>
                </c:pt>
                <c:pt idx="104">
                  <c:v>-3.44E-2</c:v>
                </c:pt>
                <c:pt idx="105">
                  <c:v>4.1000000000000003E-3</c:v>
                </c:pt>
                <c:pt idx="106">
                  <c:v>-0.16900000000000001</c:v>
                </c:pt>
                <c:pt idx="107">
                  <c:v>-2.3E-3</c:v>
                </c:pt>
                <c:pt idx="108">
                  <c:v>2.3300000000000001E-2</c:v>
                </c:pt>
                <c:pt idx="109">
                  <c:v>-6.0000000000000001E-3</c:v>
                </c:pt>
                <c:pt idx="110">
                  <c:v>-0.1094</c:v>
                </c:pt>
                <c:pt idx="111">
                  <c:v>-5.2499999999999998E-2</c:v>
                </c:pt>
                <c:pt idx="112">
                  <c:v>-3.7699999999999997E-2</c:v>
                </c:pt>
                <c:pt idx="113">
                  <c:v>-7.9799999999999996E-2</c:v>
                </c:pt>
                <c:pt idx="114">
                  <c:v>-0.23200000000000001</c:v>
                </c:pt>
                <c:pt idx="115">
                  <c:v>-0.13780000000000001</c:v>
                </c:pt>
                <c:pt idx="116">
                  <c:v>-0.13469999999999999</c:v>
                </c:pt>
                <c:pt idx="117">
                  <c:v>1.41E-2</c:v>
                </c:pt>
                <c:pt idx="118">
                  <c:v>-0.1183</c:v>
                </c:pt>
                <c:pt idx="119">
                  <c:v>-1.4999999999999999E-2</c:v>
                </c:pt>
                <c:pt idx="120">
                  <c:v>0.13439999999999999</c:v>
                </c:pt>
                <c:pt idx="121">
                  <c:v>8.9800000000000005E-2</c:v>
                </c:pt>
                <c:pt idx="122">
                  <c:v>4.6899999999999997E-2</c:v>
                </c:pt>
                <c:pt idx="123">
                  <c:v>0.1653</c:v>
                </c:pt>
                <c:pt idx="124">
                  <c:v>-0.18360000000000001</c:v>
                </c:pt>
                <c:pt idx="125">
                  <c:v>-5.5100000000000003E-2</c:v>
                </c:pt>
                <c:pt idx="126">
                  <c:v>-9.69E-2</c:v>
                </c:pt>
                <c:pt idx="127">
                  <c:v>-0.1032</c:v>
                </c:pt>
                <c:pt idx="128">
                  <c:v>4.3999999999999997E-2</c:v>
                </c:pt>
                <c:pt idx="129">
                  <c:v>-1.6999999999999999E-3</c:v>
                </c:pt>
                <c:pt idx="130">
                  <c:v>-0.15329999999999999</c:v>
                </c:pt>
                <c:pt idx="131">
                  <c:v>-0.2074</c:v>
                </c:pt>
                <c:pt idx="132">
                  <c:v>-6.3399999999999998E-2</c:v>
                </c:pt>
                <c:pt idx="133">
                  <c:v>3.5999999999999997E-2</c:v>
                </c:pt>
                <c:pt idx="134">
                  <c:v>7.8E-2</c:v>
                </c:pt>
                <c:pt idx="135">
                  <c:v>-0.18940000000000001</c:v>
                </c:pt>
                <c:pt idx="136">
                  <c:v>7.1300000000000002E-2</c:v>
                </c:pt>
                <c:pt idx="137">
                  <c:v>-0.25940000000000002</c:v>
                </c:pt>
                <c:pt idx="138">
                  <c:v>-0.16</c:v>
                </c:pt>
                <c:pt idx="139">
                  <c:v>-0.13339999999999999</c:v>
                </c:pt>
                <c:pt idx="140">
                  <c:v>-6.88E-2</c:v>
                </c:pt>
                <c:pt idx="141">
                  <c:v>-0.1358</c:v>
                </c:pt>
                <c:pt idx="142">
                  <c:v>6.93E-2</c:v>
                </c:pt>
                <c:pt idx="143">
                  <c:v>0.109</c:v>
                </c:pt>
                <c:pt idx="144">
                  <c:v>7.7100000000000002E-2</c:v>
                </c:pt>
                <c:pt idx="145">
                  <c:v>4.02E-2</c:v>
                </c:pt>
                <c:pt idx="146">
                  <c:v>6.88E-2</c:v>
                </c:pt>
                <c:pt idx="147">
                  <c:v>5.04E-2</c:v>
                </c:pt>
                <c:pt idx="148">
                  <c:v>1.9699999999999999E-2</c:v>
                </c:pt>
                <c:pt idx="149">
                  <c:v>-5.4899999999999997E-2</c:v>
                </c:pt>
                <c:pt idx="150">
                  <c:v>0.1477</c:v>
                </c:pt>
                <c:pt idx="151">
                  <c:v>-0.20150000000000001</c:v>
                </c:pt>
                <c:pt idx="152">
                  <c:v>-0.1134</c:v>
                </c:pt>
                <c:pt idx="153">
                  <c:v>0.2291</c:v>
                </c:pt>
                <c:pt idx="154">
                  <c:v>-0.19139999999999999</c:v>
                </c:pt>
                <c:pt idx="155">
                  <c:v>-0.1794</c:v>
                </c:pt>
                <c:pt idx="156">
                  <c:v>2.7099999999999999E-2</c:v>
                </c:pt>
                <c:pt idx="157">
                  <c:v>4.4400000000000002E-2</c:v>
                </c:pt>
                <c:pt idx="158">
                  <c:v>0.26860000000000001</c:v>
                </c:pt>
                <c:pt idx="159">
                  <c:v>2.7900000000000001E-2</c:v>
                </c:pt>
                <c:pt idx="160">
                  <c:v>-0.121</c:v>
                </c:pt>
                <c:pt idx="161">
                  <c:v>-0.22620000000000001</c:v>
                </c:pt>
                <c:pt idx="162">
                  <c:v>0.14940000000000001</c:v>
                </c:pt>
                <c:pt idx="163">
                  <c:v>-9.74E-2</c:v>
                </c:pt>
                <c:pt idx="164">
                  <c:v>-0.16719999999999999</c:v>
                </c:pt>
                <c:pt idx="165">
                  <c:v>-0.21479999999999999</c:v>
                </c:pt>
                <c:pt idx="166">
                  <c:v>2.2700000000000001E-2</c:v>
                </c:pt>
                <c:pt idx="167">
                  <c:v>-0.10730000000000001</c:v>
                </c:pt>
                <c:pt idx="168">
                  <c:v>-0.1182</c:v>
                </c:pt>
                <c:pt idx="169">
                  <c:v>-1.17E-2</c:v>
                </c:pt>
                <c:pt idx="170">
                  <c:v>-0.18940000000000001</c:v>
                </c:pt>
                <c:pt idx="171">
                  <c:v>2.63E-2</c:v>
                </c:pt>
                <c:pt idx="172">
                  <c:v>-3.9199999999999999E-2</c:v>
                </c:pt>
                <c:pt idx="173">
                  <c:v>-5.8099999999999999E-2</c:v>
                </c:pt>
                <c:pt idx="174">
                  <c:v>0.01</c:v>
                </c:pt>
                <c:pt idx="175">
                  <c:v>3.15E-2</c:v>
                </c:pt>
                <c:pt idx="176">
                  <c:v>3.39E-2</c:v>
                </c:pt>
                <c:pt idx="177">
                  <c:v>-5.8700000000000002E-2</c:v>
                </c:pt>
                <c:pt idx="178">
                  <c:v>-7.22E-2</c:v>
                </c:pt>
                <c:pt idx="179">
                  <c:v>5.16E-2</c:v>
                </c:pt>
                <c:pt idx="180">
                  <c:v>1.41E-2</c:v>
                </c:pt>
                <c:pt idx="181">
                  <c:v>-0.01</c:v>
                </c:pt>
                <c:pt idx="182">
                  <c:v>0.20530000000000001</c:v>
                </c:pt>
                <c:pt idx="183">
                  <c:v>-5.3900000000000003E-2</c:v>
                </c:pt>
                <c:pt idx="184">
                  <c:v>6.3E-2</c:v>
                </c:pt>
                <c:pt idx="185">
                  <c:v>6.7799999999999999E-2</c:v>
                </c:pt>
                <c:pt idx="186">
                  <c:v>-3.4799999999999998E-2</c:v>
                </c:pt>
                <c:pt idx="187">
                  <c:v>-7.0599999999999996E-2</c:v>
                </c:pt>
                <c:pt idx="188">
                  <c:v>-0.15279999999999999</c:v>
                </c:pt>
                <c:pt idx="189">
                  <c:v>-0.13270000000000001</c:v>
                </c:pt>
                <c:pt idx="190">
                  <c:v>0.16250000000000001</c:v>
                </c:pt>
                <c:pt idx="191">
                  <c:v>-0.1865</c:v>
                </c:pt>
                <c:pt idx="192">
                  <c:v>0.104</c:v>
                </c:pt>
                <c:pt idx="193">
                  <c:v>-3.4799999999999998E-2</c:v>
                </c:pt>
                <c:pt idx="194">
                  <c:v>-0.1153</c:v>
                </c:pt>
                <c:pt idx="195">
                  <c:v>-1.2E-2</c:v>
                </c:pt>
                <c:pt idx="196">
                  <c:v>-0.11600000000000001</c:v>
                </c:pt>
                <c:pt idx="197">
                  <c:v>-5.96E-2</c:v>
                </c:pt>
                <c:pt idx="198">
                  <c:v>0.23250000000000001</c:v>
                </c:pt>
                <c:pt idx="199">
                  <c:v>0.15090000000000001</c:v>
                </c:pt>
              </c:numCache>
            </c:numRef>
          </c:xVal>
          <c:yVal>
            <c:numRef>
              <c:f>Sheet1!$B$2:$B$201</c:f>
              <c:numCache>
                <c:formatCode>General</c:formatCode>
                <c:ptCount val="200"/>
                <c:pt idx="0">
                  <c:v>1.9099999999999999E-2</c:v>
                </c:pt>
                <c:pt idx="1">
                  <c:v>-5.2900000000000003E-2</c:v>
                </c:pt>
                <c:pt idx="2">
                  <c:v>-4.1300000000000003E-2</c:v>
                </c:pt>
                <c:pt idx="3">
                  <c:v>-1.12E-2</c:v>
                </c:pt>
                <c:pt idx="4">
                  <c:v>-0.15479999999999999</c:v>
                </c:pt>
                <c:pt idx="5">
                  <c:v>8.4900000000000003E-2</c:v>
                </c:pt>
                <c:pt idx="6">
                  <c:v>0.1027</c:v>
                </c:pt>
                <c:pt idx="7">
                  <c:v>5.9200000000000003E-2</c:v>
                </c:pt>
                <c:pt idx="8">
                  <c:v>-4.2000000000000003E-2</c:v>
                </c:pt>
                <c:pt idx="9">
                  <c:v>1.83E-2</c:v>
                </c:pt>
                <c:pt idx="10">
                  <c:v>3.0200000000000001E-2</c:v>
                </c:pt>
                <c:pt idx="11">
                  <c:v>1.9099999999999999E-2</c:v>
                </c:pt>
                <c:pt idx="12">
                  <c:v>0.11169999999999999</c:v>
                </c:pt>
                <c:pt idx="13">
                  <c:v>-3.8100000000000002E-2</c:v>
                </c:pt>
                <c:pt idx="14">
                  <c:v>6.9400000000000003E-2</c:v>
                </c:pt>
                <c:pt idx="15">
                  <c:v>8.1699999999999995E-2</c:v>
                </c:pt>
                <c:pt idx="16">
                  <c:v>-7.51E-2</c:v>
                </c:pt>
                <c:pt idx="17">
                  <c:v>-0.22289999999999999</c:v>
                </c:pt>
                <c:pt idx="18">
                  <c:v>-2.9399999999999999E-2</c:v>
                </c:pt>
                <c:pt idx="19">
                  <c:v>3.0499999999999999E-2</c:v>
                </c:pt>
                <c:pt idx="20">
                  <c:v>-0.04</c:v>
                </c:pt>
                <c:pt idx="21">
                  <c:v>-9.2700000000000005E-2</c:v>
                </c:pt>
                <c:pt idx="22">
                  <c:v>-0.13289999999999999</c:v>
                </c:pt>
                <c:pt idx="23">
                  <c:v>7.7499999999999999E-2</c:v>
                </c:pt>
                <c:pt idx="24">
                  <c:v>8.2299999999999998E-2</c:v>
                </c:pt>
                <c:pt idx="25">
                  <c:v>8.7999999999999995E-2</c:v>
                </c:pt>
                <c:pt idx="26">
                  <c:v>-3.1300000000000001E-2</c:v>
                </c:pt>
                <c:pt idx="27">
                  <c:v>2.5999999999999999E-2</c:v>
                </c:pt>
                <c:pt idx="28">
                  <c:v>-8.0699999999999994E-2</c:v>
                </c:pt>
                <c:pt idx="29">
                  <c:v>-9.1399999999999995E-2</c:v>
                </c:pt>
                <c:pt idx="30">
                  <c:v>-3.4700000000000002E-2</c:v>
                </c:pt>
                <c:pt idx="31">
                  <c:v>4.4999999999999997E-3</c:v>
                </c:pt>
                <c:pt idx="32">
                  <c:v>2.9499999999999998E-2</c:v>
                </c:pt>
                <c:pt idx="33">
                  <c:v>9.1899999999999996E-2</c:v>
                </c:pt>
                <c:pt idx="34">
                  <c:v>3.4200000000000001E-2</c:v>
                </c:pt>
                <c:pt idx="35">
                  <c:v>-1.47E-2</c:v>
                </c:pt>
                <c:pt idx="36">
                  <c:v>-3.0300000000000001E-2</c:v>
                </c:pt>
                <c:pt idx="37">
                  <c:v>-8.09E-2</c:v>
                </c:pt>
                <c:pt idx="38">
                  <c:v>-4.3E-3</c:v>
                </c:pt>
                <c:pt idx="39">
                  <c:v>6.8000000000000005E-2</c:v>
                </c:pt>
                <c:pt idx="40">
                  <c:v>3.9100000000000003E-2</c:v>
                </c:pt>
                <c:pt idx="41">
                  <c:v>-5.8200000000000002E-2</c:v>
                </c:pt>
                <c:pt idx="42">
                  <c:v>-0.13009999999999999</c:v>
                </c:pt>
                <c:pt idx="43">
                  <c:v>-1.2500000000000001E-2</c:v>
                </c:pt>
                <c:pt idx="44">
                  <c:v>-5.21E-2</c:v>
                </c:pt>
                <c:pt idx="45">
                  <c:v>6.5799999999999997E-2</c:v>
                </c:pt>
                <c:pt idx="46">
                  <c:v>0.1348</c:v>
                </c:pt>
                <c:pt idx="47">
                  <c:v>-3.04E-2</c:v>
                </c:pt>
                <c:pt idx="48">
                  <c:v>6.3799999999999996E-2</c:v>
                </c:pt>
                <c:pt idx="49">
                  <c:v>-0.10349999999999999</c:v>
                </c:pt>
                <c:pt idx="50">
                  <c:v>8.6099999999999996E-2</c:v>
                </c:pt>
                <c:pt idx="51">
                  <c:v>7.2499999999999995E-2</c:v>
                </c:pt>
                <c:pt idx="52">
                  <c:v>9.6000000000000002E-2</c:v>
                </c:pt>
                <c:pt idx="53">
                  <c:v>-5.1700000000000003E-2</c:v>
                </c:pt>
                <c:pt idx="54">
                  <c:v>0.14219999999999999</c:v>
                </c:pt>
                <c:pt idx="55">
                  <c:v>3.4000000000000002E-2</c:v>
                </c:pt>
                <c:pt idx="56">
                  <c:v>-0.14299999999999999</c:v>
                </c:pt>
                <c:pt idx="57">
                  <c:v>2.12E-2</c:v>
                </c:pt>
                <c:pt idx="58">
                  <c:v>8.0399999999999999E-2</c:v>
                </c:pt>
                <c:pt idx="59">
                  <c:v>-0.1105</c:v>
                </c:pt>
                <c:pt idx="60">
                  <c:v>2.1999999999999999E-2</c:v>
                </c:pt>
                <c:pt idx="61">
                  <c:v>-0.1636</c:v>
                </c:pt>
                <c:pt idx="62">
                  <c:v>-4.6899999999999997E-2</c:v>
                </c:pt>
                <c:pt idx="63">
                  <c:v>0.1268</c:v>
                </c:pt>
                <c:pt idx="64">
                  <c:v>-1.5599999999999999E-2</c:v>
                </c:pt>
                <c:pt idx="65">
                  <c:v>-0.187</c:v>
                </c:pt>
                <c:pt idx="66">
                  <c:v>6.2600000000000003E-2</c:v>
                </c:pt>
                <c:pt idx="67">
                  <c:v>3.0000000000000001E-3</c:v>
                </c:pt>
                <c:pt idx="68">
                  <c:v>-6.9999999999999999E-4</c:v>
                </c:pt>
                <c:pt idx="69">
                  <c:v>-8.7999999999999995E-2</c:v>
                </c:pt>
                <c:pt idx="70">
                  <c:v>-8.0000000000000002E-3</c:v>
                </c:pt>
                <c:pt idx="71">
                  <c:v>2.5999999999999999E-2</c:v>
                </c:pt>
                <c:pt idx="72">
                  <c:v>6.3200000000000006E-2</c:v>
                </c:pt>
                <c:pt idx="73">
                  <c:v>-6.3700000000000007E-2</c:v>
                </c:pt>
                <c:pt idx="74">
                  <c:v>-0.1246</c:v>
                </c:pt>
                <c:pt idx="75">
                  <c:v>-3.1899999999999998E-2</c:v>
                </c:pt>
                <c:pt idx="76">
                  <c:v>-0.1744</c:v>
                </c:pt>
                <c:pt idx="77">
                  <c:v>2.1000000000000001E-2</c:v>
                </c:pt>
                <c:pt idx="78">
                  <c:v>-0.1094</c:v>
                </c:pt>
                <c:pt idx="79">
                  <c:v>1.4999999999999999E-2</c:v>
                </c:pt>
                <c:pt idx="80">
                  <c:v>-1.4200000000000001E-2</c:v>
                </c:pt>
                <c:pt idx="81">
                  <c:v>-9.0300000000000005E-2</c:v>
                </c:pt>
                <c:pt idx="82">
                  <c:v>-9.2200000000000004E-2</c:v>
                </c:pt>
                <c:pt idx="83">
                  <c:v>-5.28E-2</c:v>
                </c:pt>
                <c:pt idx="84">
                  <c:v>-0.2016</c:v>
                </c:pt>
                <c:pt idx="85">
                  <c:v>-8.1500000000000003E-2</c:v>
                </c:pt>
                <c:pt idx="86">
                  <c:v>4.5199999999999997E-2</c:v>
                </c:pt>
                <c:pt idx="87">
                  <c:v>-1.06E-2</c:v>
                </c:pt>
                <c:pt idx="88">
                  <c:v>5.7500000000000002E-2</c:v>
                </c:pt>
                <c:pt idx="89">
                  <c:v>-1.15E-2</c:v>
                </c:pt>
                <c:pt idx="90">
                  <c:v>3.6299999999999999E-2</c:v>
                </c:pt>
                <c:pt idx="91">
                  <c:v>-7.7000000000000002E-3</c:v>
                </c:pt>
                <c:pt idx="92">
                  <c:v>2.6499999999999999E-2</c:v>
                </c:pt>
                <c:pt idx="93">
                  <c:v>5.0299999999999997E-2</c:v>
                </c:pt>
                <c:pt idx="94">
                  <c:v>8.5099999999999995E-2</c:v>
                </c:pt>
                <c:pt idx="95">
                  <c:v>5.57E-2</c:v>
                </c:pt>
                <c:pt idx="96">
                  <c:v>0.14449999999999999</c:v>
                </c:pt>
                <c:pt idx="97">
                  <c:v>-9.4500000000000001E-2</c:v>
                </c:pt>
                <c:pt idx="98">
                  <c:v>5.21E-2</c:v>
                </c:pt>
                <c:pt idx="99">
                  <c:v>-0.10879999999999999</c:v>
                </c:pt>
                <c:pt idx="100">
                  <c:v>-1.12E-2</c:v>
                </c:pt>
                <c:pt idx="101">
                  <c:v>-6.7299999999999999E-2</c:v>
                </c:pt>
                <c:pt idx="102">
                  <c:v>-3.5200000000000002E-2</c:v>
                </c:pt>
                <c:pt idx="103">
                  <c:v>0.1094</c:v>
                </c:pt>
                <c:pt idx="104">
                  <c:v>9.4500000000000001E-2</c:v>
                </c:pt>
                <c:pt idx="105">
                  <c:v>-9.8900000000000002E-2</c:v>
                </c:pt>
                <c:pt idx="106">
                  <c:v>-2.0500000000000001E-2</c:v>
                </c:pt>
                <c:pt idx="107">
                  <c:v>-0.12959999999999999</c:v>
                </c:pt>
                <c:pt idx="108">
                  <c:v>-8.43E-2</c:v>
                </c:pt>
                <c:pt idx="109">
                  <c:v>-5.6399999999999999E-2</c:v>
                </c:pt>
                <c:pt idx="110">
                  <c:v>-4.07E-2</c:v>
                </c:pt>
                <c:pt idx="111">
                  <c:v>-0.21360000000000001</c:v>
                </c:pt>
                <c:pt idx="112">
                  <c:v>4.3200000000000002E-2</c:v>
                </c:pt>
                <c:pt idx="113">
                  <c:v>-3.0700000000000002E-2</c:v>
                </c:pt>
                <c:pt idx="114">
                  <c:v>7.1599999999999997E-2</c:v>
                </c:pt>
                <c:pt idx="115">
                  <c:v>3.44E-2</c:v>
                </c:pt>
                <c:pt idx="116">
                  <c:v>7.9000000000000001E-2</c:v>
                </c:pt>
                <c:pt idx="117">
                  <c:v>-1.44E-2</c:v>
                </c:pt>
                <c:pt idx="118">
                  <c:v>3.1399999999999997E-2</c:v>
                </c:pt>
                <c:pt idx="119">
                  <c:v>0.11310000000000001</c:v>
                </c:pt>
                <c:pt idx="120">
                  <c:v>7.2800000000000004E-2</c:v>
                </c:pt>
                <c:pt idx="121">
                  <c:v>-5.62E-2</c:v>
                </c:pt>
                <c:pt idx="122">
                  <c:v>1.32E-2</c:v>
                </c:pt>
                <c:pt idx="123">
                  <c:v>-7.9100000000000004E-2</c:v>
                </c:pt>
                <c:pt idx="124">
                  <c:v>-3.4799999999999998E-2</c:v>
                </c:pt>
                <c:pt idx="125">
                  <c:v>7.1400000000000005E-2</c:v>
                </c:pt>
                <c:pt idx="126">
                  <c:v>2.8000000000000001E-2</c:v>
                </c:pt>
                <c:pt idx="127">
                  <c:v>2.2200000000000001E-2</c:v>
                </c:pt>
                <c:pt idx="128">
                  <c:v>-7.3800000000000004E-2</c:v>
                </c:pt>
                <c:pt idx="129">
                  <c:v>-0.13159999999999999</c:v>
                </c:pt>
                <c:pt idx="130">
                  <c:v>7.7999999999999996E-3</c:v>
                </c:pt>
                <c:pt idx="131">
                  <c:v>-1.41E-2</c:v>
                </c:pt>
                <c:pt idx="132">
                  <c:v>5.1999999999999998E-2</c:v>
                </c:pt>
                <c:pt idx="133">
                  <c:v>5.91E-2</c:v>
                </c:pt>
                <c:pt idx="134">
                  <c:v>5.4199999999999998E-2</c:v>
                </c:pt>
                <c:pt idx="135">
                  <c:v>-5.96E-2</c:v>
                </c:pt>
                <c:pt idx="136">
                  <c:v>-0.1928</c:v>
                </c:pt>
                <c:pt idx="137">
                  <c:v>-2.3E-2</c:v>
                </c:pt>
                <c:pt idx="138">
                  <c:v>-8.8200000000000001E-2</c:v>
                </c:pt>
                <c:pt idx="139">
                  <c:v>8.9899999999999994E-2</c:v>
                </c:pt>
                <c:pt idx="140">
                  <c:v>3.9800000000000002E-2</c:v>
                </c:pt>
                <c:pt idx="141">
                  <c:v>8.7300000000000003E-2</c:v>
                </c:pt>
                <c:pt idx="142">
                  <c:v>5.1900000000000002E-2</c:v>
                </c:pt>
                <c:pt idx="143">
                  <c:v>0.17519999999999999</c:v>
                </c:pt>
                <c:pt idx="144">
                  <c:v>9.4500000000000001E-2</c:v>
                </c:pt>
                <c:pt idx="145">
                  <c:v>-8.5800000000000001E-2</c:v>
                </c:pt>
                <c:pt idx="146">
                  <c:v>-5.2400000000000002E-2</c:v>
                </c:pt>
                <c:pt idx="147">
                  <c:v>-9.9199999999999997E-2</c:v>
                </c:pt>
                <c:pt idx="148">
                  <c:v>8.2100000000000006E-2</c:v>
                </c:pt>
                <c:pt idx="149">
                  <c:v>0.10199999999999999</c:v>
                </c:pt>
                <c:pt idx="150">
                  <c:v>-8.0399999999999999E-2</c:v>
                </c:pt>
                <c:pt idx="151">
                  <c:v>3.2399999999999998E-2</c:v>
                </c:pt>
                <c:pt idx="152">
                  <c:v>-2.5999999999999999E-2</c:v>
                </c:pt>
                <c:pt idx="153">
                  <c:v>-0.11600000000000001</c:v>
                </c:pt>
                <c:pt idx="154">
                  <c:v>1.5599999999999999E-2</c:v>
                </c:pt>
                <c:pt idx="155">
                  <c:v>-7.7700000000000005E-2</c:v>
                </c:pt>
                <c:pt idx="156">
                  <c:v>5.6599999999999998E-2</c:v>
                </c:pt>
                <c:pt idx="157">
                  <c:v>8.8200000000000001E-2</c:v>
                </c:pt>
                <c:pt idx="158">
                  <c:v>-8.5199999999999998E-2</c:v>
                </c:pt>
                <c:pt idx="159">
                  <c:v>3.9699999999999999E-2</c:v>
                </c:pt>
                <c:pt idx="160">
                  <c:v>-5.4899999999999997E-2</c:v>
                </c:pt>
                <c:pt idx="161">
                  <c:v>-6.2100000000000002E-2</c:v>
                </c:pt>
                <c:pt idx="162">
                  <c:v>-5.5800000000000002E-2</c:v>
                </c:pt>
                <c:pt idx="163">
                  <c:v>3.0499999999999999E-2</c:v>
                </c:pt>
                <c:pt idx="164">
                  <c:v>3.1600000000000003E-2</c:v>
                </c:pt>
                <c:pt idx="165">
                  <c:v>-3.8800000000000001E-2</c:v>
                </c:pt>
                <c:pt idx="166">
                  <c:v>-6.4799999999999996E-2</c:v>
                </c:pt>
                <c:pt idx="167">
                  <c:v>-5.1799999999999999E-2</c:v>
                </c:pt>
                <c:pt idx="168">
                  <c:v>4.1000000000000002E-2</c:v>
                </c:pt>
                <c:pt idx="169">
                  <c:v>7.3300000000000004E-2</c:v>
                </c:pt>
                <c:pt idx="170">
                  <c:v>5.3699999999999998E-2</c:v>
                </c:pt>
                <c:pt idx="171">
                  <c:v>-5.3E-3</c:v>
                </c:pt>
                <c:pt idx="172">
                  <c:v>6.9500000000000006E-2</c:v>
                </c:pt>
                <c:pt idx="173">
                  <c:v>-5.6300000000000003E-2</c:v>
                </c:pt>
                <c:pt idx="174">
                  <c:v>0.13139999999999999</c:v>
                </c:pt>
                <c:pt idx="175">
                  <c:v>2.6200000000000001E-2</c:v>
                </c:pt>
                <c:pt idx="176">
                  <c:v>1.3599999999999999E-2</c:v>
                </c:pt>
                <c:pt idx="177">
                  <c:v>-4.3900000000000002E-2</c:v>
                </c:pt>
                <c:pt idx="178">
                  <c:v>6.1800000000000001E-2</c:v>
                </c:pt>
                <c:pt idx="179">
                  <c:v>-1.9900000000000001E-2</c:v>
                </c:pt>
                <c:pt idx="180">
                  <c:v>8.1900000000000001E-2</c:v>
                </c:pt>
                <c:pt idx="181">
                  <c:v>-6.4299999999999996E-2</c:v>
                </c:pt>
                <c:pt idx="182">
                  <c:v>4.1000000000000003E-3</c:v>
                </c:pt>
                <c:pt idx="183">
                  <c:v>-0.1434</c:v>
                </c:pt>
                <c:pt idx="184">
                  <c:v>5.8299999999999998E-2</c:v>
                </c:pt>
                <c:pt idx="185">
                  <c:v>-2.6200000000000001E-2</c:v>
                </c:pt>
                <c:pt idx="186">
                  <c:v>1.77E-2</c:v>
                </c:pt>
                <c:pt idx="187">
                  <c:v>-8.9999999999999993E-3</c:v>
                </c:pt>
                <c:pt idx="188">
                  <c:v>3.6600000000000001E-2</c:v>
                </c:pt>
                <c:pt idx="189">
                  <c:v>8.8499999999999995E-2</c:v>
                </c:pt>
                <c:pt idx="190">
                  <c:v>-0.1492</c:v>
                </c:pt>
                <c:pt idx="191">
                  <c:v>-2.8000000000000001E-2</c:v>
                </c:pt>
                <c:pt idx="192">
                  <c:v>-0.1249</c:v>
                </c:pt>
                <c:pt idx="193">
                  <c:v>6.7900000000000002E-2</c:v>
                </c:pt>
                <c:pt idx="194">
                  <c:v>2.5499999999999998E-2</c:v>
                </c:pt>
                <c:pt idx="195">
                  <c:v>3.8999999999999998E-3</c:v>
                </c:pt>
                <c:pt idx="196">
                  <c:v>-1.89E-2</c:v>
                </c:pt>
                <c:pt idx="197">
                  <c:v>-4.3099999999999999E-2</c:v>
                </c:pt>
                <c:pt idx="198">
                  <c:v>-0.21510000000000001</c:v>
                </c:pt>
                <c:pt idx="199">
                  <c:v>9.1999999999999998E-2</c:v>
                </c:pt>
              </c:numCache>
            </c:numRef>
          </c:yVal>
          <c:smooth val="0"/>
          <c:extLst>
            <c:ext xmlns:c16="http://schemas.microsoft.com/office/drawing/2014/chart" uri="{C3380CC4-5D6E-409C-BE32-E72D297353CC}">
              <c16:uniqueId val="{00000000-C989-5944-8C67-BA9A173219A1}"/>
            </c:ext>
          </c:extLst>
        </c:ser>
        <c:dLbls>
          <c:showLegendKey val="0"/>
          <c:showVal val="0"/>
          <c:showCatName val="0"/>
          <c:showSerName val="0"/>
          <c:showPercent val="0"/>
          <c:showBubbleSize val="0"/>
        </c:dLbls>
        <c:axId val="2094734554"/>
        <c:axId val="2094734552"/>
      </c:scatterChart>
      <c:valAx>
        <c:axId val="2094734554"/>
        <c:scaling>
          <c:orientation val="minMax"/>
          <c:max val="0.3"/>
          <c:min val="-0.3"/>
        </c:scaling>
        <c:delete val="0"/>
        <c:axPos val="b"/>
        <c:title>
          <c:tx>
            <c:rich>
              <a:bodyPr/>
              <a:lstStyle/>
              <a:p>
                <a:pPr>
                  <a:defRPr sz="1200" b="0" i="0" u="none" strike="noStrike">
                    <a:solidFill>
                      <a:srgbClr val="4A5568"/>
                    </a:solidFill>
                    <a:latin typeface="Arial"/>
                  </a:defRPr>
                </a:pPr>
                <a:r>
                  <a:rPr lang="ja-JP" altLang="en-US" sz="1200" b="0" i="0" u="none" strike="noStrike">
                    <a:solidFill>
                      <a:srgbClr val="4A5568"/>
                    </a:solidFill>
                    <a:latin typeface="Arial"/>
                  </a:rPr>
                  <a:t>軸</a:t>
                </a:r>
                <a:r>
                  <a:rPr lang="en-US" altLang="ja-JP" sz="1200" b="0" i="0" u="none" strike="noStrike">
                    <a:solidFill>
                      <a:srgbClr val="4A5568"/>
                    </a:solidFill>
                    <a:latin typeface="Arial"/>
                  </a:rPr>
                  <a:t>1</a:t>
                </a:r>
                <a:r>
                  <a:rPr lang="ja-JP" altLang="en-US" sz="1200" b="0" i="0" u="none" strike="noStrike">
                    <a:solidFill>
                      <a:srgbClr val="4A5568"/>
                    </a:solidFill>
                    <a:latin typeface="Arial"/>
                  </a:rPr>
                  <a:t>（</a:t>
                </a:r>
                <a:r>
                  <a:rPr lang="en-US" altLang="ja-JP" sz="1200" b="0" i="0" u="none" strike="noStrike">
                    <a:solidFill>
                      <a:srgbClr val="4A5568"/>
                    </a:solidFill>
                    <a:latin typeface="Arial"/>
                  </a:rPr>
                  <a:t>69%</a:t>
                </a:r>
                <a:r>
                  <a:rPr lang="ja-JP" altLang="en-US" sz="1200" b="0" i="0" u="none" strike="noStrike">
                    <a:solidFill>
                      <a:srgbClr val="4A5568"/>
                    </a:solidFill>
                    <a:latin typeface="Arial"/>
                  </a:rPr>
                  <a:t>）</a:t>
                </a:r>
              </a:p>
            </c:rich>
          </c:tx>
          <c:overlay val="0"/>
        </c:title>
        <c:numFmt formatCode="General" sourceLinked="1"/>
        <c:majorTickMark val="none"/>
        <c:minorTickMark val="none"/>
        <c:tickLblPos val="nextTo"/>
        <c:spPr>
          <a:ln w="12700" cap="flat">
            <a:solidFill>
              <a:srgbClr val="888888"/>
            </a:solidFill>
            <a:prstDash val="solid"/>
            <a:round/>
          </a:ln>
        </c:spPr>
        <c:txPr>
          <a:bodyPr/>
          <a:lstStyle/>
          <a:p>
            <a:pPr>
              <a:defRPr sz="1200" b="0" i="0" u="none" strike="noStrike">
                <a:solidFill>
                  <a:srgbClr val="4A5568"/>
                </a:solidFill>
                <a:latin typeface="+mn-lt"/>
              </a:defRPr>
            </a:pPr>
            <a:endParaRPr lang="en-US"/>
          </a:p>
        </c:txPr>
        <c:crossAx val="2094734552"/>
        <c:crossesAt val="-0.3"/>
        <c:crossBetween val="midCat"/>
      </c:valAx>
      <c:valAx>
        <c:axId val="2094734552"/>
        <c:scaling>
          <c:orientation val="minMax"/>
          <c:max val="0.3"/>
          <c:min val="-0.3"/>
        </c:scaling>
        <c:delete val="0"/>
        <c:axPos val="l"/>
        <c:majorGridlines>
          <c:spPr>
            <a:ln w="9525" cap="flat">
              <a:solidFill>
                <a:srgbClr val="DDE2EA"/>
              </a:solidFill>
              <a:prstDash val="solid"/>
              <a:round/>
            </a:ln>
          </c:spPr>
        </c:majorGridlines>
        <c:title>
          <c:tx>
            <c:rich>
              <a:bodyPr/>
              <a:lstStyle/>
              <a:p>
                <a:pPr>
                  <a:defRPr sz="1200" b="0" i="0" u="none" strike="noStrike">
                    <a:solidFill>
                      <a:srgbClr val="4A5568"/>
                    </a:solidFill>
                    <a:latin typeface="Arial"/>
                  </a:defRPr>
                </a:pPr>
                <a:r>
                  <a:rPr lang="ja-JP" altLang="en-US" sz="1200" b="0" i="0" u="none" strike="noStrike">
                    <a:solidFill>
                      <a:srgbClr val="4A5568"/>
                    </a:solidFill>
                    <a:latin typeface="Arial"/>
                  </a:rPr>
                  <a:t>軸</a:t>
                </a:r>
                <a:r>
                  <a:rPr lang="en-US" altLang="ja-JP" sz="1200" b="0" i="0" u="none" strike="noStrike">
                    <a:solidFill>
                      <a:srgbClr val="4A5568"/>
                    </a:solidFill>
                    <a:latin typeface="Arial"/>
                  </a:rPr>
                  <a:t>2</a:t>
                </a:r>
                <a:r>
                  <a:rPr lang="ja-JP" altLang="en-US" sz="1200" b="0" i="0" u="none" strike="noStrike">
                    <a:solidFill>
                      <a:srgbClr val="4A5568"/>
                    </a:solidFill>
                    <a:latin typeface="Arial"/>
                  </a:rPr>
                  <a:t>（</a:t>
                </a:r>
                <a:r>
                  <a:rPr lang="en-US" altLang="ja-JP" sz="1200" b="0" i="0" u="none" strike="noStrike">
                    <a:solidFill>
                      <a:srgbClr val="4A5568"/>
                    </a:solidFill>
                    <a:latin typeface="Arial"/>
                  </a:rPr>
                  <a:t>29%</a:t>
                </a:r>
                <a:r>
                  <a:rPr lang="ja-JP" altLang="en-US" sz="1200" b="0" i="0" u="none" strike="noStrike">
                    <a:solidFill>
                      <a:srgbClr val="4A5568"/>
                    </a:solidFill>
                    <a:latin typeface="Arial"/>
                  </a:rPr>
                  <a:t>）</a:t>
                </a:r>
              </a:p>
            </c:rich>
          </c:tx>
          <c:overlay val="0"/>
        </c:title>
        <c:numFmt formatCode="0.0" sourceLinked="0"/>
        <c:majorTickMark val="none"/>
        <c:minorTickMark val="none"/>
        <c:tickLblPos val="nextTo"/>
        <c:spPr>
          <a:ln w="12700" cap="flat">
            <a:noFill/>
            <a:prstDash val="solid"/>
            <a:round/>
          </a:ln>
        </c:spPr>
        <c:txPr>
          <a:bodyPr/>
          <a:lstStyle/>
          <a:p>
            <a:pPr>
              <a:defRPr sz="1100" b="0" i="0" u="none" strike="noStrike">
                <a:solidFill>
                  <a:srgbClr val="4A5568"/>
                </a:solidFill>
                <a:latin typeface="+mn-lt"/>
              </a:defRPr>
            </a:pPr>
            <a:endParaRPr lang="en-US"/>
          </a:p>
        </c:txPr>
        <c:crossAx val="2094734554"/>
        <c:crossesAt val="-0.3"/>
        <c:crossBetween val="midCat"/>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363480459"/>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今回は，研究テーマを初めて紹介します．多クラス分類器をLIMEで説明するときの問題と，それに対する考え方，ここまでの実験結果を話します．手法はまだ完成していないので，前提となる仮定が成り立つかを確かめた結果が中心です．</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最初に全体の流れです．</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の発表では，数字認識の例を最初から最後まで使います．このAIは6と答えましたが，0の確率も0.4あり，迷っています．知りたいのは，画像のどこが0ではなく6という判断につながったかです．この問いに答えるのが，今日の目標です．
（左の画像は手書き数字データの実際の画像．右の確率は説明のための例．）</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次は「問題と発想」です．</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まず，ふつうのLIMEが画像をどう説明するかを確認します．LIMEは，画像を意味のある小さな領域，スーパーピクセルに分けます．実際は数十個に分けますが，ここでは説明のために，左の縦線A，右上B，右下Cの3つにします．次に，領域をランダムに隠した画像を何枚も作り，それぞれをAIに入れて，説明したいクラスの確率を記録します．ここでは6の確率です．隠したときに確率が下がる領域は，6という判断に効いていることになります．</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次に，記録した表を使って，6の確率を領域の有無で線形回帰します．係数は，その領域があると6の確率がどれだけ上がるかを表します．この例では，Aの係数が+0.30，Bが−0.30，Cが+0.10です．係数を領域の色にしたものがLIMEのヒートマップで，赤い領域は6の確率を上げ，青い領域は下げます．つまり「左の縦線があるから6，右上があると6らしさが下がる」と読めます．実際のLIMEでは，元画像に近い摂動画像ほど重みを大きくして回帰します．</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いま見た手順で説明できるのは，6の確率という出力1本だけです．多クラスでは出力が10本あるので，同じ摂動画像を使って，クラスごとに10回回帰します．結果として，クラスごとのヒートマップが10枚できます．公式の実装では説明するクラスを指定でき，ふつうは予測されたクラス，この例では6だけを見ます．</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実際に使うときは，10枚のヒートマップをすべて見ることはなく，確率の高い6と0だけを見ると思います．ただ，比べるクラスは人が確率を見て決めたものです．そのため，一緒に動いている9を見落としたり，確率は高いのに近傍ではほとんど動かないクラスを選んだりすることがあります．もう1つの問題はクラス間の関係です．今日の問いは「なぜ0ではなく6か」で，これは6と0の関係についての問いです．ところが通常のLIMEはクラスごとに説明を返すので，関係は人が2枚のマップを見比べて組み立てるしかありません．</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説明を読みやすくするには，この表を小さくすればよいわけです．行をまとめる方向は，画像LIMEのスーパーピクセルがまさにそうで，特徴のグループ化などの手法もあります．この研究は列，つまりクラスの方をまとめます．特徴は元のままなので，どの領域が効いたかという読み方は変わりません．</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入力空間は，10クラスそれぞれの領域に分かれています．ただ，説明したい点のまわりだけを見ると，そこに入ってくる領域は0・6・9の3つくらいです．残りの7クラスの領域は遠くにあるので，摂動しても確率はほぼ0のまま動きません．それなら，確率の動きは少数の方向で表せるはずです．方向ごとに説明すれば，量も減り，クラス間の関係も直接読める，というのが出発点です．
（図は説明のためのイメージ．実際の入力空間はもっと高次元．）</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指す出力は，この表のような形です．軸1を見れば「主に0と6で迷っていて，縦線があるから6になった」と読めます．軸ごとに，出力の動きのどれだけを占めるかも出るので，「9の関与は小さい」ことも分かります．条件は，通常のLIMEと比べて，AIの振る舞いを近似する精度をほとんど落とさないことです．</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次は「手法と仮定」です．</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手順の違いは，回帰する目的変数だけです．通常のLIMEは「6の確率」を回帰しますが，この手法は「軸1のスコア」を回帰します．軸1が「6が上がり0が下がる」方向なら，スコアは6寄りか0寄りかを表す1つの数です．表の例では，Aを隠すと0寄りに，Bを隠すと6寄りに動きます．回帰で得られる係数は，Aが正，Bが負です．これをヒートマップにすれば，「Aがあるから6，Bがあるから0の可能性も残った」と1枚で読めます．軸はPCAで近傍の確率の動きから決めるので，どのクラスの対比を見るかを人が選ぶ必要はありません．</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の手法が働くには，2つの仮定が必要です．1つ目は，近傍で出力が動く方向が少ないことです．競合するクラスが少なければ，この仮定は必ず成り立ちます．確率の和が1なので，2クラスだけが動くなら，片方が上がった分だけもう片方が下がり，動く方向は1つです．ただし逆は言えず，多くのクラスがまとまって動く場合にも方向は少なくなります．2つ目は，通常のLIMEと同じ「局所的に線形で近似できる」という仮定です．</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次は「実験」です．</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仮定1は，手書き数字の実際の説明点1つを例に説明します．この点では，AIの確率は2が0.39，3が0.39，9が0.12でした．まず，この点のまわりに摂動データを600点撒き，それぞれの確率を出します．次に，摂動データの確率から元の点の確率を引いて「ずれ」を求めます．引き算をするのは，確率が高くても動かないクラスを数えないためです．最後に，クラスごとにずれの2乗を600点分足し合わせ，大きい順に並べます．この例では，2・3・9の3クラスでずれ全体の97%を占めるので，動くクラスは3個です．</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次は必要な軸の数です．600個のずれは，それぞれ10個の数の組，つまり10次元の点です．この点の集まりを，何本の向きの組み合わせで表せるかを数えます．向きはPCAで，ずれをよく表す順に求めます．この例では，1本目の向き（2が下がり，3と9が上がる）でずれ全体の69%，2本目（9が下がり，3と2が上がる）まで使うと99%を表せました．95%に届くのが2本目なので，必要な軸は2本です．右の図は，ずれを2本の軸の上に並べたもので，点が1本目の方向に長く伸び，2本目の方向にも少し広がっています．動くクラスが3個なので，軸は多くても2本です．</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実験では2つのことを確かめました．1つ目は仮定1，2つ目は軸を減らしたときに通常のLIMEと比べてどれだけ忠実さを失うかです．忠実さは，学習に使っていない摂動で，説明のモデルがAIの確率をどれだけ再現できるかで測ります．データは公開されている実データを4つ使いました．手書き数字は今日の例と同じデータです．なお実験では，スーパーピクセルを隠す代わりに，画素の値に小さな正規分布の摂動を加えています．</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どのデータでも，近傍で確率が動くクラスは3個前後で，出力は2本前後の軸で表せました．26クラスの文字認識でも同じです．必要な軸の数は動くクラスの数より1つ前後少なく，2クラスが動くなら1本，3クラスなら2本という仮定1の説明とおおむね合います．つまり，低次元になる主な理由は，近傍で競合するクラスが少ないことです．ただ，手書き数字とyeastでは，軸の数がそれよりさらに少ない近傍が3〜4割ありました．これは，複数のクラスがまとまって動いていることを表しています．半径を0.4に広げると，文字認識では動くクラスが5個程度に増えます．SVMでも同じ傾向で，軸の数は平均1.4〜1.9本でした．</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4つのデータのどれでも，3本にまとめたときに失う R² は0.02未満でした．説明の量は大きく減りますが，忠実さはほとんど変わりません．一方で，軸を1本まで減らすと，yeastでは0.2ほど落ちます．結果1で見たとおり，必要な軸は2本前後なので，それより少なくすると表しきれません．SVMでも，3本で失う R² は0.001〜0.015でした．なお，文字認識では通常のLIME自体の R² が0.5程度と低く，これは次の課題につながります．</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次は「課題と今後」です．</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課題は3つあります．1つ目は軸の読みやすさです．PCAの軸は，複数のクラスに重みが分かれることがあります．6が上がって0と9が下がる形なら「6の確率は主に0から来た」と読めますが，6と1が同じ側に並ぶと意味が取れません．手書き数字の実際の軸は「2が下がり，3と9が上がる」という1対多の形でした．2つ目は，多くのクラスがまとまって動く場合をまだ検証していないことです．今回のデータでは動くクラスが3〜4個しかなく，まとまって動いても軸が1本減る程度でした．似たクラスが群になったCIFAR-100のようなデータで確かめる予定です．3つ目は，ランダムフォレストではうまくいかないことです．合成データの20クラスでは，動くクラスが14個，必要な軸が11本で，3本にまとめるとR²が0.64から0.52に落ちました．ランダムフォレストの出力は木の多数決で階段状になるので，多くのクラスが少しずつ揺れ，少ない軸にも直線にも収まりません．</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次は，軸を読めるようにする方法を考えます．たとえば，軸の形を「2クラスの対比」や「1対多」に限った中で，確率の動きを最もよく表す軸を選ぶ方法です．データも増やして評価し，最後は人に説明を見てもらって，本当に分かりやすくなったかを確かめたいと考えています．</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251F3EF-F07F-95AE-8A54-5844BE8B778D}"/>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3A1B3113-DE82-A07B-BCAF-D7515AE5D5F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6EAD4158-D780-691C-ECD3-AC18A237F28D}"/>
              </a:ext>
            </a:extLst>
          </p:cNvPr>
          <p:cNvSpPr>
            <a:spLocks noGrp="1"/>
          </p:cNvSpPr>
          <p:nvPr>
            <p:ph type="dt" sz="half" idx="10"/>
          </p:nvPr>
        </p:nvSpPr>
        <p:spPr/>
        <p:txBody>
          <a:bodyPr/>
          <a:lstStyle/>
          <a:p>
            <a:fld id="{11EBB074-A963-024A-9190-32CF43C1033B}" type="datetimeFigureOut">
              <a:rPr kumimoji="1" lang="ja-JP" altLang="en-US" smtClean="0"/>
              <a:t>2026/10/5</a:t>
            </a:fld>
            <a:endParaRPr kumimoji="1" lang="ja-JP" altLang="en-US"/>
          </a:p>
        </p:txBody>
      </p:sp>
      <p:sp>
        <p:nvSpPr>
          <p:cNvPr id="5" name="フッター プレースホルダー 4">
            <a:extLst>
              <a:ext uri="{FF2B5EF4-FFF2-40B4-BE49-F238E27FC236}">
                <a16:creationId xmlns:a16="http://schemas.microsoft.com/office/drawing/2014/main" id="{7B402B77-8186-6473-85D3-521E6251397D}"/>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1185D18D-1826-6DB3-E5F4-AA62E6055162}"/>
              </a:ext>
            </a:extLst>
          </p:cNvPr>
          <p:cNvSpPr>
            <a:spLocks noGrp="1"/>
          </p:cNvSpPr>
          <p:nvPr>
            <p:ph type="sldNum" sz="quarter" idx="12"/>
          </p:nvPr>
        </p:nvSpPr>
        <p:spPr/>
        <p:txBody>
          <a:bodyPr/>
          <a:lstStyle/>
          <a:p>
            <a:pPr algn="r"/>
            <a:fld id="{F7021451-1387-4CA6-816F-3879F97B5CBC}" type="slidenum">
              <a:rPr lang="en-US" b="0" smtClean="0"/>
              <a:t>‹#›</a:t>
            </a:fld>
            <a:endParaRPr lang="en-US"/>
          </a:p>
        </p:txBody>
      </p:sp>
    </p:spTree>
    <p:extLst>
      <p:ext uri="{BB962C8B-B14F-4D97-AF65-F5344CB8AC3E}">
        <p14:creationId xmlns:p14="http://schemas.microsoft.com/office/powerpoint/2010/main" val="3756928374"/>
      </p:ext>
    </p:extLst>
  </p:cSld>
  <p:clrMapOvr>
    <a:masterClrMapping/>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BD81145-5951-203F-4840-EBEBBBF2B363}"/>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B1635B75-2CC8-CF14-9C9A-F3ADC6FA8C1A}"/>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FF36E987-CAAC-5C93-3083-E667AF0EDB26}"/>
              </a:ext>
            </a:extLst>
          </p:cNvPr>
          <p:cNvSpPr>
            <a:spLocks noGrp="1"/>
          </p:cNvSpPr>
          <p:nvPr>
            <p:ph type="dt" sz="half" idx="10"/>
          </p:nvPr>
        </p:nvSpPr>
        <p:spPr/>
        <p:txBody>
          <a:bodyPr/>
          <a:lstStyle/>
          <a:p>
            <a:fld id="{11EBB074-A963-024A-9190-32CF43C1033B}" type="datetimeFigureOut">
              <a:rPr kumimoji="1" lang="ja-JP" altLang="en-US" smtClean="0"/>
              <a:t>2026/10/5</a:t>
            </a:fld>
            <a:endParaRPr kumimoji="1" lang="ja-JP" altLang="en-US"/>
          </a:p>
        </p:txBody>
      </p:sp>
      <p:sp>
        <p:nvSpPr>
          <p:cNvPr id="5" name="フッター プレースホルダー 4">
            <a:extLst>
              <a:ext uri="{FF2B5EF4-FFF2-40B4-BE49-F238E27FC236}">
                <a16:creationId xmlns:a16="http://schemas.microsoft.com/office/drawing/2014/main" id="{553639F6-ED05-149D-4339-27910B514C78}"/>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F0E91010-7AAF-E707-1AD1-5A404F51DEDF}"/>
              </a:ext>
            </a:extLst>
          </p:cNvPr>
          <p:cNvSpPr>
            <a:spLocks noGrp="1"/>
          </p:cNvSpPr>
          <p:nvPr>
            <p:ph type="sldNum" sz="quarter" idx="12"/>
          </p:nvPr>
        </p:nvSpPr>
        <p:spPr/>
        <p:txBody>
          <a:bodyPr/>
          <a:lstStyle/>
          <a:p>
            <a:pPr algn="r"/>
            <a:fld id="{F7021451-1387-4CA6-816F-3879F97B5CBC}" type="slidenum">
              <a:rPr lang="en-US" b="0" smtClean="0"/>
              <a:t>‹#›</a:t>
            </a:fld>
            <a:endParaRPr lang="en-US"/>
          </a:p>
        </p:txBody>
      </p:sp>
    </p:spTree>
    <p:extLst>
      <p:ext uri="{BB962C8B-B14F-4D97-AF65-F5344CB8AC3E}">
        <p14:creationId xmlns:p14="http://schemas.microsoft.com/office/powerpoint/2010/main" val="356150217"/>
      </p:ext>
    </p:extLst>
  </p:cSld>
  <p:clrMapOvr>
    <a:masterClrMapping/>
  </p:clrMapOvr>
  <p:hf sldNum="0"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0A75FEB-E5E7-A5FD-FE03-E668D8145759}"/>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A0BA3F8A-FAFC-9AEE-8F55-27B22C88663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BE0386AD-5A78-656E-09E7-05912816D1F0}"/>
              </a:ext>
            </a:extLst>
          </p:cNvPr>
          <p:cNvSpPr>
            <a:spLocks noGrp="1"/>
          </p:cNvSpPr>
          <p:nvPr>
            <p:ph type="dt" sz="half" idx="10"/>
          </p:nvPr>
        </p:nvSpPr>
        <p:spPr/>
        <p:txBody>
          <a:bodyPr/>
          <a:lstStyle/>
          <a:p>
            <a:fld id="{11EBB074-A963-024A-9190-32CF43C1033B}" type="datetimeFigureOut">
              <a:rPr kumimoji="1" lang="ja-JP" altLang="en-US" smtClean="0"/>
              <a:t>2026/10/5</a:t>
            </a:fld>
            <a:endParaRPr kumimoji="1" lang="ja-JP" altLang="en-US"/>
          </a:p>
        </p:txBody>
      </p:sp>
      <p:sp>
        <p:nvSpPr>
          <p:cNvPr id="5" name="フッター プレースホルダー 4">
            <a:extLst>
              <a:ext uri="{FF2B5EF4-FFF2-40B4-BE49-F238E27FC236}">
                <a16:creationId xmlns:a16="http://schemas.microsoft.com/office/drawing/2014/main" id="{CE6AD76A-8222-F088-4A8A-74E111597B9B}"/>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FC54C415-0E2C-154C-3CC9-8F8793CFE3B6}"/>
              </a:ext>
            </a:extLst>
          </p:cNvPr>
          <p:cNvSpPr>
            <a:spLocks noGrp="1"/>
          </p:cNvSpPr>
          <p:nvPr>
            <p:ph type="sldNum" sz="quarter" idx="12"/>
          </p:nvPr>
        </p:nvSpPr>
        <p:spPr/>
        <p:txBody>
          <a:bodyPr/>
          <a:lstStyle/>
          <a:p>
            <a:pPr algn="r"/>
            <a:fld id="{F7021451-1387-4CA6-816F-3879F97B5CBC}" type="slidenum">
              <a:rPr lang="en-US" b="0" smtClean="0"/>
              <a:t>‹#›</a:t>
            </a:fld>
            <a:endParaRPr lang="en-US"/>
          </a:p>
        </p:txBody>
      </p:sp>
    </p:spTree>
    <p:extLst>
      <p:ext uri="{BB962C8B-B14F-4D97-AF65-F5344CB8AC3E}">
        <p14:creationId xmlns:p14="http://schemas.microsoft.com/office/powerpoint/2010/main" val="1929189068"/>
      </p:ext>
    </p:extLst>
  </p:cSld>
  <p:clrMapOvr>
    <a:masterClrMapping/>
  </p:clrMapOvr>
  <p:hf sldNum="0"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E322714-732D-8E53-4627-6D0EA48021DC}"/>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568405D0-5AD7-80DC-3E00-A759A976F973}"/>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CE4FF75C-08B7-6640-F74D-AF177705FE97}"/>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817CAFA6-BE19-9015-62B9-CBA93C9CFFE6}"/>
              </a:ext>
            </a:extLst>
          </p:cNvPr>
          <p:cNvSpPr>
            <a:spLocks noGrp="1"/>
          </p:cNvSpPr>
          <p:nvPr>
            <p:ph type="dt" sz="half" idx="10"/>
          </p:nvPr>
        </p:nvSpPr>
        <p:spPr/>
        <p:txBody>
          <a:bodyPr/>
          <a:lstStyle/>
          <a:p>
            <a:fld id="{11EBB074-A963-024A-9190-32CF43C1033B}" type="datetimeFigureOut">
              <a:rPr kumimoji="1" lang="ja-JP" altLang="en-US" smtClean="0"/>
              <a:t>2026/10/5</a:t>
            </a:fld>
            <a:endParaRPr kumimoji="1" lang="ja-JP" altLang="en-US"/>
          </a:p>
        </p:txBody>
      </p:sp>
      <p:sp>
        <p:nvSpPr>
          <p:cNvPr id="6" name="フッター プレースホルダー 5">
            <a:extLst>
              <a:ext uri="{FF2B5EF4-FFF2-40B4-BE49-F238E27FC236}">
                <a16:creationId xmlns:a16="http://schemas.microsoft.com/office/drawing/2014/main" id="{749FE136-0FF4-24BF-477C-9DF1FB7BDB79}"/>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2B7A7567-6BBC-AACC-3FD8-D5CC6BABEB64}"/>
              </a:ext>
            </a:extLst>
          </p:cNvPr>
          <p:cNvSpPr>
            <a:spLocks noGrp="1"/>
          </p:cNvSpPr>
          <p:nvPr>
            <p:ph type="sldNum" sz="quarter" idx="12"/>
          </p:nvPr>
        </p:nvSpPr>
        <p:spPr/>
        <p:txBody>
          <a:bodyPr/>
          <a:lstStyle/>
          <a:p>
            <a:pPr algn="r"/>
            <a:fld id="{F7021451-1387-4CA6-816F-3879F97B5CBC}" type="slidenum">
              <a:rPr lang="en-US" b="0" smtClean="0"/>
              <a:t>‹#›</a:t>
            </a:fld>
            <a:endParaRPr lang="en-US"/>
          </a:p>
        </p:txBody>
      </p:sp>
    </p:spTree>
    <p:extLst>
      <p:ext uri="{BB962C8B-B14F-4D97-AF65-F5344CB8AC3E}">
        <p14:creationId xmlns:p14="http://schemas.microsoft.com/office/powerpoint/2010/main" val="3837086099"/>
      </p:ext>
    </p:extLst>
  </p:cSld>
  <p:clrMapOvr>
    <a:masterClrMapping/>
  </p:clrMapOvr>
  <p:hf sldNum="0"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D407F8A-F5F9-BC91-601B-915FAA14FA6D}"/>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8499F693-8CE8-1CAE-AE40-51400AFCCAA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6727D7E3-A111-D305-C6D0-4F6C545065B6}"/>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D2886BCC-0AB9-1036-F685-C04B241B397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C13C804B-1C55-43C7-B916-02E552FB57A1}"/>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C1A9B5B2-1AFF-2B9E-04DD-66B02C83803F}"/>
              </a:ext>
            </a:extLst>
          </p:cNvPr>
          <p:cNvSpPr>
            <a:spLocks noGrp="1"/>
          </p:cNvSpPr>
          <p:nvPr>
            <p:ph type="dt" sz="half" idx="10"/>
          </p:nvPr>
        </p:nvSpPr>
        <p:spPr/>
        <p:txBody>
          <a:bodyPr/>
          <a:lstStyle/>
          <a:p>
            <a:fld id="{11EBB074-A963-024A-9190-32CF43C1033B}" type="datetimeFigureOut">
              <a:rPr kumimoji="1" lang="ja-JP" altLang="en-US" smtClean="0"/>
              <a:t>2026/10/5</a:t>
            </a:fld>
            <a:endParaRPr kumimoji="1" lang="ja-JP" altLang="en-US"/>
          </a:p>
        </p:txBody>
      </p:sp>
      <p:sp>
        <p:nvSpPr>
          <p:cNvPr id="8" name="フッター プレースホルダー 7">
            <a:extLst>
              <a:ext uri="{FF2B5EF4-FFF2-40B4-BE49-F238E27FC236}">
                <a16:creationId xmlns:a16="http://schemas.microsoft.com/office/drawing/2014/main" id="{D6CE9B85-A8C1-CD61-F114-15A8297E2980}"/>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612B3D9C-8E21-1BC2-D355-9FB275BFBB56}"/>
              </a:ext>
            </a:extLst>
          </p:cNvPr>
          <p:cNvSpPr>
            <a:spLocks noGrp="1"/>
          </p:cNvSpPr>
          <p:nvPr>
            <p:ph type="sldNum" sz="quarter" idx="12"/>
          </p:nvPr>
        </p:nvSpPr>
        <p:spPr/>
        <p:txBody>
          <a:bodyPr/>
          <a:lstStyle/>
          <a:p>
            <a:pPr algn="r"/>
            <a:fld id="{F7021451-1387-4CA6-816F-3879F97B5CBC}" type="slidenum">
              <a:rPr lang="en-US" b="0" smtClean="0"/>
              <a:t>‹#›</a:t>
            </a:fld>
            <a:endParaRPr lang="en-US"/>
          </a:p>
        </p:txBody>
      </p:sp>
    </p:spTree>
    <p:extLst>
      <p:ext uri="{BB962C8B-B14F-4D97-AF65-F5344CB8AC3E}">
        <p14:creationId xmlns:p14="http://schemas.microsoft.com/office/powerpoint/2010/main" val="2211288755"/>
      </p:ext>
    </p:extLst>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0E3B8C4-8C56-2B9D-B42A-4A31C56A3D66}"/>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3EE4B938-A7CA-9A99-8129-9892248A97A3}"/>
              </a:ext>
            </a:extLst>
          </p:cNvPr>
          <p:cNvSpPr>
            <a:spLocks noGrp="1"/>
          </p:cNvSpPr>
          <p:nvPr>
            <p:ph type="dt" sz="half" idx="10"/>
          </p:nvPr>
        </p:nvSpPr>
        <p:spPr/>
        <p:txBody>
          <a:bodyPr/>
          <a:lstStyle/>
          <a:p>
            <a:fld id="{11EBB074-A963-024A-9190-32CF43C1033B}" type="datetimeFigureOut">
              <a:rPr kumimoji="1" lang="ja-JP" altLang="en-US" smtClean="0"/>
              <a:t>2026/10/5</a:t>
            </a:fld>
            <a:endParaRPr kumimoji="1" lang="ja-JP" altLang="en-US"/>
          </a:p>
        </p:txBody>
      </p:sp>
      <p:sp>
        <p:nvSpPr>
          <p:cNvPr id="4" name="フッター プレースホルダー 3">
            <a:extLst>
              <a:ext uri="{FF2B5EF4-FFF2-40B4-BE49-F238E27FC236}">
                <a16:creationId xmlns:a16="http://schemas.microsoft.com/office/drawing/2014/main" id="{1E312EDA-2EF0-AC3D-8E07-846C3935ECA4}"/>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C1FD7912-F88A-39C3-36F8-CB3794647414}"/>
              </a:ext>
            </a:extLst>
          </p:cNvPr>
          <p:cNvSpPr>
            <a:spLocks noGrp="1"/>
          </p:cNvSpPr>
          <p:nvPr>
            <p:ph type="sldNum" sz="quarter" idx="12"/>
          </p:nvPr>
        </p:nvSpPr>
        <p:spPr/>
        <p:txBody>
          <a:bodyPr/>
          <a:lstStyle/>
          <a:p>
            <a:pPr algn="r"/>
            <a:fld id="{F7021451-1387-4CA6-816F-3879F97B5CBC}" type="slidenum">
              <a:rPr lang="en-US" b="0" smtClean="0"/>
              <a:t>‹#›</a:t>
            </a:fld>
            <a:endParaRPr lang="en-US"/>
          </a:p>
        </p:txBody>
      </p:sp>
    </p:spTree>
    <p:extLst>
      <p:ext uri="{BB962C8B-B14F-4D97-AF65-F5344CB8AC3E}">
        <p14:creationId xmlns:p14="http://schemas.microsoft.com/office/powerpoint/2010/main" val="2930736230"/>
      </p:ext>
    </p:extLst>
  </p:cSld>
  <p:clrMapOvr>
    <a:masterClrMapping/>
  </p:clrMapOvr>
  <p:hf sldNum="0"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E39F8122-7001-7CF6-7908-922BF347CD28}"/>
              </a:ext>
            </a:extLst>
          </p:cNvPr>
          <p:cNvSpPr>
            <a:spLocks noGrp="1"/>
          </p:cNvSpPr>
          <p:nvPr>
            <p:ph type="dt" sz="half" idx="10"/>
          </p:nvPr>
        </p:nvSpPr>
        <p:spPr/>
        <p:txBody>
          <a:bodyPr/>
          <a:lstStyle/>
          <a:p>
            <a:fld id="{11EBB074-A963-024A-9190-32CF43C1033B}" type="datetimeFigureOut">
              <a:rPr kumimoji="1" lang="ja-JP" altLang="en-US" smtClean="0"/>
              <a:t>2026/10/5</a:t>
            </a:fld>
            <a:endParaRPr kumimoji="1" lang="ja-JP" altLang="en-US"/>
          </a:p>
        </p:txBody>
      </p:sp>
      <p:sp>
        <p:nvSpPr>
          <p:cNvPr id="3" name="フッター プレースホルダー 2">
            <a:extLst>
              <a:ext uri="{FF2B5EF4-FFF2-40B4-BE49-F238E27FC236}">
                <a16:creationId xmlns:a16="http://schemas.microsoft.com/office/drawing/2014/main" id="{7BD59590-E8E8-B9B6-3C51-CAA551142E65}"/>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F86AD448-B915-5D26-B662-1A1ABD0E89E8}"/>
              </a:ext>
            </a:extLst>
          </p:cNvPr>
          <p:cNvSpPr>
            <a:spLocks noGrp="1"/>
          </p:cNvSpPr>
          <p:nvPr>
            <p:ph type="sldNum" sz="quarter" idx="12"/>
          </p:nvPr>
        </p:nvSpPr>
        <p:spPr/>
        <p:txBody>
          <a:bodyPr/>
          <a:lstStyle/>
          <a:p>
            <a:pPr algn="r"/>
            <a:fld id="{F7021451-1387-4CA6-816F-3879F97B5CBC}" type="slidenum">
              <a:rPr lang="en-US" b="0" smtClean="0"/>
              <a:t>‹#›</a:t>
            </a:fld>
            <a:endParaRPr lang="en-US"/>
          </a:p>
        </p:txBody>
      </p:sp>
    </p:spTree>
    <p:extLst>
      <p:ext uri="{BB962C8B-B14F-4D97-AF65-F5344CB8AC3E}">
        <p14:creationId xmlns:p14="http://schemas.microsoft.com/office/powerpoint/2010/main" val="3109953227"/>
      </p:ext>
    </p:extLst>
  </p:cSld>
  <p:clrMapOvr>
    <a:masterClrMapping/>
  </p:clrMapOvr>
  <p:hf sldNum="0"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2327C76-9BE7-ADF1-9285-84D89384676B}"/>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A6A0E9CB-26E2-9746-CA8A-EE13A8BF2501}"/>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10C4BBB8-3C7E-B2B8-9AD3-CE443507E0E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92D5C723-DC86-67A2-399C-3692C198ECB0}"/>
              </a:ext>
            </a:extLst>
          </p:cNvPr>
          <p:cNvSpPr>
            <a:spLocks noGrp="1"/>
          </p:cNvSpPr>
          <p:nvPr>
            <p:ph type="dt" sz="half" idx="10"/>
          </p:nvPr>
        </p:nvSpPr>
        <p:spPr/>
        <p:txBody>
          <a:bodyPr/>
          <a:lstStyle/>
          <a:p>
            <a:fld id="{11EBB074-A963-024A-9190-32CF43C1033B}" type="datetimeFigureOut">
              <a:rPr kumimoji="1" lang="ja-JP" altLang="en-US" smtClean="0"/>
              <a:t>2026/10/5</a:t>
            </a:fld>
            <a:endParaRPr kumimoji="1" lang="ja-JP" altLang="en-US"/>
          </a:p>
        </p:txBody>
      </p:sp>
      <p:sp>
        <p:nvSpPr>
          <p:cNvPr id="6" name="フッター プレースホルダー 5">
            <a:extLst>
              <a:ext uri="{FF2B5EF4-FFF2-40B4-BE49-F238E27FC236}">
                <a16:creationId xmlns:a16="http://schemas.microsoft.com/office/drawing/2014/main" id="{336D6F52-1C28-2088-78B9-3E069D7E3566}"/>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754BDBF9-7E4A-2803-33F0-D8F8A7F35E32}"/>
              </a:ext>
            </a:extLst>
          </p:cNvPr>
          <p:cNvSpPr>
            <a:spLocks noGrp="1"/>
          </p:cNvSpPr>
          <p:nvPr>
            <p:ph type="sldNum" sz="quarter" idx="12"/>
          </p:nvPr>
        </p:nvSpPr>
        <p:spPr/>
        <p:txBody>
          <a:bodyPr/>
          <a:lstStyle/>
          <a:p>
            <a:pPr algn="r"/>
            <a:fld id="{F7021451-1387-4CA6-816F-3879F97B5CBC}" type="slidenum">
              <a:rPr lang="en-US" b="0" smtClean="0"/>
              <a:t>‹#›</a:t>
            </a:fld>
            <a:endParaRPr lang="en-US"/>
          </a:p>
        </p:txBody>
      </p:sp>
    </p:spTree>
    <p:extLst>
      <p:ext uri="{BB962C8B-B14F-4D97-AF65-F5344CB8AC3E}">
        <p14:creationId xmlns:p14="http://schemas.microsoft.com/office/powerpoint/2010/main" val="3615394292"/>
      </p:ext>
    </p:extLst>
  </p:cSld>
  <p:clrMapOvr>
    <a:masterClrMapping/>
  </p:clrMapOvr>
  <p:hf sldNum="0"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968F757-77EB-8ECB-429B-825A984B3EFB}"/>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018C8F4A-225A-A5D0-A7B7-0DCAF343A0E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837BAE56-F0D8-E3A6-C1B6-430E623AC1A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F72A72FB-E66A-D983-4DC9-B2126C063E1A}"/>
              </a:ext>
            </a:extLst>
          </p:cNvPr>
          <p:cNvSpPr>
            <a:spLocks noGrp="1"/>
          </p:cNvSpPr>
          <p:nvPr>
            <p:ph type="dt" sz="half" idx="10"/>
          </p:nvPr>
        </p:nvSpPr>
        <p:spPr/>
        <p:txBody>
          <a:bodyPr/>
          <a:lstStyle/>
          <a:p>
            <a:fld id="{11EBB074-A963-024A-9190-32CF43C1033B}" type="datetimeFigureOut">
              <a:rPr kumimoji="1" lang="ja-JP" altLang="en-US" smtClean="0"/>
              <a:t>2026/10/5</a:t>
            </a:fld>
            <a:endParaRPr kumimoji="1" lang="ja-JP" altLang="en-US"/>
          </a:p>
        </p:txBody>
      </p:sp>
      <p:sp>
        <p:nvSpPr>
          <p:cNvPr id="6" name="フッター プレースホルダー 5">
            <a:extLst>
              <a:ext uri="{FF2B5EF4-FFF2-40B4-BE49-F238E27FC236}">
                <a16:creationId xmlns:a16="http://schemas.microsoft.com/office/drawing/2014/main" id="{1BB9800A-F1BC-FC51-A880-1F03BACB84F0}"/>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E348092F-B2BF-F651-E7C0-2E96E1ABDEA8}"/>
              </a:ext>
            </a:extLst>
          </p:cNvPr>
          <p:cNvSpPr>
            <a:spLocks noGrp="1"/>
          </p:cNvSpPr>
          <p:nvPr>
            <p:ph type="sldNum" sz="quarter" idx="12"/>
          </p:nvPr>
        </p:nvSpPr>
        <p:spPr/>
        <p:txBody>
          <a:bodyPr/>
          <a:lstStyle/>
          <a:p>
            <a:pPr algn="r"/>
            <a:fld id="{F7021451-1387-4CA6-816F-3879F97B5CBC}" type="slidenum">
              <a:rPr lang="en-US" b="0" smtClean="0"/>
              <a:t>‹#›</a:t>
            </a:fld>
            <a:endParaRPr lang="en-US"/>
          </a:p>
        </p:txBody>
      </p:sp>
    </p:spTree>
    <p:extLst>
      <p:ext uri="{BB962C8B-B14F-4D97-AF65-F5344CB8AC3E}">
        <p14:creationId xmlns:p14="http://schemas.microsoft.com/office/powerpoint/2010/main" val="1722282522"/>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D59ED99-1909-44C9-3405-65B6DCA6C973}"/>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77D473C6-6A4B-64F1-987E-DBD00F1EAD3C}"/>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A35DD2F1-71D6-6A82-F540-7D4D10830EF1}"/>
              </a:ext>
            </a:extLst>
          </p:cNvPr>
          <p:cNvSpPr>
            <a:spLocks noGrp="1"/>
          </p:cNvSpPr>
          <p:nvPr>
            <p:ph type="dt" sz="half" idx="10"/>
          </p:nvPr>
        </p:nvSpPr>
        <p:spPr/>
        <p:txBody>
          <a:bodyPr/>
          <a:lstStyle/>
          <a:p>
            <a:fld id="{11EBB074-A963-024A-9190-32CF43C1033B}" type="datetimeFigureOut">
              <a:rPr kumimoji="1" lang="ja-JP" altLang="en-US" smtClean="0"/>
              <a:t>2026/10/5</a:t>
            </a:fld>
            <a:endParaRPr kumimoji="1" lang="ja-JP" altLang="en-US"/>
          </a:p>
        </p:txBody>
      </p:sp>
      <p:sp>
        <p:nvSpPr>
          <p:cNvPr id="5" name="フッター プレースホルダー 4">
            <a:extLst>
              <a:ext uri="{FF2B5EF4-FFF2-40B4-BE49-F238E27FC236}">
                <a16:creationId xmlns:a16="http://schemas.microsoft.com/office/drawing/2014/main" id="{C6B3286A-108A-4C7B-CBBE-B98847D9DB50}"/>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5F538D2B-6B1E-FC30-1B9F-EE44BCD6DF4F}"/>
              </a:ext>
            </a:extLst>
          </p:cNvPr>
          <p:cNvSpPr>
            <a:spLocks noGrp="1"/>
          </p:cNvSpPr>
          <p:nvPr>
            <p:ph type="sldNum" sz="quarter" idx="12"/>
          </p:nvPr>
        </p:nvSpPr>
        <p:spPr/>
        <p:txBody>
          <a:bodyPr/>
          <a:lstStyle/>
          <a:p>
            <a:pPr algn="r"/>
            <a:fld id="{F7021451-1387-4CA6-816F-3879F97B5CBC}" type="slidenum">
              <a:rPr lang="en-US" b="0" smtClean="0"/>
              <a:t>‹#›</a:t>
            </a:fld>
            <a:endParaRPr lang="en-US"/>
          </a:p>
        </p:txBody>
      </p:sp>
    </p:spTree>
    <p:extLst>
      <p:ext uri="{BB962C8B-B14F-4D97-AF65-F5344CB8AC3E}">
        <p14:creationId xmlns:p14="http://schemas.microsoft.com/office/powerpoint/2010/main" val="2351601916"/>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E2A2010C-894C-C01C-23E5-B1222B654C0B}"/>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262F3E55-BBB7-D4F4-7C8D-C33064154AC5}"/>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37A3521F-80C1-52E3-7790-68491F202F3A}"/>
              </a:ext>
            </a:extLst>
          </p:cNvPr>
          <p:cNvSpPr>
            <a:spLocks noGrp="1"/>
          </p:cNvSpPr>
          <p:nvPr>
            <p:ph type="dt" sz="half" idx="10"/>
          </p:nvPr>
        </p:nvSpPr>
        <p:spPr/>
        <p:txBody>
          <a:bodyPr/>
          <a:lstStyle/>
          <a:p>
            <a:fld id="{11EBB074-A963-024A-9190-32CF43C1033B}" type="datetimeFigureOut">
              <a:rPr kumimoji="1" lang="ja-JP" altLang="en-US" smtClean="0"/>
              <a:t>2026/10/5</a:t>
            </a:fld>
            <a:endParaRPr kumimoji="1" lang="ja-JP" altLang="en-US"/>
          </a:p>
        </p:txBody>
      </p:sp>
      <p:sp>
        <p:nvSpPr>
          <p:cNvPr id="5" name="フッター プレースホルダー 4">
            <a:extLst>
              <a:ext uri="{FF2B5EF4-FFF2-40B4-BE49-F238E27FC236}">
                <a16:creationId xmlns:a16="http://schemas.microsoft.com/office/drawing/2014/main" id="{1F1F088D-B6CA-AB81-63D5-88C9C51C0862}"/>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A6275873-3899-BC03-793A-50ADB2B87FED}"/>
              </a:ext>
            </a:extLst>
          </p:cNvPr>
          <p:cNvSpPr>
            <a:spLocks noGrp="1"/>
          </p:cNvSpPr>
          <p:nvPr>
            <p:ph type="sldNum" sz="quarter" idx="12"/>
          </p:nvPr>
        </p:nvSpPr>
        <p:spPr/>
        <p:txBody>
          <a:bodyPr/>
          <a:lstStyle/>
          <a:p>
            <a:pPr algn="r"/>
            <a:fld id="{F7021451-1387-4CA6-816F-3879F97B5CBC}" type="slidenum">
              <a:rPr lang="en-US" b="0" smtClean="0"/>
              <a:t>‹#›</a:t>
            </a:fld>
            <a:endParaRPr lang="en-US"/>
          </a:p>
        </p:txBody>
      </p:sp>
    </p:spTree>
    <p:extLst>
      <p:ext uri="{BB962C8B-B14F-4D97-AF65-F5344CB8AC3E}">
        <p14:creationId xmlns:p14="http://schemas.microsoft.com/office/powerpoint/2010/main" val="726435926"/>
      </p:ext>
    </p:extLst>
  </p:cSld>
  <p:clrMapOvr>
    <a:masterClrMapping/>
  </p:clrMapOvr>
  <p:hf sldNum="0"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TITLE">
    <p:spTree>
      <p:nvGrpSpPr>
        <p:cNvPr id="1" name=""/>
        <p:cNvGrpSpPr/>
        <p:nvPr/>
      </p:nvGrpSpPr>
      <p:grpSpPr>
        <a:xfrm>
          <a:off x="0" y="0"/>
          <a:ext cx="0" cy="0"/>
          <a:chOff x="0" y="0"/>
          <a:chExt cx="0" cy="0"/>
        </a:xfrm>
      </p:grpSpPr>
      <p:sp>
        <p:nvSpPr>
          <p:cNvPr id="3" name="Text 1"/>
          <p:cNvSpPr>
            <a:spLocks noGrp="1"/>
          </p:cNvSpPr>
          <p:nvPr>
            <p:ph type="title" idx="101" hasCustomPrompt="1"/>
          </p:nvPr>
        </p:nvSpPr>
        <p:spPr>
          <a:xfrm>
            <a:off x="731520" y="1737360"/>
            <a:ext cx="10698480" cy="1645920"/>
          </a:xfrm>
          <a:prstGeom prst="rect">
            <a:avLst/>
          </a:prstGeom>
          <a:noFill/>
          <a:ln/>
        </p:spPr>
        <p:txBody>
          <a:bodyPr wrap="square" rtlCol="0"/>
          <a:lstStyle>
            <a:lvl1pPr marL="0" indent="0" algn="l">
              <a:buNone/>
              <a:defRPr lang="en-US" sz="3600" b="1" dirty="0">
                <a:solidFill>
                  <a:schemeClr val="bg1"/>
                </a:solidFill>
              </a:defRPr>
            </a:lvl1pPr>
          </a:lstStyle>
          <a:p>
            <a:pPr marL="0" indent="0" algn="l">
              <a:buNone/>
            </a:pPr>
            <a:endParaRPr lang="en-US" sz="3600" dirty="0"/>
          </a:p>
        </p:txBody>
      </p:sp>
      <p:sp>
        <p:nvSpPr>
          <p:cNvPr id="4" name="Text 1"/>
          <p:cNvSpPr>
            <a:spLocks noGrp="1"/>
          </p:cNvSpPr>
          <p:nvPr>
            <p:ph type="body" idx="102" hasCustomPrompt="1"/>
          </p:nvPr>
        </p:nvSpPr>
        <p:spPr>
          <a:xfrm>
            <a:off x="731520" y="3566160"/>
            <a:ext cx="10698480" cy="640080"/>
          </a:xfrm>
          <a:prstGeom prst="rect">
            <a:avLst/>
          </a:prstGeom>
          <a:noFill/>
          <a:ln/>
        </p:spPr>
        <p:txBody>
          <a:bodyPr wrap="square" rtlCol="0"/>
          <a:lstStyle>
            <a:lvl1pPr marL="0" indent="0" algn="l">
              <a:buNone/>
              <a:defRPr lang="en-US" sz="2000" dirty="0">
                <a:solidFill>
                  <a:schemeClr val="accent5"/>
                </a:solidFill>
              </a:defRPr>
            </a:lvl1pPr>
          </a:lstStyle>
          <a:p>
            <a:pPr marL="0" indent="0" algn="l">
              <a:buNone/>
            </a:pPr>
            <a:endParaRPr lang="en-US" sz="2000" dirty="0"/>
          </a:p>
        </p:txBody>
      </p:sp>
    </p:spTree>
    <p:extLst>
      <p:ext uri="{BB962C8B-B14F-4D97-AF65-F5344CB8AC3E}">
        <p14:creationId xmlns:p14="http://schemas.microsoft.com/office/powerpoint/2010/main" val="205224739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cSld name="CONTENT">
    <p:spTree>
      <p:nvGrpSpPr>
        <p:cNvPr id="1" name=""/>
        <p:cNvGrpSpPr/>
        <p:nvPr/>
      </p:nvGrpSpPr>
      <p:grpSpPr>
        <a:xfrm>
          <a:off x="0" y="0"/>
          <a:ext cx="0" cy="0"/>
          <a:chOff x="0" y="0"/>
          <a:chExt cx="0" cy="0"/>
        </a:xfrm>
      </p:grpSpPr>
      <p:sp>
        <p:nvSpPr>
          <p:cNvPr id="3" name="Text 1"/>
          <p:cNvSpPr>
            <a:spLocks noGrp="1"/>
          </p:cNvSpPr>
          <p:nvPr>
            <p:ph type="title" idx="101" hasCustomPrompt="1"/>
          </p:nvPr>
        </p:nvSpPr>
        <p:spPr>
          <a:xfrm>
            <a:off x="548640" y="274320"/>
            <a:ext cx="11064240" cy="731520"/>
          </a:xfrm>
          <a:prstGeom prst="rect">
            <a:avLst/>
          </a:prstGeom>
          <a:noFill/>
          <a:ln/>
        </p:spPr>
        <p:txBody>
          <a:bodyPr wrap="square" rtlCol="0"/>
          <a:lstStyle>
            <a:lvl1pPr marL="0" indent="0" algn="l">
              <a:buNone/>
              <a:defRPr lang="en-US" sz="3000" b="1" dirty="0">
                <a:solidFill>
                  <a:schemeClr val="tx1"/>
                </a:solidFill>
              </a:defRPr>
            </a:lvl1pPr>
          </a:lstStyle>
          <a:p>
            <a:pPr marL="0" indent="0" algn="l">
              <a:buNone/>
            </a:pPr>
            <a:endParaRPr lang="en-US" sz="30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extLst>
      <p:ext uri="{BB962C8B-B14F-4D97-AF65-F5344CB8AC3E}">
        <p14:creationId xmlns:p14="http://schemas.microsoft.com/office/powerpoint/2010/main" val="186597682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cSld name="CLOSING">
    <p:spTree>
      <p:nvGrpSpPr>
        <p:cNvPr id="1" name=""/>
        <p:cNvGrpSpPr/>
        <p:nvPr/>
      </p:nvGrpSpPr>
      <p:grpSpPr>
        <a:xfrm>
          <a:off x="0" y="0"/>
          <a:ext cx="0" cy="0"/>
          <a:chOff x="0" y="0"/>
          <a:chExt cx="0" cy="0"/>
        </a:xfrm>
      </p:grpSpPr>
      <p:sp>
        <p:nvSpPr>
          <p:cNvPr id="3" name="Text 1"/>
          <p:cNvSpPr>
            <a:spLocks noGrp="1"/>
          </p:cNvSpPr>
          <p:nvPr>
            <p:ph type="title" idx="101" hasCustomPrompt="1"/>
          </p:nvPr>
        </p:nvSpPr>
        <p:spPr>
          <a:xfrm>
            <a:off x="548640" y="274320"/>
            <a:ext cx="11064240" cy="731520"/>
          </a:xfrm>
          <a:prstGeom prst="rect">
            <a:avLst/>
          </a:prstGeom>
          <a:noFill/>
          <a:ln/>
        </p:spPr>
        <p:txBody>
          <a:bodyPr wrap="square" rtlCol="0"/>
          <a:lstStyle>
            <a:lvl1pPr marL="0" indent="0" algn="l">
              <a:buNone/>
              <a:defRPr lang="en-US" sz="3000" b="1" dirty="0">
                <a:solidFill>
                  <a:schemeClr val="bg1"/>
                </a:solidFill>
              </a:defRPr>
            </a:lvl1pPr>
          </a:lstStyle>
          <a:p>
            <a:pPr marL="0" indent="0" algn="l">
              <a:buNone/>
            </a:pPr>
            <a:endParaRPr lang="en-US" sz="30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extLst>
      <p:ext uri="{BB962C8B-B14F-4D97-AF65-F5344CB8AC3E}">
        <p14:creationId xmlns:p14="http://schemas.microsoft.com/office/powerpoint/2010/main" val="2577568019"/>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157BD7FC-2850-0AFE-0FF5-E7877233E9F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24CABAA9-89B7-D1B5-E71D-5F84B9BC107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F45F85AC-1E0A-54BE-4459-86EB80F96ED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11EBB074-A963-024A-9190-32CF43C1033B}" type="datetimeFigureOut">
              <a:rPr kumimoji="1" lang="ja-JP" altLang="en-US" smtClean="0"/>
              <a:t>2026/10/5</a:t>
            </a:fld>
            <a:endParaRPr kumimoji="1" lang="ja-JP" altLang="en-US"/>
          </a:p>
        </p:txBody>
      </p:sp>
      <p:sp>
        <p:nvSpPr>
          <p:cNvPr id="5" name="フッター プレースホルダー 4">
            <a:extLst>
              <a:ext uri="{FF2B5EF4-FFF2-40B4-BE49-F238E27FC236}">
                <a16:creationId xmlns:a16="http://schemas.microsoft.com/office/drawing/2014/main" id="{5CE53CAD-A109-2298-9F36-1253FDD48A0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895D234F-B935-506B-6D06-05D602451BB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pPr algn="r"/>
            <a:fld id="{F7021451-1387-4CA6-816F-3879F97B5CBC}" type="slidenum">
              <a:rPr lang="en-US" b="0" smtClean="0"/>
              <a:t>‹#›</a:t>
            </a:fld>
            <a:endParaRPr lang="en-US"/>
          </a:p>
        </p:txBody>
      </p:sp>
    </p:spTree>
    <p:extLst>
      <p:ext uri="{BB962C8B-B14F-4D97-AF65-F5344CB8AC3E}">
        <p14:creationId xmlns:p14="http://schemas.microsoft.com/office/powerpoint/2010/main" val="3481266189"/>
      </p:ext>
    </p:extLst>
  </p:cSld>
  <p:clrMap bg1="lt1" tx1="dk1" bg2="lt2" tx2="dk2" accent1="accent1" accent2="accent2" accent3="accent3" accent4="accent4" accent5="accent5" accent6="accent6" hlink="hlink" folHlink="folHlink"/>
  <p:sldLayoutIdLst>
    <p:sldLayoutId id="2147483654" r:id="rId1"/>
    <p:sldLayoutId id="2147483655" r:id="rId2"/>
    <p:sldLayoutId id="2147483656" r:id="rId3"/>
    <p:sldLayoutId id="2147483657" r:id="rId4"/>
    <p:sldLayoutId id="2147483658" r:id="rId5"/>
    <p:sldLayoutId id="2147483659" r:id="rId6"/>
    <p:sldLayoutId id="2147483660" r:id="rId7"/>
    <p:sldLayoutId id="2147483661" r:id="rId8"/>
    <p:sldLayoutId id="2147483662" r:id="rId9"/>
    <p:sldLayoutId id="2147483663" r:id="rId10"/>
    <p:sldLayoutId id="2147483664" r:id="rId11"/>
    <p:sldLayoutId id="2147483665" r:id="rId12"/>
    <p:sldLayoutId id="2147483666" r:id="rId13"/>
    <p:sldLayoutId id="2147483667" r:id="rId14"/>
  </p:sldLayoutIdLst>
  <p:hf sldNum="0" hdr="0" ftr="0" dt="0"/>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3.xml"/><Relationship Id="rId3" Type="http://schemas.openxmlformats.org/officeDocument/2006/relationships/chart" Target="../charts/char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8.xml"/><Relationship Id="rId3" Type="http://schemas.openxmlformats.org/officeDocument/2006/relationships/chart" Target="../charts/char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1.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4.xml"/><Relationship Id="rId3" Type="http://schemas.openxmlformats.org/officeDocument/2006/relationships/chart" Target="../charts/chart3.xml"/><Relationship Id="rId4" Type="http://schemas.openxmlformats.org/officeDocument/2006/relationships/chart" Target="../charts/chart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6.xml"/><Relationship Id="rId3" Type="http://schemas.openxmlformats.org/officeDocument/2006/relationships/chart" Target="../charts/chart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7.xml"/><Relationship Id="rId3" Type="http://schemas.openxmlformats.org/officeDocument/2006/relationships/chart" Target="../charts/chart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Text 1"/>
          <p:cNvSpPr>
            <a:spLocks noGrp="1"/>
          </p:cNvSpPr>
          <p:nvPr>
            <p:ph type="title" idx="101"/>
          </p:nvPr>
        </p:nvSpPr>
        <p:spPr>
          <a:prstGeom prst="rect">
            <a:avLst/>
          </a:prstGeom>
          <a:noFill/>
          <a:ln/>
        </p:spPr>
        <p:txBody>
          <a:bodyPr wrap="square" rtlCol="0" anchor="b"/>
          <a:lstStyle/>
          <a:p>
            <a:pPr marL="0" indent="0" algn="l">
              <a:buNone/>
            </a:pPr>
            <a:r>
              <a:rPr lang="en-US" sz="3600" dirty="0" err="1">
                <a:solidFill>
                  <a:schemeClr val="tx1"/>
                </a:solidFill>
              </a:rPr>
              <a:t>多クラスに適用するLIME</a:t>
            </a:r>
            <a:endParaRPr lang="en-US" sz="3600" dirty="0">
              <a:solidFill>
                <a:schemeClr val="tx1"/>
              </a:solidFill>
            </a:endParaRPr>
          </a:p>
        </p:txBody>
      </p:sp>
      <p:sp>
        <p:nvSpPr>
          <p:cNvPr id="4" name="Text 1"/>
          <p:cNvSpPr>
            <a:spLocks noGrp="1"/>
          </p:cNvSpPr>
          <p:nvPr>
            <p:ph type="body" idx="102"/>
          </p:nvPr>
        </p:nvSpPr>
        <p:spPr>
          <a:prstGeom prst="rect">
            <a:avLst/>
          </a:prstGeom>
          <a:noFill/>
          <a:ln/>
        </p:spPr>
        <p:txBody>
          <a:bodyPr wrap="square" rtlCol="0">
            <a:normAutofit fontScale="85000" lnSpcReduction="20000"/>
          </a:bodyPr>
          <a:lstStyle/>
          <a:p>
            <a:pPr marL="0" indent="0" algn="l">
              <a:buNone/>
            </a:pPr>
            <a:r>
              <a:rPr lang="en-US" sz="2000" dirty="0" err="1">
                <a:solidFill>
                  <a:schemeClr val="tx1"/>
                </a:solidFill>
              </a:rPr>
              <a:t>池亀颯太</a:t>
            </a:r>
            <a:endParaRPr lang="en-US" sz="2000" dirty="0">
              <a:solidFill>
                <a:schemeClr val="tx1"/>
              </a:solidFill>
            </a:endParaRPr>
          </a:p>
          <a:p>
            <a:pPr marL="0" indent="0" algn="l">
              <a:buNone/>
            </a:pPr>
            <a:r>
              <a:rPr lang="en-US" dirty="0">
                <a:solidFill>
                  <a:schemeClr val="tx1"/>
                </a:solidFill>
              </a:rPr>
              <a:t>10月5日(</a:t>
            </a:r>
            <a:r>
              <a:rPr lang="en-US" dirty="0" err="1">
                <a:solidFill>
                  <a:schemeClr val="tx1"/>
                </a:solidFill>
              </a:rPr>
              <a:t>月</a:t>
            </a:r>
            <a:r>
              <a:rPr lang="en-US" dirty="0">
                <a:solidFill>
                  <a:schemeClr val="tx1"/>
                </a:solidFill>
              </a:rPr>
              <a:t>)</a:t>
            </a:r>
            <a:r>
              <a:rPr lang="en-US" dirty="0" err="1">
                <a:solidFill>
                  <a:schemeClr val="tx1"/>
                </a:solidFill>
              </a:rPr>
              <a:t>発表</a:t>
            </a:r>
            <a:endParaRPr lang="en-US" sz="2000" dirty="0">
              <a:solidFill>
                <a:schemeClr val="tx1"/>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a:spLocks noGrp="1"/>
          </p:cNvSpPr>
          <p:nvPr>
            <p:ph type="title" idx="101"/>
          </p:nvPr>
        </p:nvSpPr>
        <p:spPr>
          <a:prstGeom prst="rect">
            <a:avLst/>
          </a:prstGeom>
          <a:noFill/>
          <a:ln/>
        </p:spPr>
        <p:txBody>
          <a:bodyPr wrap="square" lIns="0" tIns="0" rIns="0" bIns="0" rtlCol="0" anchor="ctr"/>
          <a:lstStyle/>
          <a:p>
            <a:pPr marL="0" indent="0" algn="l">
              <a:buNone/>
            </a:pPr>
            <a:r>
              <a:rPr lang="en-US" sz="3000" b="1" dirty="0">
                <a:solidFill>
                  <a:schemeClr val="tx1"/>
                </a:solidFill>
              </a:rPr>
              <a:t>目次</a:t>
            </a:r>
            <a:endParaRPr lang="en-US" sz="30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5"/>
                </a:solidFill>
              </a:defRPr>
            </a:lvl1pPr>
          </a:lstStyle>
          <a:p>
            <a:pPr algn="r"/>
            <a:fld id="{F7021451-1387-4CA6-816F-3879F97B5CBC}" type="slidenum">
              <a:rPr lang="en-US" b="0"/>
              <a:t>2</a:t>
            </a:fld>
            <a:endParaRPr lang="en-US"/>
          </a:p>
        </p:txBody>
      </p:sp>
      <p:sp>
        <p:nvSpPr>
          <p:cNvPr id="4" name="Shape 1"/>
          <p:cNvSpPr/>
          <p:nvPr/>
        </p:nvSpPr>
        <p:spPr>
          <a:xfrm>
            <a:off x="548640" y="1216152"/>
            <a:ext cx="11064240" cy="868680"/>
          </a:xfrm>
          <a:prstGeom prst="roundRect">
            <a:avLst>
              <a:gd name="adj" fmla="val 12632"/>
            </a:avLst>
          </a:prstGeom>
          <a:noFill/>
          <a:ln w="28575">
            <a:solidFill>
              <a:schemeClr val="accent2"/>
            </a:solidFill>
            <a:prstDash val="solid"/>
          </a:ln>
        </p:spPr>
        <p:txBody>
          <a:bodyPr/>
          <a:lstStyle/>
          <a:p>
            <a:endParaRPr lang="ja-JP" altLang="en-US"/>
          </a:p>
        </p:txBody>
      </p:sp>
      <p:sp>
        <p:nvSpPr>
          <p:cNvPr id="5" name="Shape 2"/>
          <p:cNvSpPr/>
          <p:nvPr/>
        </p:nvSpPr>
        <p:spPr>
          <a:xfrm>
            <a:off x="822960" y="1371600"/>
            <a:ext cx="548640" cy="548640"/>
          </a:xfrm>
          <a:prstGeom prst="ellipse">
            <a:avLst/>
          </a:prstGeom>
          <a:solidFill>
            <a:schemeClr val="accent1"/>
          </a:solidFill>
          <a:ln w="12700">
            <a:solidFill>
              <a:schemeClr val="accent1"/>
            </a:solidFill>
            <a:prstDash val="solid"/>
          </a:ln>
        </p:spPr>
        <p:txBody>
          <a:bodyPr/>
          <a:lstStyle/>
          <a:p>
            <a:endParaRPr lang="ja-JP" altLang="en-US"/>
          </a:p>
        </p:txBody>
      </p:sp>
      <p:sp>
        <p:nvSpPr>
          <p:cNvPr id="6" name="Text 3"/>
          <p:cNvSpPr txBox="1"/>
          <p:nvPr/>
        </p:nvSpPr>
        <p:spPr>
          <a:xfrm>
            <a:off x="822960" y="1371600"/>
            <a:ext cx="548640" cy="548640"/>
          </a:xfrm>
          <a:prstGeom prst="rect">
            <a:avLst/>
          </a:prstGeom>
          <a:noFill/>
          <a:ln/>
        </p:spPr>
        <p:txBody>
          <a:bodyPr wrap="square" lIns="0" tIns="0" rIns="0" bIns="0" rtlCol="0" anchor="ctr"/>
          <a:lstStyle/>
          <a:p>
            <a:pPr marL="0" indent="0" algn="ctr">
              <a:buNone/>
            </a:pPr>
            <a:r>
              <a:rPr lang="en-US" sz="2000" b="1" dirty="0">
                <a:solidFill>
                  <a:schemeClr val="bg1"/>
                </a:solidFill>
              </a:rPr>
              <a:t>1</a:t>
            </a:r>
            <a:endParaRPr lang="en-US" sz="2000" dirty="0"/>
          </a:p>
        </p:txBody>
      </p:sp>
      <p:sp>
        <p:nvSpPr>
          <p:cNvPr id="7" name="Text 4"/>
          <p:cNvSpPr txBox="1"/>
          <p:nvPr/>
        </p:nvSpPr>
        <p:spPr>
          <a:xfrm>
            <a:off x="1645920" y="1325880"/>
            <a:ext cx="3291840" cy="640080"/>
          </a:xfrm>
          <a:prstGeom prst="rect">
            <a:avLst/>
          </a:prstGeom>
          <a:noFill/>
          <a:ln/>
        </p:spPr>
        <p:txBody>
          <a:bodyPr wrap="square" lIns="0" tIns="0" rIns="0" bIns="0" rtlCol="0" anchor="ctr"/>
          <a:lstStyle/>
          <a:p>
            <a:pPr marL="0" indent="0">
              <a:buNone/>
            </a:pPr>
            <a:r>
              <a:rPr lang="en-US" sz="2400" b="1" dirty="0">
                <a:solidFill>
                  <a:schemeClr val="tx1"/>
                </a:solidFill>
              </a:rPr>
              <a:t>導入</a:t>
            </a:r>
            <a:endParaRPr lang="en-US" sz="2400" dirty="0"/>
          </a:p>
        </p:txBody>
      </p:sp>
      <p:sp>
        <p:nvSpPr>
          <p:cNvPr id="8" name="Text 5"/>
          <p:cNvSpPr txBox="1"/>
          <p:nvPr/>
        </p:nvSpPr>
        <p:spPr>
          <a:xfrm>
            <a:off x="4937760" y="1325880"/>
            <a:ext cx="6492240" cy="640080"/>
          </a:xfrm>
          <a:prstGeom prst="rect">
            <a:avLst/>
          </a:prstGeom>
          <a:noFill/>
          <a:ln/>
        </p:spPr>
        <p:txBody>
          <a:bodyPr wrap="square" lIns="0" tIns="0" rIns="0" bIns="0" rtlCol="0" anchor="ctr"/>
          <a:lstStyle/>
          <a:p>
            <a:pPr marL="0" indent="0">
              <a:buNone/>
            </a:pPr>
            <a:r>
              <a:rPr lang="en-US" sz="1600" dirty="0">
                <a:solidFill>
                  <a:schemeClr val="tx2"/>
                </a:solidFill>
              </a:rPr>
              <a:t>今日の問い</a:t>
            </a:r>
            <a:endParaRPr lang="en-US" sz="1600" dirty="0"/>
          </a:p>
        </p:txBody>
      </p:sp>
      <p:sp>
        <p:nvSpPr>
          <p:cNvPr id="9" name="Shape 6"/>
          <p:cNvSpPr/>
          <p:nvPr/>
        </p:nvSpPr>
        <p:spPr>
          <a:xfrm>
            <a:off x="822960" y="2331720"/>
            <a:ext cx="548640" cy="548640"/>
          </a:xfrm>
          <a:prstGeom prst="ellipse">
            <a:avLst/>
          </a:prstGeom>
          <a:solidFill>
            <a:schemeClr val="accent5">
              <a:alpha val="45000"/>
            </a:schemeClr>
          </a:solidFill>
          <a:ln w="12700">
            <a:solidFill>
              <a:schemeClr val="accent5">
                <a:alpha val="45000"/>
              </a:schemeClr>
            </a:solidFill>
            <a:prstDash val="solid"/>
          </a:ln>
        </p:spPr>
        <p:txBody>
          <a:bodyPr/>
          <a:lstStyle/>
          <a:p>
            <a:endParaRPr lang="ja-JP" altLang="en-US"/>
          </a:p>
        </p:txBody>
      </p:sp>
      <p:sp>
        <p:nvSpPr>
          <p:cNvPr id="10" name="Text 7"/>
          <p:cNvSpPr txBox="1"/>
          <p:nvPr/>
        </p:nvSpPr>
        <p:spPr>
          <a:xfrm>
            <a:off x="822960" y="2331720"/>
            <a:ext cx="548640" cy="548640"/>
          </a:xfrm>
          <a:prstGeom prst="rect">
            <a:avLst/>
          </a:prstGeom>
          <a:noFill/>
          <a:ln/>
        </p:spPr>
        <p:txBody>
          <a:bodyPr wrap="square" lIns="0" tIns="0" rIns="0" bIns="0" rtlCol="0" anchor="ctr"/>
          <a:lstStyle/>
          <a:p>
            <a:pPr marL="0" indent="0" algn="ctr">
              <a:buNone/>
            </a:pPr>
            <a:r>
              <a:rPr lang="en-US" sz="2000" b="1" dirty="0">
                <a:solidFill>
                  <a:schemeClr val="bg1"/>
                </a:solidFill>
              </a:rPr>
              <a:t>2</a:t>
            </a:r>
            <a:endParaRPr lang="en-US" sz="2000" dirty="0"/>
          </a:p>
        </p:txBody>
      </p:sp>
      <p:sp>
        <p:nvSpPr>
          <p:cNvPr id="11" name="Text 8"/>
          <p:cNvSpPr txBox="1"/>
          <p:nvPr/>
        </p:nvSpPr>
        <p:spPr>
          <a:xfrm>
            <a:off x="1645920" y="2286000"/>
            <a:ext cx="3291840" cy="640080"/>
          </a:xfrm>
          <a:prstGeom prst="rect">
            <a:avLst/>
          </a:prstGeom>
          <a:noFill/>
          <a:ln/>
        </p:spPr>
        <p:txBody>
          <a:bodyPr wrap="square" lIns="0" tIns="0" rIns="0" bIns="0" rtlCol="0" anchor="ctr"/>
          <a:lstStyle/>
          <a:p>
            <a:pPr marL="0" indent="0">
              <a:buNone/>
            </a:pPr>
            <a:r>
              <a:rPr lang="en-US" sz="2400" b="1" dirty="0">
                <a:solidFill>
                  <a:schemeClr val="tx1">
                    <a:alpha val="30000"/>
                  </a:schemeClr>
                </a:solidFill>
              </a:rPr>
              <a:t>問題と発想</a:t>
            </a:r>
            <a:endParaRPr lang="en-US" sz="2400" dirty="0"/>
          </a:p>
        </p:txBody>
      </p:sp>
      <p:sp>
        <p:nvSpPr>
          <p:cNvPr id="12" name="Text 9"/>
          <p:cNvSpPr txBox="1"/>
          <p:nvPr/>
        </p:nvSpPr>
        <p:spPr>
          <a:xfrm>
            <a:off x="4937760" y="2286000"/>
            <a:ext cx="6492240" cy="640080"/>
          </a:xfrm>
          <a:prstGeom prst="rect">
            <a:avLst/>
          </a:prstGeom>
          <a:noFill/>
          <a:ln/>
        </p:spPr>
        <p:txBody>
          <a:bodyPr wrap="square" lIns="0" tIns="0" rIns="0" bIns="0" rtlCol="0" anchor="ctr"/>
          <a:lstStyle/>
          <a:p>
            <a:pPr marL="0" indent="0">
              <a:buNone/>
            </a:pPr>
            <a:r>
              <a:rPr lang="en-US" sz="1600" dirty="0">
                <a:solidFill>
                  <a:schemeClr val="tx1">
                    <a:alpha val="25000"/>
                  </a:schemeClr>
                </a:solidFill>
              </a:rPr>
              <a:t>LIMEのおさらい，多クラスLIMEの問題，クラス側をまとめる発想，目標</a:t>
            </a:r>
            <a:endParaRPr lang="en-US" sz="1600" dirty="0"/>
          </a:p>
        </p:txBody>
      </p:sp>
      <p:sp>
        <p:nvSpPr>
          <p:cNvPr id="13" name="Shape 10"/>
          <p:cNvSpPr/>
          <p:nvPr/>
        </p:nvSpPr>
        <p:spPr>
          <a:xfrm>
            <a:off x="822960" y="3291840"/>
            <a:ext cx="548640" cy="548640"/>
          </a:xfrm>
          <a:prstGeom prst="ellipse">
            <a:avLst/>
          </a:prstGeom>
          <a:solidFill>
            <a:schemeClr val="accent5">
              <a:alpha val="45000"/>
            </a:schemeClr>
          </a:solidFill>
          <a:ln w="12700">
            <a:solidFill>
              <a:schemeClr val="accent5">
                <a:alpha val="45000"/>
              </a:schemeClr>
            </a:solidFill>
            <a:prstDash val="solid"/>
          </a:ln>
        </p:spPr>
        <p:txBody>
          <a:bodyPr/>
          <a:lstStyle/>
          <a:p>
            <a:endParaRPr lang="ja-JP" altLang="en-US"/>
          </a:p>
        </p:txBody>
      </p:sp>
      <p:sp>
        <p:nvSpPr>
          <p:cNvPr id="14" name="Text 11"/>
          <p:cNvSpPr txBox="1"/>
          <p:nvPr/>
        </p:nvSpPr>
        <p:spPr>
          <a:xfrm>
            <a:off x="822960" y="3291840"/>
            <a:ext cx="548640" cy="548640"/>
          </a:xfrm>
          <a:prstGeom prst="rect">
            <a:avLst/>
          </a:prstGeom>
          <a:noFill/>
          <a:ln/>
        </p:spPr>
        <p:txBody>
          <a:bodyPr wrap="square" lIns="0" tIns="0" rIns="0" bIns="0" rtlCol="0" anchor="ctr"/>
          <a:lstStyle/>
          <a:p>
            <a:pPr marL="0" indent="0" algn="ctr">
              <a:buNone/>
            </a:pPr>
            <a:r>
              <a:rPr lang="en-US" sz="2000" b="1" dirty="0">
                <a:solidFill>
                  <a:schemeClr val="bg1"/>
                </a:solidFill>
              </a:rPr>
              <a:t>3</a:t>
            </a:r>
            <a:endParaRPr lang="en-US" sz="2000" dirty="0"/>
          </a:p>
        </p:txBody>
      </p:sp>
      <p:sp>
        <p:nvSpPr>
          <p:cNvPr id="15" name="Text 12"/>
          <p:cNvSpPr txBox="1"/>
          <p:nvPr/>
        </p:nvSpPr>
        <p:spPr>
          <a:xfrm>
            <a:off x="1645920" y="3246120"/>
            <a:ext cx="3291840" cy="640080"/>
          </a:xfrm>
          <a:prstGeom prst="rect">
            <a:avLst/>
          </a:prstGeom>
          <a:noFill/>
          <a:ln/>
        </p:spPr>
        <p:txBody>
          <a:bodyPr wrap="square" lIns="0" tIns="0" rIns="0" bIns="0" rtlCol="0" anchor="ctr"/>
          <a:lstStyle/>
          <a:p>
            <a:pPr marL="0" indent="0">
              <a:buNone/>
            </a:pPr>
            <a:r>
              <a:rPr lang="en-US" sz="2400" b="1" dirty="0">
                <a:solidFill>
                  <a:schemeClr val="tx1">
                    <a:alpha val="30000"/>
                  </a:schemeClr>
                </a:solidFill>
              </a:rPr>
              <a:t>手法と仮定</a:t>
            </a:r>
            <a:endParaRPr lang="en-US" sz="2400" dirty="0"/>
          </a:p>
        </p:txBody>
      </p:sp>
      <p:sp>
        <p:nvSpPr>
          <p:cNvPr id="16" name="Text 13"/>
          <p:cNvSpPr txBox="1"/>
          <p:nvPr/>
        </p:nvSpPr>
        <p:spPr>
          <a:xfrm>
            <a:off x="4937760" y="3246120"/>
            <a:ext cx="6492240" cy="640080"/>
          </a:xfrm>
          <a:prstGeom prst="rect">
            <a:avLst/>
          </a:prstGeom>
          <a:noFill/>
          <a:ln/>
        </p:spPr>
        <p:txBody>
          <a:bodyPr wrap="square" lIns="0" tIns="0" rIns="0" bIns="0" rtlCol="0" anchor="ctr"/>
          <a:lstStyle/>
          <a:p>
            <a:pPr marL="0" indent="0">
              <a:buNone/>
            </a:pPr>
            <a:r>
              <a:rPr lang="en-US" sz="1600" dirty="0">
                <a:solidFill>
                  <a:schemeClr val="tx1">
                    <a:alpha val="25000"/>
                  </a:schemeClr>
                </a:solidFill>
              </a:rPr>
              <a:t>手順，成り立つための仮定</a:t>
            </a:r>
            <a:endParaRPr lang="en-US" sz="1600" dirty="0"/>
          </a:p>
        </p:txBody>
      </p:sp>
      <p:sp>
        <p:nvSpPr>
          <p:cNvPr id="17" name="Shape 14"/>
          <p:cNvSpPr/>
          <p:nvPr/>
        </p:nvSpPr>
        <p:spPr>
          <a:xfrm>
            <a:off x="822960" y="4251960"/>
            <a:ext cx="548640" cy="548640"/>
          </a:xfrm>
          <a:prstGeom prst="ellipse">
            <a:avLst/>
          </a:prstGeom>
          <a:solidFill>
            <a:schemeClr val="accent5">
              <a:alpha val="45000"/>
            </a:schemeClr>
          </a:solidFill>
          <a:ln w="12700">
            <a:solidFill>
              <a:schemeClr val="accent5">
                <a:alpha val="45000"/>
              </a:schemeClr>
            </a:solidFill>
            <a:prstDash val="solid"/>
          </a:ln>
        </p:spPr>
        <p:txBody>
          <a:bodyPr/>
          <a:lstStyle/>
          <a:p>
            <a:endParaRPr lang="ja-JP" altLang="en-US"/>
          </a:p>
        </p:txBody>
      </p:sp>
      <p:sp>
        <p:nvSpPr>
          <p:cNvPr id="18" name="Text 15"/>
          <p:cNvSpPr txBox="1"/>
          <p:nvPr/>
        </p:nvSpPr>
        <p:spPr>
          <a:xfrm>
            <a:off x="822960" y="4251960"/>
            <a:ext cx="548640" cy="548640"/>
          </a:xfrm>
          <a:prstGeom prst="rect">
            <a:avLst/>
          </a:prstGeom>
          <a:noFill/>
          <a:ln/>
        </p:spPr>
        <p:txBody>
          <a:bodyPr wrap="square" lIns="0" tIns="0" rIns="0" bIns="0" rtlCol="0" anchor="ctr"/>
          <a:lstStyle/>
          <a:p>
            <a:pPr marL="0" indent="0" algn="ctr">
              <a:buNone/>
            </a:pPr>
            <a:r>
              <a:rPr lang="en-US" sz="2000" b="1" dirty="0">
                <a:solidFill>
                  <a:schemeClr val="bg1"/>
                </a:solidFill>
              </a:rPr>
              <a:t>4</a:t>
            </a:r>
            <a:endParaRPr lang="en-US" sz="2000" dirty="0"/>
          </a:p>
        </p:txBody>
      </p:sp>
      <p:sp>
        <p:nvSpPr>
          <p:cNvPr id="19" name="Text 16"/>
          <p:cNvSpPr txBox="1"/>
          <p:nvPr/>
        </p:nvSpPr>
        <p:spPr>
          <a:xfrm>
            <a:off x="1645920" y="4206240"/>
            <a:ext cx="3291840" cy="640080"/>
          </a:xfrm>
          <a:prstGeom prst="rect">
            <a:avLst/>
          </a:prstGeom>
          <a:noFill/>
          <a:ln/>
        </p:spPr>
        <p:txBody>
          <a:bodyPr wrap="square" lIns="0" tIns="0" rIns="0" bIns="0" rtlCol="0" anchor="ctr"/>
          <a:lstStyle/>
          <a:p>
            <a:pPr marL="0" indent="0">
              <a:buNone/>
            </a:pPr>
            <a:r>
              <a:rPr lang="en-US" sz="2400" b="1" dirty="0">
                <a:solidFill>
                  <a:schemeClr val="tx1">
                    <a:alpha val="30000"/>
                  </a:schemeClr>
                </a:solidFill>
              </a:rPr>
              <a:t>実験</a:t>
            </a:r>
            <a:endParaRPr lang="en-US" sz="2400" dirty="0"/>
          </a:p>
        </p:txBody>
      </p:sp>
      <p:sp>
        <p:nvSpPr>
          <p:cNvPr id="20" name="Text 17"/>
          <p:cNvSpPr txBox="1"/>
          <p:nvPr/>
        </p:nvSpPr>
        <p:spPr>
          <a:xfrm>
            <a:off x="4937760" y="4206240"/>
            <a:ext cx="6492240" cy="640080"/>
          </a:xfrm>
          <a:prstGeom prst="rect">
            <a:avLst/>
          </a:prstGeom>
          <a:noFill/>
          <a:ln/>
        </p:spPr>
        <p:txBody>
          <a:bodyPr wrap="square" lIns="0" tIns="0" rIns="0" bIns="0" rtlCol="0" anchor="ctr"/>
          <a:lstStyle/>
          <a:p>
            <a:pPr marL="0" indent="0">
              <a:buNone/>
            </a:pPr>
            <a:r>
              <a:rPr lang="en-US" sz="1600" dirty="0">
                <a:solidFill>
                  <a:schemeClr val="tx1">
                    <a:alpha val="25000"/>
                  </a:schemeClr>
                </a:solidFill>
              </a:rPr>
              <a:t>仮定の確かめ方，実験の設定，結果</a:t>
            </a:r>
            <a:endParaRPr lang="en-US" sz="1600" dirty="0"/>
          </a:p>
        </p:txBody>
      </p:sp>
      <p:sp>
        <p:nvSpPr>
          <p:cNvPr id="21" name="Shape 18"/>
          <p:cNvSpPr/>
          <p:nvPr/>
        </p:nvSpPr>
        <p:spPr>
          <a:xfrm>
            <a:off x="822960" y="5212080"/>
            <a:ext cx="548640" cy="548640"/>
          </a:xfrm>
          <a:prstGeom prst="ellipse">
            <a:avLst/>
          </a:prstGeom>
          <a:solidFill>
            <a:schemeClr val="accent5">
              <a:alpha val="45000"/>
            </a:schemeClr>
          </a:solidFill>
          <a:ln w="12700">
            <a:solidFill>
              <a:schemeClr val="accent5">
                <a:alpha val="45000"/>
              </a:schemeClr>
            </a:solidFill>
            <a:prstDash val="solid"/>
          </a:ln>
        </p:spPr>
        <p:txBody>
          <a:bodyPr/>
          <a:lstStyle/>
          <a:p>
            <a:endParaRPr lang="ja-JP" altLang="en-US"/>
          </a:p>
        </p:txBody>
      </p:sp>
      <p:sp>
        <p:nvSpPr>
          <p:cNvPr id="22" name="Text 19"/>
          <p:cNvSpPr txBox="1"/>
          <p:nvPr/>
        </p:nvSpPr>
        <p:spPr>
          <a:xfrm>
            <a:off x="822960" y="5212080"/>
            <a:ext cx="548640" cy="548640"/>
          </a:xfrm>
          <a:prstGeom prst="rect">
            <a:avLst/>
          </a:prstGeom>
          <a:noFill/>
          <a:ln/>
        </p:spPr>
        <p:txBody>
          <a:bodyPr wrap="square" lIns="0" tIns="0" rIns="0" bIns="0" rtlCol="0" anchor="ctr"/>
          <a:lstStyle/>
          <a:p>
            <a:pPr marL="0" indent="0" algn="ctr">
              <a:buNone/>
            </a:pPr>
            <a:r>
              <a:rPr lang="en-US" sz="2000" b="1" dirty="0">
                <a:solidFill>
                  <a:schemeClr val="bg1"/>
                </a:solidFill>
              </a:rPr>
              <a:t>5</a:t>
            </a:r>
            <a:endParaRPr lang="en-US" sz="2000" dirty="0"/>
          </a:p>
        </p:txBody>
      </p:sp>
      <p:sp>
        <p:nvSpPr>
          <p:cNvPr id="23" name="Text 20"/>
          <p:cNvSpPr txBox="1"/>
          <p:nvPr/>
        </p:nvSpPr>
        <p:spPr>
          <a:xfrm>
            <a:off x="1645920" y="5166360"/>
            <a:ext cx="3291840" cy="640080"/>
          </a:xfrm>
          <a:prstGeom prst="rect">
            <a:avLst/>
          </a:prstGeom>
          <a:noFill/>
          <a:ln/>
        </p:spPr>
        <p:txBody>
          <a:bodyPr wrap="square" lIns="0" tIns="0" rIns="0" bIns="0" rtlCol="0" anchor="ctr"/>
          <a:lstStyle/>
          <a:p>
            <a:pPr marL="0" indent="0">
              <a:buNone/>
            </a:pPr>
            <a:r>
              <a:rPr lang="en-US" sz="2400" b="1" dirty="0">
                <a:solidFill>
                  <a:schemeClr val="tx1">
                    <a:alpha val="30000"/>
                  </a:schemeClr>
                </a:solidFill>
              </a:rPr>
              <a:t>課題と今後</a:t>
            </a:r>
            <a:endParaRPr lang="en-US" sz="2400" dirty="0"/>
          </a:p>
        </p:txBody>
      </p:sp>
      <p:sp>
        <p:nvSpPr>
          <p:cNvPr id="24" name="Text 21"/>
          <p:cNvSpPr txBox="1"/>
          <p:nvPr/>
        </p:nvSpPr>
        <p:spPr>
          <a:xfrm>
            <a:off x="4937760" y="5166360"/>
            <a:ext cx="6492240" cy="640080"/>
          </a:xfrm>
          <a:prstGeom prst="rect">
            <a:avLst/>
          </a:prstGeom>
          <a:noFill/>
          <a:ln/>
        </p:spPr>
        <p:txBody>
          <a:bodyPr wrap="square" lIns="0" tIns="0" rIns="0" bIns="0" rtlCol="0" anchor="ctr"/>
          <a:lstStyle/>
          <a:p>
            <a:pPr marL="0" indent="0">
              <a:buNone/>
            </a:pPr>
            <a:r>
              <a:rPr lang="en-US" sz="1600" dirty="0">
                <a:solidFill>
                  <a:schemeClr val="tx1">
                    <a:alpha val="25000"/>
                  </a:schemeClr>
                </a:solidFill>
              </a:rPr>
              <a:t>課題，今後の計画</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a:spLocks noGrp="1"/>
          </p:cNvSpPr>
          <p:nvPr>
            <p:ph type="title" idx="101"/>
          </p:nvPr>
        </p:nvSpPr>
        <p:spPr>
          <a:prstGeom prst="rect">
            <a:avLst/>
          </a:prstGeom>
          <a:noFill/>
          <a:ln/>
        </p:spPr>
        <p:txBody>
          <a:bodyPr wrap="square" lIns="0" tIns="0" rIns="0" bIns="0" rtlCol="0" anchor="ctr"/>
          <a:lstStyle/>
          <a:p>
            <a:pPr marL="0" indent="0" algn="l">
              <a:buNone/>
            </a:pPr>
            <a:r>
              <a:rPr lang="en-US" sz="3000" b="1" dirty="0">
                <a:solidFill>
                  <a:schemeClr val="tx1"/>
                </a:solidFill>
              </a:rPr>
              <a:t>今日の問い</a:t>
            </a:r>
            <a:endParaRPr lang="en-US" sz="3000" dirty="0"/>
          </a:p>
        </p:txBody>
      </p:sp>
      <p:sp>
        <p:nvSpPr>
          <p:cNvPr id="3"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5"/>
                </a:solidFill>
              </a:defRPr>
            </a:lvl1pPr>
          </a:lstStyle>
          <a:p>
            <a:pPr algn="r"/>
            <a:fld id="{F7021451-1387-4CA6-816F-3879F97B5CBC}" type="slidenum">
              <a:rPr lang="en-US" b="0"/>
              <a:t>3</a:t>
            </a:fld>
            <a:endParaRPr lang="en-US"/>
          </a:p>
        </p:txBody>
      </p:sp>
      <p:sp>
        <p:nvSpPr>
          <p:cNvPr id="4" name="Text 1"/>
          <p:cNvSpPr txBox="1"/>
          <p:nvPr/>
        </p:nvSpPr>
        <p:spPr>
          <a:xfrm>
            <a:off x="548640" y="1188720"/>
            <a:ext cx="10972800" cy="365760"/>
          </a:xfrm>
          <a:prstGeom prst="rect">
            <a:avLst/>
          </a:prstGeom>
          <a:noFill/>
          <a:ln/>
        </p:spPr>
        <p:txBody>
          <a:bodyPr wrap="square" lIns="0" tIns="0" rIns="0" bIns="0" rtlCol="0" anchor="t"/>
          <a:lstStyle/>
          <a:p>
            <a:pPr marL="0" indent="0">
              <a:buNone/>
            </a:pPr>
            <a:r>
              <a:rPr lang="en-US" sz="1800" dirty="0">
                <a:solidFill>
                  <a:schemeClr val="tx2"/>
                </a:solidFill>
              </a:rPr>
              <a:t>手書き数字を0〜9に分類するAIが，ある画像に次の確率を出した</a:t>
            </a:r>
            <a:endParaRPr lang="en-US" sz="1800" dirty="0"/>
          </a:p>
        </p:txBody>
      </p:sp>
      <p:sp>
        <p:nvSpPr>
          <p:cNvPr id="5" name="Shape 2"/>
          <p:cNvSpPr/>
          <p:nvPr/>
        </p:nvSpPr>
        <p:spPr>
          <a:xfrm>
            <a:off x="822960" y="1828800"/>
            <a:ext cx="356616" cy="356616"/>
          </a:xfrm>
          <a:prstGeom prst="rect">
            <a:avLst/>
          </a:prstGeom>
          <a:solidFill>
            <a:schemeClr val="tx1">
              <a:alpha val="0"/>
            </a:schemeClr>
          </a:solidFill>
          <a:ln w="6350">
            <a:solidFill>
              <a:schemeClr val="bg1"/>
            </a:solidFill>
            <a:prstDash val="solid"/>
          </a:ln>
        </p:spPr>
        <p:txBody>
          <a:bodyPr/>
          <a:lstStyle/>
          <a:p>
            <a:endParaRPr lang="ja-JP" altLang="en-US"/>
          </a:p>
        </p:txBody>
      </p:sp>
      <p:sp>
        <p:nvSpPr>
          <p:cNvPr id="6" name="Shape 3"/>
          <p:cNvSpPr/>
          <p:nvPr/>
        </p:nvSpPr>
        <p:spPr>
          <a:xfrm>
            <a:off x="1207008" y="1828800"/>
            <a:ext cx="356616" cy="356616"/>
          </a:xfrm>
          <a:prstGeom prst="rect">
            <a:avLst/>
          </a:prstGeom>
          <a:solidFill>
            <a:schemeClr val="tx1">
              <a:alpha val="0"/>
            </a:schemeClr>
          </a:solidFill>
          <a:ln w="6350">
            <a:solidFill>
              <a:schemeClr val="bg1"/>
            </a:solidFill>
            <a:prstDash val="solid"/>
          </a:ln>
        </p:spPr>
        <p:txBody>
          <a:bodyPr/>
          <a:lstStyle/>
          <a:p>
            <a:endParaRPr lang="ja-JP" altLang="en-US"/>
          </a:p>
        </p:txBody>
      </p:sp>
      <p:sp>
        <p:nvSpPr>
          <p:cNvPr id="7" name="Shape 4"/>
          <p:cNvSpPr/>
          <p:nvPr/>
        </p:nvSpPr>
        <p:spPr>
          <a:xfrm>
            <a:off x="1591056" y="1828800"/>
            <a:ext cx="356616" cy="356616"/>
          </a:xfrm>
          <a:prstGeom prst="rect">
            <a:avLst/>
          </a:prstGeom>
          <a:solidFill>
            <a:schemeClr val="tx1">
              <a:alpha val="12000"/>
            </a:schemeClr>
          </a:solidFill>
          <a:ln w="6350">
            <a:solidFill>
              <a:schemeClr val="bg1"/>
            </a:solidFill>
            <a:prstDash val="solid"/>
          </a:ln>
        </p:spPr>
        <p:txBody>
          <a:bodyPr/>
          <a:lstStyle/>
          <a:p>
            <a:endParaRPr lang="ja-JP" altLang="en-US"/>
          </a:p>
        </p:txBody>
      </p:sp>
      <p:sp>
        <p:nvSpPr>
          <p:cNvPr id="8" name="Shape 5"/>
          <p:cNvSpPr/>
          <p:nvPr/>
        </p:nvSpPr>
        <p:spPr>
          <a:xfrm>
            <a:off x="1975104" y="1828800"/>
            <a:ext cx="356616" cy="356616"/>
          </a:xfrm>
          <a:prstGeom prst="rect">
            <a:avLst/>
          </a:prstGeom>
          <a:solidFill>
            <a:schemeClr val="tx1">
              <a:alpha val="69000"/>
            </a:schemeClr>
          </a:solidFill>
          <a:ln w="6350">
            <a:solidFill>
              <a:schemeClr val="bg1"/>
            </a:solidFill>
            <a:prstDash val="solid"/>
          </a:ln>
        </p:spPr>
        <p:txBody>
          <a:bodyPr/>
          <a:lstStyle/>
          <a:p>
            <a:endParaRPr lang="ja-JP" altLang="en-US"/>
          </a:p>
        </p:txBody>
      </p:sp>
      <p:sp>
        <p:nvSpPr>
          <p:cNvPr id="9" name="Shape 6"/>
          <p:cNvSpPr/>
          <p:nvPr/>
        </p:nvSpPr>
        <p:spPr>
          <a:xfrm>
            <a:off x="2359152" y="1828800"/>
            <a:ext cx="356616" cy="356616"/>
          </a:xfrm>
          <a:prstGeom prst="rect">
            <a:avLst/>
          </a:prstGeom>
          <a:solidFill>
            <a:schemeClr val="tx1">
              <a:alpha val="81000"/>
            </a:schemeClr>
          </a:solidFill>
          <a:ln w="6350">
            <a:solidFill>
              <a:schemeClr val="bg1"/>
            </a:solidFill>
            <a:prstDash val="solid"/>
          </a:ln>
        </p:spPr>
        <p:txBody>
          <a:bodyPr/>
          <a:lstStyle/>
          <a:p>
            <a:endParaRPr lang="ja-JP" altLang="en-US"/>
          </a:p>
        </p:txBody>
      </p:sp>
      <p:sp>
        <p:nvSpPr>
          <p:cNvPr id="10" name="Shape 7"/>
          <p:cNvSpPr/>
          <p:nvPr/>
        </p:nvSpPr>
        <p:spPr>
          <a:xfrm>
            <a:off x="2743200" y="1828800"/>
            <a:ext cx="356616" cy="356616"/>
          </a:xfrm>
          <a:prstGeom prst="rect">
            <a:avLst/>
          </a:prstGeom>
          <a:solidFill>
            <a:schemeClr val="tx1">
              <a:alpha val="25000"/>
            </a:schemeClr>
          </a:solidFill>
          <a:ln w="6350">
            <a:solidFill>
              <a:schemeClr val="bg1"/>
            </a:solidFill>
            <a:prstDash val="solid"/>
          </a:ln>
        </p:spPr>
        <p:txBody>
          <a:bodyPr/>
          <a:lstStyle/>
          <a:p>
            <a:endParaRPr lang="ja-JP" altLang="en-US"/>
          </a:p>
        </p:txBody>
      </p:sp>
      <p:sp>
        <p:nvSpPr>
          <p:cNvPr id="11" name="Shape 8"/>
          <p:cNvSpPr/>
          <p:nvPr/>
        </p:nvSpPr>
        <p:spPr>
          <a:xfrm>
            <a:off x="3127248" y="1828800"/>
            <a:ext cx="356616" cy="356616"/>
          </a:xfrm>
          <a:prstGeom prst="rect">
            <a:avLst/>
          </a:prstGeom>
          <a:solidFill>
            <a:schemeClr val="tx1">
              <a:alpha val="0"/>
            </a:schemeClr>
          </a:solidFill>
          <a:ln w="6350">
            <a:solidFill>
              <a:schemeClr val="bg1"/>
            </a:solidFill>
            <a:prstDash val="solid"/>
          </a:ln>
        </p:spPr>
        <p:txBody>
          <a:bodyPr/>
          <a:lstStyle/>
          <a:p>
            <a:endParaRPr lang="ja-JP" altLang="en-US"/>
          </a:p>
        </p:txBody>
      </p:sp>
      <p:sp>
        <p:nvSpPr>
          <p:cNvPr id="12" name="Shape 9"/>
          <p:cNvSpPr/>
          <p:nvPr/>
        </p:nvSpPr>
        <p:spPr>
          <a:xfrm>
            <a:off x="3511296" y="1828800"/>
            <a:ext cx="356616" cy="356616"/>
          </a:xfrm>
          <a:prstGeom prst="rect">
            <a:avLst/>
          </a:prstGeom>
          <a:solidFill>
            <a:schemeClr val="tx1">
              <a:alpha val="0"/>
            </a:schemeClr>
          </a:solidFill>
          <a:ln w="6350">
            <a:solidFill>
              <a:schemeClr val="bg1"/>
            </a:solidFill>
            <a:prstDash val="solid"/>
          </a:ln>
        </p:spPr>
        <p:txBody>
          <a:bodyPr/>
          <a:lstStyle/>
          <a:p>
            <a:endParaRPr lang="ja-JP" altLang="en-US"/>
          </a:p>
        </p:txBody>
      </p:sp>
      <p:sp>
        <p:nvSpPr>
          <p:cNvPr id="13" name="Shape 10"/>
          <p:cNvSpPr/>
          <p:nvPr/>
        </p:nvSpPr>
        <p:spPr>
          <a:xfrm>
            <a:off x="822960" y="2212848"/>
            <a:ext cx="356616" cy="356616"/>
          </a:xfrm>
          <a:prstGeom prst="rect">
            <a:avLst/>
          </a:prstGeom>
          <a:solidFill>
            <a:schemeClr val="tx1">
              <a:alpha val="0"/>
            </a:schemeClr>
          </a:solidFill>
          <a:ln w="6350">
            <a:solidFill>
              <a:schemeClr val="bg1"/>
            </a:solidFill>
            <a:prstDash val="solid"/>
          </a:ln>
        </p:spPr>
        <p:txBody>
          <a:bodyPr/>
          <a:lstStyle/>
          <a:p>
            <a:endParaRPr lang="ja-JP" altLang="en-US"/>
          </a:p>
        </p:txBody>
      </p:sp>
      <p:sp>
        <p:nvSpPr>
          <p:cNvPr id="14" name="Shape 11"/>
          <p:cNvSpPr/>
          <p:nvPr/>
        </p:nvSpPr>
        <p:spPr>
          <a:xfrm>
            <a:off x="1207008" y="2212848"/>
            <a:ext cx="356616" cy="356616"/>
          </a:xfrm>
          <a:prstGeom prst="rect">
            <a:avLst/>
          </a:prstGeom>
          <a:solidFill>
            <a:schemeClr val="tx1">
              <a:alpha val="0"/>
            </a:schemeClr>
          </a:solidFill>
          <a:ln w="6350">
            <a:solidFill>
              <a:schemeClr val="bg1"/>
            </a:solidFill>
            <a:prstDash val="solid"/>
          </a:ln>
        </p:spPr>
        <p:txBody>
          <a:bodyPr/>
          <a:lstStyle/>
          <a:p>
            <a:endParaRPr lang="ja-JP" altLang="en-US"/>
          </a:p>
        </p:txBody>
      </p:sp>
      <p:sp>
        <p:nvSpPr>
          <p:cNvPr id="15" name="Shape 12"/>
          <p:cNvSpPr/>
          <p:nvPr/>
        </p:nvSpPr>
        <p:spPr>
          <a:xfrm>
            <a:off x="1591056" y="2212848"/>
            <a:ext cx="356616" cy="356616"/>
          </a:xfrm>
          <a:prstGeom prst="rect">
            <a:avLst/>
          </a:prstGeom>
          <a:solidFill>
            <a:schemeClr val="tx1">
              <a:alpha val="75000"/>
            </a:schemeClr>
          </a:solidFill>
          <a:ln w="6350">
            <a:solidFill>
              <a:schemeClr val="bg1"/>
            </a:solidFill>
            <a:prstDash val="solid"/>
          </a:ln>
        </p:spPr>
        <p:txBody>
          <a:bodyPr/>
          <a:lstStyle/>
          <a:p>
            <a:endParaRPr lang="ja-JP" altLang="en-US"/>
          </a:p>
        </p:txBody>
      </p:sp>
      <p:sp>
        <p:nvSpPr>
          <p:cNvPr id="16" name="Shape 13"/>
          <p:cNvSpPr/>
          <p:nvPr/>
        </p:nvSpPr>
        <p:spPr>
          <a:xfrm>
            <a:off x="1975104" y="2212848"/>
            <a:ext cx="356616" cy="356616"/>
          </a:xfrm>
          <a:prstGeom prst="rect">
            <a:avLst/>
          </a:prstGeom>
          <a:solidFill>
            <a:schemeClr val="tx1"/>
          </a:solidFill>
          <a:ln w="6350">
            <a:solidFill>
              <a:schemeClr val="bg1"/>
            </a:solidFill>
            <a:prstDash val="solid"/>
          </a:ln>
        </p:spPr>
        <p:txBody>
          <a:bodyPr/>
          <a:lstStyle/>
          <a:p>
            <a:endParaRPr lang="ja-JP" altLang="en-US"/>
          </a:p>
        </p:txBody>
      </p:sp>
      <p:sp>
        <p:nvSpPr>
          <p:cNvPr id="17" name="Shape 14"/>
          <p:cNvSpPr/>
          <p:nvPr/>
        </p:nvSpPr>
        <p:spPr>
          <a:xfrm>
            <a:off x="2359152" y="2212848"/>
            <a:ext cx="356616" cy="356616"/>
          </a:xfrm>
          <a:prstGeom prst="rect">
            <a:avLst/>
          </a:prstGeom>
          <a:solidFill>
            <a:schemeClr val="tx1">
              <a:alpha val="81000"/>
            </a:schemeClr>
          </a:solidFill>
          <a:ln w="6350">
            <a:solidFill>
              <a:schemeClr val="bg1"/>
            </a:solidFill>
            <a:prstDash val="solid"/>
          </a:ln>
        </p:spPr>
        <p:txBody>
          <a:bodyPr/>
          <a:lstStyle/>
          <a:p>
            <a:endParaRPr lang="ja-JP" altLang="en-US"/>
          </a:p>
        </p:txBody>
      </p:sp>
      <p:sp>
        <p:nvSpPr>
          <p:cNvPr id="18" name="Shape 15"/>
          <p:cNvSpPr/>
          <p:nvPr/>
        </p:nvSpPr>
        <p:spPr>
          <a:xfrm>
            <a:off x="2743200" y="2212848"/>
            <a:ext cx="356616" cy="356616"/>
          </a:xfrm>
          <a:prstGeom prst="rect">
            <a:avLst/>
          </a:prstGeom>
          <a:solidFill>
            <a:schemeClr val="tx1">
              <a:alpha val="94000"/>
            </a:schemeClr>
          </a:solidFill>
          <a:ln w="6350">
            <a:solidFill>
              <a:schemeClr val="bg1"/>
            </a:solidFill>
            <a:prstDash val="solid"/>
          </a:ln>
        </p:spPr>
        <p:txBody>
          <a:bodyPr/>
          <a:lstStyle/>
          <a:p>
            <a:endParaRPr lang="ja-JP" altLang="en-US"/>
          </a:p>
        </p:txBody>
      </p:sp>
      <p:sp>
        <p:nvSpPr>
          <p:cNvPr id="19" name="Shape 16"/>
          <p:cNvSpPr/>
          <p:nvPr/>
        </p:nvSpPr>
        <p:spPr>
          <a:xfrm>
            <a:off x="3127248" y="2212848"/>
            <a:ext cx="356616" cy="356616"/>
          </a:xfrm>
          <a:prstGeom prst="rect">
            <a:avLst/>
          </a:prstGeom>
          <a:solidFill>
            <a:schemeClr val="tx1">
              <a:alpha val="0"/>
            </a:schemeClr>
          </a:solidFill>
          <a:ln w="6350">
            <a:solidFill>
              <a:schemeClr val="bg1"/>
            </a:solidFill>
            <a:prstDash val="solid"/>
          </a:ln>
        </p:spPr>
        <p:txBody>
          <a:bodyPr/>
          <a:lstStyle/>
          <a:p>
            <a:endParaRPr lang="ja-JP" altLang="en-US"/>
          </a:p>
        </p:txBody>
      </p:sp>
      <p:sp>
        <p:nvSpPr>
          <p:cNvPr id="20" name="Shape 17"/>
          <p:cNvSpPr/>
          <p:nvPr/>
        </p:nvSpPr>
        <p:spPr>
          <a:xfrm>
            <a:off x="3511296" y="2212848"/>
            <a:ext cx="356616" cy="356616"/>
          </a:xfrm>
          <a:prstGeom prst="rect">
            <a:avLst/>
          </a:prstGeom>
          <a:solidFill>
            <a:schemeClr val="tx1">
              <a:alpha val="0"/>
            </a:schemeClr>
          </a:solidFill>
          <a:ln w="6350">
            <a:solidFill>
              <a:schemeClr val="bg1"/>
            </a:solidFill>
            <a:prstDash val="solid"/>
          </a:ln>
        </p:spPr>
        <p:txBody>
          <a:bodyPr/>
          <a:lstStyle/>
          <a:p>
            <a:endParaRPr lang="ja-JP" altLang="en-US"/>
          </a:p>
        </p:txBody>
      </p:sp>
      <p:sp>
        <p:nvSpPr>
          <p:cNvPr id="21" name="Shape 18"/>
          <p:cNvSpPr/>
          <p:nvPr/>
        </p:nvSpPr>
        <p:spPr>
          <a:xfrm>
            <a:off x="822960" y="2596896"/>
            <a:ext cx="356616" cy="356616"/>
          </a:xfrm>
          <a:prstGeom prst="rect">
            <a:avLst/>
          </a:prstGeom>
          <a:solidFill>
            <a:schemeClr val="tx1">
              <a:alpha val="0"/>
            </a:schemeClr>
          </a:solidFill>
          <a:ln w="6350">
            <a:solidFill>
              <a:schemeClr val="bg1"/>
            </a:solidFill>
            <a:prstDash val="solid"/>
          </a:ln>
        </p:spPr>
        <p:txBody>
          <a:bodyPr/>
          <a:lstStyle/>
          <a:p>
            <a:endParaRPr lang="ja-JP" altLang="en-US"/>
          </a:p>
        </p:txBody>
      </p:sp>
      <p:sp>
        <p:nvSpPr>
          <p:cNvPr id="22" name="Shape 19"/>
          <p:cNvSpPr/>
          <p:nvPr/>
        </p:nvSpPr>
        <p:spPr>
          <a:xfrm>
            <a:off x="1207008" y="2596896"/>
            <a:ext cx="356616" cy="356616"/>
          </a:xfrm>
          <a:prstGeom prst="rect">
            <a:avLst/>
          </a:prstGeom>
          <a:solidFill>
            <a:schemeClr val="tx1">
              <a:alpha val="0"/>
            </a:schemeClr>
          </a:solidFill>
          <a:ln w="6350">
            <a:solidFill>
              <a:schemeClr val="bg1"/>
            </a:solidFill>
            <a:prstDash val="solid"/>
          </a:ln>
        </p:spPr>
        <p:txBody>
          <a:bodyPr/>
          <a:lstStyle/>
          <a:p>
            <a:endParaRPr lang="ja-JP" altLang="en-US"/>
          </a:p>
        </p:txBody>
      </p:sp>
      <p:sp>
        <p:nvSpPr>
          <p:cNvPr id="23" name="Shape 20"/>
          <p:cNvSpPr/>
          <p:nvPr/>
        </p:nvSpPr>
        <p:spPr>
          <a:xfrm>
            <a:off x="1591056" y="2596896"/>
            <a:ext cx="356616" cy="356616"/>
          </a:xfrm>
          <a:prstGeom prst="rect">
            <a:avLst/>
          </a:prstGeom>
          <a:solidFill>
            <a:schemeClr val="tx1"/>
          </a:solidFill>
          <a:ln w="6350">
            <a:solidFill>
              <a:schemeClr val="bg1"/>
            </a:solidFill>
            <a:prstDash val="solid"/>
          </a:ln>
        </p:spPr>
        <p:txBody>
          <a:bodyPr/>
          <a:lstStyle/>
          <a:p>
            <a:endParaRPr lang="ja-JP" altLang="en-US"/>
          </a:p>
        </p:txBody>
      </p:sp>
      <p:sp>
        <p:nvSpPr>
          <p:cNvPr id="24" name="Shape 21"/>
          <p:cNvSpPr/>
          <p:nvPr/>
        </p:nvSpPr>
        <p:spPr>
          <a:xfrm>
            <a:off x="1975104" y="2596896"/>
            <a:ext cx="356616" cy="356616"/>
          </a:xfrm>
          <a:prstGeom prst="rect">
            <a:avLst/>
          </a:prstGeom>
          <a:solidFill>
            <a:schemeClr val="tx1">
              <a:alpha val="56000"/>
            </a:schemeClr>
          </a:solidFill>
          <a:ln w="6350">
            <a:solidFill>
              <a:schemeClr val="bg1"/>
            </a:solidFill>
            <a:prstDash val="solid"/>
          </a:ln>
        </p:spPr>
        <p:txBody>
          <a:bodyPr/>
          <a:lstStyle/>
          <a:p>
            <a:endParaRPr lang="ja-JP" altLang="en-US"/>
          </a:p>
        </p:txBody>
      </p:sp>
      <p:sp>
        <p:nvSpPr>
          <p:cNvPr id="25" name="Shape 22"/>
          <p:cNvSpPr/>
          <p:nvPr/>
        </p:nvSpPr>
        <p:spPr>
          <a:xfrm>
            <a:off x="2359152" y="2596896"/>
            <a:ext cx="356616" cy="356616"/>
          </a:xfrm>
          <a:prstGeom prst="rect">
            <a:avLst/>
          </a:prstGeom>
          <a:solidFill>
            <a:schemeClr val="tx1">
              <a:alpha val="6000"/>
            </a:schemeClr>
          </a:solidFill>
          <a:ln w="6350">
            <a:solidFill>
              <a:schemeClr val="bg1"/>
            </a:solidFill>
            <a:prstDash val="solid"/>
          </a:ln>
        </p:spPr>
        <p:txBody>
          <a:bodyPr/>
          <a:lstStyle/>
          <a:p>
            <a:endParaRPr lang="ja-JP" altLang="en-US"/>
          </a:p>
        </p:txBody>
      </p:sp>
      <p:sp>
        <p:nvSpPr>
          <p:cNvPr id="26" name="Shape 23"/>
          <p:cNvSpPr/>
          <p:nvPr/>
        </p:nvSpPr>
        <p:spPr>
          <a:xfrm>
            <a:off x="2743200" y="2596896"/>
            <a:ext cx="356616" cy="356616"/>
          </a:xfrm>
          <a:prstGeom prst="rect">
            <a:avLst/>
          </a:prstGeom>
          <a:solidFill>
            <a:schemeClr val="tx1">
              <a:alpha val="19000"/>
            </a:schemeClr>
          </a:solidFill>
          <a:ln w="6350">
            <a:solidFill>
              <a:schemeClr val="bg1"/>
            </a:solidFill>
            <a:prstDash val="solid"/>
          </a:ln>
        </p:spPr>
        <p:txBody>
          <a:bodyPr/>
          <a:lstStyle/>
          <a:p>
            <a:endParaRPr lang="ja-JP" altLang="en-US"/>
          </a:p>
        </p:txBody>
      </p:sp>
      <p:sp>
        <p:nvSpPr>
          <p:cNvPr id="27" name="Shape 24"/>
          <p:cNvSpPr/>
          <p:nvPr/>
        </p:nvSpPr>
        <p:spPr>
          <a:xfrm>
            <a:off x="3127248" y="2596896"/>
            <a:ext cx="356616" cy="356616"/>
          </a:xfrm>
          <a:prstGeom prst="rect">
            <a:avLst/>
          </a:prstGeom>
          <a:solidFill>
            <a:schemeClr val="tx1">
              <a:alpha val="0"/>
            </a:schemeClr>
          </a:solidFill>
          <a:ln w="6350">
            <a:solidFill>
              <a:schemeClr val="bg1"/>
            </a:solidFill>
            <a:prstDash val="solid"/>
          </a:ln>
        </p:spPr>
        <p:txBody>
          <a:bodyPr/>
          <a:lstStyle/>
          <a:p>
            <a:endParaRPr lang="ja-JP" altLang="en-US"/>
          </a:p>
        </p:txBody>
      </p:sp>
      <p:sp>
        <p:nvSpPr>
          <p:cNvPr id="28" name="Shape 25"/>
          <p:cNvSpPr/>
          <p:nvPr/>
        </p:nvSpPr>
        <p:spPr>
          <a:xfrm>
            <a:off x="3511296" y="2596896"/>
            <a:ext cx="356616" cy="356616"/>
          </a:xfrm>
          <a:prstGeom prst="rect">
            <a:avLst/>
          </a:prstGeom>
          <a:solidFill>
            <a:schemeClr val="tx1">
              <a:alpha val="0"/>
            </a:schemeClr>
          </a:solidFill>
          <a:ln w="6350">
            <a:solidFill>
              <a:schemeClr val="bg1"/>
            </a:solidFill>
            <a:prstDash val="solid"/>
          </a:ln>
        </p:spPr>
        <p:txBody>
          <a:bodyPr/>
          <a:lstStyle/>
          <a:p>
            <a:endParaRPr lang="ja-JP" altLang="en-US"/>
          </a:p>
        </p:txBody>
      </p:sp>
      <p:sp>
        <p:nvSpPr>
          <p:cNvPr id="29" name="Shape 26"/>
          <p:cNvSpPr/>
          <p:nvPr/>
        </p:nvSpPr>
        <p:spPr>
          <a:xfrm>
            <a:off x="822960" y="2980944"/>
            <a:ext cx="356616" cy="356616"/>
          </a:xfrm>
          <a:prstGeom prst="rect">
            <a:avLst/>
          </a:prstGeom>
          <a:solidFill>
            <a:schemeClr val="tx1">
              <a:alpha val="0"/>
            </a:schemeClr>
          </a:solidFill>
          <a:ln w="6350">
            <a:solidFill>
              <a:schemeClr val="bg1"/>
            </a:solidFill>
            <a:prstDash val="solid"/>
          </a:ln>
        </p:spPr>
        <p:txBody>
          <a:bodyPr/>
          <a:lstStyle/>
          <a:p>
            <a:endParaRPr lang="ja-JP" altLang="en-US"/>
          </a:p>
        </p:txBody>
      </p:sp>
      <p:sp>
        <p:nvSpPr>
          <p:cNvPr id="30" name="Shape 27"/>
          <p:cNvSpPr/>
          <p:nvPr/>
        </p:nvSpPr>
        <p:spPr>
          <a:xfrm>
            <a:off x="1207008" y="2980944"/>
            <a:ext cx="356616" cy="356616"/>
          </a:xfrm>
          <a:prstGeom prst="rect">
            <a:avLst/>
          </a:prstGeom>
          <a:solidFill>
            <a:schemeClr val="tx1">
              <a:alpha val="25000"/>
            </a:schemeClr>
          </a:solidFill>
          <a:ln w="6350">
            <a:solidFill>
              <a:schemeClr val="bg1"/>
            </a:solidFill>
            <a:prstDash val="solid"/>
          </a:ln>
        </p:spPr>
        <p:txBody>
          <a:bodyPr/>
          <a:lstStyle/>
          <a:p>
            <a:endParaRPr lang="ja-JP" altLang="en-US"/>
          </a:p>
        </p:txBody>
      </p:sp>
      <p:sp>
        <p:nvSpPr>
          <p:cNvPr id="31" name="Shape 28"/>
          <p:cNvSpPr/>
          <p:nvPr/>
        </p:nvSpPr>
        <p:spPr>
          <a:xfrm>
            <a:off x="1591056" y="2980944"/>
            <a:ext cx="356616" cy="356616"/>
          </a:xfrm>
          <a:prstGeom prst="rect">
            <a:avLst/>
          </a:prstGeom>
          <a:solidFill>
            <a:schemeClr val="tx1"/>
          </a:solidFill>
          <a:ln w="6350">
            <a:solidFill>
              <a:schemeClr val="bg1"/>
            </a:solidFill>
            <a:prstDash val="solid"/>
          </a:ln>
        </p:spPr>
        <p:txBody>
          <a:bodyPr/>
          <a:lstStyle/>
          <a:p>
            <a:endParaRPr lang="ja-JP" altLang="en-US"/>
          </a:p>
        </p:txBody>
      </p:sp>
      <p:sp>
        <p:nvSpPr>
          <p:cNvPr id="32" name="Shape 29"/>
          <p:cNvSpPr/>
          <p:nvPr/>
        </p:nvSpPr>
        <p:spPr>
          <a:xfrm>
            <a:off x="1975104" y="2980944"/>
            <a:ext cx="356616" cy="356616"/>
          </a:xfrm>
          <a:prstGeom prst="rect">
            <a:avLst/>
          </a:prstGeom>
          <a:solidFill>
            <a:schemeClr val="tx1">
              <a:alpha val="37000"/>
            </a:schemeClr>
          </a:solidFill>
          <a:ln w="6350">
            <a:solidFill>
              <a:schemeClr val="bg1"/>
            </a:solidFill>
            <a:prstDash val="solid"/>
          </a:ln>
        </p:spPr>
        <p:txBody>
          <a:bodyPr/>
          <a:lstStyle/>
          <a:p>
            <a:endParaRPr lang="ja-JP" altLang="en-US"/>
          </a:p>
        </p:txBody>
      </p:sp>
      <p:sp>
        <p:nvSpPr>
          <p:cNvPr id="33" name="Shape 30"/>
          <p:cNvSpPr/>
          <p:nvPr/>
        </p:nvSpPr>
        <p:spPr>
          <a:xfrm>
            <a:off x="2359152" y="2980944"/>
            <a:ext cx="356616" cy="356616"/>
          </a:xfrm>
          <a:prstGeom prst="rect">
            <a:avLst/>
          </a:prstGeom>
          <a:solidFill>
            <a:schemeClr val="tx1">
              <a:alpha val="87000"/>
            </a:schemeClr>
          </a:solidFill>
          <a:ln w="6350">
            <a:solidFill>
              <a:schemeClr val="bg1"/>
            </a:solidFill>
            <a:prstDash val="solid"/>
          </a:ln>
        </p:spPr>
        <p:txBody>
          <a:bodyPr/>
          <a:lstStyle/>
          <a:p>
            <a:endParaRPr lang="ja-JP" altLang="en-US"/>
          </a:p>
        </p:txBody>
      </p:sp>
      <p:sp>
        <p:nvSpPr>
          <p:cNvPr id="34" name="Shape 31"/>
          <p:cNvSpPr/>
          <p:nvPr/>
        </p:nvSpPr>
        <p:spPr>
          <a:xfrm>
            <a:off x="2743200" y="2980944"/>
            <a:ext cx="356616" cy="356616"/>
          </a:xfrm>
          <a:prstGeom prst="rect">
            <a:avLst/>
          </a:prstGeom>
          <a:solidFill>
            <a:schemeClr val="tx1">
              <a:alpha val="56000"/>
            </a:schemeClr>
          </a:solidFill>
          <a:ln w="6350">
            <a:solidFill>
              <a:schemeClr val="bg1"/>
            </a:solidFill>
            <a:prstDash val="solid"/>
          </a:ln>
        </p:spPr>
        <p:txBody>
          <a:bodyPr/>
          <a:lstStyle/>
          <a:p>
            <a:endParaRPr lang="ja-JP" altLang="en-US"/>
          </a:p>
        </p:txBody>
      </p:sp>
      <p:sp>
        <p:nvSpPr>
          <p:cNvPr id="35" name="Shape 32"/>
          <p:cNvSpPr/>
          <p:nvPr/>
        </p:nvSpPr>
        <p:spPr>
          <a:xfrm>
            <a:off x="3127248" y="2980944"/>
            <a:ext cx="356616" cy="356616"/>
          </a:xfrm>
          <a:prstGeom prst="rect">
            <a:avLst/>
          </a:prstGeom>
          <a:solidFill>
            <a:schemeClr val="tx1">
              <a:alpha val="6000"/>
            </a:schemeClr>
          </a:solidFill>
          <a:ln w="6350">
            <a:solidFill>
              <a:schemeClr val="bg1"/>
            </a:solidFill>
            <a:prstDash val="solid"/>
          </a:ln>
        </p:spPr>
        <p:txBody>
          <a:bodyPr/>
          <a:lstStyle/>
          <a:p>
            <a:endParaRPr lang="ja-JP" altLang="en-US"/>
          </a:p>
        </p:txBody>
      </p:sp>
      <p:sp>
        <p:nvSpPr>
          <p:cNvPr id="36" name="Shape 33"/>
          <p:cNvSpPr/>
          <p:nvPr/>
        </p:nvSpPr>
        <p:spPr>
          <a:xfrm>
            <a:off x="3511296" y="2980944"/>
            <a:ext cx="356616" cy="356616"/>
          </a:xfrm>
          <a:prstGeom prst="rect">
            <a:avLst/>
          </a:prstGeom>
          <a:solidFill>
            <a:schemeClr val="tx1">
              <a:alpha val="0"/>
            </a:schemeClr>
          </a:solidFill>
          <a:ln w="6350">
            <a:solidFill>
              <a:schemeClr val="bg1"/>
            </a:solidFill>
            <a:prstDash val="solid"/>
          </a:ln>
        </p:spPr>
        <p:txBody>
          <a:bodyPr/>
          <a:lstStyle/>
          <a:p>
            <a:endParaRPr lang="ja-JP" altLang="en-US"/>
          </a:p>
        </p:txBody>
      </p:sp>
      <p:sp>
        <p:nvSpPr>
          <p:cNvPr id="37" name="Shape 34"/>
          <p:cNvSpPr/>
          <p:nvPr/>
        </p:nvSpPr>
        <p:spPr>
          <a:xfrm>
            <a:off x="822960" y="3364992"/>
            <a:ext cx="356616" cy="356616"/>
          </a:xfrm>
          <a:prstGeom prst="rect">
            <a:avLst/>
          </a:prstGeom>
          <a:solidFill>
            <a:schemeClr val="tx1">
              <a:alpha val="0"/>
            </a:schemeClr>
          </a:solidFill>
          <a:ln w="6350">
            <a:solidFill>
              <a:schemeClr val="bg1"/>
            </a:solidFill>
            <a:prstDash val="solid"/>
          </a:ln>
        </p:spPr>
        <p:txBody>
          <a:bodyPr/>
          <a:lstStyle/>
          <a:p>
            <a:endParaRPr lang="ja-JP" altLang="en-US"/>
          </a:p>
        </p:txBody>
      </p:sp>
      <p:sp>
        <p:nvSpPr>
          <p:cNvPr id="38" name="Shape 35"/>
          <p:cNvSpPr/>
          <p:nvPr/>
        </p:nvSpPr>
        <p:spPr>
          <a:xfrm>
            <a:off x="1207008" y="3364992"/>
            <a:ext cx="356616" cy="356616"/>
          </a:xfrm>
          <a:prstGeom prst="rect">
            <a:avLst/>
          </a:prstGeom>
          <a:solidFill>
            <a:schemeClr val="tx1">
              <a:alpha val="44000"/>
            </a:schemeClr>
          </a:solidFill>
          <a:ln w="6350">
            <a:solidFill>
              <a:schemeClr val="bg1"/>
            </a:solidFill>
            <a:prstDash val="solid"/>
          </a:ln>
        </p:spPr>
        <p:txBody>
          <a:bodyPr/>
          <a:lstStyle/>
          <a:p>
            <a:endParaRPr lang="ja-JP" altLang="en-US"/>
          </a:p>
        </p:txBody>
      </p:sp>
      <p:sp>
        <p:nvSpPr>
          <p:cNvPr id="39" name="Shape 36"/>
          <p:cNvSpPr/>
          <p:nvPr/>
        </p:nvSpPr>
        <p:spPr>
          <a:xfrm>
            <a:off x="1591056" y="3364992"/>
            <a:ext cx="356616" cy="356616"/>
          </a:xfrm>
          <a:prstGeom prst="rect">
            <a:avLst/>
          </a:prstGeom>
          <a:solidFill>
            <a:schemeClr val="tx1"/>
          </a:solidFill>
          <a:ln w="6350">
            <a:solidFill>
              <a:schemeClr val="bg1"/>
            </a:solidFill>
            <a:prstDash val="solid"/>
          </a:ln>
        </p:spPr>
        <p:txBody>
          <a:bodyPr/>
          <a:lstStyle/>
          <a:p>
            <a:endParaRPr lang="ja-JP" altLang="en-US"/>
          </a:p>
        </p:txBody>
      </p:sp>
      <p:sp>
        <p:nvSpPr>
          <p:cNvPr id="40" name="Shape 37"/>
          <p:cNvSpPr/>
          <p:nvPr/>
        </p:nvSpPr>
        <p:spPr>
          <a:xfrm>
            <a:off x="1975104" y="3364992"/>
            <a:ext cx="356616" cy="356616"/>
          </a:xfrm>
          <a:prstGeom prst="rect">
            <a:avLst/>
          </a:prstGeom>
          <a:solidFill>
            <a:schemeClr val="tx1"/>
          </a:solidFill>
          <a:ln w="6350">
            <a:solidFill>
              <a:schemeClr val="bg1"/>
            </a:solidFill>
            <a:prstDash val="solid"/>
          </a:ln>
        </p:spPr>
        <p:txBody>
          <a:bodyPr/>
          <a:lstStyle/>
          <a:p>
            <a:endParaRPr lang="ja-JP" altLang="en-US"/>
          </a:p>
        </p:txBody>
      </p:sp>
      <p:sp>
        <p:nvSpPr>
          <p:cNvPr id="41" name="Shape 38"/>
          <p:cNvSpPr/>
          <p:nvPr/>
        </p:nvSpPr>
        <p:spPr>
          <a:xfrm>
            <a:off x="2359152" y="3364992"/>
            <a:ext cx="356616" cy="356616"/>
          </a:xfrm>
          <a:prstGeom prst="rect">
            <a:avLst/>
          </a:prstGeom>
          <a:solidFill>
            <a:schemeClr val="tx1"/>
          </a:solidFill>
          <a:ln w="6350">
            <a:solidFill>
              <a:schemeClr val="bg1"/>
            </a:solidFill>
            <a:prstDash val="solid"/>
          </a:ln>
        </p:spPr>
        <p:txBody>
          <a:bodyPr/>
          <a:lstStyle/>
          <a:p>
            <a:endParaRPr lang="ja-JP" altLang="en-US"/>
          </a:p>
        </p:txBody>
      </p:sp>
      <p:sp>
        <p:nvSpPr>
          <p:cNvPr id="42" name="Shape 39"/>
          <p:cNvSpPr/>
          <p:nvPr/>
        </p:nvSpPr>
        <p:spPr>
          <a:xfrm>
            <a:off x="2743200" y="3364992"/>
            <a:ext cx="356616" cy="356616"/>
          </a:xfrm>
          <a:prstGeom prst="rect">
            <a:avLst/>
          </a:prstGeom>
          <a:solidFill>
            <a:schemeClr val="tx1"/>
          </a:solidFill>
          <a:ln w="6350">
            <a:solidFill>
              <a:schemeClr val="bg1"/>
            </a:solidFill>
            <a:prstDash val="solid"/>
          </a:ln>
        </p:spPr>
        <p:txBody>
          <a:bodyPr/>
          <a:lstStyle/>
          <a:p>
            <a:endParaRPr lang="ja-JP" altLang="en-US"/>
          </a:p>
        </p:txBody>
      </p:sp>
      <p:sp>
        <p:nvSpPr>
          <p:cNvPr id="43" name="Shape 40"/>
          <p:cNvSpPr/>
          <p:nvPr/>
        </p:nvSpPr>
        <p:spPr>
          <a:xfrm>
            <a:off x="3127248" y="3364992"/>
            <a:ext cx="356616" cy="356616"/>
          </a:xfrm>
          <a:prstGeom prst="rect">
            <a:avLst/>
          </a:prstGeom>
          <a:solidFill>
            <a:schemeClr val="tx1">
              <a:alpha val="37000"/>
            </a:schemeClr>
          </a:solidFill>
          <a:ln w="6350">
            <a:solidFill>
              <a:schemeClr val="bg1"/>
            </a:solidFill>
            <a:prstDash val="solid"/>
          </a:ln>
        </p:spPr>
        <p:txBody>
          <a:bodyPr/>
          <a:lstStyle/>
          <a:p>
            <a:endParaRPr lang="ja-JP" altLang="en-US"/>
          </a:p>
        </p:txBody>
      </p:sp>
      <p:sp>
        <p:nvSpPr>
          <p:cNvPr id="44" name="Shape 41"/>
          <p:cNvSpPr/>
          <p:nvPr/>
        </p:nvSpPr>
        <p:spPr>
          <a:xfrm>
            <a:off x="3511296" y="3364992"/>
            <a:ext cx="356616" cy="356616"/>
          </a:xfrm>
          <a:prstGeom prst="rect">
            <a:avLst/>
          </a:prstGeom>
          <a:solidFill>
            <a:schemeClr val="tx1">
              <a:alpha val="0"/>
            </a:schemeClr>
          </a:solidFill>
          <a:ln w="6350">
            <a:solidFill>
              <a:schemeClr val="bg1"/>
            </a:solidFill>
            <a:prstDash val="solid"/>
          </a:ln>
        </p:spPr>
        <p:txBody>
          <a:bodyPr/>
          <a:lstStyle/>
          <a:p>
            <a:endParaRPr lang="ja-JP" altLang="en-US"/>
          </a:p>
        </p:txBody>
      </p:sp>
      <p:sp>
        <p:nvSpPr>
          <p:cNvPr id="45" name="Shape 42"/>
          <p:cNvSpPr/>
          <p:nvPr/>
        </p:nvSpPr>
        <p:spPr>
          <a:xfrm>
            <a:off x="822960" y="3749040"/>
            <a:ext cx="356616" cy="356616"/>
          </a:xfrm>
          <a:prstGeom prst="rect">
            <a:avLst/>
          </a:prstGeom>
          <a:solidFill>
            <a:schemeClr val="tx1">
              <a:alpha val="0"/>
            </a:schemeClr>
          </a:solidFill>
          <a:ln w="6350">
            <a:solidFill>
              <a:schemeClr val="bg1"/>
            </a:solidFill>
            <a:prstDash val="solid"/>
          </a:ln>
        </p:spPr>
        <p:txBody>
          <a:bodyPr/>
          <a:lstStyle/>
          <a:p>
            <a:endParaRPr lang="ja-JP" altLang="en-US"/>
          </a:p>
        </p:txBody>
      </p:sp>
      <p:sp>
        <p:nvSpPr>
          <p:cNvPr id="46" name="Shape 43"/>
          <p:cNvSpPr/>
          <p:nvPr/>
        </p:nvSpPr>
        <p:spPr>
          <a:xfrm>
            <a:off x="1207008" y="3749040"/>
            <a:ext cx="356616" cy="356616"/>
          </a:xfrm>
          <a:prstGeom prst="rect">
            <a:avLst/>
          </a:prstGeom>
          <a:solidFill>
            <a:schemeClr val="tx1">
              <a:alpha val="6000"/>
            </a:schemeClr>
          </a:solidFill>
          <a:ln w="6350">
            <a:solidFill>
              <a:schemeClr val="bg1"/>
            </a:solidFill>
            <a:prstDash val="solid"/>
          </a:ln>
        </p:spPr>
        <p:txBody>
          <a:bodyPr/>
          <a:lstStyle/>
          <a:p>
            <a:endParaRPr lang="ja-JP" altLang="en-US"/>
          </a:p>
        </p:txBody>
      </p:sp>
      <p:sp>
        <p:nvSpPr>
          <p:cNvPr id="47" name="Shape 44"/>
          <p:cNvSpPr/>
          <p:nvPr/>
        </p:nvSpPr>
        <p:spPr>
          <a:xfrm>
            <a:off x="1591056" y="3749040"/>
            <a:ext cx="356616" cy="356616"/>
          </a:xfrm>
          <a:prstGeom prst="rect">
            <a:avLst/>
          </a:prstGeom>
          <a:solidFill>
            <a:schemeClr val="tx1"/>
          </a:solidFill>
          <a:ln w="6350">
            <a:solidFill>
              <a:schemeClr val="bg1"/>
            </a:solidFill>
            <a:prstDash val="solid"/>
          </a:ln>
        </p:spPr>
        <p:txBody>
          <a:bodyPr/>
          <a:lstStyle/>
          <a:p>
            <a:endParaRPr lang="ja-JP" altLang="en-US"/>
          </a:p>
        </p:txBody>
      </p:sp>
      <p:sp>
        <p:nvSpPr>
          <p:cNvPr id="48" name="Shape 45"/>
          <p:cNvSpPr/>
          <p:nvPr/>
        </p:nvSpPr>
        <p:spPr>
          <a:xfrm>
            <a:off x="1975104" y="3749040"/>
            <a:ext cx="356616" cy="356616"/>
          </a:xfrm>
          <a:prstGeom prst="rect">
            <a:avLst/>
          </a:prstGeom>
          <a:solidFill>
            <a:schemeClr val="tx1">
              <a:alpha val="87000"/>
            </a:schemeClr>
          </a:solidFill>
          <a:ln w="6350">
            <a:solidFill>
              <a:schemeClr val="bg1"/>
            </a:solidFill>
            <a:prstDash val="solid"/>
          </a:ln>
        </p:spPr>
        <p:txBody>
          <a:bodyPr/>
          <a:lstStyle/>
          <a:p>
            <a:endParaRPr lang="ja-JP" altLang="en-US"/>
          </a:p>
        </p:txBody>
      </p:sp>
      <p:sp>
        <p:nvSpPr>
          <p:cNvPr id="49" name="Shape 46"/>
          <p:cNvSpPr/>
          <p:nvPr/>
        </p:nvSpPr>
        <p:spPr>
          <a:xfrm>
            <a:off x="2359152" y="3749040"/>
            <a:ext cx="356616" cy="356616"/>
          </a:xfrm>
          <a:prstGeom prst="rect">
            <a:avLst/>
          </a:prstGeom>
          <a:solidFill>
            <a:schemeClr val="tx1">
              <a:alpha val="25000"/>
            </a:schemeClr>
          </a:solidFill>
          <a:ln w="6350">
            <a:solidFill>
              <a:schemeClr val="bg1"/>
            </a:solidFill>
            <a:prstDash val="solid"/>
          </a:ln>
        </p:spPr>
        <p:txBody>
          <a:bodyPr/>
          <a:lstStyle/>
          <a:p>
            <a:endParaRPr lang="ja-JP" altLang="en-US"/>
          </a:p>
        </p:txBody>
      </p:sp>
      <p:sp>
        <p:nvSpPr>
          <p:cNvPr id="50" name="Shape 47"/>
          <p:cNvSpPr/>
          <p:nvPr/>
        </p:nvSpPr>
        <p:spPr>
          <a:xfrm>
            <a:off x="2743200" y="3749040"/>
            <a:ext cx="356616" cy="356616"/>
          </a:xfrm>
          <a:prstGeom prst="rect">
            <a:avLst/>
          </a:prstGeom>
          <a:solidFill>
            <a:schemeClr val="tx1"/>
          </a:solidFill>
          <a:ln w="6350">
            <a:solidFill>
              <a:schemeClr val="bg1"/>
            </a:solidFill>
            <a:prstDash val="solid"/>
          </a:ln>
        </p:spPr>
        <p:txBody>
          <a:bodyPr/>
          <a:lstStyle/>
          <a:p>
            <a:endParaRPr lang="ja-JP" altLang="en-US"/>
          </a:p>
        </p:txBody>
      </p:sp>
      <p:sp>
        <p:nvSpPr>
          <p:cNvPr id="51" name="Shape 48"/>
          <p:cNvSpPr/>
          <p:nvPr/>
        </p:nvSpPr>
        <p:spPr>
          <a:xfrm>
            <a:off x="3127248" y="3749040"/>
            <a:ext cx="356616" cy="356616"/>
          </a:xfrm>
          <a:prstGeom prst="rect">
            <a:avLst/>
          </a:prstGeom>
          <a:solidFill>
            <a:schemeClr val="tx1">
              <a:alpha val="50000"/>
            </a:schemeClr>
          </a:solidFill>
          <a:ln w="6350">
            <a:solidFill>
              <a:schemeClr val="bg1"/>
            </a:solidFill>
            <a:prstDash val="solid"/>
          </a:ln>
        </p:spPr>
        <p:txBody>
          <a:bodyPr/>
          <a:lstStyle/>
          <a:p>
            <a:endParaRPr lang="ja-JP" altLang="en-US"/>
          </a:p>
        </p:txBody>
      </p:sp>
      <p:sp>
        <p:nvSpPr>
          <p:cNvPr id="52" name="Shape 49"/>
          <p:cNvSpPr/>
          <p:nvPr/>
        </p:nvSpPr>
        <p:spPr>
          <a:xfrm>
            <a:off x="3511296" y="3749040"/>
            <a:ext cx="356616" cy="356616"/>
          </a:xfrm>
          <a:prstGeom prst="rect">
            <a:avLst/>
          </a:prstGeom>
          <a:solidFill>
            <a:schemeClr val="tx1">
              <a:alpha val="0"/>
            </a:schemeClr>
          </a:solidFill>
          <a:ln w="6350">
            <a:solidFill>
              <a:schemeClr val="bg1"/>
            </a:solidFill>
            <a:prstDash val="solid"/>
          </a:ln>
        </p:spPr>
        <p:txBody>
          <a:bodyPr/>
          <a:lstStyle/>
          <a:p>
            <a:endParaRPr lang="ja-JP" altLang="en-US"/>
          </a:p>
        </p:txBody>
      </p:sp>
      <p:sp>
        <p:nvSpPr>
          <p:cNvPr id="53" name="Shape 50"/>
          <p:cNvSpPr/>
          <p:nvPr/>
        </p:nvSpPr>
        <p:spPr>
          <a:xfrm>
            <a:off x="822960" y="4133088"/>
            <a:ext cx="356616" cy="356616"/>
          </a:xfrm>
          <a:prstGeom prst="rect">
            <a:avLst/>
          </a:prstGeom>
          <a:solidFill>
            <a:schemeClr val="tx1">
              <a:alpha val="0"/>
            </a:schemeClr>
          </a:solidFill>
          <a:ln w="6350">
            <a:solidFill>
              <a:schemeClr val="bg1"/>
            </a:solidFill>
            <a:prstDash val="solid"/>
          </a:ln>
        </p:spPr>
        <p:txBody>
          <a:bodyPr/>
          <a:lstStyle/>
          <a:p>
            <a:endParaRPr lang="ja-JP" altLang="en-US"/>
          </a:p>
        </p:txBody>
      </p:sp>
      <p:sp>
        <p:nvSpPr>
          <p:cNvPr id="54" name="Shape 51"/>
          <p:cNvSpPr/>
          <p:nvPr/>
        </p:nvSpPr>
        <p:spPr>
          <a:xfrm>
            <a:off x="1207008" y="4133088"/>
            <a:ext cx="356616" cy="356616"/>
          </a:xfrm>
          <a:prstGeom prst="rect">
            <a:avLst/>
          </a:prstGeom>
          <a:solidFill>
            <a:schemeClr val="tx1">
              <a:alpha val="0"/>
            </a:schemeClr>
          </a:solidFill>
          <a:ln w="6350">
            <a:solidFill>
              <a:schemeClr val="bg1"/>
            </a:solidFill>
            <a:prstDash val="solid"/>
          </a:ln>
        </p:spPr>
        <p:txBody>
          <a:bodyPr/>
          <a:lstStyle/>
          <a:p>
            <a:endParaRPr lang="ja-JP" altLang="en-US"/>
          </a:p>
        </p:txBody>
      </p:sp>
      <p:sp>
        <p:nvSpPr>
          <p:cNvPr id="55" name="Shape 52"/>
          <p:cNvSpPr/>
          <p:nvPr/>
        </p:nvSpPr>
        <p:spPr>
          <a:xfrm>
            <a:off x="1591056" y="4133088"/>
            <a:ext cx="356616" cy="356616"/>
          </a:xfrm>
          <a:prstGeom prst="rect">
            <a:avLst/>
          </a:prstGeom>
          <a:solidFill>
            <a:schemeClr val="tx1">
              <a:alpha val="75000"/>
            </a:schemeClr>
          </a:solidFill>
          <a:ln w="6350">
            <a:solidFill>
              <a:schemeClr val="bg1"/>
            </a:solidFill>
            <a:prstDash val="solid"/>
          </a:ln>
        </p:spPr>
        <p:txBody>
          <a:bodyPr/>
          <a:lstStyle/>
          <a:p>
            <a:endParaRPr lang="ja-JP" altLang="en-US"/>
          </a:p>
        </p:txBody>
      </p:sp>
      <p:sp>
        <p:nvSpPr>
          <p:cNvPr id="56" name="Shape 53"/>
          <p:cNvSpPr/>
          <p:nvPr/>
        </p:nvSpPr>
        <p:spPr>
          <a:xfrm>
            <a:off x="1975104" y="4133088"/>
            <a:ext cx="356616" cy="356616"/>
          </a:xfrm>
          <a:prstGeom prst="rect">
            <a:avLst/>
          </a:prstGeom>
          <a:solidFill>
            <a:schemeClr val="tx1"/>
          </a:solidFill>
          <a:ln w="6350">
            <a:solidFill>
              <a:schemeClr val="bg1"/>
            </a:solidFill>
            <a:prstDash val="solid"/>
          </a:ln>
        </p:spPr>
        <p:txBody>
          <a:bodyPr/>
          <a:lstStyle/>
          <a:p>
            <a:endParaRPr lang="ja-JP" altLang="en-US"/>
          </a:p>
        </p:txBody>
      </p:sp>
      <p:sp>
        <p:nvSpPr>
          <p:cNvPr id="57" name="Shape 54"/>
          <p:cNvSpPr/>
          <p:nvPr/>
        </p:nvSpPr>
        <p:spPr>
          <a:xfrm>
            <a:off x="2359152" y="4133088"/>
            <a:ext cx="356616" cy="356616"/>
          </a:xfrm>
          <a:prstGeom prst="rect">
            <a:avLst/>
          </a:prstGeom>
          <a:solidFill>
            <a:schemeClr val="tx1">
              <a:alpha val="81000"/>
            </a:schemeClr>
          </a:solidFill>
          <a:ln w="6350">
            <a:solidFill>
              <a:schemeClr val="bg1"/>
            </a:solidFill>
            <a:prstDash val="solid"/>
          </a:ln>
        </p:spPr>
        <p:txBody>
          <a:bodyPr/>
          <a:lstStyle/>
          <a:p>
            <a:endParaRPr lang="ja-JP" altLang="en-US"/>
          </a:p>
        </p:txBody>
      </p:sp>
      <p:sp>
        <p:nvSpPr>
          <p:cNvPr id="58" name="Shape 55"/>
          <p:cNvSpPr/>
          <p:nvPr/>
        </p:nvSpPr>
        <p:spPr>
          <a:xfrm>
            <a:off x="2743200" y="4133088"/>
            <a:ext cx="356616" cy="356616"/>
          </a:xfrm>
          <a:prstGeom prst="rect">
            <a:avLst/>
          </a:prstGeom>
          <a:solidFill>
            <a:schemeClr val="tx1"/>
          </a:solidFill>
          <a:ln w="6350">
            <a:solidFill>
              <a:schemeClr val="bg1"/>
            </a:solidFill>
            <a:prstDash val="solid"/>
          </a:ln>
        </p:spPr>
        <p:txBody>
          <a:bodyPr/>
          <a:lstStyle/>
          <a:p>
            <a:endParaRPr lang="ja-JP" altLang="en-US"/>
          </a:p>
        </p:txBody>
      </p:sp>
      <p:sp>
        <p:nvSpPr>
          <p:cNvPr id="59" name="Shape 56"/>
          <p:cNvSpPr/>
          <p:nvPr/>
        </p:nvSpPr>
        <p:spPr>
          <a:xfrm>
            <a:off x="3127248" y="4133088"/>
            <a:ext cx="356616" cy="356616"/>
          </a:xfrm>
          <a:prstGeom prst="rect">
            <a:avLst/>
          </a:prstGeom>
          <a:solidFill>
            <a:schemeClr val="tx1">
              <a:alpha val="12000"/>
            </a:schemeClr>
          </a:solidFill>
          <a:ln w="6350">
            <a:solidFill>
              <a:schemeClr val="bg1"/>
            </a:solidFill>
            <a:prstDash val="solid"/>
          </a:ln>
        </p:spPr>
        <p:txBody>
          <a:bodyPr/>
          <a:lstStyle/>
          <a:p>
            <a:endParaRPr lang="ja-JP" altLang="en-US"/>
          </a:p>
        </p:txBody>
      </p:sp>
      <p:sp>
        <p:nvSpPr>
          <p:cNvPr id="60" name="Shape 57"/>
          <p:cNvSpPr/>
          <p:nvPr/>
        </p:nvSpPr>
        <p:spPr>
          <a:xfrm>
            <a:off x="3511296" y="4133088"/>
            <a:ext cx="356616" cy="356616"/>
          </a:xfrm>
          <a:prstGeom prst="rect">
            <a:avLst/>
          </a:prstGeom>
          <a:solidFill>
            <a:schemeClr val="tx1">
              <a:alpha val="0"/>
            </a:schemeClr>
          </a:solidFill>
          <a:ln w="6350">
            <a:solidFill>
              <a:schemeClr val="bg1"/>
            </a:solidFill>
            <a:prstDash val="solid"/>
          </a:ln>
        </p:spPr>
        <p:txBody>
          <a:bodyPr/>
          <a:lstStyle/>
          <a:p>
            <a:endParaRPr lang="ja-JP" altLang="en-US"/>
          </a:p>
        </p:txBody>
      </p:sp>
      <p:sp>
        <p:nvSpPr>
          <p:cNvPr id="61" name="Shape 58"/>
          <p:cNvSpPr/>
          <p:nvPr/>
        </p:nvSpPr>
        <p:spPr>
          <a:xfrm>
            <a:off x="822960" y="4517136"/>
            <a:ext cx="356616" cy="356616"/>
          </a:xfrm>
          <a:prstGeom prst="rect">
            <a:avLst/>
          </a:prstGeom>
          <a:solidFill>
            <a:schemeClr val="tx1">
              <a:alpha val="0"/>
            </a:schemeClr>
          </a:solidFill>
          <a:ln w="6350">
            <a:solidFill>
              <a:schemeClr val="bg1"/>
            </a:solidFill>
            <a:prstDash val="solid"/>
          </a:ln>
        </p:spPr>
        <p:txBody>
          <a:bodyPr/>
          <a:lstStyle/>
          <a:p>
            <a:endParaRPr lang="ja-JP" altLang="en-US"/>
          </a:p>
        </p:txBody>
      </p:sp>
      <p:sp>
        <p:nvSpPr>
          <p:cNvPr id="62" name="Shape 59"/>
          <p:cNvSpPr/>
          <p:nvPr/>
        </p:nvSpPr>
        <p:spPr>
          <a:xfrm>
            <a:off x="1207008" y="4517136"/>
            <a:ext cx="356616" cy="356616"/>
          </a:xfrm>
          <a:prstGeom prst="rect">
            <a:avLst/>
          </a:prstGeom>
          <a:solidFill>
            <a:schemeClr val="tx1">
              <a:alpha val="0"/>
            </a:schemeClr>
          </a:solidFill>
          <a:ln w="6350">
            <a:solidFill>
              <a:schemeClr val="bg1"/>
            </a:solidFill>
            <a:prstDash val="solid"/>
          </a:ln>
        </p:spPr>
        <p:txBody>
          <a:bodyPr/>
          <a:lstStyle/>
          <a:p>
            <a:endParaRPr lang="ja-JP" altLang="en-US"/>
          </a:p>
        </p:txBody>
      </p:sp>
      <p:sp>
        <p:nvSpPr>
          <p:cNvPr id="63" name="Shape 60"/>
          <p:cNvSpPr/>
          <p:nvPr/>
        </p:nvSpPr>
        <p:spPr>
          <a:xfrm>
            <a:off x="1591056" y="4517136"/>
            <a:ext cx="356616" cy="356616"/>
          </a:xfrm>
          <a:prstGeom prst="rect">
            <a:avLst/>
          </a:prstGeom>
          <a:solidFill>
            <a:schemeClr val="tx1">
              <a:alpha val="12000"/>
            </a:schemeClr>
          </a:solidFill>
          <a:ln w="6350">
            <a:solidFill>
              <a:schemeClr val="bg1"/>
            </a:solidFill>
            <a:prstDash val="solid"/>
          </a:ln>
        </p:spPr>
        <p:txBody>
          <a:bodyPr/>
          <a:lstStyle/>
          <a:p>
            <a:endParaRPr lang="ja-JP" altLang="en-US"/>
          </a:p>
        </p:txBody>
      </p:sp>
      <p:sp>
        <p:nvSpPr>
          <p:cNvPr id="64" name="Shape 61"/>
          <p:cNvSpPr/>
          <p:nvPr/>
        </p:nvSpPr>
        <p:spPr>
          <a:xfrm>
            <a:off x="1975104" y="4517136"/>
            <a:ext cx="356616" cy="356616"/>
          </a:xfrm>
          <a:prstGeom prst="rect">
            <a:avLst/>
          </a:prstGeom>
          <a:solidFill>
            <a:schemeClr val="tx1">
              <a:alpha val="62000"/>
            </a:schemeClr>
          </a:solidFill>
          <a:ln w="6350">
            <a:solidFill>
              <a:schemeClr val="bg1"/>
            </a:solidFill>
            <a:prstDash val="solid"/>
          </a:ln>
        </p:spPr>
        <p:txBody>
          <a:bodyPr/>
          <a:lstStyle/>
          <a:p>
            <a:endParaRPr lang="ja-JP" altLang="en-US"/>
          </a:p>
        </p:txBody>
      </p:sp>
      <p:sp>
        <p:nvSpPr>
          <p:cNvPr id="65" name="Shape 62"/>
          <p:cNvSpPr/>
          <p:nvPr/>
        </p:nvSpPr>
        <p:spPr>
          <a:xfrm>
            <a:off x="2359152" y="4517136"/>
            <a:ext cx="356616" cy="356616"/>
          </a:xfrm>
          <a:prstGeom prst="rect">
            <a:avLst/>
          </a:prstGeom>
          <a:solidFill>
            <a:schemeClr val="tx1"/>
          </a:solidFill>
          <a:ln w="6350">
            <a:solidFill>
              <a:schemeClr val="bg1"/>
            </a:solidFill>
            <a:prstDash val="solid"/>
          </a:ln>
        </p:spPr>
        <p:txBody>
          <a:bodyPr/>
          <a:lstStyle/>
          <a:p>
            <a:endParaRPr lang="ja-JP" altLang="en-US"/>
          </a:p>
        </p:txBody>
      </p:sp>
      <p:sp>
        <p:nvSpPr>
          <p:cNvPr id="66" name="Shape 63"/>
          <p:cNvSpPr/>
          <p:nvPr/>
        </p:nvSpPr>
        <p:spPr>
          <a:xfrm>
            <a:off x="2743200" y="4517136"/>
            <a:ext cx="356616" cy="356616"/>
          </a:xfrm>
          <a:prstGeom prst="rect">
            <a:avLst/>
          </a:prstGeom>
          <a:solidFill>
            <a:schemeClr val="tx1">
              <a:alpha val="44000"/>
            </a:schemeClr>
          </a:solidFill>
          <a:ln w="6350">
            <a:solidFill>
              <a:schemeClr val="bg1"/>
            </a:solidFill>
            <a:prstDash val="solid"/>
          </a:ln>
        </p:spPr>
        <p:txBody>
          <a:bodyPr/>
          <a:lstStyle/>
          <a:p>
            <a:endParaRPr lang="ja-JP" altLang="en-US"/>
          </a:p>
        </p:txBody>
      </p:sp>
      <p:sp>
        <p:nvSpPr>
          <p:cNvPr id="67" name="Shape 64"/>
          <p:cNvSpPr/>
          <p:nvPr/>
        </p:nvSpPr>
        <p:spPr>
          <a:xfrm>
            <a:off x="3127248" y="4517136"/>
            <a:ext cx="356616" cy="356616"/>
          </a:xfrm>
          <a:prstGeom prst="rect">
            <a:avLst/>
          </a:prstGeom>
          <a:solidFill>
            <a:schemeClr val="tx1">
              <a:alpha val="0"/>
            </a:schemeClr>
          </a:solidFill>
          <a:ln w="6350">
            <a:solidFill>
              <a:schemeClr val="bg1"/>
            </a:solidFill>
            <a:prstDash val="solid"/>
          </a:ln>
        </p:spPr>
        <p:txBody>
          <a:bodyPr/>
          <a:lstStyle/>
          <a:p>
            <a:endParaRPr lang="ja-JP" altLang="en-US"/>
          </a:p>
        </p:txBody>
      </p:sp>
      <p:sp>
        <p:nvSpPr>
          <p:cNvPr id="68" name="Shape 65"/>
          <p:cNvSpPr/>
          <p:nvPr/>
        </p:nvSpPr>
        <p:spPr>
          <a:xfrm>
            <a:off x="3511296" y="4517136"/>
            <a:ext cx="356616" cy="356616"/>
          </a:xfrm>
          <a:prstGeom prst="rect">
            <a:avLst/>
          </a:prstGeom>
          <a:solidFill>
            <a:schemeClr val="tx1">
              <a:alpha val="0"/>
            </a:schemeClr>
          </a:solidFill>
          <a:ln w="6350">
            <a:solidFill>
              <a:schemeClr val="bg1"/>
            </a:solidFill>
            <a:prstDash val="solid"/>
          </a:ln>
        </p:spPr>
        <p:txBody>
          <a:bodyPr/>
          <a:lstStyle/>
          <a:p>
            <a:endParaRPr lang="ja-JP" altLang="en-US"/>
          </a:p>
        </p:txBody>
      </p:sp>
      <p:sp>
        <p:nvSpPr>
          <p:cNvPr id="69" name="Text 66"/>
          <p:cNvSpPr txBox="1"/>
          <p:nvPr/>
        </p:nvSpPr>
        <p:spPr>
          <a:xfrm>
            <a:off x="822960" y="4983480"/>
            <a:ext cx="3291840" cy="274320"/>
          </a:xfrm>
          <a:prstGeom prst="rect">
            <a:avLst/>
          </a:prstGeom>
          <a:noFill/>
          <a:ln/>
        </p:spPr>
        <p:txBody>
          <a:bodyPr wrap="square" lIns="0" tIns="0" rIns="0" bIns="0" rtlCol="0" anchor="t"/>
          <a:lstStyle/>
          <a:p>
            <a:pPr marL="0" indent="0">
              <a:buNone/>
            </a:pPr>
            <a:r>
              <a:rPr lang="en-US" sz="1200" dirty="0" err="1">
                <a:solidFill>
                  <a:schemeClr val="tx2"/>
                </a:solidFill>
              </a:rPr>
              <a:t>入力画像</a:t>
            </a:r>
            <a:endParaRPr lang="en-US" sz="1200" dirty="0"/>
          </a:p>
        </p:txBody>
      </p:sp>
      <p:graphicFrame>
        <p:nvGraphicFramePr>
          <p:cNvPr id="70" name="Chart 0"/>
          <p:cNvGraphicFramePr/>
          <p:nvPr/>
        </p:nvGraphicFramePr>
        <p:xfrm>
          <a:off x="4572000" y="1691640"/>
          <a:ext cx="7040880" cy="3383280"/>
        </p:xfrm>
        <a:graphic>
          <a:graphicData uri="http://schemas.openxmlformats.org/drawingml/2006/chart">
            <c:chart xmlns:c="http://schemas.openxmlformats.org/drawingml/2006/chart" xmlns:r="http://schemas.openxmlformats.org/officeDocument/2006/relationships" r:id="rId3"/>
          </a:graphicData>
        </a:graphic>
      </p:graphicFrame>
      <p:sp>
        <p:nvSpPr>
          <p:cNvPr id="71" name="Shape 67"/>
          <p:cNvSpPr/>
          <p:nvPr/>
        </p:nvSpPr>
        <p:spPr>
          <a:xfrm>
            <a:off x="2676352" y="5440680"/>
            <a:ext cx="6839296" cy="777240"/>
          </a:xfrm>
          <a:prstGeom prst="roundRect">
            <a:avLst>
              <a:gd name="adj" fmla="val 14118"/>
            </a:avLst>
          </a:prstGeom>
          <a:noFill/>
          <a:ln w="12700">
            <a:solidFill>
              <a:schemeClr val="tx1"/>
            </a:solidFill>
            <a:prstDash val="solid"/>
          </a:ln>
        </p:spPr>
        <p:txBody>
          <a:bodyPr/>
          <a:lstStyle/>
          <a:p>
            <a:endParaRPr lang="ja-JP" altLang="en-US"/>
          </a:p>
        </p:txBody>
      </p:sp>
      <p:sp>
        <p:nvSpPr>
          <p:cNvPr id="72" name="Text 68"/>
          <p:cNvSpPr txBox="1"/>
          <p:nvPr/>
        </p:nvSpPr>
        <p:spPr>
          <a:xfrm>
            <a:off x="2950672" y="5440680"/>
            <a:ext cx="6564976" cy="777240"/>
          </a:xfrm>
          <a:prstGeom prst="rect">
            <a:avLst/>
          </a:prstGeom>
          <a:noFill/>
          <a:ln/>
        </p:spPr>
        <p:txBody>
          <a:bodyPr wrap="square" lIns="0" tIns="0" rIns="0" bIns="0" rtlCol="0" anchor="ctr"/>
          <a:lstStyle/>
          <a:p>
            <a:pPr marL="0" indent="0">
              <a:buNone/>
            </a:pPr>
            <a:r>
              <a:rPr lang="en-US" sz="2600" b="1" dirty="0">
                <a:solidFill>
                  <a:schemeClr val="tx1"/>
                </a:solidFill>
              </a:rPr>
              <a:t>予測は6だけど，なぜ</a:t>
            </a:r>
            <a:r>
              <a:rPr lang="en-US" sz="2600" b="1" dirty="0">
                <a:solidFill>
                  <a:schemeClr val="accent2"/>
                </a:solidFill>
              </a:rPr>
              <a:t>0</a:t>
            </a:r>
            <a:r>
              <a:rPr lang="en-US" sz="2600" b="1" dirty="0">
                <a:solidFill>
                  <a:schemeClr val="tx1"/>
                </a:solidFill>
              </a:rPr>
              <a:t>ではなく</a:t>
            </a:r>
            <a:r>
              <a:rPr lang="en-US" sz="2600" b="1" dirty="0">
                <a:solidFill>
                  <a:schemeClr val="accent1"/>
                </a:solidFill>
              </a:rPr>
              <a:t>6</a:t>
            </a:r>
            <a:r>
              <a:rPr lang="en-US" sz="2600" b="1" dirty="0">
                <a:solidFill>
                  <a:schemeClr val="tx1"/>
                </a:solidFill>
              </a:rPr>
              <a:t>なのか？</a:t>
            </a:r>
            <a:endParaRPr lang="en-US" sz="2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a:spLocks noGrp="1"/>
          </p:cNvSpPr>
          <p:nvPr>
            <p:ph type="title" idx="101"/>
          </p:nvPr>
        </p:nvSpPr>
        <p:spPr>
          <a:prstGeom prst="rect">
            <a:avLst/>
          </a:prstGeom>
          <a:noFill/>
          <a:ln/>
        </p:spPr>
        <p:txBody>
          <a:bodyPr wrap="square" lIns="0" tIns="0" rIns="0" bIns="0" rtlCol="0" anchor="ctr"/>
          <a:lstStyle/>
          <a:p>
            <a:pPr marL="0" indent="0" algn="l">
              <a:buNone/>
            </a:pPr>
            <a:r>
              <a:rPr lang="en-US" sz="3000" b="1" dirty="0">
                <a:solidFill>
                  <a:schemeClr val="tx1"/>
                </a:solidFill>
              </a:rPr>
              <a:t>目次</a:t>
            </a:r>
            <a:endParaRPr lang="en-US" sz="30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5"/>
                </a:solidFill>
              </a:defRPr>
            </a:lvl1pPr>
          </a:lstStyle>
          <a:p>
            <a:pPr algn="r"/>
            <a:fld id="{F7021451-1387-4CA6-816F-3879F97B5CBC}" type="slidenum">
              <a:rPr lang="en-US" b="0"/>
              <a:t>4</a:t>
            </a:fld>
            <a:endParaRPr lang="en-US"/>
          </a:p>
        </p:txBody>
      </p:sp>
      <p:sp>
        <p:nvSpPr>
          <p:cNvPr id="4" name="Shape 1"/>
          <p:cNvSpPr/>
          <p:nvPr/>
        </p:nvSpPr>
        <p:spPr>
          <a:xfrm>
            <a:off x="822960" y="1371600"/>
            <a:ext cx="548640" cy="548640"/>
          </a:xfrm>
          <a:prstGeom prst="ellipse">
            <a:avLst/>
          </a:prstGeom>
          <a:solidFill>
            <a:schemeClr val="accent5">
              <a:alpha val="45000"/>
            </a:schemeClr>
          </a:solidFill>
          <a:ln w="12700">
            <a:solidFill>
              <a:schemeClr val="accent5">
                <a:alpha val="45000"/>
              </a:schemeClr>
            </a:solidFill>
            <a:prstDash val="solid"/>
          </a:ln>
        </p:spPr>
        <p:txBody>
          <a:bodyPr/>
          <a:lstStyle/>
          <a:p>
            <a:endParaRPr lang="ja-JP" altLang="en-US"/>
          </a:p>
        </p:txBody>
      </p:sp>
      <p:sp>
        <p:nvSpPr>
          <p:cNvPr id="5" name="Text 2"/>
          <p:cNvSpPr txBox="1"/>
          <p:nvPr/>
        </p:nvSpPr>
        <p:spPr>
          <a:xfrm>
            <a:off x="822960" y="1371600"/>
            <a:ext cx="548640" cy="548640"/>
          </a:xfrm>
          <a:prstGeom prst="rect">
            <a:avLst/>
          </a:prstGeom>
          <a:noFill/>
          <a:ln/>
        </p:spPr>
        <p:txBody>
          <a:bodyPr wrap="square" lIns="0" tIns="0" rIns="0" bIns="0" rtlCol="0" anchor="ctr"/>
          <a:lstStyle/>
          <a:p>
            <a:pPr marL="0" indent="0" algn="ctr">
              <a:buNone/>
            </a:pPr>
            <a:r>
              <a:rPr lang="en-US" sz="2000" b="1" dirty="0">
                <a:solidFill>
                  <a:schemeClr val="bg1"/>
                </a:solidFill>
              </a:rPr>
              <a:t>1</a:t>
            </a:r>
            <a:endParaRPr lang="en-US" sz="2000" dirty="0"/>
          </a:p>
        </p:txBody>
      </p:sp>
      <p:sp>
        <p:nvSpPr>
          <p:cNvPr id="6" name="Text 3"/>
          <p:cNvSpPr txBox="1"/>
          <p:nvPr/>
        </p:nvSpPr>
        <p:spPr>
          <a:xfrm>
            <a:off x="1645920" y="1325880"/>
            <a:ext cx="3291840" cy="640080"/>
          </a:xfrm>
          <a:prstGeom prst="rect">
            <a:avLst/>
          </a:prstGeom>
          <a:noFill/>
          <a:ln/>
        </p:spPr>
        <p:txBody>
          <a:bodyPr wrap="square" lIns="0" tIns="0" rIns="0" bIns="0" rtlCol="0" anchor="ctr"/>
          <a:lstStyle/>
          <a:p>
            <a:pPr marL="0" indent="0">
              <a:buNone/>
            </a:pPr>
            <a:r>
              <a:rPr lang="en-US" sz="2400" b="1" dirty="0">
                <a:solidFill>
                  <a:schemeClr val="tx1">
                    <a:alpha val="30000"/>
                  </a:schemeClr>
                </a:solidFill>
              </a:rPr>
              <a:t>導入</a:t>
            </a:r>
            <a:endParaRPr lang="en-US" sz="2400" dirty="0"/>
          </a:p>
        </p:txBody>
      </p:sp>
      <p:sp>
        <p:nvSpPr>
          <p:cNvPr id="7" name="Text 4"/>
          <p:cNvSpPr txBox="1"/>
          <p:nvPr/>
        </p:nvSpPr>
        <p:spPr>
          <a:xfrm>
            <a:off x="4937760" y="1325880"/>
            <a:ext cx="6492240" cy="640080"/>
          </a:xfrm>
          <a:prstGeom prst="rect">
            <a:avLst/>
          </a:prstGeom>
          <a:noFill/>
          <a:ln/>
        </p:spPr>
        <p:txBody>
          <a:bodyPr wrap="square" lIns="0" tIns="0" rIns="0" bIns="0" rtlCol="0" anchor="ctr"/>
          <a:lstStyle/>
          <a:p>
            <a:pPr marL="0" indent="0">
              <a:buNone/>
            </a:pPr>
            <a:r>
              <a:rPr lang="en-US" sz="1600" dirty="0">
                <a:solidFill>
                  <a:schemeClr val="tx1">
                    <a:alpha val="25000"/>
                  </a:schemeClr>
                </a:solidFill>
              </a:rPr>
              <a:t>今日の問い</a:t>
            </a:r>
            <a:endParaRPr lang="en-US" sz="1600" dirty="0"/>
          </a:p>
        </p:txBody>
      </p:sp>
      <p:sp>
        <p:nvSpPr>
          <p:cNvPr id="8" name="Shape 5"/>
          <p:cNvSpPr/>
          <p:nvPr/>
        </p:nvSpPr>
        <p:spPr>
          <a:xfrm>
            <a:off x="548640" y="2176272"/>
            <a:ext cx="11064240" cy="868680"/>
          </a:xfrm>
          <a:prstGeom prst="roundRect">
            <a:avLst>
              <a:gd name="adj" fmla="val 12632"/>
            </a:avLst>
          </a:prstGeom>
          <a:noFill/>
          <a:ln w="28575">
            <a:solidFill>
              <a:schemeClr val="accent2"/>
            </a:solidFill>
            <a:prstDash val="solid"/>
          </a:ln>
        </p:spPr>
        <p:txBody>
          <a:bodyPr/>
          <a:lstStyle/>
          <a:p>
            <a:endParaRPr lang="ja-JP" altLang="en-US"/>
          </a:p>
        </p:txBody>
      </p:sp>
      <p:sp>
        <p:nvSpPr>
          <p:cNvPr id="9" name="Shape 6"/>
          <p:cNvSpPr/>
          <p:nvPr/>
        </p:nvSpPr>
        <p:spPr>
          <a:xfrm>
            <a:off x="822960" y="2331720"/>
            <a:ext cx="548640" cy="548640"/>
          </a:xfrm>
          <a:prstGeom prst="ellipse">
            <a:avLst/>
          </a:prstGeom>
          <a:solidFill>
            <a:schemeClr val="accent1"/>
          </a:solidFill>
          <a:ln w="12700">
            <a:solidFill>
              <a:schemeClr val="accent1"/>
            </a:solidFill>
            <a:prstDash val="solid"/>
          </a:ln>
        </p:spPr>
        <p:txBody>
          <a:bodyPr/>
          <a:lstStyle/>
          <a:p>
            <a:endParaRPr lang="ja-JP" altLang="en-US"/>
          </a:p>
        </p:txBody>
      </p:sp>
      <p:sp>
        <p:nvSpPr>
          <p:cNvPr id="10" name="Text 7"/>
          <p:cNvSpPr txBox="1"/>
          <p:nvPr/>
        </p:nvSpPr>
        <p:spPr>
          <a:xfrm>
            <a:off x="822960" y="2331720"/>
            <a:ext cx="548640" cy="548640"/>
          </a:xfrm>
          <a:prstGeom prst="rect">
            <a:avLst/>
          </a:prstGeom>
          <a:noFill/>
          <a:ln/>
        </p:spPr>
        <p:txBody>
          <a:bodyPr wrap="square" lIns="0" tIns="0" rIns="0" bIns="0" rtlCol="0" anchor="ctr"/>
          <a:lstStyle/>
          <a:p>
            <a:pPr marL="0" indent="0" algn="ctr">
              <a:buNone/>
            </a:pPr>
            <a:r>
              <a:rPr lang="en-US" sz="2000" b="1" dirty="0">
                <a:solidFill>
                  <a:schemeClr val="bg1"/>
                </a:solidFill>
              </a:rPr>
              <a:t>2</a:t>
            </a:r>
            <a:endParaRPr lang="en-US" sz="2000" dirty="0"/>
          </a:p>
        </p:txBody>
      </p:sp>
      <p:sp>
        <p:nvSpPr>
          <p:cNvPr id="11" name="Text 8"/>
          <p:cNvSpPr txBox="1"/>
          <p:nvPr/>
        </p:nvSpPr>
        <p:spPr>
          <a:xfrm>
            <a:off x="1645920" y="2286000"/>
            <a:ext cx="3291840" cy="640080"/>
          </a:xfrm>
          <a:prstGeom prst="rect">
            <a:avLst/>
          </a:prstGeom>
          <a:noFill/>
          <a:ln/>
        </p:spPr>
        <p:txBody>
          <a:bodyPr wrap="square" lIns="0" tIns="0" rIns="0" bIns="0" rtlCol="0" anchor="ctr"/>
          <a:lstStyle/>
          <a:p>
            <a:pPr marL="0" indent="0">
              <a:buNone/>
            </a:pPr>
            <a:r>
              <a:rPr lang="en-US" sz="2400" b="1" dirty="0">
                <a:solidFill>
                  <a:schemeClr val="tx1"/>
                </a:solidFill>
              </a:rPr>
              <a:t>問題と発想</a:t>
            </a:r>
            <a:endParaRPr lang="en-US" sz="2400" dirty="0"/>
          </a:p>
        </p:txBody>
      </p:sp>
      <p:sp>
        <p:nvSpPr>
          <p:cNvPr id="12" name="Text 9"/>
          <p:cNvSpPr txBox="1"/>
          <p:nvPr/>
        </p:nvSpPr>
        <p:spPr>
          <a:xfrm>
            <a:off x="4937760" y="2286000"/>
            <a:ext cx="6492240" cy="640080"/>
          </a:xfrm>
          <a:prstGeom prst="rect">
            <a:avLst/>
          </a:prstGeom>
          <a:noFill/>
          <a:ln/>
        </p:spPr>
        <p:txBody>
          <a:bodyPr wrap="square" lIns="0" tIns="0" rIns="0" bIns="0" rtlCol="0" anchor="ctr"/>
          <a:lstStyle/>
          <a:p>
            <a:pPr marL="0" indent="0">
              <a:buNone/>
            </a:pPr>
            <a:r>
              <a:rPr lang="en-US" sz="1600" dirty="0">
                <a:solidFill>
                  <a:schemeClr val="tx2"/>
                </a:solidFill>
              </a:rPr>
              <a:t>LIMEのおさらい，多クラスLIMEの問題，クラス側をまとめる発想，目標</a:t>
            </a:r>
            <a:endParaRPr lang="en-US" sz="1600" dirty="0"/>
          </a:p>
        </p:txBody>
      </p:sp>
      <p:sp>
        <p:nvSpPr>
          <p:cNvPr id="13" name="Shape 10"/>
          <p:cNvSpPr/>
          <p:nvPr/>
        </p:nvSpPr>
        <p:spPr>
          <a:xfrm>
            <a:off x="822960" y="3291840"/>
            <a:ext cx="548640" cy="548640"/>
          </a:xfrm>
          <a:prstGeom prst="ellipse">
            <a:avLst/>
          </a:prstGeom>
          <a:solidFill>
            <a:schemeClr val="accent5">
              <a:alpha val="45000"/>
            </a:schemeClr>
          </a:solidFill>
          <a:ln w="12700">
            <a:solidFill>
              <a:schemeClr val="accent5">
                <a:alpha val="45000"/>
              </a:schemeClr>
            </a:solidFill>
            <a:prstDash val="solid"/>
          </a:ln>
        </p:spPr>
        <p:txBody>
          <a:bodyPr/>
          <a:lstStyle/>
          <a:p>
            <a:endParaRPr lang="ja-JP" altLang="en-US"/>
          </a:p>
        </p:txBody>
      </p:sp>
      <p:sp>
        <p:nvSpPr>
          <p:cNvPr id="14" name="Text 11"/>
          <p:cNvSpPr txBox="1"/>
          <p:nvPr/>
        </p:nvSpPr>
        <p:spPr>
          <a:xfrm>
            <a:off x="822960" y="3291840"/>
            <a:ext cx="548640" cy="548640"/>
          </a:xfrm>
          <a:prstGeom prst="rect">
            <a:avLst/>
          </a:prstGeom>
          <a:noFill/>
          <a:ln/>
        </p:spPr>
        <p:txBody>
          <a:bodyPr wrap="square" lIns="0" tIns="0" rIns="0" bIns="0" rtlCol="0" anchor="ctr"/>
          <a:lstStyle/>
          <a:p>
            <a:pPr marL="0" indent="0" algn="ctr">
              <a:buNone/>
            </a:pPr>
            <a:r>
              <a:rPr lang="en-US" sz="2000" b="1" dirty="0">
                <a:solidFill>
                  <a:schemeClr val="bg1"/>
                </a:solidFill>
              </a:rPr>
              <a:t>3</a:t>
            </a:r>
            <a:endParaRPr lang="en-US" sz="2000" dirty="0"/>
          </a:p>
        </p:txBody>
      </p:sp>
      <p:sp>
        <p:nvSpPr>
          <p:cNvPr id="15" name="Text 12"/>
          <p:cNvSpPr txBox="1"/>
          <p:nvPr/>
        </p:nvSpPr>
        <p:spPr>
          <a:xfrm>
            <a:off x="1645920" y="3246120"/>
            <a:ext cx="3291840" cy="640080"/>
          </a:xfrm>
          <a:prstGeom prst="rect">
            <a:avLst/>
          </a:prstGeom>
          <a:noFill/>
          <a:ln/>
        </p:spPr>
        <p:txBody>
          <a:bodyPr wrap="square" lIns="0" tIns="0" rIns="0" bIns="0" rtlCol="0" anchor="ctr"/>
          <a:lstStyle/>
          <a:p>
            <a:pPr marL="0" indent="0">
              <a:buNone/>
            </a:pPr>
            <a:r>
              <a:rPr lang="en-US" sz="2400" b="1" dirty="0">
                <a:solidFill>
                  <a:schemeClr val="tx1">
                    <a:alpha val="30000"/>
                  </a:schemeClr>
                </a:solidFill>
              </a:rPr>
              <a:t>手法と仮定</a:t>
            </a:r>
            <a:endParaRPr lang="en-US" sz="2400" dirty="0"/>
          </a:p>
        </p:txBody>
      </p:sp>
      <p:sp>
        <p:nvSpPr>
          <p:cNvPr id="16" name="Text 13"/>
          <p:cNvSpPr txBox="1"/>
          <p:nvPr/>
        </p:nvSpPr>
        <p:spPr>
          <a:xfrm>
            <a:off x="4937760" y="3246120"/>
            <a:ext cx="6492240" cy="640080"/>
          </a:xfrm>
          <a:prstGeom prst="rect">
            <a:avLst/>
          </a:prstGeom>
          <a:noFill/>
          <a:ln/>
        </p:spPr>
        <p:txBody>
          <a:bodyPr wrap="square" lIns="0" tIns="0" rIns="0" bIns="0" rtlCol="0" anchor="ctr"/>
          <a:lstStyle/>
          <a:p>
            <a:pPr marL="0" indent="0">
              <a:buNone/>
            </a:pPr>
            <a:r>
              <a:rPr lang="en-US" sz="1600" dirty="0">
                <a:solidFill>
                  <a:schemeClr val="tx1">
                    <a:alpha val="25000"/>
                  </a:schemeClr>
                </a:solidFill>
              </a:rPr>
              <a:t>手順，成り立つための仮定</a:t>
            </a:r>
            <a:endParaRPr lang="en-US" sz="1600" dirty="0"/>
          </a:p>
        </p:txBody>
      </p:sp>
      <p:sp>
        <p:nvSpPr>
          <p:cNvPr id="17" name="Shape 14"/>
          <p:cNvSpPr/>
          <p:nvPr/>
        </p:nvSpPr>
        <p:spPr>
          <a:xfrm>
            <a:off x="822960" y="4251960"/>
            <a:ext cx="548640" cy="548640"/>
          </a:xfrm>
          <a:prstGeom prst="ellipse">
            <a:avLst/>
          </a:prstGeom>
          <a:solidFill>
            <a:schemeClr val="accent5">
              <a:alpha val="45000"/>
            </a:schemeClr>
          </a:solidFill>
          <a:ln w="12700">
            <a:solidFill>
              <a:schemeClr val="accent5">
                <a:alpha val="45000"/>
              </a:schemeClr>
            </a:solidFill>
            <a:prstDash val="solid"/>
          </a:ln>
        </p:spPr>
        <p:txBody>
          <a:bodyPr/>
          <a:lstStyle/>
          <a:p>
            <a:endParaRPr lang="ja-JP" altLang="en-US"/>
          </a:p>
        </p:txBody>
      </p:sp>
      <p:sp>
        <p:nvSpPr>
          <p:cNvPr id="18" name="Text 15"/>
          <p:cNvSpPr txBox="1"/>
          <p:nvPr/>
        </p:nvSpPr>
        <p:spPr>
          <a:xfrm>
            <a:off x="822960" y="4251960"/>
            <a:ext cx="548640" cy="548640"/>
          </a:xfrm>
          <a:prstGeom prst="rect">
            <a:avLst/>
          </a:prstGeom>
          <a:noFill/>
          <a:ln/>
        </p:spPr>
        <p:txBody>
          <a:bodyPr wrap="square" lIns="0" tIns="0" rIns="0" bIns="0" rtlCol="0" anchor="ctr"/>
          <a:lstStyle/>
          <a:p>
            <a:pPr marL="0" indent="0" algn="ctr">
              <a:buNone/>
            </a:pPr>
            <a:r>
              <a:rPr lang="en-US" sz="2000" b="1" dirty="0">
                <a:solidFill>
                  <a:schemeClr val="bg1"/>
                </a:solidFill>
              </a:rPr>
              <a:t>4</a:t>
            </a:r>
            <a:endParaRPr lang="en-US" sz="2000" dirty="0"/>
          </a:p>
        </p:txBody>
      </p:sp>
      <p:sp>
        <p:nvSpPr>
          <p:cNvPr id="19" name="Text 16"/>
          <p:cNvSpPr txBox="1"/>
          <p:nvPr/>
        </p:nvSpPr>
        <p:spPr>
          <a:xfrm>
            <a:off x="1645920" y="4206240"/>
            <a:ext cx="3291840" cy="640080"/>
          </a:xfrm>
          <a:prstGeom prst="rect">
            <a:avLst/>
          </a:prstGeom>
          <a:noFill/>
          <a:ln/>
        </p:spPr>
        <p:txBody>
          <a:bodyPr wrap="square" lIns="0" tIns="0" rIns="0" bIns="0" rtlCol="0" anchor="ctr"/>
          <a:lstStyle/>
          <a:p>
            <a:pPr marL="0" indent="0">
              <a:buNone/>
            </a:pPr>
            <a:r>
              <a:rPr lang="en-US" sz="2400" b="1" dirty="0">
                <a:solidFill>
                  <a:schemeClr val="tx1">
                    <a:alpha val="30000"/>
                  </a:schemeClr>
                </a:solidFill>
              </a:rPr>
              <a:t>実験</a:t>
            </a:r>
            <a:endParaRPr lang="en-US" sz="2400" dirty="0"/>
          </a:p>
        </p:txBody>
      </p:sp>
      <p:sp>
        <p:nvSpPr>
          <p:cNvPr id="20" name="Text 17"/>
          <p:cNvSpPr txBox="1"/>
          <p:nvPr/>
        </p:nvSpPr>
        <p:spPr>
          <a:xfrm>
            <a:off x="4937760" y="4206240"/>
            <a:ext cx="6492240" cy="640080"/>
          </a:xfrm>
          <a:prstGeom prst="rect">
            <a:avLst/>
          </a:prstGeom>
          <a:noFill/>
          <a:ln/>
        </p:spPr>
        <p:txBody>
          <a:bodyPr wrap="square" lIns="0" tIns="0" rIns="0" bIns="0" rtlCol="0" anchor="ctr"/>
          <a:lstStyle/>
          <a:p>
            <a:pPr marL="0" indent="0">
              <a:buNone/>
            </a:pPr>
            <a:r>
              <a:rPr lang="en-US" sz="1600" dirty="0">
                <a:solidFill>
                  <a:schemeClr val="tx1">
                    <a:alpha val="25000"/>
                  </a:schemeClr>
                </a:solidFill>
              </a:rPr>
              <a:t>仮定の確かめ方，実験の設定，結果</a:t>
            </a:r>
            <a:endParaRPr lang="en-US" sz="1600" dirty="0"/>
          </a:p>
        </p:txBody>
      </p:sp>
      <p:sp>
        <p:nvSpPr>
          <p:cNvPr id="21" name="Shape 18"/>
          <p:cNvSpPr/>
          <p:nvPr/>
        </p:nvSpPr>
        <p:spPr>
          <a:xfrm>
            <a:off x="822960" y="5212080"/>
            <a:ext cx="548640" cy="548640"/>
          </a:xfrm>
          <a:prstGeom prst="ellipse">
            <a:avLst/>
          </a:prstGeom>
          <a:solidFill>
            <a:schemeClr val="accent5">
              <a:alpha val="45000"/>
            </a:schemeClr>
          </a:solidFill>
          <a:ln w="12700">
            <a:solidFill>
              <a:schemeClr val="accent5">
                <a:alpha val="45000"/>
              </a:schemeClr>
            </a:solidFill>
            <a:prstDash val="solid"/>
          </a:ln>
        </p:spPr>
        <p:txBody>
          <a:bodyPr/>
          <a:lstStyle/>
          <a:p>
            <a:endParaRPr lang="ja-JP" altLang="en-US"/>
          </a:p>
        </p:txBody>
      </p:sp>
      <p:sp>
        <p:nvSpPr>
          <p:cNvPr id="22" name="Text 19"/>
          <p:cNvSpPr txBox="1"/>
          <p:nvPr/>
        </p:nvSpPr>
        <p:spPr>
          <a:xfrm>
            <a:off x="822960" y="5212080"/>
            <a:ext cx="548640" cy="548640"/>
          </a:xfrm>
          <a:prstGeom prst="rect">
            <a:avLst/>
          </a:prstGeom>
          <a:noFill/>
          <a:ln/>
        </p:spPr>
        <p:txBody>
          <a:bodyPr wrap="square" lIns="0" tIns="0" rIns="0" bIns="0" rtlCol="0" anchor="ctr"/>
          <a:lstStyle/>
          <a:p>
            <a:pPr marL="0" indent="0" algn="ctr">
              <a:buNone/>
            </a:pPr>
            <a:r>
              <a:rPr lang="en-US" sz="2000" b="1" dirty="0">
                <a:solidFill>
                  <a:schemeClr val="bg1"/>
                </a:solidFill>
              </a:rPr>
              <a:t>5</a:t>
            </a:r>
            <a:endParaRPr lang="en-US" sz="2000" dirty="0"/>
          </a:p>
        </p:txBody>
      </p:sp>
      <p:sp>
        <p:nvSpPr>
          <p:cNvPr id="23" name="Text 20"/>
          <p:cNvSpPr txBox="1"/>
          <p:nvPr/>
        </p:nvSpPr>
        <p:spPr>
          <a:xfrm>
            <a:off x="1645920" y="5166360"/>
            <a:ext cx="3291840" cy="640080"/>
          </a:xfrm>
          <a:prstGeom prst="rect">
            <a:avLst/>
          </a:prstGeom>
          <a:noFill/>
          <a:ln/>
        </p:spPr>
        <p:txBody>
          <a:bodyPr wrap="square" lIns="0" tIns="0" rIns="0" bIns="0" rtlCol="0" anchor="ctr"/>
          <a:lstStyle/>
          <a:p>
            <a:pPr marL="0" indent="0">
              <a:buNone/>
            </a:pPr>
            <a:r>
              <a:rPr lang="en-US" sz="2400" b="1" dirty="0">
                <a:solidFill>
                  <a:schemeClr val="tx1">
                    <a:alpha val="30000"/>
                  </a:schemeClr>
                </a:solidFill>
              </a:rPr>
              <a:t>課題と今後</a:t>
            </a:r>
            <a:endParaRPr lang="en-US" sz="2400" dirty="0"/>
          </a:p>
        </p:txBody>
      </p:sp>
      <p:sp>
        <p:nvSpPr>
          <p:cNvPr id="24" name="Text 21"/>
          <p:cNvSpPr txBox="1"/>
          <p:nvPr/>
        </p:nvSpPr>
        <p:spPr>
          <a:xfrm>
            <a:off x="4937760" y="5166360"/>
            <a:ext cx="6492240" cy="640080"/>
          </a:xfrm>
          <a:prstGeom prst="rect">
            <a:avLst/>
          </a:prstGeom>
          <a:noFill/>
          <a:ln/>
        </p:spPr>
        <p:txBody>
          <a:bodyPr wrap="square" lIns="0" tIns="0" rIns="0" bIns="0" rtlCol="0" anchor="ctr"/>
          <a:lstStyle/>
          <a:p>
            <a:pPr marL="0" indent="0">
              <a:buNone/>
            </a:pPr>
            <a:r>
              <a:rPr lang="en-US" sz="1600" dirty="0">
                <a:solidFill>
                  <a:schemeClr val="tx1">
                    <a:alpha val="25000"/>
                  </a:schemeClr>
                </a:solidFill>
              </a:rPr>
              <a:t>課題，今後の計画</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a:spLocks noGrp="1"/>
          </p:cNvSpPr>
          <p:nvPr>
            <p:ph type="title" idx="101"/>
          </p:nvPr>
        </p:nvSpPr>
        <p:spPr>
          <a:prstGeom prst="rect">
            <a:avLst/>
          </a:prstGeom>
          <a:noFill/>
          <a:ln/>
        </p:spPr>
        <p:txBody>
          <a:bodyPr wrap="square" lIns="0" tIns="0" rIns="0" bIns="0" rtlCol="0" anchor="ctr"/>
          <a:lstStyle/>
          <a:p>
            <a:pPr marL="0" indent="0" algn="l">
              <a:buNone/>
            </a:pPr>
            <a:r>
              <a:rPr lang="en-US" sz="3000" b="1" dirty="0">
                <a:solidFill>
                  <a:schemeClr val="tx1"/>
                </a:solidFill>
              </a:rPr>
              <a:t>LIMEのおさらい（1）摂動画像を作る</a:t>
            </a:r>
            <a:endParaRPr lang="en-US" sz="3000" dirty="0"/>
          </a:p>
        </p:txBody>
      </p:sp>
      <p:sp>
        <p:nvSpPr>
          <p:cNvPr id="503"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5"/>
                </a:solidFill>
              </a:defRPr>
            </a:lvl1pPr>
          </a:lstStyle>
          <a:p>
            <a:pPr algn="r"/>
            <a:fld id="{F7021451-1387-4CA6-816F-3879F97B5CBC}" type="slidenum">
              <a:rPr lang="en-US" b="0"/>
              <a:t>5</a:t>
            </a:fld>
            <a:endParaRPr lang="en-US"/>
          </a:p>
        </p:txBody>
      </p:sp>
      <p:sp>
        <p:nvSpPr>
          <p:cNvPr id="4" name="Shape 1"/>
          <p:cNvSpPr/>
          <p:nvPr/>
        </p:nvSpPr>
        <p:spPr>
          <a:xfrm>
            <a:off x="548640" y="1522526"/>
            <a:ext cx="411480" cy="411480"/>
          </a:xfrm>
          <a:prstGeom prst="ellipse">
            <a:avLst/>
          </a:prstGeom>
          <a:solidFill>
            <a:schemeClr val="tx1"/>
          </a:solidFill>
          <a:ln w="12700">
            <a:solidFill>
              <a:schemeClr val="tx1"/>
            </a:solidFill>
            <a:prstDash val="solid"/>
          </a:ln>
        </p:spPr>
        <p:txBody>
          <a:bodyPr/>
          <a:lstStyle/>
          <a:p>
            <a:endParaRPr lang="ja-JP" altLang="en-US"/>
          </a:p>
        </p:txBody>
      </p:sp>
      <p:sp>
        <p:nvSpPr>
          <p:cNvPr id="5" name="Text 2"/>
          <p:cNvSpPr txBox="1"/>
          <p:nvPr/>
        </p:nvSpPr>
        <p:spPr>
          <a:xfrm>
            <a:off x="548640" y="1522526"/>
            <a:ext cx="411480" cy="411480"/>
          </a:xfrm>
          <a:prstGeom prst="rect">
            <a:avLst/>
          </a:prstGeom>
          <a:noFill/>
          <a:ln/>
        </p:spPr>
        <p:txBody>
          <a:bodyPr wrap="square" lIns="0" tIns="0" rIns="0" bIns="0" rtlCol="0" anchor="ctr"/>
          <a:lstStyle/>
          <a:p>
            <a:pPr marL="0" indent="0" algn="ctr">
              <a:buNone/>
            </a:pPr>
            <a:r>
              <a:rPr lang="en-US" sz="1400" b="1" dirty="0">
                <a:solidFill>
                  <a:schemeClr val="bg1"/>
                </a:solidFill>
              </a:rPr>
              <a:t>1</a:t>
            </a:r>
            <a:endParaRPr lang="en-US" sz="1400" dirty="0"/>
          </a:p>
        </p:txBody>
      </p:sp>
      <p:sp>
        <p:nvSpPr>
          <p:cNvPr id="6" name="Text 3"/>
          <p:cNvSpPr txBox="1"/>
          <p:nvPr/>
        </p:nvSpPr>
        <p:spPr>
          <a:xfrm>
            <a:off x="1097280" y="1495094"/>
            <a:ext cx="4023360" cy="411480"/>
          </a:xfrm>
          <a:prstGeom prst="rect">
            <a:avLst/>
          </a:prstGeom>
          <a:noFill/>
          <a:ln/>
        </p:spPr>
        <p:txBody>
          <a:bodyPr wrap="square" lIns="0" tIns="0" rIns="0" bIns="0" rtlCol="0" anchor="t"/>
          <a:lstStyle/>
          <a:p>
            <a:pPr marL="0" indent="0">
              <a:buNone/>
            </a:pPr>
            <a:r>
              <a:rPr lang="en-US" sz="1600" b="1" dirty="0">
                <a:solidFill>
                  <a:schemeClr val="tx1"/>
                </a:solidFill>
              </a:rPr>
              <a:t>画像をスーパーピクセルに分ける</a:t>
            </a:r>
            <a:endParaRPr lang="en-US" sz="1600" dirty="0"/>
          </a:p>
        </p:txBody>
      </p:sp>
      <p:sp>
        <p:nvSpPr>
          <p:cNvPr id="7" name="Text 4"/>
          <p:cNvSpPr txBox="1"/>
          <p:nvPr/>
        </p:nvSpPr>
        <p:spPr>
          <a:xfrm>
            <a:off x="1097280" y="1906574"/>
            <a:ext cx="4023360" cy="365760"/>
          </a:xfrm>
          <a:prstGeom prst="rect">
            <a:avLst/>
          </a:prstGeom>
          <a:noFill/>
          <a:ln/>
        </p:spPr>
        <p:txBody>
          <a:bodyPr wrap="square" lIns="0" tIns="0" rIns="0" bIns="0" rtlCol="0" anchor="t"/>
          <a:lstStyle/>
          <a:p>
            <a:pPr marL="0" indent="0">
              <a:buNone/>
            </a:pPr>
            <a:r>
              <a:rPr lang="en-US" sz="1200" dirty="0" err="1">
                <a:solidFill>
                  <a:schemeClr val="tx2"/>
                </a:solidFill>
              </a:rPr>
              <a:t>スーパーピクセル</a:t>
            </a:r>
            <a:r>
              <a:rPr lang="en-US" sz="1200" dirty="0">
                <a:solidFill>
                  <a:schemeClr val="tx2"/>
                </a:solidFill>
              </a:rPr>
              <a:t> : </a:t>
            </a:r>
            <a:r>
              <a:rPr lang="en-US" sz="1200" dirty="0" err="1">
                <a:solidFill>
                  <a:schemeClr val="tx2"/>
                </a:solidFill>
              </a:rPr>
              <a:t>ピクセルをまとめた小さな領域</a:t>
            </a:r>
            <a:r>
              <a:rPr lang="en-US" sz="1200" dirty="0">
                <a:solidFill>
                  <a:schemeClr val="tx2"/>
                </a:solidFill>
              </a:rPr>
              <a:t> </a:t>
            </a:r>
            <a:endParaRPr lang="en-US" sz="1200" dirty="0"/>
          </a:p>
        </p:txBody>
      </p:sp>
      <p:sp>
        <p:nvSpPr>
          <p:cNvPr id="8" name="Shape 5"/>
          <p:cNvSpPr/>
          <p:nvPr/>
        </p:nvSpPr>
        <p:spPr>
          <a:xfrm>
            <a:off x="548640" y="2436926"/>
            <a:ext cx="411480" cy="411480"/>
          </a:xfrm>
          <a:prstGeom prst="ellipse">
            <a:avLst/>
          </a:prstGeom>
          <a:solidFill>
            <a:schemeClr val="tx1"/>
          </a:solidFill>
          <a:ln w="12700">
            <a:solidFill>
              <a:schemeClr val="tx1"/>
            </a:solidFill>
            <a:prstDash val="solid"/>
          </a:ln>
        </p:spPr>
        <p:txBody>
          <a:bodyPr/>
          <a:lstStyle/>
          <a:p>
            <a:endParaRPr lang="ja-JP" altLang="en-US"/>
          </a:p>
        </p:txBody>
      </p:sp>
      <p:sp>
        <p:nvSpPr>
          <p:cNvPr id="9" name="Text 6"/>
          <p:cNvSpPr txBox="1"/>
          <p:nvPr/>
        </p:nvSpPr>
        <p:spPr>
          <a:xfrm>
            <a:off x="548640" y="2436926"/>
            <a:ext cx="411480" cy="411480"/>
          </a:xfrm>
          <a:prstGeom prst="rect">
            <a:avLst/>
          </a:prstGeom>
          <a:noFill/>
          <a:ln/>
        </p:spPr>
        <p:txBody>
          <a:bodyPr wrap="square" lIns="0" tIns="0" rIns="0" bIns="0" rtlCol="0" anchor="ctr"/>
          <a:lstStyle/>
          <a:p>
            <a:pPr marL="0" indent="0" algn="ctr">
              <a:buNone/>
            </a:pPr>
            <a:r>
              <a:rPr lang="en-US" sz="1400" b="1" dirty="0">
                <a:solidFill>
                  <a:schemeClr val="bg1"/>
                </a:solidFill>
              </a:rPr>
              <a:t>2</a:t>
            </a:r>
            <a:endParaRPr lang="en-US" sz="1400" dirty="0"/>
          </a:p>
        </p:txBody>
      </p:sp>
      <p:sp>
        <p:nvSpPr>
          <p:cNvPr id="10" name="Text 7"/>
          <p:cNvSpPr txBox="1"/>
          <p:nvPr/>
        </p:nvSpPr>
        <p:spPr>
          <a:xfrm>
            <a:off x="1097280" y="2528537"/>
            <a:ext cx="4023360" cy="411480"/>
          </a:xfrm>
          <a:prstGeom prst="rect">
            <a:avLst/>
          </a:prstGeom>
          <a:noFill/>
          <a:ln/>
        </p:spPr>
        <p:txBody>
          <a:bodyPr wrap="square" lIns="0" tIns="0" rIns="0" bIns="0" rtlCol="0" anchor="t"/>
          <a:lstStyle/>
          <a:p>
            <a:pPr marL="0" indent="0">
              <a:buNone/>
            </a:pPr>
            <a:r>
              <a:rPr lang="en-US" sz="1600" b="1" dirty="0">
                <a:solidFill>
                  <a:schemeClr val="tx1"/>
                </a:solidFill>
              </a:rPr>
              <a:t>領域をランダムに隠した画像を作る</a:t>
            </a:r>
            <a:endParaRPr lang="en-US" sz="1600" dirty="0"/>
          </a:p>
        </p:txBody>
      </p:sp>
      <p:sp>
        <p:nvSpPr>
          <p:cNvPr id="12" name="Shape 9"/>
          <p:cNvSpPr/>
          <p:nvPr/>
        </p:nvSpPr>
        <p:spPr>
          <a:xfrm>
            <a:off x="548640" y="3351326"/>
            <a:ext cx="411480" cy="411480"/>
          </a:xfrm>
          <a:prstGeom prst="ellipse">
            <a:avLst/>
          </a:prstGeom>
          <a:solidFill>
            <a:schemeClr val="tx1"/>
          </a:solidFill>
          <a:ln w="12700">
            <a:solidFill>
              <a:schemeClr val="tx1"/>
            </a:solidFill>
            <a:prstDash val="solid"/>
          </a:ln>
        </p:spPr>
        <p:txBody>
          <a:bodyPr/>
          <a:lstStyle/>
          <a:p>
            <a:endParaRPr lang="ja-JP" altLang="en-US"/>
          </a:p>
        </p:txBody>
      </p:sp>
      <p:sp>
        <p:nvSpPr>
          <p:cNvPr id="13" name="Text 10"/>
          <p:cNvSpPr txBox="1"/>
          <p:nvPr/>
        </p:nvSpPr>
        <p:spPr>
          <a:xfrm>
            <a:off x="548640" y="3351326"/>
            <a:ext cx="411480" cy="411480"/>
          </a:xfrm>
          <a:prstGeom prst="rect">
            <a:avLst/>
          </a:prstGeom>
          <a:noFill/>
          <a:ln/>
        </p:spPr>
        <p:txBody>
          <a:bodyPr wrap="square" lIns="0" tIns="0" rIns="0" bIns="0" rtlCol="0" anchor="ctr"/>
          <a:lstStyle/>
          <a:p>
            <a:pPr marL="0" indent="0" algn="ctr">
              <a:buNone/>
            </a:pPr>
            <a:r>
              <a:rPr lang="en-US" sz="1400" b="1" dirty="0">
                <a:solidFill>
                  <a:schemeClr val="bg1"/>
                </a:solidFill>
              </a:rPr>
              <a:t>3</a:t>
            </a:r>
            <a:endParaRPr lang="en-US" sz="1400" dirty="0"/>
          </a:p>
        </p:txBody>
      </p:sp>
      <p:sp>
        <p:nvSpPr>
          <p:cNvPr id="14" name="Text 11"/>
          <p:cNvSpPr txBox="1"/>
          <p:nvPr/>
        </p:nvSpPr>
        <p:spPr>
          <a:xfrm>
            <a:off x="1097280" y="3447124"/>
            <a:ext cx="4023360" cy="411480"/>
          </a:xfrm>
          <a:prstGeom prst="rect">
            <a:avLst/>
          </a:prstGeom>
          <a:noFill/>
          <a:ln/>
        </p:spPr>
        <p:txBody>
          <a:bodyPr wrap="square" lIns="0" tIns="0" rIns="0" bIns="0" rtlCol="0" anchor="t"/>
          <a:lstStyle/>
          <a:p>
            <a:pPr marL="0" indent="0">
              <a:buNone/>
            </a:pPr>
            <a:r>
              <a:rPr lang="en-US" sz="1600" b="1" dirty="0">
                <a:solidFill>
                  <a:schemeClr val="tx1"/>
                </a:solidFill>
              </a:rPr>
              <a:t>AIに入れて6の確率を記録する</a:t>
            </a:r>
            <a:endParaRPr lang="en-US" sz="1600" dirty="0"/>
          </a:p>
        </p:txBody>
      </p:sp>
      <p:sp>
        <p:nvSpPr>
          <p:cNvPr id="16" name="Shape 13"/>
          <p:cNvSpPr/>
          <p:nvPr/>
        </p:nvSpPr>
        <p:spPr>
          <a:xfrm>
            <a:off x="1280160" y="4069080"/>
            <a:ext cx="246888" cy="246888"/>
          </a:xfrm>
          <a:prstGeom prst="rect">
            <a:avLst/>
          </a:prstGeom>
          <a:solidFill>
            <a:schemeClr val="accent6">
              <a:alpha val="22000"/>
            </a:schemeClr>
          </a:solidFill>
          <a:ln w="3175">
            <a:solidFill>
              <a:schemeClr val="bg1"/>
            </a:solidFill>
            <a:prstDash val="solid"/>
          </a:ln>
        </p:spPr>
        <p:txBody>
          <a:bodyPr/>
          <a:lstStyle/>
          <a:p>
            <a:endParaRPr lang="ja-JP" altLang="en-US"/>
          </a:p>
        </p:txBody>
      </p:sp>
      <p:sp>
        <p:nvSpPr>
          <p:cNvPr id="17" name="Shape 14"/>
          <p:cNvSpPr/>
          <p:nvPr/>
        </p:nvSpPr>
        <p:spPr>
          <a:xfrm>
            <a:off x="1527048" y="4069080"/>
            <a:ext cx="246888" cy="246888"/>
          </a:xfrm>
          <a:prstGeom prst="rect">
            <a:avLst/>
          </a:prstGeom>
          <a:solidFill>
            <a:schemeClr val="accent6">
              <a:alpha val="22000"/>
            </a:schemeClr>
          </a:solidFill>
          <a:ln w="3175">
            <a:solidFill>
              <a:schemeClr val="bg1"/>
            </a:solidFill>
            <a:prstDash val="solid"/>
          </a:ln>
        </p:spPr>
        <p:txBody>
          <a:bodyPr/>
          <a:lstStyle/>
          <a:p>
            <a:endParaRPr lang="ja-JP" altLang="en-US"/>
          </a:p>
        </p:txBody>
      </p:sp>
      <p:sp>
        <p:nvSpPr>
          <p:cNvPr id="18" name="Shape 15"/>
          <p:cNvSpPr/>
          <p:nvPr/>
        </p:nvSpPr>
        <p:spPr>
          <a:xfrm>
            <a:off x="1773936" y="4069080"/>
            <a:ext cx="246888" cy="246888"/>
          </a:xfrm>
          <a:prstGeom prst="rect">
            <a:avLst/>
          </a:prstGeom>
          <a:solidFill>
            <a:schemeClr val="accent6">
              <a:alpha val="22000"/>
            </a:schemeClr>
          </a:solidFill>
          <a:ln w="3175">
            <a:solidFill>
              <a:schemeClr val="bg1"/>
            </a:solidFill>
            <a:prstDash val="solid"/>
          </a:ln>
        </p:spPr>
        <p:txBody>
          <a:bodyPr/>
          <a:lstStyle/>
          <a:p>
            <a:endParaRPr lang="ja-JP" altLang="en-US"/>
          </a:p>
        </p:txBody>
      </p:sp>
      <p:sp>
        <p:nvSpPr>
          <p:cNvPr id="19" name="Shape 16"/>
          <p:cNvSpPr/>
          <p:nvPr/>
        </p:nvSpPr>
        <p:spPr>
          <a:xfrm>
            <a:off x="1818376" y="4113520"/>
            <a:ext cx="158008" cy="158008"/>
          </a:xfrm>
          <a:prstGeom prst="rect">
            <a:avLst/>
          </a:prstGeom>
          <a:solidFill>
            <a:schemeClr val="tx1">
              <a:alpha val="12000"/>
            </a:schemeClr>
          </a:solidFill>
          <a:ln w="12700">
            <a:solidFill>
              <a:schemeClr val="tx1">
                <a:alpha val="0"/>
              </a:schemeClr>
            </a:solidFill>
            <a:prstDash val="solid"/>
          </a:ln>
        </p:spPr>
        <p:txBody>
          <a:bodyPr/>
          <a:lstStyle/>
          <a:p>
            <a:endParaRPr lang="ja-JP" altLang="en-US"/>
          </a:p>
        </p:txBody>
      </p:sp>
      <p:sp>
        <p:nvSpPr>
          <p:cNvPr id="20" name="Shape 17"/>
          <p:cNvSpPr/>
          <p:nvPr/>
        </p:nvSpPr>
        <p:spPr>
          <a:xfrm>
            <a:off x="2020824" y="4069080"/>
            <a:ext cx="246888" cy="246888"/>
          </a:xfrm>
          <a:prstGeom prst="rect">
            <a:avLst/>
          </a:prstGeom>
          <a:solidFill>
            <a:schemeClr val="accent4">
              <a:alpha val="22000"/>
            </a:schemeClr>
          </a:solidFill>
          <a:ln w="3175">
            <a:solidFill>
              <a:schemeClr val="bg1"/>
            </a:solidFill>
            <a:prstDash val="solid"/>
          </a:ln>
        </p:spPr>
        <p:txBody>
          <a:bodyPr/>
          <a:lstStyle/>
          <a:p>
            <a:endParaRPr lang="ja-JP" altLang="en-US"/>
          </a:p>
        </p:txBody>
      </p:sp>
      <p:sp>
        <p:nvSpPr>
          <p:cNvPr id="21" name="Shape 18"/>
          <p:cNvSpPr/>
          <p:nvPr/>
        </p:nvSpPr>
        <p:spPr>
          <a:xfrm>
            <a:off x="2065264" y="4113520"/>
            <a:ext cx="158008" cy="158008"/>
          </a:xfrm>
          <a:prstGeom prst="rect">
            <a:avLst/>
          </a:prstGeom>
          <a:solidFill>
            <a:schemeClr val="tx1">
              <a:alpha val="69000"/>
            </a:schemeClr>
          </a:solidFill>
          <a:ln w="12700">
            <a:solidFill>
              <a:schemeClr val="tx1">
                <a:alpha val="0"/>
              </a:schemeClr>
            </a:solidFill>
            <a:prstDash val="solid"/>
          </a:ln>
        </p:spPr>
        <p:txBody>
          <a:bodyPr/>
          <a:lstStyle/>
          <a:p>
            <a:endParaRPr lang="ja-JP" altLang="en-US"/>
          </a:p>
        </p:txBody>
      </p:sp>
      <p:sp>
        <p:nvSpPr>
          <p:cNvPr id="22" name="Shape 19"/>
          <p:cNvSpPr/>
          <p:nvPr/>
        </p:nvSpPr>
        <p:spPr>
          <a:xfrm>
            <a:off x="2267712" y="4069080"/>
            <a:ext cx="246888" cy="246888"/>
          </a:xfrm>
          <a:prstGeom prst="rect">
            <a:avLst/>
          </a:prstGeom>
          <a:solidFill>
            <a:schemeClr val="accent4">
              <a:alpha val="22000"/>
            </a:schemeClr>
          </a:solidFill>
          <a:ln w="3175">
            <a:solidFill>
              <a:schemeClr val="bg1"/>
            </a:solidFill>
            <a:prstDash val="solid"/>
          </a:ln>
        </p:spPr>
        <p:txBody>
          <a:bodyPr/>
          <a:lstStyle/>
          <a:p>
            <a:endParaRPr lang="ja-JP" altLang="en-US"/>
          </a:p>
        </p:txBody>
      </p:sp>
      <p:sp>
        <p:nvSpPr>
          <p:cNvPr id="23" name="Shape 20"/>
          <p:cNvSpPr/>
          <p:nvPr/>
        </p:nvSpPr>
        <p:spPr>
          <a:xfrm>
            <a:off x="2312152" y="4113520"/>
            <a:ext cx="158008" cy="158008"/>
          </a:xfrm>
          <a:prstGeom prst="rect">
            <a:avLst/>
          </a:prstGeom>
          <a:solidFill>
            <a:schemeClr val="tx1">
              <a:alpha val="81000"/>
            </a:schemeClr>
          </a:solidFill>
          <a:ln w="12700">
            <a:solidFill>
              <a:schemeClr val="tx1">
                <a:alpha val="0"/>
              </a:schemeClr>
            </a:solidFill>
            <a:prstDash val="solid"/>
          </a:ln>
        </p:spPr>
        <p:txBody>
          <a:bodyPr/>
          <a:lstStyle/>
          <a:p>
            <a:endParaRPr lang="ja-JP" altLang="en-US"/>
          </a:p>
        </p:txBody>
      </p:sp>
      <p:sp>
        <p:nvSpPr>
          <p:cNvPr id="24" name="Shape 21"/>
          <p:cNvSpPr/>
          <p:nvPr/>
        </p:nvSpPr>
        <p:spPr>
          <a:xfrm>
            <a:off x="2514600" y="4069080"/>
            <a:ext cx="246888" cy="246888"/>
          </a:xfrm>
          <a:prstGeom prst="rect">
            <a:avLst/>
          </a:prstGeom>
          <a:solidFill>
            <a:schemeClr val="accent4">
              <a:alpha val="22000"/>
            </a:schemeClr>
          </a:solidFill>
          <a:ln w="3175">
            <a:solidFill>
              <a:schemeClr val="bg1"/>
            </a:solidFill>
            <a:prstDash val="solid"/>
          </a:ln>
        </p:spPr>
        <p:txBody>
          <a:bodyPr/>
          <a:lstStyle/>
          <a:p>
            <a:endParaRPr lang="ja-JP" altLang="en-US"/>
          </a:p>
        </p:txBody>
      </p:sp>
      <p:sp>
        <p:nvSpPr>
          <p:cNvPr id="25" name="Shape 22"/>
          <p:cNvSpPr/>
          <p:nvPr/>
        </p:nvSpPr>
        <p:spPr>
          <a:xfrm>
            <a:off x="2559040" y="4113520"/>
            <a:ext cx="158008" cy="158008"/>
          </a:xfrm>
          <a:prstGeom prst="rect">
            <a:avLst/>
          </a:prstGeom>
          <a:solidFill>
            <a:schemeClr val="tx1">
              <a:alpha val="25000"/>
            </a:schemeClr>
          </a:solidFill>
          <a:ln w="12700">
            <a:solidFill>
              <a:schemeClr val="tx1">
                <a:alpha val="0"/>
              </a:schemeClr>
            </a:solidFill>
            <a:prstDash val="solid"/>
          </a:ln>
        </p:spPr>
        <p:txBody>
          <a:bodyPr/>
          <a:lstStyle/>
          <a:p>
            <a:endParaRPr lang="ja-JP" altLang="en-US"/>
          </a:p>
        </p:txBody>
      </p:sp>
      <p:sp>
        <p:nvSpPr>
          <p:cNvPr id="26" name="Shape 23"/>
          <p:cNvSpPr/>
          <p:nvPr/>
        </p:nvSpPr>
        <p:spPr>
          <a:xfrm>
            <a:off x="2761488" y="4069080"/>
            <a:ext cx="246888" cy="246888"/>
          </a:xfrm>
          <a:prstGeom prst="rect">
            <a:avLst/>
          </a:prstGeom>
          <a:solidFill>
            <a:schemeClr val="accent4">
              <a:alpha val="22000"/>
            </a:schemeClr>
          </a:solidFill>
          <a:ln w="3175">
            <a:solidFill>
              <a:schemeClr val="bg1"/>
            </a:solidFill>
            <a:prstDash val="solid"/>
          </a:ln>
        </p:spPr>
        <p:txBody>
          <a:bodyPr/>
          <a:lstStyle/>
          <a:p>
            <a:endParaRPr lang="ja-JP" altLang="en-US"/>
          </a:p>
        </p:txBody>
      </p:sp>
      <p:sp>
        <p:nvSpPr>
          <p:cNvPr id="27" name="Shape 24"/>
          <p:cNvSpPr/>
          <p:nvPr/>
        </p:nvSpPr>
        <p:spPr>
          <a:xfrm>
            <a:off x="3008376" y="4069080"/>
            <a:ext cx="246888" cy="246888"/>
          </a:xfrm>
          <a:prstGeom prst="rect">
            <a:avLst/>
          </a:prstGeom>
          <a:solidFill>
            <a:schemeClr val="accent4">
              <a:alpha val="22000"/>
            </a:schemeClr>
          </a:solidFill>
          <a:ln w="3175">
            <a:solidFill>
              <a:schemeClr val="bg1"/>
            </a:solidFill>
            <a:prstDash val="solid"/>
          </a:ln>
        </p:spPr>
        <p:txBody>
          <a:bodyPr/>
          <a:lstStyle/>
          <a:p>
            <a:endParaRPr lang="ja-JP" altLang="en-US"/>
          </a:p>
        </p:txBody>
      </p:sp>
      <p:sp>
        <p:nvSpPr>
          <p:cNvPr id="28" name="Shape 25"/>
          <p:cNvSpPr/>
          <p:nvPr/>
        </p:nvSpPr>
        <p:spPr>
          <a:xfrm>
            <a:off x="1280160" y="4315968"/>
            <a:ext cx="246888" cy="246888"/>
          </a:xfrm>
          <a:prstGeom prst="rect">
            <a:avLst/>
          </a:prstGeom>
          <a:solidFill>
            <a:schemeClr val="accent6">
              <a:alpha val="22000"/>
            </a:schemeClr>
          </a:solidFill>
          <a:ln w="3175">
            <a:solidFill>
              <a:schemeClr val="bg1"/>
            </a:solidFill>
            <a:prstDash val="solid"/>
          </a:ln>
        </p:spPr>
        <p:txBody>
          <a:bodyPr/>
          <a:lstStyle/>
          <a:p>
            <a:endParaRPr lang="ja-JP" altLang="en-US"/>
          </a:p>
        </p:txBody>
      </p:sp>
      <p:sp>
        <p:nvSpPr>
          <p:cNvPr id="29" name="Shape 26"/>
          <p:cNvSpPr/>
          <p:nvPr/>
        </p:nvSpPr>
        <p:spPr>
          <a:xfrm>
            <a:off x="1527048" y="4315968"/>
            <a:ext cx="246888" cy="246888"/>
          </a:xfrm>
          <a:prstGeom prst="rect">
            <a:avLst/>
          </a:prstGeom>
          <a:solidFill>
            <a:schemeClr val="accent6">
              <a:alpha val="22000"/>
            </a:schemeClr>
          </a:solidFill>
          <a:ln w="3175">
            <a:solidFill>
              <a:schemeClr val="bg1"/>
            </a:solidFill>
            <a:prstDash val="solid"/>
          </a:ln>
        </p:spPr>
        <p:txBody>
          <a:bodyPr/>
          <a:lstStyle/>
          <a:p>
            <a:endParaRPr lang="ja-JP" altLang="en-US"/>
          </a:p>
        </p:txBody>
      </p:sp>
      <p:sp>
        <p:nvSpPr>
          <p:cNvPr id="30" name="Shape 27"/>
          <p:cNvSpPr/>
          <p:nvPr/>
        </p:nvSpPr>
        <p:spPr>
          <a:xfrm>
            <a:off x="1773936" y="4315968"/>
            <a:ext cx="246888" cy="246888"/>
          </a:xfrm>
          <a:prstGeom prst="rect">
            <a:avLst/>
          </a:prstGeom>
          <a:solidFill>
            <a:schemeClr val="accent6">
              <a:alpha val="22000"/>
            </a:schemeClr>
          </a:solidFill>
          <a:ln w="3175">
            <a:solidFill>
              <a:schemeClr val="bg1"/>
            </a:solidFill>
            <a:prstDash val="solid"/>
          </a:ln>
        </p:spPr>
        <p:txBody>
          <a:bodyPr/>
          <a:lstStyle/>
          <a:p>
            <a:endParaRPr lang="ja-JP" altLang="en-US"/>
          </a:p>
        </p:txBody>
      </p:sp>
      <p:sp>
        <p:nvSpPr>
          <p:cNvPr id="31" name="Shape 28"/>
          <p:cNvSpPr/>
          <p:nvPr/>
        </p:nvSpPr>
        <p:spPr>
          <a:xfrm>
            <a:off x="1818376" y="4360408"/>
            <a:ext cx="158008" cy="158008"/>
          </a:xfrm>
          <a:prstGeom prst="rect">
            <a:avLst/>
          </a:prstGeom>
          <a:solidFill>
            <a:schemeClr val="tx1">
              <a:alpha val="75000"/>
            </a:schemeClr>
          </a:solidFill>
          <a:ln w="12700">
            <a:solidFill>
              <a:schemeClr val="tx1">
                <a:alpha val="0"/>
              </a:schemeClr>
            </a:solidFill>
            <a:prstDash val="solid"/>
          </a:ln>
        </p:spPr>
        <p:txBody>
          <a:bodyPr/>
          <a:lstStyle/>
          <a:p>
            <a:endParaRPr lang="ja-JP" altLang="en-US"/>
          </a:p>
        </p:txBody>
      </p:sp>
      <p:sp>
        <p:nvSpPr>
          <p:cNvPr id="32" name="Shape 29"/>
          <p:cNvSpPr/>
          <p:nvPr/>
        </p:nvSpPr>
        <p:spPr>
          <a:xfrm>
            <a:off x="2020824" y="4315968"/>
            <a:ext cx="246888" cy="246888"/>
          </a:xfrm>
          <a:prstGeom prst="rect">
            <a:avLst/>
          </a:prstGeom>
          <a:solidFill>
            <a:schemeClr val="accent4">
              <a:alpha val="22000"/>
            </a:schemeClr>
          </a:solidFill>
          <a:ln w="3175">
            <a:solidFill>
              <a:schemeClr val="bg1"/>
            </a:solidFill>
            <a:prstDash val="solid"/>
          </a:ln>
        </p:spPr>
        <p:txBody>
          <a:bodyPr/>
          <a:lstStyle/>
          <a:p>
            <a:endParaRPr lang="ja-JP" altLang="en-US"/>
          </a:p>
        </p:txBody>
      </p:sp>
      <p:sp>
        <p:nvSpPr>
          <p:cNvPr id="33" name="Shape 30"/>
          <p:cNvSpPr/>
          <p:nvPr/>
        </p:nvSpPr>
        <p:spPr>
          <a:xfrm>
            <a:off x="2065264" y="4360408"/>
            <a:ext cx="158008" cy="158008"/>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34" name="Shape 31"/>
          <p:cNvSpPr/>
          <p:nvPr/>
        </p:nvSpPr>
        <p:spPr>
          <a:xfrm>
            <a:off x="2267712" y="4315968"/>
            <a:ext cx="246888" cy="246888"/>
          </a:xfrm>
          <a:prstGeom prst="rect">
            <a:avLst/>
          </a:prstGeom>
          <a:solidFill>
            <a:schemeClr val="accent4">
              <a:alpha val="22000"/>
            </a:schemeClr>
          </a:solidFill>
          <a:ln w="3175">
            <a:solidFill>
              <a:schemeClr val="bg1"/>
            </a:solidFill>
            <a:prstDash val="solid"/>
          </a:ln>
        </p:spPr>
        <p:txBody>
          <a:bodyPr/>
          <a:lstStyle/>
          <a:p>
            <a:endParaRPr lang="ja-JP" altLang="en-US"/>
          </a:p>
        </p:txBody>
      </p:sp>
      <p:sp>
        <p:nvSpPr>
          <p:cNvPr id="35" name="Shape 32"/>
          <p:cNvSpPr/>
          <p:nvPr/>
        </p:nvSpPr>
        <p:spPr>
          <a:xfrm>
            <a:off x="2312152" y="4360408"/>
            <a:ext cx="158008" cy="158008"/>
          </a:xfrm>
          <a:prstGeom prst="rect">
            <a:avLst/>
          </a:prstGeom>
          <a:solidFill>
            <a:schemeClr val="tx1">
              <a:alpha val="81000"/>
            </a:schemeClr>
          </a:solidFill>
          <a:ln w="12700">
            <a:solidFill>
              <a:schemeClr val="tx1">
                <a:alpha val="0"/>
              </a:schemeClr>
            </a:solidFill>
            <a:prstDash val="solid"/>
          </a:ln>
        </p:spPr>
        <p:txBody>
          <a:bodyPr/>
          <a:lstStyle/>
          <a:p>
            <a:endParaRPr lang="ja-JP" altLang="en-US"/>
          </a:p>
        </p:txBody>
      </p:sp>
      <p:sp>
        <p:nvSpPr>
          <p:cNvPr id="36" name="Shape 33"/>
          <p:cNvSpPr/>
          <p:nvPr/>
        </p:nvSpPr>
        <p:spPr>
          <a:xfrm>
            <a:off x="2514600" y="4315968"/>
            <a:ext cx="246888" cy="246888"/>
          </a:xfrm>
          <a:prstGeom prst="rect">
            <a:avLst/>
          </a:prstGeom>
          <a:solidFill>
            <a:schemeClr val="accent4">
              <a:alpha val="22000"/>
            </a:schemeClr>
          </a:solidFill>
          <a:ln w="3175">
            <a:solidFill>
              <a:schemeClr val="bg1"/>
            </a:solidFill>
            <a:prstDash val="solid"/>
          </a:ln>
        </p:spPr>
        <p:txBody>
          <a:bodyPr/>
          <a:lstStyle/>
          <a:p>
            <a:endParaRPr lang="ja-JP" altLang="en-US"/>
          </a:p>
        </p:txBody>
      </p:sp>
      <p:sp>
        <p:nvSpPr>
          <p:cNvPr id="37" name="Shape 34"/>
          <p:cNvSpPr/>
          <p:nvPr/>
        </p:nvSpPr>
        <p:spPr>
          <a:xfrm>
            <a:off x="2559040" y="4360408"/>
            <a:ext cx="158008" cy="158008"/>
          </a:xfrm>
          <a:prstGeom prst="rect">
            <a:avLst/>
          </a:prstGeom>
          <a:solidFill>
            <a:schemeClr val="tx1">
              <a:alpha val="94000"/>
            </a:schemeClr>
          </a:solidFill>
          <a:ln w="12700">
            <a:solidFill>
              <a:schemeClr val="tx1">
                <a:alpha val="0"/>
              </a:schemeClr>
            </a:solidFill>
            <a:prstDash val="solid"/>
          </a:ln>
        </p:spPr>
        <p:txBody>
          <a:bodyPr/>
          <a:lstStyle/>
          <a:p>
            <a:endParaRPr lang="ja-JP" altLang="en-US"/>
          </a:p>
        </p:txBody>
      </p:sp>
      <p:sp>
        <p:nvSpPr>
          <p:cNvPr id="38" name="Shape 35"/>
          <p:cNvSpPr/>
          <p:nvPr/>
        </p:nvSpPr>
        <p:spPr>
          <a:xfrm>
            <a:off x="2761488" y="4315968"/>
            <a:ext cx="246888" cy="246888"/>
          </a:xfrm>
          <a:prstGeom prst="rect">
            <a:avLst/>
          </a:prstGeom>
          <a:solidFill>
            <a:schemeClr val="accent4">
              <a:alpha val="22000"/>
            </a:schemeClr>
          </a:solidFill>
          <a:ln w="3175">
            <a:solidFill>
              <a:schemeClr val="bg1"/>
            </a:solidFill>
            <a:prstDash val="solid"/>
          </a:ln>
        </p:spPr>
        <p:txBody>
          <a:bodyPr/>
          <a:lstStyle/>
          <a:p>
            <a:endParaRPr lang="ja-JP" altLang="en-US"/>
          </a:p>
        </p:txBody>
      </p:sp>
      <p:sp>
        <p:nvSpPr>
          <p:cNvPr id="39" name="Shape 36"/>
          <p:cNvSpPr/>
          <p:nvPr/>
        </p:nvSpPr>
        <p:spPr>
          <a:xfrm>
            <a:off x="3008376" y="4315968"/>
            <a:ext cx="246888" cy="246888"/>
          </a:xfrm>
          <a:prstGeom prst="rect">
            <a:avLst/>
          </a:prstGeom>
          <a:solidFill>
            <a:schemeClr val="accent4">
              <a:alpha val="22000"/>
            </a:schemeClr>
          </a:solidFill>
          <a:ln w="3175">
            <a:solidFill>
              <a:schemeClr val="bg1"/>
            </a:solidFill>
            <a:prstDash val="solid"/>
          </a:ln>
        </p:spPr>
        <p:txBody>
          <a:bodyPr/>
          <a:lstStyle/>
          <a:p>
            <a:endParaRPr lang="ja-JP" altLang="en-US"/>
          </a:p>
        </p:txBody>
      </p:sp>
      <p:sp>
        <p:nvSpPr>
          <p:cNvPr id="40" name="Shape 37"/>
          <p:cNvSpPr/>
          <p:nvPr/>
        </p:nvSpPr>
        <p:spPr>
          <a:xfrm>
            <a:off x="1280160" y="4562856"/>
            <a:ext cx="246888" cy="246888"/>
          </a:xfrm>
          <a:prstGeom prst="rect">
            <a:avLst/>
          </a:prstGeom>
          <a:solidFill>
            <a:schemeClr val="accent6">
              <a:alpha val="22000"/>
            </a:schemeClr>
          </a:solidFill>
          <a:ln w="3175">
            <a:solidFill>
              <a:schemeClr val="bg1"/>
            </a:solidFill>
            <a:prstDash val="solid"/>
          </a:ln>
        </p:spPr>
        <p:txBody>
          <a:bodyPr/>
          <a:lstStyle/>
          <a:p>
            <a:endParaRPr lang="ja-JP" altLang="en-US"/>
          </a:p>
        </p:txBody>
      </p:sp>
      <p:sp>
        <p:nvSpPr>
          <p:cNvPr id="41" name="Shape 38"/>
          <p:cNvSpPr/>
          <p:nvPr/>
        </p:nvSpPr>
        <p:spPr>
          <a:xfrm>
            <a:off x="1527048" y="4562856"/>
            <a:ext cx="246888" cy="246888"/>
          </a:xfrm>
          <a:prstGeom prst="rect">
            <a:avLst/>
          </a:prstGeom>
          <a:solidFill>
            <a:schemeClr val="accent6">
              <a:alpha val="22000"/>
            </a:schemeClr>
          </a:solidFill>
          <a:ln w="3175">
            <a:solidFill>
              <a:schemeClr val="bg1"/>
            </a:solidFill>
            <a:prstDash val="solid"/>
          </a:ln>
        </p:spPr>
        <p:txBody>
          <a:bodyPr/>
          <a:lstStyle/>
          <a:p>
            <a:endParaRPr lang="ja-JP" altLang="en-US"/>
          </a:p>
        </p:txBody>
      </p:sp>
      <p:sp>
        <p:nvSpPr>
          <p:cNvPr id="42" name="Shape 39"/>
          <p:cNvSpPr/>
          <p:nvPr/>
        </p:nvSpPr>
        <p:spPr>
          <a:xfrm>
            <a:off x="1773936" y="4562856"/>
            <a:ext cx="246888" cy="246888"/>
          </a:xfrm>
          <a:prstGeom prst="rect">
            <a:avLst/>
          </a:prstGeom>
          <a:solidFill>
            <a:schemeClr val="accent6">
              <a:alpha val="22000"/>
            </a:schemeClr>
          </a:solidFill>
          <a:ln w="3175">
            <a:solidFill>
              <a:schemeClr val="bg1"/>
            </a:solidFill>
            <a:prstDash val="solid"/>
          </a:ln>
        </p:spPr>
        <p:txBody>
          <a:bodyPr/>
          <a:lstStyle/>
          <a:p>
            <a:endParaRPr lang="ja-JP" altLang="en-US"/>
          </a:p>
        </p:txBody>
      </p:sp>
      <p:sp>
        <p:nvSpPr>
          <p:cNvPr id="43" name="Shape 40"/>
          <p:cNvSpPr/>
          <p:nvPr/>
        </p:nvSpPr>
        <p:spPr>
          <a:xfrm>
            <a:off x="1818376" y="4607296"/>
            <a:ext cx="158008" cy="158008"/>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44" name="Shape 41"/>
          <p:cNvSpPr/>
          <p:nvPr/>
        </p:nvSpPr>
        <p:spPr>
          <a:xfrm>
            <a:off x="2020824" y="4562856"/>
            <a:ext cx="246888" cy="246888"/>
          </a:xfrm>
          <a:prstGeom prst="rect">
            <a:avLst/>
          </a:prstGeom>
          <a:solidFill>
            <a:schemeClr val="accent4">
              <a:alpha val="22000"/>
            </a:schemeClr>
          </a:solidFill>
          <a:ln w="3175">
            <a:solidFill>
              <a:schemeClr val="bg1"/>
            </a:solidFill>
            <a:prstDash val="solid"/>
          </a:ln>
        </p:spPr>
        <p:txBody>
          <a:bodyPr/>
          <a:lstStyle/>
          <a:p>
            <a:endParaRPr lang="ja-JP" altLang="en-US"/>
          </a:p>
        </p:txBody>
      </p:sp>
      <p:sp>
        <p:nvSpPr>
          <p:cNvPr id="45" name="Shape 42"/>
          <p:cNvSpPr/>
          <p:nvPr/>
        </p:nvSpPr>
        <p:spPr>
          <a:xfrm>
            <a:off x="2065264" y="4607296"/>
            <a:ext cx="158008" cy="158008"/>
          </a:xfrm>
          <a:prstGeom prst="rect">
            <a:avLst/>
          </a:prstGeom>
          <a:solidFill>
            <a:schemeClr val="tx1">
              <a:alpha val="56000"/>
            </a:schemeClr>
          </a:solidFill>
          <a:ln w="12700">
            <a:solidFill>
              <a:schemeClr val="tx1">
                <a:alpha val="0"/>
              </a:schemeClr>
            </a:solidFill>
            <a:prstDash val="solid"/>
          </a:ln>
        </p:spPr>
        <p:txBody>
          <a:bodyPr/>
          <a:lstStyle/>
          <a:p>
            <a:endParaRPr lang="ja-JP" altLang="en-US"/>
          </a:p>
        </p:txBody>
      </p:sp>
      <p:sp>
        <p:nvSpPr>
          <p:cNvPr id="46" name="Shape 43"/>
          <p:cNvSpPr/>
          <p:nvPr/>
        </p:nvSpPr>
        <p:spPr>
          <a:xfrm>
            <a:off x="2267712" y="4562856"/>
            <a:ext cx="246888" cy="246888"/>
          </a:xfrm>
          <a:prstGeom prst="rect">
            <a:avLst/>
          </a:prstGeom>
          <a:solidFill>
            <a:schemeClr val="accent4">
              <a:alpha val="22000"/>
            </a:schemeClr>
          </a:solidFill>
          <a:ln w="3175">
            <a:solidFill>
              <a:schemeClr val="bg1"/>
            </a:solidFill>
            <a:prstDash val="solid"/>
          </a:ln>
        </p:spPr>
        <p:txBody>
          <a:bodyPr/>
          <a:lstStyle/>
          <a:p>
            <a:endParaRPr lang="ja-JP" altLang="en-US"/>
          </a:p>
        </p:txBody>
      </p:sp>
      <p:sp>
        <p:nvSpPr>
          <p:cNvPr id="47" name="Shape 44"/>
          <p:cNvSpPr/>
          <p:nvPr/>
        </p:nvSpPr>
        <p:spPr>
          <a:xfrm>
            <a:off x="2312152" y="4607296"/>
            <a:ext cx="158008" cy="158008"/>
          </a:xfrm>
          <a:prstGeom prst="rect">
            <a:avLst/>
          </a:prstGeom>
          <a:solidFill>
            <a:schemeClr val="tx1">
              <a:alpha val="6000"/>
            </a:schemeClr>
          </a:solidFill>
          <a:ln w="12700">
            <a:solidFill>
              <a:schemeClr val="tx1">
                <a:alpha val="0"/>
              </a:schemeClr>
            </a:solidFill>
            <a:prstDash val="solid"/>
          </a:ln>
        </p:spPr>
        <p:txBody>
          <a:bodyPr/>
          <a:lstStyle/>
          <a:p>
            <a:endParaRPr lang="ja-JP" altLang="en-US"/>
          </a:p>
        </p:txBody>
      </p:sp>
      <p:sp>
        <p:nvSpPr>
          <p:cNvPr id="48" name="Shape 45"/>
          <p:cNvSpPr/>
          <p:nvPr/>
        </p:nvSpPr>
        <p:spPr>
          <a:xfrm>
            <a:off x="2514600" y="4562856"/>
            <a:ext cx="246888" cy="246888"/>
          </a:xfrm>
          <a:prstGeom prst="rect">
            <a:avLst/>
          </a:prstGeom>
          <a:solidFill>
            <a:schemeClr val="accent4">
              <a:alpha val="22000"/>
            </a:schemeClr>
          </a:solidFill>
          <a:ln w="3175">
            <a:solidFill>
              <a:schemeClr val="bg1"/>
            </a:solidFill>
            <a:prstDash val="solid"/>
          </a:ln>
        </p:spPr>
        <p:txBody>
          <a:bodyPr/>
          <a:lstStyle/>
          <a:p>
            <a:endParaRPr lang="ja-JP" altLang="en-US"/>
          </a:p>
        </p:txBody>
      </p:sp>
      <p:sp>
        <p:nvSpPr>
          <p:cNvPr id="49" name="Shape 46"/>
          <p:cNvSpPr/>
          <p:nvPr/>
        </p:nvSpPr>
        <p:spPr>
          <a:xfrm>
            <a:off x="2559040" y="4607296"/>
            <a:ext cx="158008" cy="158008"/>
          </a:xfrm>
          <a:prstGeom prst="rect">
            <a:avLst/>
          </a:prstGeom>
          <a:solidFill>
            <a:schemeClr val="tx1">
              <a:alpha val="19000"/>
            </a:schemeClr>
          </a:solidFill>
          <a:ln w="12700">
            <a:solidFill>
              <a:schemeClr val="tx1">
                <a:alpha val="0"/>
              </a:schemeClr>
            </a:solidFill>
            <a:prstDash val="solid"/>
          </a:ln>
        </p:spPr>
        <p:txBody>
          <a:bodyPr/>
          <a:lstStyle/>
          <a:p>
            <a:endParaRPr lang="ja-JP" altLang="en-US"/>
          </a:p>
        </p:txBody>
      </p:sp>
      <p:sp>
        <p:nvSpPr>
          <p:cNvPr id="50" name="Shape 47"/>
          <p:cNvSpPr/>
          <p:nvPr/>
        </p:nvSpPr>
        <p:spPr>
          <a:xfrm>
            <a:off x="2761488" y="4562856"/>
            <a:ext cx="246888" cy="246888"/>
          </a:xfrm>
          <a:prstGeom prst="rect">
            <a:avLst/>
          </a:prstGeom>
          <a:solidFill>
            <a:schemeClr val="accent4">
              <a:alpha val="22000"/>
            </a:schemeClr>
          </a:solidFill>
          <a:ln w="3175">
            <a:solidFill>
              <a:schemeClr val="bg1"/>
            </a:solidFill>
            <a:prstDash val="solid"/>
          </a:ln>
        </p:spPr>
        <p:txBody>
          <a:bodyPr/>
          <a:lstStyle/>
          <a:p>
            <a:endParaRPr lang="ja-JP" altLang="en-US"/>
          </a:p>
        </p:txBody>
      </p:sp>
      <p:sp>
        <p:nvSpPr>
          <p:cNvPr id="51" name="Shape 48"/>
          <p:cNvSpPr/>
          <p:nvPr/>
        </p:nvSpPr>
        <p:spPr>
          <a:xfrm>
            <a:off x="3008376" y="4562856"/>
            <a:ext cx="246888" cy="246888"/>
          </a:xfrm>
          <a:prstGeom prst="rect">
            <a:avLst/>
          </a:prstGeom>
          <a:solidFill>
            <a:schemeClr val="accent4">
              <a:alpha val="22000"/>
            </a:schemeClr>
          </a:solidFill>
          <a:ln w="3175">
            <a:solidFill>
              <a:schemeClr val="bg1"/>
            </a:solidFill>
            <a:prstDash val="solid"/>
          </a:ln>
        </p:spPr>
        <p:txBody>
          <a:bodyPr/>
          <a:lstStyle/>
          <a:p>
            <a:endParaRPr lang="ja-JP" altLang="en-US"/>
          </a:p>
        </p:txBody>
      </p:sp>
      <p:sp>
        <p:nvSpPr>
          <p:cNvPr id="52" name="Shape 49"/>
          <p:cNvSpPr/>
          <p:nvPr/>
        </p:nvSpPr>
        <p:spPr>
          <a:xfrm>
            <a:off x="1280160" y="4809744"/>
            <a:ext cx="246888" cy="246888"/>
          </a:xfrm>
          <a:prstGeom prst="rect">
            <a:avLst/>
          </a:prstGeom>
          <a:solidFill>
            <a:schemeClr val="accent6">
              <a:alpha val="22000"/>
            </a:schemeClr>
          </a:solidFill>
          <a:ln w="3175">
            <a:solidFill>
              <a:schemeClr val="bg1"/>
            </a:solidFill>
            <a:prstDash val="solid"/>
          </a:ln>
        </p:spPr>
        <p:txBody>
          <a:bodyPr/>
          <a:lstStyle/>
          <a:p>
            <a:endParaRPr lang="ja-JP" altLang="en-US"/>
          </a:p>
        </p:txBody>
      </p:sp>
      <p:sp>
        <p:nvSpPr>
          <p:cNvPr id="53" name="Shape 50"/>
          <p:cNvSpPr/>
          <p:nvPr/>
        </p:nvSpPr>
        <p:spPr>
          <a:xfrm>
            <a:off x="1527048" y="4809744"/>
            <a:ext cx="246888" cy="246888"/>
          </a:xfrm>
          <a:prstGeom prst="rect">
            <a:avLst/>
          </a:prstGeom>
          <a:solidFill>
            <a:schemeClr val="accent6">
              <a:alpha val="22000"/>
            </a:schemeClr>
          </a:solidFill>
          <a:ln w="3175">
            <a:solidFill>
              <a:schemeClr val="bg1"/>
            </a:solidFill>
            <a:prstDash val="solid"/>
          </a:ln>
        </p:spPr>
        <p:txBody>
          <a:bodyPr/>
          <a:lstStyle/>
          <a:p>
            <a:endParaRPr lang="ja-JP" altLang="en-US"/>
          </a:p>
        </p:txBody>
      </p:sp>
      <p:sp>
        <p:nvSpPr>
          <p:cNvPr id="54" name="Shape 51"/>
          <p:cNvSpPr/>
          <p:nvPr/>
        </p:nvSpPr>
        <p:spPr>
          <a:xfrm>
            <a:off x="1571488" y="4854184"/>
            <a:ext cx="158008" cy="158008"/>
          </a:xfrm>
          <a:prstGeom prst="rect">
            <a:avLst/>
          </a:prstGeom>
          <a:solidFill>
            <a:schemeClr val="tx1">
              <a:alpha val="25000"/>
            </a:schemeClr>
          </a:solidFill>
          <a:ln w="12700">
            <a:solidFill>
              <a:schemeClr val="tx1">
                <a:alpha val="0"/>
              </a:schemeClr>
            </a:solidFill>
            <a:prstDash val="solid"/>
          </a:ln>
        </p:spPr>
        <p:txBody>
          <a:bodyPr/>
          <a:lstStyle/>
          <a:p>
            <a:endParaRPr lang="ja-JP" altLang="en-US"/>
          </a:p>
        </p:txBody>
      </p:sp>
      <p:sp>
        <p:nvSpPr>
          <p:cNvPr id="55" name="Shape 52"/>
          <p:cNvSpPr/>
          <p:nvPr/>
        </p:nvSpPr>
        <p:spPr>
          <a:xfrm>
            <a:off x="1773936" y="4809744"/>
            <a:ext cx="246888" cy="246888"/>
          </a:xfrm>
          <a:prstGeom prst="rect">
            <a:avLst/>
          </a:prstGeom>
          <a:solidFill>
            <a:schemeClr val="accent6">
              <a:alpha val="22000"/>
            </a:schemeClr>
          </a:solidFill>
          <a:ln w="3175">
            <a:solidFill>
              <a:schemeClr val="bg1"/>
            </a:solidFill>
            <a:prstDash val="solid"/>
          </a:ln>
        </p:spPr>
        <p:txBody>
          <a:bodyPr/>
          <a:lstStyle/>
          <a:p>
            <a:endParaRPr lang="ja-JP" altLang="en-US"/>
          </a:p>
        </p:txBody>
      </p:sp>
      <p:sp>
        <p:nvSpPr>
          <p:cNvPr id="56" name="Shape 53"/>
          <p:cNvSpPr/>
          <p:nvPr/>
        </p:nvSpPr>
        <p:spPr>
          <a:xfrm>
            <a:off x="1818376" y="4854184"/>
            <a:ext cx="158008" cy="158008"/>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57" name="Shape 54"/>
          <p:cNvSpPr/>
          <p:nvPr/>
        </p:nvSpPr>
        <p:spPr>
          <a:xfrm>
            <a:off x="2020824" y="4809744"/>
            <a:ext cx="246888" cy="246888"/>
          </a:xfrm>
          <a:prstGeom prst="rect">
            <a:avLst/>
          </a:prstGeom>
          <a:solidFill>
            <a:schemeClr val="accent4">
              <a:alpha val="22000"/>
            </a:schemeClr>
          </a:solidFill>
          <a:ln w="3175">
            <a:solidFill>
              <a:schemeClr val="bg1"/>
            </a:solidFill>
            <a:prstDash val="solid"/>
          </a:ln>
        </p:spPr>
        <p:txBody>
          <a:bodyPr/>
          <a:lstStyle/>
          <a:p>
            <a:endParaRPr lang="ja-JP" altLang="en-US"/>
          </a:p>
        </p:txBody>
      </p:sp>
      <p:sp>
        <p:nvSpPr>
          <p:cNvPr id="58" name="Shape 55"/>
          <p:cNvSpPr/>
          <p:nvPr/>
        </p:nvSpPr>
        <p:spPr>
          <a:xfrm>
            <a:off x="2065264" y="4854184"/>
            <a:ext cx="158008" cy="158008"/>
          </a:xfrm>
          <a:prstGeom prst="rect">
            <a:avLst/>
          </a:prstGeom>
          <a:solidFill>
            <a:schemeClr val="tx1">
              <a:alpha val="37000"/>
            </a:schemeClr>
          </a:solidFill>
          <a:ln w="12700">
            <a:solidFill>
              <a:schemeClr val="tx1">
                <a:alpha val="0"/>
              </a:schemeClr>
            </a:solidFill>
            <a:prstDash val="solid"/>
          </a:ln>
        </p:spPr>
        <p:txBody>
          <a:bodyPr/>
          <a:lstStyle/>
          <a:p>
            <a:endParaRPr lang="ja-JP" altLang="en-US"/>
          </a:p>
        </p:txBody>
      </p:sp>
      <p:sp>
        <p:nvSpPr>
          <p:cNvPr id="59" name="Shape 56"/>
          <p:cNvSpPr/>
          <p:nvPr/>
        </p:nvSpPr>
        <p:spPr>
          <a:xfrm>
            <a:off x="2267712" y="4809744"/>
            <a:ext cx="246888" cy="246888"/>
          </a:xfrm>
          <a:prstGeom prst="rect">
            <a:avLst/>
          </a:prstGeom>
          <a:solidFill>
            <a:schemeClr val="accent4">
              <a:alpha val="22000"/>
            </a:schemeClr>
          </a:solidFill>
          <a:ln w="3175">
            <a:solidFill>
              <a:schemeClr val="bg1"/>
            </a:solidFill>
            <a:prstDash val="solid"/>
          </a:ln>
        </p:spPr>
        <p:txBody>
          <a:bodyPr/>
          <a:lstStyle/>
          <a:p>
            <a:endParaRPr lang="ja-JP" altLang="en-US"/>
          </a:p>
        </p:txBody>
      </p:sp>
      <p:sp>
        <p:nvSpPr>
          <p:cNvPr id="60" name="Shape 57"/>
          <p:cNvSpPr/>
          <p:nvPr/>
        </p:nvSpPr>
        <p:spPr>
          <a:xfrm>
            <a:off x="2312152" y="4854184"/>
            <a:ext cx="158008" cy="158008"/>
          </a:xfrm>
          <a:prstGeom prst="rect">
            <a:avLst/>
          </a:prstGeom>
          <a:solidFill>
            <a:schemeClr val="tx1">
              <a:alpha val="87000"/>
            </a:schemeClr>
          </a:solidFill>
          <a:ln w="12700">
            <a:solidFill>
              <a:schemeClr val="tx1">
                <a:alpha val="0"/>
              </a:schemeClr>
            </a:solidFill>
            <a:prstDash val="solid"/>
          </a:ln>
        </p:spPr>
        <p:txBody>
          <a:bodyPr/>
          <a:lstStyle/>
          <a:p>
            <a:endParaRPr lang="ja-JP" altLang="en-US"/>
          </a:p>
        </p:txBody>
      </p:sp>
      <p:sp>
        <p:nvSpPr>
          <p:cNvPr id="61" name="Shape 58"/>
          <p:cNvSpPr/>
          <p:nvPr/>
        </p:nvSpPr>
        <p:spPr>
          <a:xfrm>
            <a:off x="2514600" y="4809744"/>
            <a:ext cx="246888" cy="246888"/>
          </a:xfrm>
          <a:prstGeom prst="rect">
            <a:avLst/>
          </a:prstGeom>
          <a:solidFill>
            <a:schemeClr val="accent4">
              <a:alpha val="22000"/>
            </a:schemeClr>
          </a:solidFill>
          <a:ln w="3175">
            <a:solidFill>
              <a:schemeClr val="bg1"/>
            </a:solidFill>
            <a:prstDash val="solid"/>
          </a:ln>
        </p:spPr>
        <p:txBody>
          <a:bodyPr/>
          <a:lstStyle/>
          <a:p>
            <a:endParaRPr lang="ja-JP" altLang="en-US"/>
          </a:p>
        </p:txBody>
      </p:sp>
      <p:sp>
        <p:nvSpPr>
          <p:cNvPr id="62" name="Shape 59"/>
          <p:cNvSpPr/>
          <p:nvPr/>
        </p:nvSpPr>
        <p:spPr>
          <a:xfrm>
            <a:off x="2559040" y="4854184"/>
            <a:ext cx="158008" cy="158008"/>
          </a:xfrm>
          <a:prstGeom prst="rect">
            <a:avLst/>
          </a:prstGeom>
          <a:solidFill>
            <a:schemeClr val="tx1">
              <a:alpha val="56000"/>
            </a:schemeClr>
          </a:solidFill>
          <a:ln w="12700">
            <a:solidFill>
              <a:schemeClr val="tx1">
                <a:alpha val="0"/>
              </a:schemeClr>
            </a:solidFill>
            <a:prstDash val="solid"/>
          </a:ln>
        </p:spPr>
        <p:txBody>
          <a:bodyPr/>
          <a:lstStyle/>
          <a:p>
            <a:endParaRPr lang="ja-JP" altLang="en-US"/>
          </a:p>
        </p:txBody>
      </p:sp>
      <p:sp>
        <p:nvSpPr>
          <p:cNvPr id="63" name="Shape 60"/>
          <p:cNvSpPr/>
          <p:nvPr/>
        </p:nvSpPr>
        <p:spPr>
          <a:xfrm>
            <a:off x="2761488" y="4809744"/>
            <a:ext cx="246888" cy="246888"/>
          </a:xfrm>
          <a:prstGeom prst="rect">
            <a:avLst/>
          </a:prstGeom>
          <a:solidFill>
            <a:schemeClr val="accent4">
              <a:alpha val="22000"/>
            </a:schemeClr>
          </a:solidFill>
          <a:ln w="3175">
            <a:solidFill>
              <a:schemeClr val="bg1"/>
            </a:solidFill>
            <a:prstDash val="solid"/>
          </a:ln>
        </p:spPr>
        <p:txBody>
          <a:bodyPr/>
          <a:lstStyle/>
          <a:p>
            <a:endParaRPr lang="ja-JP" altLang="en-US"/>
          </a:p>
        </p:txBody>
      </p:sp>
      <p:sp>
        <p:nvSpPr>
          <p:cNvPr id="64" name="Shape 61"/>
          <p:cNvSpPr/>
          <p:nvPr/>
        </p:nvSpPr>
        <p:spPr>
          <a:xfrm>
            <a:off x="2805928" y="4854184"/>
            <a:ext cx="158008" cy="158008"/>
          </a:xfrm>
          <a:prstGeom prst="rect">
            <a:avLst/>
          </a:prstGeom>
          <a:solidFill>
            <a:schemeClr val="tx1">
              <a:alpha val="6000"/>
            </a:schemeClr>
          </a:solidFill>
          <a:ln w="12700">
            <a:solidFill>
              <a:schemeClr val="tx1">
                <a:alpha val="0"/>
              </a:schemeClr>
            </a:solidFill>
            <a:prstDash val="solid"/>
          </a:ln>
        </p:spPr>
        <p:txBody>
          <a:bodyPr/>
          <a:lstStyle/>
          <a:p>
            <a:endParaRPr lang="ja-JP" altLang="en-US"/>
          </a:p>
        </p:txBody>
      </p:sp>
      <p:sp>
        <p:nvSpPr>
          <p:cNvPr id="65" name="Shape 62"/>
          <p:cNvSpPr/>
          <p:nvPr/>
        </p:nvSpPr>
        <p:spPr>
          <a:xfrm>
            <a:off x="3008376" y="4809744"/>
            <a:ext cx="246888" cy="246888"/>
          </a:xfrm>
          <a:prstGeom prst="rect">
            <a:avLst/>
          </a:prstGeom>
          <a:solidFill>
            <a:schemeClr val="accent4">
              <a:alpha val="22000"/>
            </a:schemeClr>
          </a:solidFill>
          <a:ln w="3175">
            <a:solidFill>
              <a:schemeClr val="bg1"/>
            </a:solidFill>
            <a:prstDash val="solid"/>
          </a:ln>
        </p:spPr>
        <p:txBody>
          <a:bodyPr/>
          <a:lstStyle/>
          <a:p>
            <a:endParaRPr lang="ja-JP" altLang="en-US"/>
          </a:p>
        </p:txBody>
      </p:sp>
      <p:sp>
        <p:nvSpPr>
          <p:cNvPr id="66" name="Shape 63"/>
          <p:cNvSpPr/>
          <p:nvPr/>
        </p:nvSpPr>
        <p:spPr>
          <a:xfrm>
            <a:off x="1280160" y="5056632"/>
            <a:ext cx="246888" cy="246888"/>
          </a:xfrm>
          <a:prstGeom prst="rect">
            <a:avLst/>
          </a:prstGeom>
          <a:solidFill>
            <a:schemeClr val="accent6">
              <a:alpha val="22000"/>
            </a:schemeClr>
          </a:solidFill>
          <a:ln w="3175">
            <a:solidFill>
              <a:schemeClr val="bg1"/>
            </a:solidFill>
            <a:prstDash val="solid"/>
          </a:ln>
        </p:spPr>
        <p:txBody>
          <a:bodyPr/>
          <a:lstStyle/>
          <a:p>
            <a:endParaRPr lang="ja-JP" altLang="en-US"/>
          </a:p>
        </p:txBody>
      </p:sp>
      <p:sp>
        <p:nvSpPr>
          <p:cNvPr id="67" name="Shape 64"/>
          <p:cNvSpPr/>
          <p:nvPr/>
        </p:nvSpPr>
        <p:spPr>
          <a:xfrm>
            <a:off x="1527048" y="5056632"/>
            <a:ext cx="246888" cy="246888"/>
          </a:xfrm>
          <a:prstGeom prst="rect">
            <a:avLst/>
          </a:prstGeom>
          <a:solidFill>
            <a:schemeClr val="accent6">
              <a:alpha val="22000"/>
            </a:schemeClr>
          </a:solidFill>
          <a:ln w="3175">
            <a:solidFill>
              <a:schemeClr val="bg1"/>
            </a:solidFill>
            <a:prstDash val="solid"/>
          </a:ln>
        </p:spPr>
        <p:txBody>
          <a:bodyPr/>
          <a:lstStyle/>
          <a:p>
            <a:endParaRPr lang="ja-JP" altLang="en-US"/>
          </a:p>
        </p:txBody>
      </p:sp>
      <p:sp>
        <p:nvSpPr>
          <p:cNvPr id="68" name="Shape 65"/>
          <p:cNvSpPr/>
          <p:nvPr/>
        </p:nvSpPr>
        <p:spPr>
          <a:xfrm>
            <a:off x="1571488" y="5101072"/>
            <a:ext cx="158008" cy="158008"/>
          </a:xfrm>
          <a:prstGeom prst="rect">
            <a:avLst/>
          </a:prstGeom>
          <a:solidFill>
            <a:schemeClr val="tx1">
              <a:alpha val="44000"/>
            </a:schemeClr>
          </a:solidFill>
          <a:ln w="12700">
            <a:solidFill>
              <a:schemeClr val="tx1">
                <a:alpha val="0"/>
              </a:schemeClr>
            </a:solidFill>
            <a:prstDash val="solid"/>
          </a:ln>
        </p:spPr>
        <p:txBody>
          <a:bodyPr/>
          <a:lstStyle/>
          <a:p>
            <a:endParaRPr lang="ja-JP" altLang="en-US"/>
          </a:p>
        </p:txBody>
      </p:sp>
      <p:sp>
        <p:nvSpPr>
          <p:cNvPr id="69" name="Shape 66"/>
          <p:cNvSpPr/>
          <p:nvPr/>
        </p:nvSpPr>
        <p:spPr>
          <a:xfrm>
            <a:off x="1773936" y="5056632"/>
            <a:ext cx="246888" cy="246888"/>
          </a:xfrm>
          <a:prstGeom prst="rect">
            <a:avLst/>
          </a:prstGeom>
          <a:solidFill>
            <a:schemeClr val="accent6">
              <a:alpha val="22000"/>
            </a:schemeClr>
          </a:solidFill>
          <a:ln w="3175">
            <a:solidFill>
              <a:schemeClr val="bg1"/>
            </a:solidFill>
            <a:prstDash val="solid"/>
          </a:ln>
        </p:spPr>
        <p:txBody>
          <a:bodyPr/>
          <a:lstStyle/>
          <a:p>
            <a:endParaRPr lang="ja-JP" altLang="en-US"/>
          </a:p>
        </p:txBody>
      </p:sp>
      <p:sp>
        <p:nvSpPr>
          <p:cNvPr id="70" name="Shape 67"/>
          <p:cNvSpPr/>
          <p:nvPr/>
        </p:nvSpPr>
        <p:spPr>
          <a:xfrm>
            <a:off x="1818376" y="5101072"/>
            <a:ext cx="158008" cy="158008"/>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71" name="Shape 68"/>
          <p:cNvSpPr/>
          <p:nvPr/>
        </p:nvSpPr>
        <p:spPr>
          <a:xfrm>
            <a:off x="2020824" y="5056632"/>
            <a:ext cx="246888" cy="246888"/>
          </a:xfrm>
          <a:prstGeom prst="rect">
            <a:avLst/>
          </a:prstGeom>
          <a:solidFill>
            <a:schemeClr val="accent3">
              <a:alpha val="22000"/>
            </a:schemeClr>
          </a:solidFill>
          <a:ln w="3175">
            <a:solidFill>
              <a:schemeClr val="bg1"/>
            </a:solidFill>
            <a:prstDash val="solid"/>
          </a:ln>
        </p:spPr>
        <p:txBody>
          <a:bodyPr/>
          <a:lstStyle/>
          <a:p>
            <a:endParaRPr lang="ja-JP" altLang="en-US"/>
          </a:p>
        </p:txBody>
      </p:sp>
      <p:sp>
        <p:nvSpPr>
          <p:cNvPr id="72" name="Shape 69"/>
          <p:cNvSpPr/>
          <p:nvPr/>
        </p:nvSpPr>
        <p:spPr>
          <a:xfrm>
            <a:off x="2065264" y="5101072"/>
            <a:ext cx="158008" cy="158008"/>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73" name="Shape 70"/>
          <p:cNvSpPr/>
          <p:nvPr/>
        </p:nvSpPr>
        <p:spPr>
          <a:xfrm>
            <a:off x="2267712" y="5056632"/>
            <a:ext cx="246888" cy="246888"/>
          </a:xfrm>
          <a:prstGeom prst="rect">
            <a:avLst/>
          </a:prstGeom>
          <a:solidFill>
            <a:schemeClr val="accent2">
              <a:lumMod val="60000"/>
              <a:lumOff val="40000"/>
              <a:alpha val="22000"/>
            </a:schemeClr>
          </a:solidFill>
          <a:ln w="3175">
            <a:solidFill>
              <a:schemeClr val="bg1"/>
            </a:solidFill>
            <a:prstDash val="solid"/>
          </a:ln>
        </p:spPr>
        <p:txBody>
          <a:bodyPr/>
          <a:lstStyle/>
          <a:p>
            <a:endParaRPr lang="ja-JP" altLang="en-US"/>
          </a:p>
        </p:txBody>
      </p:sp>
      <p:sp>
        <p:nvSpPr>
          <p:cNvPr id="74" name="Shape 71"/>
          <p:cNvSpPr/>
          <p:nvPr/>
        </p:nvSpPr>
        <p:spPr>
          <a:xfrm>
            <a:off x="2312152" y="5101072"/>
            <a:ext cx="158008" cy="158008"/>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75" name="Shape 72"/>
          <p:cNvSpPr/>
          <p:nvPr/>
        </p:nvSpPr>
        <p:spPr>
          <a:xfrm>
            <a:off x="2514600" y="5056632"/>
            <a:ext cx="246888" cy="246888"/>
          </a:xfrm>
          <a:prstGeom prst="rect">
            <a:avLst/>
          </a:prstGeom>
          <a:solidFill>
            <a:schemeClr val="accent2">
              <a:lumMod val="60000"/>
              <a:lumOff val="40000"/>
              <a:alpha val="22000"/>
            </a:schemeClr>
          </a:solidFill>
          <a:ln w="3175">
            <a:solidFill>
              <a:schemeClr val="bg1"/>
            </a:solidFill>
            <a:prstDash val="solid"/>
          </a:ln>
        </p:spPr>
        <p:txBody>
          <a:bodyPr/>
          <a:lstStyle/>
          <a:p>
            <a:endParaRPr lang="ja-JP" altLang="en-US"/>
          </a:p>
        </p:txBody>
      </p:sp>
      <p:sp>
        <p:nvSpPr>
          <p:cNvPr id="76" name="Shape 73"/>
          <p:cNvSpPr/>
          <p:nvPr/>
        </p:nvSpPr>
        <p:spPr>
          <a:xfrm>
            <a:off x="2559040" y="5101072"/>
            <a:ext cx="158008" cy="158008"/>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77" name="Shape 74"/>
          <p:cNvSpPr/>
          <p:nvPr/>
        </p:nvSpPr>
        <p:spPr>
          <a:xfrm>
            <a:off x="2761488" y="5056632"/>
            <a:ext cx="246888" cy="246888"/>
          </a:xfrm>
          <a:prstGeom prst="rect">
            <a:avLst/>
          </a:prstGeom>
          <a:solidFill>
            <a:schemeClr val="accent2">
              <a:lumMod val="60000"/>
              <a:lumOff val="40000"/>
              <a:alpha val="22000"/>
            </a:schemeClr>
          </a:solidFill>
          <a:ln w="3175">
            <a:solidFill>
              <a:schemeClr val="bg1"/>
            </a:solidFill>
            <a:prstDash val="solid"/>
          </a:ln>
        </p:spPr>
        <p:txBody>
          <a:bodyPr/>
          <a:lstStyle/>
          <a:p>
            <a:endParaRPr lang="ja-JP" altLang="en-US"/>
          </a:p>
        </p:txBody>
      </p:sp>
      <p:sp>
        <p:nvSpPr>
          <p:cNvPr id="78" name="Shape 75"/>
          <p:cNvSpPr/>
          <p:nvPr/>
        </p:nvSpPr>
        <p:spPr>
          <a:xfrm>
            <a:off x="2805928" y="5101072"/>
            <a:ext cx="158008" cy="158008"/>
          </a:xfrm>
          <a:prstGeom prst="rect">
            <a:avLst/>
          </a:prstGeom>
          <a:solidFill>
            <a:schemeClr val="tx1">
              <a:alpha val="37000"/>
            </a:schemeClr>
          </a:solidFill>
          <a:ln w="12700">
            <a:solidFill>
              <a:schemeClr val="tx1">
                <a:alpha val="0"/>
              </a:schemeClr>
            </a:solidFill>
            <a:prstDash val="solid"/>
          </a:ln>
        </p:spPr>
        <p:txBody>
          <a:bodyPr/>
          <a:lstStyle/>
          <a:p>
            <a:endParaRPr lang="ja-JP" altLang="en-US"/>
          </a:p>
        </p:txBody>
      </p:sp>
      <p:sp>
        <p:nvSpPr>
          <p:cNvPr id="79" name="Shape 76"/>
          <p:cNvSpPr/>
          <p:nvPr/>
        </p:nvSpPr>
        <p:spPr>
          <a:xfrm>
            <a:off x="3008376" y="5056632"/>
            <a:ext cx="246888" cy="246888"/>
          </a:xfrm>
          <a:prstGeom prst="rect">
            <a:avLst/>
          </a:prstGeom>
          <a:solidFill>
            <a:schemeClr val="accent2">
              <a:lumMod val="60000"/>
              <a:lumOff val="40000"/>
              <a:alpha val="22000"/>
            </a:schemeClr>
          </a:solidFill>
          <a:ln w="3175">
            <a:solidFill>
              <a:schemeClr val="bg1"/>
            </a:solidFill>
            <a:prstDash val="solid"/>
          </a:ln>
        </p:spPr>
        <p:txBody>
          <a:bodyPr/>
          <a:lstStyle/>
          <a:p>
            <a:endParaRPr lang="ja-JP" altLang="en-US"/>
          </a:p>
        </p:txBody>
      </p:sp>
      <p:sp>
        <p:nvSpPr>
          <p:cNvPr id="80" name="Shape 77"/>
          <p:cNvSpPr/>
          <p:nvPr/>
        </p:nvSpPr>
        <p:spPr>
          <a:xfrm>
            <a:off x="1280160" y="5303520"/>
            <a:ext cx="246888" cy="246888"/>
          </a:xfrm>
          <a:prstGeom prst="rect">
            <a:avLst/>
          </a:prstGeom>
          <a:solidFill>
            <a:schemeClr val="accent6">
              <a:alpha val="22000"/>
            </a:schemeClr>
          </a:solidFill>
          <a:ln w="3175">
            <a:solidFill>
              <a:schemeClr val="bg1"/>
            </a:solidFill>
            <a:prstDash val="solid"/>
          </a:ln>
        </p:spPr>
        <p:txBody>
          <a:bodyPr/>
          <a:lstStyle/>
          <a:p>
            <a:endParaRPr lang="ja-JP" altLang="en-US"/>
          </a:p>
        </p:txBody>
      </p:sp>
      <p:sp>
        <p:nvSpPr>
          <p:cNvPr id="81" name="Shape 78"/>
          <p:cNvSpPr/>
          <p:nvPr/>
        </p:nvSpPr>
        <p:spPr>
          <a:xfrm>
            <a:off x="1527048" y="5303520"/>
            <a:ext cx="246888" cy="246888"/>
          </a:xfrm>
          <a:prstGeom prst="rect">
            <a:avLst/>
          </a:prstGeom>
          <a:solidFill>
            <a:schemeClr val="accent6">
              <a:alpha val="22000"/>
            </a:schemeClr>
          </a:solidFill>
          <a:ln w="3175">
            <a:solidFill>
              <a:schemeClr val="bg1"/>
            </a:solidFill>
            <a:prstDash val="solid"/>
          </a:ln>
        </p:spPr>
        <p:txBody>
          <a:bodyPr/>
          <a:lstStyle/>
          <a:p>
            <a:endParaRPr lang="ja-JP" altLang="en-US"/>
          </a:p>
        </p:txBody>
      </p:sp>
      <p:sp>
        <p:nvSpPr>
          <p:cNvPr id="82" name="Shape 79"/>
          <p:cNvSpPr/>
          <p:nvPr/>
        </p:nvSpPr>
        <p:spPr>
          <a:xfrm>
            <a:off x="1571488" y="5347960"/>
            <a:ext cx="158008" cy="158008"/>
          </a:xfrm>
          <a:prstGeom prst="rect">
            <a:avLst/>
          </a:prstGeom>
          <a:solidFill>
            <a:schemeClr val="tx1">
              <a:alpha val="6000"/>
            </a:schemeClr>
          </a:solidFill>
          <a:ln w="12700">
            <a:solidFill>
              <a:schemeClr val="tx1">
                <a:alpha val="0"/>
              </a:schemeClr>
            </a:solidFill>
            <a:prstDash val="solid"/>
          </a:ln>
        </p:spPr>
        <p:txBody>
          <a:bodyPr/>
          <a:lstStyle/>
          <a:p>
            <a:endParaRPr lang="ja-JP" altLang="en-US"/>
          </a:p>
        </p:txBody>
      </p:sp>
      <p:sp>
        <p:nvSpPr>
          <p:cNvPr id="83" name="Shape 80"/>
          <p:cNvSpPr/>
          <p:nvPr/>
        </p:nvSpPr>
        <p:spPr>
          <a:xfrm>
            <a:off x="1773936" y="5303520"/>
            <a:ext cx="246888" cy="246888"/>
          </a:xfrm>
          <a:prstGeom prst="rect">
            <a:avLst/>
          </a:prstGeom>
          <a:solidFill>
            <a:schemeClr val="accent6">
              <a:alpha val="22000"/>
            </a:schemeClr>
          </a:solidFill>
          <a:ln w="3175">
            <a:solidFill>
              <a:schemeClr val="bg1"/>
            </a:solidFill>
            <a:prstDash val="solid"/>
          </a:ln>
        </p:spPr>
        <p:txBody>
          <a:bodyPr/>
          <a:lstStyle/>
          <a:p>
            <a:endParaRPr lang="ja-JP" altLang="en-US"/>
          </a:p>
        </p:txBody>
      </p:sp>
      <p:sp>
        <p:nvSpPr>
          <p:cNvPr id="84" name="Shape 81"/>
          <p:cNvSpPr/>
          <p:nvPr/>
        </p:nvSpPr>
        <p:spPr>
          <a:xfrm>
            <a:off x="1818376" y="5347960"/>
            <a:ext cx="158008" cy="158008"/>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85" name="Shape 82"/>
          <p:cNvSpPr/>
          <p:nvPr/>
        </p:nvSpPr>
        <p:spPr>
          <a:xfrm>
            <a:off x="2020824" y="5303520"/>
            <a:ext cx="246888" cy="246888"/>
          </a:xfrm>
          <a:prstGeom prst="rect">
            <a:avLst/>
          </a:prstGeom>
          <a:solidFill>
            <a:schemeClr val="accent3">
              <a:alpha val="22000"/>
            </a:schemeClr>
          </a:solidFill>
          <a:ln w="3175">
            <a:solidFill>
              <a:schemeClr val="bg1"/>
            </a:solidFill>
            <a:prstDash val="solid"/>
          </a:ln>
        </p:spPr>
        <p:txBody>
          <a:bodyPr/>
          <a:lstStyle/>
          <a:p>
            <a:endParaRPr lang="ja-JP" altLang="en-US"/>
          </a:p>
        </p:txBody>
      </p:sp>
      <p:sp>
        <p:nvSpPr>
          <p:cNvPr id="86" name="Shape 83"/>
          <p:cNvSpPr/>
          <p:nvPr/>
        </p:nvSpPr>
        <p:spPr>
          <a:xfrm>
            <a:off x="2065264" y="5347960"/>
            <a:ext cx="158008" cy="158008"/>
          </a:xfrm>
          <a:prstGeom prst="rect">
            <a:avLst/>
          </a:prstGeom>
          <a:solidFill>
            <a:schemeClr val="tx1">
              <a:alpha val="87000"/>
            </a:schemeClr>
          </a:solidFill>
          <a:ln w="12700">
            <a:solidFill>
              <a:schemeClr val="tx1">
                <a:alpha val="0"/>
              </a:schemeClr>
            </a:solidFill>
            <a:prstDash val="solid"/>
          </a:ln>
        </p:spPr>
        <p:txBody>
          <a:bodyPr/>
          <a:lstStyle/>
          <a:p>
            <a:endParaRPr lang="ja-JP" altLang="en-US"/>
          </a:p>
        </p:txBody>
      </p:sp>
      <p:sp>
        <p:nvSpPr>
          <p:cNvPr id="87" name="Shape 84"/>
          <p:cNvSpPr/>
          <p:nvPr/>
        </p:nvSpPr>
        <p:spPr>
          <a:xfrm>
            <a:off x="2267712" y="5303520"/>
            <a:ext cx="246888" cy="246888"/>
          </a:xfrm>
          <a:prstGeom prst="rect">
            <a:avLst/>
          </a:prstGeom>
          <a:solidFill>
            <a:schemeClr val="accent2">
              <a:lumMod val="60000"/>
              <a:lumOff val="40000"/>
              <a:alpha val="22000"/>
            </a:schemeClr>
          </a:solidFill>
          <a:ln w="3175">
            <a:solidFill>
              <a:schemeClr val="bg1"/>
            </a:solidFill>
            <a:prstDash val="solid"/>
          </a:ln>
        </p:spPr>
        <p:txBody>
          <a:bodyPr/>
          <a:lstStyle/>
          <a:p>
            <a:endParaRPr lang="ja-JP" altLang="en-US"/>
          </a:p>
        </p:txBody>
      </p:sp>
      <p:sp>
        <p:nvSpPr>
          <p:cNvPr id="88" name="Shape 85"/>
          <p:cNvSpPr/>
          <p:nvPr/>
        </p:nvSpPr>
        <p:spPr>
          <a:xfrm>
            <a:off x="2312152" y="5347960"/>
            <a:ext cx="158008" cy="158008"/>
          </a:xfrm>
          <a:prstGeom prst="rect">
            <a:avLst/>
          </a:prstGeom>
          <a:solidFill>
            <a:schemeClr val="tx1">
              <a:alpha val="25000"/>
            </a:schemeClr>
          </a:solidFill>
          <a:ln w="12700">
            <a:solidFill>
              <a:schemeClr val="tx1">
                <a:alpha val="0"/>
              </a:schemeClr>
            </a:solidFill>
            <a:prstDash val="solid"/>
          </a:ln>
        </p:spPr>
        <p:txBody>
          <a:bodyPr/>
          <a:lstStyle/>
          <a:p>
            <a:endParaRPr lang="ja-JP" altLang="en-US"/>
          </a:p>
        </p:txBody>
      </p:sp>
      <p:sp>
        <p:nvSpPr>
          <p:cNvPr id="89" name="Shape 86"/>
          <p:cNvSpPr/>
          <p:nvPr/>
        </p:nvSpPr>
        <p:spPr>
          <a:xfrm>
            <a:off x="2514600" y="5303520"/>
            <a:ext cx="246888" cy="246888"/>
          </a:xfrm>
          <a:prstGeom prst="rect">
            <a:avLst/>
          </a:prstGeom>
          <a:solidFill>
            <a:schemeClr val="accent2">
              <a:lumMod val="60000"/>
              <a:lumOff val="40000"/>
              <a:alpha val="22000"/>
            </a:schemeClr>
          </a:solidFill>
          <a:ln w="3175">
            <a:solidFill>
              <a:schemeClr val="bg1"/>
            </a:solidFill>
            <a:prstDash val="solid"/>
          </a:ln>
        </p:spPr>
        <p:txBody>
          <a:bodyPr/>
          <a:lstStyle/>
          <a:p>
            <a:endParaRPr lang="ja-JP" altLang="en-US"/>
          </a:p>
        </p:txBody>
      </p:sp>
      <p:sp>
        <p:nvSpPr>
          <p:cNvPr id="90" name="Shape 87"/>
          <p:cNvSpPr/>
          <p:nvPr/>
        </p:nvSpPr>
        <p:spPr>
          <a:xfrm>
            <a:off x="2559040" y="5347960"/>
            <a:ext cx="158008" cy="158008"/>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91" name="Shape 88"/>
          <p:cNvSpPr/>
          <p:nvPr/>
        </p:nvSpPr>
        <p:spPr>
          <a:xfrm>
            <a:off x="2761488" y="5303520"/>
            <a:ext cx="246888" cy="246888"/>
          </a:xfrm>
          <a:prstGeom prst="rect">
            <a:avLst/>
          </a:prstGeom>
          <a:solidFill>
            <a:schemeClr val="accent2">
              <a:lumMod val="60000"/>
              <a:lumOff val="40000"/>
              <a:alpha val="22000"/>
            </a:schemeClr>
          </a:solidFill>
          <a:ln w="3175">
            <a:solidFill>
              <a:schemeClr val="bg1"/>
            </a:solidFill>
            <a:prstDash val="solid"/>
          </a:ln>
        </p:spPr>
        <p:txBody>
          <a:bodyPr/>
          <a:lstStyle/>
          <a:p>
            <a:endParaRPr lang="ja-JP" altLang="en-US"/>
          </a:p>
        </p:txBody>
      </p:sp>
      <p:sp>
        <p:nvSpPr>
          <p:cNvPr id="92" name="Shape 89"/>
          <p:cNvSpPr/>
          <p:nvPr/>
        </p:nvSpPr>
        <p:spPr>
          <a:xfrm>
            <a:off x="2805928" y="5347960"/>
            <a:ext cx="158008" cy="158008"/>
          </a:xfrm>
          <a:prstGeom prst="rect">
            <a:avLst/>
          </a:prstGeom>
          <a:solidFill>
            <a:schemeClr val="tx1">
              <a:alpha val="50000"/>
            </a:schemeClr>
          </a:solidFill>
          <a:ln w="12700">
            <a:solidFill>
              <a:schemeClr val="tx1">
                <a:alpha val="0"/>
              </a:schemeClr>
            </a:solidFill>
            <a:prstDash val="solid"/>
          </a:ln>
        </p:spPr>
        <p:txBody>
          <a:bodyPr/>
          <a:lstStyle/>
          <a:p>
            <a:endParaRPr lang="ja-JP" altLang="en-US"/>
          </a:p>
        </p:txBody>
      </p:sp>
      <p:sp>
        <p:nvSpPr>
          <p:cNvPr id="93" name="Shape 90"/>
          <p:cNvSpPr/>
          <p:nvPr/>
        </p:nvSpPr>
        <p:spPr>
          <a:xfrm>
            <a:off x="3008376" y="5303520"/>
            <a:ext cx="246888" cy="246888"/>
          </a:xfrm>
          <a:prstGeom prst="rect">
            <a:avLst/>
          </a:prstGeom>
          <a:solidFill>
            <a:schemeClr val="accent2">
              <a:lumMod val="60000"/>
              <a:lumOff val="40000"/>
              <a:alpha val="22000"/>
            </a:schemeClr>
          </a:solidFill>
          <a:ln w="3175">
            <a:solidFill>
              <a:schemeClr val="bg1"/>
            </a:solidFill>
            <a:prstDash val="solid"/>
          </a:ln>
        </p:spPr>
        <p:txBody>
          <a:bodyPr/>
          <a:lstStyle/>
          <a:p>
            <a:endParaRPr lang="ja-JP" altLang="en-US"/>
          </a:p>
        </p:txBody>
      </p:sp>
      <p:sp>
        <p:nvSpPr>
          <p:cNvPr id="94" name="Shape 91"/>
          <p:cNvSpPr/>
          <p:nvPr/>
        </p:nvSpPr>
        <p:spPr>
          <a:xfrm>
            <a:off x="1280160" y="5550408"/>
            <a:ext cx="246888" cy="246888"/>
          </a:xfrm>
          <a:prstGeom prst="rect">
            <a:avLst/>
          </a:prstGeom>
          <a:solidFill>
            <a:schemeClr val="accent6">
              <a:alpha val="22000"/>
            </a:schemeClr>
          </a:solidFill>
          <a:ln w="3175">
            <a:solidFill>
              <a:schemeClr val="bg1"/>
            </a:solidFill>
            <a:prstDash val="solid"/>
          </a:ln>
        </p:spPr>
        <p:txBody>
          <a:bodyPr/>
          <a:lstStyle/>
          <a:p>
            <a:endParaRPr lang="ja-JP" altLang="en-US"/>
          </a:p>
        </p:txBody>
      </p:sp>
      <p:sp>
        <p:nvSpPr>
          <p:cNvPr id="95" name="Shape 92"/>
          <p:cNvSpPr/>
          <p:nvPr/>
        </p:nvSpPr>
        <p:spPr>
          <a:xfrm>
            <a:off x="1527048" y="5550408"/>
            <a:ext cx="246888" cy="246888"/>
          </a:xfrm>
          <a:prstGeom prst="rect">
            <a:avLst/>
          </a:prstGeom>
          <a:solidFill>
            <a:schemeClr val="accent6">
              <a:alpha val="22000"/>
            </a:schemeClr>
          </a:solidFill>
          <a:ln w="3175">
            <a:solidFill>
              <a:schemeClr val="bg1"/>
            </a:solidFill>
            <a:prstDash val="solid"/>
          </a:ln>
        </p:spPr>
        <p:txBody>
          <a:bodyPr/>
          <a:lstStyle/>
          <a:p>
            <a:endParaRPr lang="ja-JP" altLang="en-US"/>
          </a:p>
        </p:txBody>
      </p:sp>
      <p:sp>
        <p:nvSpPr>
          <p:cNvPr id="96" name="Shape 93"/>
          <p:cNvSpPr/>
          <p:nvPr/>
        </p:nvSpPr>
        <p:spPr>
          <a:xfrm>
            <a:off x="1773936" y="5550408"/>
            <a:ext cx="246888" cy="246888"/>
          </a:xfrm>
          <a:prstGeom prst="rect">
            <a:avLst/>
          </a:prstGeom>
          <a:solidFill>
            <a:schemeClr val="accent6">
              <a:alpha val="22000"/>
            </a:schemeClr>
          </a:solidFill>
          <a:ln w="3175">
            <a:solidFill>
              <a:schemeClr val="bg1"/>
            </a:solidFill>
            <a:prstDash val="solid"/>
          </a:ln>
        </p:spPr>
        <p:txBody>
          <a:bodyPr/>
          <a:lstStyle/>
          <a:p>
            <a:endParaRPr lang="ja-JP" altLang="en-US"/>
          </a:p>
        </p:txBody>
      </p:sp>
      <p:sp>
        <p:nvSpPr>
          <p:cNvPr id="97" name="Shape 94"/>
          <p:cNvSpPr/>
          <p:nvPr/>
        </p:nvSpPr>
        <p:spPr>
          <a:xfrm>
            <a:off x="1818376" y="5594848"/>
            <a:ext cx="158008" cy="158008"/>
          </a:xfrm>
          <a:prstGeom prst="rect">
            <a:avLst/>
          </a:prstGeom>
          <a:solidFill>
            <a:schemeClr val="tx1">
              <a:alpha val="75000"/>
            </a:schemeClr>
          </a:solidFill>
          <a:ln w="12700">
            <a:solidFill>
              <a:schemeClr val="tx1">
                <a:alpha val="0"/>
              </a:schemeClr>
            </a:solidFill>
            <a:prstDash val="solid"/>
          </a:ln>
        </p:spPr>
        <p:txBody>
          <a:bodyPr/>
          <a:lstStyle/>
          <a:p>
            <a:endParaRPr lang="ja-JP" altLang="en-US"/>
          </a:p>
        </p:txBody>
      </p:sp>
      <p:sp>
        <p:nvSpPr>
          <p:cNvPr id="98" name="Shape 95"/>
          <p:cNvSpPr/>
          <p:nvPr/>
        </p:nvSpPr>
        <p:spPr>
          <a:xfrm>
            <a:off x="2020824" y="5550408"/>
            <a:ext cx="246888" cy="246888"/>
          </a:xfrm>
          <a:prstGeom prst="rect">
            <a:avLst/>
          </a:prstGeom>
          <a:solidFill>
            <a:schemeClr val="accent3">
              <a:alpha val="22000"/>
            </a:schemeClr>
          </a:solidFill>
          <a:ln w="3175">
            <a:solidFill>
              <a:schemeClr val="bg1"/>
            </a:solidFill>
            <a:prstDash val="solid"/>
          </a:ln>
        </p:spPr>
        <p:txBody>
          <a:bodyPr/>
          <a:lstStyle/>
          <a:p>
            <a:endParaRPr lang="ja-JP" altLang="en-US"/>
          </a:p>
        </p:txBody>
      </p:sp>
      <p:sp>
        <p:nvSpPr>
          <p:cNvPr id="99" name="Shape 96"/>
          <p:cNvSpPr/>
          <p:nvPr/>
        </p:nvSpPr>
        <p:spPr>
          <a:xfrm>
            <a:off x="2065264" y="5594848"/>
            <a:ext cx="158008" cy="158008"/>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100" name="Shape 97"/>
          <p:cNvSpPr/>
          <p:nvPr/>
        </p:nvSpPr>
        <p:spPr>
          <a:xfrm>
            <a:off x="2267712" y="5550408"/>
            <a:ext cx="246888" cy="246888"/>
          </a:xfrm>
          <a:prstGeom prst="rect">
            <a:avLst/>
          </a:prstGeom>
          <a:solidFill>
            <a:schemeClr val="accent2">
              <a:lumMod val="60000"/>
              <a:lumOff val="40000"/>
              <a:alpha val="22000"/>
            </a:schemeClr>
          </a:solidFill>
          <a:ln w="3175">
            <a:solidFill>
              <a:schemeClr val="bg1"/>
            </a:solidFill>
            <a:prstDash val="solid"/>
          </a:ln>
        </p:spPr>
        <p:txBody>
          <a:bodyPr/>
          <a:lstStyle/>
          <a:p>
            <a:endParaRPr lang="ja-JP" altLang="en-US"/>
          </a:p>
        </p:txBody>
      </p:sp>
      <p:sp>
        <p:nvSpPr>
          <p:cNvPr id="101" name="Shape 98"/>
          <p:cNvSpPr/>
          <p:nvPr/>
        </p:nvSpPr>
        <p:spPr>
          <a:xfrm>
            <a:off x="2312152" y="5594848"/>
            <a:ext cx="158008" cy="158008"/>
          </a:xfrm>
          <a:prstGeom prst="rect">
            <a:avLst/>
          </a:prstGeom>
          <a:solidFill>
            <a:schemeClr val="tx1">
              <a:alpha val="81000"/>
            </a:schemeClr>
          </a:solidFill>
          <a:ln w="12700">
            <a:solidFill>
              <a:schemeClr val="tx1">
                <a:alpha val="0"/>
              </a:schemeClr>
            </a:solidFill>
            <a:prstDash val="solid"/>
          </a:ln>
        </p:spPr>
        <p:txBody>
          <a:bodyPr/>
          <a:lstStyle/>
          <a:p>
            <a:endParaRPr lang="ja-JP" altLang="en-US"/>
          </a:p>
        </p:txBody>
      </p:sp>
      <p:sp>
        <p:nvSpPr>
          <p:cNvPr id="102" name="Shape 99"/>
          <p:cNvSpPr/>
          <p:nvPr/>
        </p:nvSpPr>
        <p:spPr>
          <a:xfrm>
            <a:off x="2514600" y="5550408"/>
            <a:ext cx="246888" cy="246888"/>
          </a:xfrm>
          <a:prstGeom prst="rect">
            <a:avLst/>
          </a:prstGeom>
          <a:solidFill>
            <a:schemeClr val="accent2">
              <a:lumMod val="60000"/>
              <a:lumOff val="40000"/>
              <a:alpha val="22000"/>
            </a:schemeClr>
          </a:solidFill>
          <a:ln w="3175">
            <a:solidFill>
              <a:schemeClr val="bg1"/>
            </a:solidFill>
            <a:prstDash val="solid"/>
          </a:ln>
        </p:spPr>
        <p:txBody>
          <a:bodyPr/>
          <a:lstStyle/>
          <a:p>
            <a:endParaRPr lang="ja-JP" altLang="en-US"/>
          </a:p>
        </p:txBody>
      </p:sp>
      <p:sp>
        <p:nvSpPr>
          <p:cNvPr id="103" name="Shape 100"/>
          <p:cNvSpPr/>
          <p:nvPr/>
        </p:nvSpPr>
        <p:spPr>
          <a:xfrm>
            <a:off x="2559040" y="5594848"/>
            <a:ext cx="158008" cy="158008"/>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104" name="Shape 101"/>
          <p:cNvSpPr/>
          <p:nvPr/>
        </p:nvSpPr>
        <p:spPr>
          <a:xfrm>
            <a:off x="2761488" y="5550408"/>
            <a:ext cx="246888" cy="246888"/>
          </a:xfrm>
          <a:prstGeom prst="rect">
            <a:avLst/>
          </a:prstGeom>
          <a:solidFill>
            <a:schemeClr val="accent2">
              <a:lumMod val="60000"/>
              <a:lumOff val="40000"/>
              <a:alpha val="22000"/>
            </a:schemeClr>
          </a:solidFill>
          <a:ln w="3175">
            <a:solidFill>
              <a:schemeClr val="bg1"/>
            </a:solidFill>
            <a:prstDash val="solid"/>
          </a:ln>
        </p:spPr>
        <p:txBody>
          <a:bodyPr/>
          <a:lstStyle/>
          <a:p>
            <a:endParaRPr lang="ja-JP" altLang="en-US"/>
          </a:p>
        </p:txBody>
      </p:sp>
      <p:sp>
        <p:nvSpPr>
          <p:cNvPr id="105" name="Shape 102"/>
          <p:cNvSpPr/>
          <p:nvPr/>
        </p:nvSpPr>
        <p:spPr>
          <a:xfrm>
            <a:off x="2805928" y="5594848"/>
            <a:ext cx="158008" cy="158008"/>
          </a:xfrm>
          <a:prstGeom prst="rect">
            <a:avLst/>
          </a:prstGeom>
          <a:solidFill>
            <a:schemeClr val="tx1">
              <a:alpha val="12000"/>
            </a:schemeClr>
          </a:solidFill>
          <a:ln w="12700">
            <a:solidFill>
              <a:schemeClr val="tx1">
                <a:alpha val="0"/>
              </a:schemeClr>
            </a:solidFill>
            <a:prstDash val="solid"/>
          </a:ln>
        </p:spPr>
        <p:txBody>
          <a:bodyPr/>
          <a:lstStyle/>
          <a:p>
            <a:endParaRPr lang="ja-JP" altLang="en-US"/>
          </a:p>
        </p:txBody>
      </p:sp>
      <p:sp>
        <p:nvSpPr>
          <p:cNvPr id="106" name="Shape 103"/>
          <p:cNvSpPr/>
          <p:nvPr/>
        </p:nvSpPr>
        <p:spPr>
          <a:xfrm>
            <a:off x="3008376" y="5550408"/>
            <a:ext cx="246888" cy="246888"/>
          </a:xfrm>
          <a:prstGeom prst="rect">
            <a:avLst/>
          </a:prstGeom>
          <a:solidFill>
            <a:schemeClr val="accent2">
              <a:lumMod val="60000"/>
              <a:lumOff val="40000"/>
              <a:alpha val="22000"/>
            </a:schemeClr>
          </a:solidFill>
          <a:ln w="3175">
            <a:solidFill>
              <a:schemeClr val="bg1"/>
            </a:solidFill>
            <a:prstDash val="solid"/>
          </a:ln>
        </p:spPr>
        <p:txBody>
          <a:bodyPr/>
          <a:lstStyle/>
          <a:p>
            <a:endParaRPr lang="ja-JP" altLang="en-US"/>
          </a:p>
        </p:txBody>
      </p:sp>
      <p:sp>
        <p:nvSpPr>
          <p:cNvPr id="107" name="Shape 104"/>
          <p:cNvSpPr/>
          <p:nvPr/>
        </p:nvSpPr>
        <p:spPr>
          <a:xfrm>
            <a:off x="1280160" y="5797296"/>
            <a:ext cx="246888" cy="246888"/>
          </a:xfrm>
          <a:prstGeom prst="rect">
            <a:avLst/>
          </a:prstGeom>
          <a:solidFill>
            <a:schemeClr val="accent6">
              <a:alpha val="22000"/>
            </a:schemeClr>
          </a:solidFill>
          <a:ln w="3175">
            <a:solidFill>
              <a:schemeClr val="bg1"/>
            </a:solidFill>
            <a:prstDash val="solid"/>
          </a:ln>
        </p:spPr>
        <p:txBody>
          <a:bodyPr/>
          <a:lstStyle/>
          <a:p>
            <a:endParaRPr lang="ja-JP" altLang="en-US"/>
          </a:p>
        </p:txBody>
      </p:sp>
      <p:sp>
        <p:nvSpPr>
          <p:cNvPr id="108" name="Shape 105"/>
          <p:cNvSpPr/>
          <p:nvPr/>
        </p:nvSpPr>
        <p:spPr>
          <a:xfrm>
            <a:off x="1527048" y="5797296"/>
            <a:ext cx="246888" cy="246888"/>
          </a:xfrm>
          <a:prstGeom prst="rect">
            <a:avLst/>
          </a:prstGeom>
          <a:solidFill>
            <a:schemeClr val="accent6">
              <a:alpha val="22000"/>
            </a:schemeClr>
          </a:solidFill>
          <a:ln w="3175">
            <a:solidFill>
              <a:schemeClr val="bg1"/>
            </a:solidFill>
            <a:prstDash val="solid"/>
          </a:ln>
        </p:spPr>
        <p:txBody>
          <a:bodyPr/>
          <a:lstStyle/>
          <a:p>
            <a:endParaRPr lang="ja-JP" altLang="en-US"/>
          </a:p>
        </p:txBody>
      </p:sp>
      <p:sp>
        <p:nvSpPr>
          <p:cNvPr id="109" name="Shape 106"/>
          <p:cNvSpPr/>
          <p:nvPr/>
        </p:nvSpPr>
        <p:spPr>
          <a:xfrm>
            <a:off x="1773936" y="5797296"/>
            <a:ext cx="246888" cy="246888"/>
          </a:xfrm>
          <a:prstGeom prst="rect">
            <a:avLst/>
          </a:prstGeom>
          <a:solidFill>
            <a:schemeClr val="accent6">
              <a:alpha val="22000"/>
            </a:schemeClr>
          </a:solidFill>
          <a:ln w="3175">
            <a:solidFill>
              <a:schemeClr val="bg1"/>
            </a:solidFill>
            <a:prstDash val="solid"/>
          </a:ln>
        </p:spPr>
        <p:txBody>
          <a:bodyPr/>
          <a:lstStyle/>
          <a:p>
            <a:endParaRPr lang="ja-JP" altLang="en-US"/>
          </a:p>
        </p:txBody>
      </p:sp>
      <p:sp>
        <p:nvSpPr>
          <p:cNvPr id="110" name="Shape 107"/>
          <p:cNvSpPr/>
          <p:nvPr/>
        </p:nvSpPr>
        <p:spPr>
          <a:xfrm>
            <a:off x="1818376" y="5841736"/>
            <a:ext cx="158008" cy="158008"/>
          </a:xfrm>
          <a:prstGeom prst="rect">
            <a:avLst/>
          </a:prstGeom>
          <a:solidFill>
            <a:schemeClr val="tx1">
              <a:alpha val="12000"/>
            </a:schemeClr>
          </a:solidFill>
          <a:ln w="12700">
            <a:solidFill>
              <a:schemeClr val="tx1">
                <a:alpha val="0"/>
              </a:schemeClr>
            </a:solidFill>
            <a:prstDash val="solid"/>
          </a:ln>
        </p:spPr>
        <p:txBody>
          <a:bodyPr/>
          <a:lstStyle/>
          <a:p>
            <a:endParaRPr lang="ja-JP" altLang="en-US"/>
          </a:p>
        </p:txBody>
      </p:sp>
      <p:sp>
        <p:nvSpPr>
          <p:cNvPr id="111" name="Shape 108"/>
          <p:cNvSpPr/>
          <p:nvPr/>
        </p:nvSpPr>
        <p:spPr>
          <a:xfrm>
            <a:off x="2020824" y="5797296"/>
            <a:ext cx="246888" cy="246888"/>
          </a:xfrm>
          <a:prstGeom prst="rect">
            <a:avLst/>
          </a:prstGeom>
          <a:solidFill>
            <a:schemeClr val="accent3">
              <a:alpha val="22000"/>
            </a:schemeClr>
          </a:solidFill>
          <a:ln w="3175">
            <a:solidFill>
              <a:schemeClr val="bg1"/>
            </a:solidFill>
            <a:prstDash val="solid"/>
          </a:ln>
        </p:spPr>
        <p:txBody>
          <a:bodyPr/>
          <a:lstStyle/>
          <a:p>
            <a:endParaRPr lang="ja-JP" altLang="en-US"/>
          </a:p>
        </p:txBody>
      </p:sp>
      <p:sp>
        <p:nvSpPr>
          <p:cNvPr id="112" name="Shape 109"/>
          <p:cNvSpPr/>
          <p:nvPr/>
        </p:nvSpPr>
        <p:spPr>
          <a:xfrm>
            <a:off x="2065264" y="5841736"/>
            <a:ext cx="158008" cy="158008"/>
          </a:xfrm>
          <a:prstGeom prst="rect">
            <a:avLst/>
          </a:prstGeom>
          <a:solidFill>
            <a:schemeClr val="tx1">
              <a:alpha val="62000"/>
            </a:schemeClr>
          </a:solidFill>
          <a:ln w="12700">
            <a:solidFill>
              <a:schemeClr val="tx1">
                <a:alpha val="0"/>
              </a:schemeClr>
            </a:solidFill>
            <a:prstDash val="solid"/>
          </a:ln>
        </p:spPr>
        <p:txBody>
          <a:bodyPr/>
          <a:lstStyle/>
          <a:p>
            <a:endParaRPr lang="ja-JP" altLang="en-US"/>
          </a:p>
        </p:txBody>
      </p:sp>
      <p:sp>
        <p:nvSpPr>
          <p:cNvPr id="113" name="Shape 110"/>
          <p:cNvSpPr/>
          <p:nvPr/>
        </p:nvSpPr>
        <p:spPr>
          <a:xfrm>
            <a:off x="2267712" y="5797296"/>
            <a:ext cx="246888" cy="246888"/>
          </a:xfrm>
          <a:prstGeom prst="rect">
            <a:avLst/>
          </a:prstGeom>
          <a:solidFill>
            <a:schemeClr val="accent2">
              <a:lumMod val="60000"/>
              <a:lumOff val="40000"/>
              <a:alpha val="22000"/>
            </a:schemeClr>
          </a:solidFill>
          <a:ln w="3175">
            <a:solidFill>
              <a:schemeClr val="bg1"/>
            </a:solidFill>
            <a:prstDash val="solid"/>
          </a:ln>
        </p:spPr>
        <p:txBody>
          <a:bodyPr/>
          <a:lstStyle/>
          <a:p>
            <a:endParaRPr lang="ja-JP" altLang="en-US"/>
          </a:p>
        </p:txBody>
      </p:sp>
      <p:sp>
        <p:nvSpPr>
          <p:cNvPr id="114" name="Shape 111"/>
          <p:cNvSpPr/>
          <p:nvPr/>
        </p:nvSpPr>
        <p:spPr>
          <a:xfrm>
            <a:off x="2312152" y="5841736"/>
            <a:ext cx="158008" cy="158008"/>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115" name="Shape 112"/>
          <p:cNvSpPr/>
          <p:nvPr/>
        </p:nvSpPr>
        <p:spPr>
          <a:xfrm>
            <a:off x="2514600" y="5797296"/>
            <a:ext cx="246888" cy="246888"/>
          </a:xfrm>
          <a:prstGeom prst="rect">
            <a:avLst/>
          </a:prstGeom>
          <a:solidFill>
            <a:schemeClr val="accent2">
              <a:lumMod val="60000"/>
              <a:lumOff val="40000"/>
              <a:alpha val="22000"/>
            </a:schemeClr>
          </a:solidFill>
          <a:ln w="3175">
            <a:solidFill>
              <a:schemeClr val="bg1"/>
            </a:solidFill>
            <a:prstDash val="solid"/>
          </a:ln>
        </p:spPr>
        <p:txBody>
          <a:bodyPr/>
          <a:lstStyle/>
          <a:p>
            <a:endParaRPr lang="ja-JP" altLang="en-US"/>
          </a:p>
        </p:txBody>
      </p:sp>
      <p:sp>
        <p:nvSpPr>
          <p:cNvPr id="116" name="Shape 113"/>
          <p:cNvSpPr/>
          <p:nvPr/>
        </p:nvSpPr>
        <p:spPr>
          <a:xfrm>
            <a:off x="2559040" y="5841736"/>
            <a:ext cx="158008" cy="158008"/>
          </a:xfrm>
          <a:prstGeom prst="rect">
            <a:avLst/>
          </a:prstGeom>
          <a:solidFill>
            <a:schemeClr val="tx1">
              <a:alpha val="44000"/>
            </a:schemeClr>
          </a:solidFill>
          <a:ln w="12700">
            <a:solidFill>
              <a:schemeClr val="tx1">
                <a:alpha val="0"/>
              </a:schemeClr>
            </a:solidFill>
            <a:prstDash val="solid"/>
          </a:ln>
        </p:spPr>
        <p:txBody>
          <a:bodyPr/>
          <a:lstStyle/>
          <a:p>
            <a:endParaRPr lang="ja-JP" altLang="en-US"/>
          </a:p>
        </p:txBody>
      </p:sp>
      <p:sp>
        <p:nvSpPr>
          <p:cNvPr id="117" name="Shape 114"/>
          <p:cNvSpPr/>
          <p:nvPr/>
        </p:nvSpPr>
        <p:spPr>
          <a:xfrm>
            <a:off x="2761488" y="5797296"/>
            <a:ext cx="246888" cy="246888"/>
          </a:xfrm>
          <a:prstGeom prst="rect">
            <a:avLst/>
          </a:prstGeom>
          <a:solidFill>
            <a:schemeClr val="accent2">
              <a:lumMod val="60000"/>
              <a:lumOff val="40000"/>
              <a:alpha val="22000"/>
            </a:schemeClr>
          </a:solidFill>
          <a:ln w="3175">
            <a:solidFill>
              <a:schemeClr val="bg1"/>
            </a:solidFill>
            <a:prstDash val="solid"/>
          </a:ln>
        </p:spPr>
        <p:txBody>
          <a:bodyPr/>
          <a:lstStyle/>
          <a:p>
            <a:endParaRPr lang="ja-JP" altLang="en-US"/>
          </a:p>
        </p:txBody>
      </p:sp>
      <p:sp>
        <p:nvSpPr>
          <p:cNvPr id="118" name="Shape 115"/>
          <p:cNvSpPr/>
          <p:nvPr/>
        </p:nvSpPr>
        <p:spPr>
          <a:xfrm>
            <a:off x="3008376" y="5797296"/>
            <a:ext cx="246888" cy="246888"/>
          </a:xfrm>
          <a:prstGeom prst="rect">
            <a:avLst/>
          </a:prstGeom>
          <a:solidFill>
            <a:schemeClr val="accent2">
              <a:lumMod val="60000"/>
              <a:lumOff val="40000"/>
              <a:alpha val="22000"/>
            </a:schemeClr>
          </a:solidFill>
          <a:ln w="3175">
            <a:solidFill>
              <a:schemeClr val="bg1"/>
            </a:solidFill>
            <a:prstDash val="solid"/>
          </a:ln>
        </p:spPr>
        <p:txBody>
          <a:bodyPr/>
          <a:lstStyle/>
          <a:p>
            <a:endParaRPr lang="ja-JP" altLang="en-US"/>
          </a:p>
        </p:txBody>
      </p:sp>
      <p:sp>
        <p:nvSpPr>
          <p:cNvPr id="119" name="Shape 116"/>
          <p:cNvSpPr/>
          <p:nvPr/>
        </p:nvSpPr>
        <p:spPr>
          <a:xfrm>
            <a:off x="1527048" y="4933188"/>
            <a:ext cx="271577" cy="271577"/>
          </a:xfrm>
          <a:prstGeom prst="ellipse">
            <a:avLst/>
          </a:prstGeom>
          <a:solidFill>
            <a:schemeClr val="bg1"/>
          </a:solidFill>
          <a:ln w="12700">
            <a:solidFill>
              <a:schemeClr val="tx1"/>
            </a:solidFill>
            <a:prstDash val="solid"/>
          </a:ln>
        </p:spPr>
        <p:txBody>
          <a:bodyPr/>
          <a:lstStyle/>
          <a:p>
            <a:endParaRPr lang="ja-JP" altLang="en-US"/>
          </a:p>
        </p:txBody>
      </p:sp>
      <p:sp>
        <p:nvSpPr>
          <p:cNvPr id="120" name="Text 117"/>
          <p:cNvSpPr txBox="1"/>
          <p:nvPr/>
        </p:nvSpPr>
        <p:spPr>
          <a:xfrm>
            <a:off x="1527048" y="4933188"/>
            <a:ext cx="271577" cy="271577"/>
          </a:xfrm>
          <a:prstGeom prst="rect">
            <a:avLst/>
          </a:prstGeom>
          <a:noFill/>
          <a:ln/>
        </p:spPr>
        <p:txBody>
          <a:bodyPr wrap="square" lIns="0" tIns="0" rIns="0" bIns="0" rtlCol="0" anchor="ctr"/>
          <a:lstStyle/>
          <a:p>
            <a:pPr marL="0" indent="0" algn="ctr">
              <a:buNone/>
            </a:pPr>
            <a:r>
              <a:rPr lang="en-US" sz="1100" b="1" dirty="0">
                <a:solidFill>
                  <a:schemeClr val="tx1"/>
                </a:solidFill>
              </a:rPr>
              <a:t>A</a:t>
            </a:r>
            <a:endParaRPr lang="en-US" sz="1100" dirty="0"/>
          </a:p>
        </p:txBody>
      </p:sp>
      <p:sp>
        <p:nvSpPr>
          <p:cNvPr id="121" name="Shape 118"/>
          <p:cNvSpPr/>
          <p:nvPr/>
        </p:nvSpPr>
        <p:spPr>
          <a:xfrm>
            <a:off x="2514600" y="4439412"/>
            <a:ext cx="271577" cy="271577"/>
          </a:xfrm>
          <a:prstGeom prst="ellipse">
            <a:avLst/>
          </a:prstGeom>
          <a:solidFill>
            <a:schemeClr val="bg1"/>
          </a:solidFill>
          <a:ln w="12700">
            <a:solidFill>
              <a:schemeClr val="tx1"/>
            </a:solidFill>
            <a:prstDash val="solid"/>
          </a:ln>
        </p:spPr>
        <p:txBody>
          <a:bodyPr/>
          <a:lstStyle/>
          <a:p>
            <a:endParaRPr lang="ja-JP" altLang="en-US"/>
          </a:p>
        </p:txBody>
      </p:sp>
      <p:sp>
        <p:nvSpPr>
          <p:cNvPr id="122" name="Text 119"/>
          <p:cNvSpPr txBox="1"/>
          <p:nvPr/>
        </p:nvSpPr>
        <p:spPr>
          <a:xfrm>
            <a:off x="2514600" y="4439412"/>
            <a:ext cx="271577" cy="271577"/>
          </a:xfrm>
          <a:prstGeom prst="rect">
            <a:avLst/>
          </a:prstGeom>
          <a:noFill/>
          <a:ln/>
        </p:spPr>
        <p:txBody>
          <a:bodyPr wrap="square" lIns="0" tIns="0" rIns="0" bIns="0" rtlCol="0" anchor="ctr"/>
          <a:lstStyle/>
          <a:p>
            <a:pPr marL="0" indent="0" algn="ctr">
              <a:buNone/>
            </a:pPr>
            <a:r>
              <a:rPr lang="en-US" sz="1100" b="1" dirty="0">
                <a:solidFill>
                  <a:schemeClr val="tx1"/>
                </a:solidFill>
              </a:rPr>
              <a:t>B</a:t>
            </a:r>
            <a:endParaRPr lang="en-US" sz="1100" dirty="0"/>
          </a:p>
        </p:txBody>
      </p:sp>
      <p:sp>
        <p:nvSpPr>
          <p:cNvPr id="123" name="Shape 120"/>
          <p:cNvSpPr/>
          <p:nvPr/>
        </p:nvSpPr>
        <p:spPr>
          <a:xfrm>
            <a:off x="2514600" y="5451653"/>
            <a:ext cx="271577" cy="271577"/>
          </a:xfrm>
          <a:prstGeom prst="ellipse">
            <a:avLst/>
          </a:prstGeom>
          <a:solidFill>
            <a:schemeClr val="bg1"/>
          </a:solidFill>
          <a:ln w="12700">
            <a:solidFill>
              <a:schemeClr val="tx1"/>
            </a:solidFill>
            <a:prstDash val="solid"/>
          </a:ln>
        </p:spPr>
        <p:txBody>
          <a:bodyPr/>
          <a:lstStyle/>
          <a:p>
            <a:endParaRPr lang="ja-JP" altLang="en-US"/>
          </a:p>
        </p:txBody>
      </p:sp>
      <p:sp>
        <p:nvSpPr>
          <p:cNvPr id="124" name="Text 121"/>
          <p:cNvSpPr txBox="1"/>
          <p:nvPr/>
        </p:nvSpPr>
        <p:spPr>
          <a:xfrm>
            <a:off x="2514600" y="5451653"/>
            <a:ext cx="271577" cy="271577"/>
          </a:xfrm>
          <a:prstGeom prst="rect">
            <a:avLst/>
          </a:prstGeom>
          <a:noFill/>
          <a:ln/>
        </p:spPr>
        <p:txBody>
          <a:bodyPr wrap="square" lIns="0" tIns="0" rIns="0" bIns="0" rtlCol="0" anchor="ctr"/>
          <a:lstStyle/>
          <a:p>
            <a:pPr marL="0" indent="0" algn="ctr">
              <a:buNone/>
            </a:pPr>
            <a:r>
              <a:rPr lang="en-US" sz="1100" b="1" dirty="0">
                <a:solidFill>
                  <a:schemeClr val="tx1"/>
                </a:solidFill>
              </a:rPr>
              <a:t>C</a:t>
            </a:r>
            <a:endParaRPr lang="en-US" sz="1100" dirty="0"/>
          </a:p>
        </p:txBody>
      </p:sp>
      <p:sp>
        <p:nvSpPr>
          <p:cNvPr id="125" name="Text 122"/>
          <p:cNvSpPr txBox="1"/>
          <p:nvPr/>
        </p:nvSpPr>
        <p:spPr>
          <a:xfrm>
            <a:off x="822960" y="6099048"/>
            <a:ext cx="2926080" cy="274320"/>
          </a:xfrm>
          <a:prstGeom prst="rect">
            <a:avLst/>
          </a:prstGeom>
          <a:noFill/>
          <a:ln/>
        </p:spPr>
        <p:txBody>
          <a:bodyPr wrap="square" lIns="0" tIns="0" rIns="0" bIns="0" rtlCol="0" anchor="t"/>
          <a:lstStyle/>
          <a:p>
            <a:pPr marL="0" indent="0" algn="ctr">
              <a:buNone/>
            </a:pPr>
            <a:r>
              <a:rPr lang="en-US" sz="1100" dirty="0">
                <a:solidFill>
                  <a:schemeClr val="tx2"/>
                </a:solidFill>
              </a:rPr>
              <a:t>元画像とスーパーピクセル</a:t>
            </a:r>
            <a:endParaRPr lang="en-US" sz="1100" dirty="0"/>
          </a:p>
        </p:txBody>
      </p:sp>
      <p:sp>
        <p:nvSpPr>
          <p:cNvPr id="126" name="Shape 123"/>
          <p:cNvSpPr/>
          <p:nvPr/>
        </p:nvSpPr>
        <p:spPr>
          <a:xfrm>
            <a:off x="5394960" y="1509248"/>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127" name="Shape 124"/>
          <p:cNvSpPr/>
          <p:nvPr/>
        </p:nvSpPr>
        <p:spPr>
          <a:xfrm>
            <a:off x="5559552" y="1509248"/>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128" name="Shape 125"/>
          <p:cNvSpPr/>
          <p:nvPr/>
        </p:nvSpPr>
        <p:spPr>
          <a:xfrm>
            <a:off x="5724144" y="1509248"/>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129" name="Shape 126"/>
          <p:cNvSpPr/>
          <p:nvPr/>
        </p:nvSpPr>
        <p:spPr>
          <a:xfrm>
            <a:off x="5753771" y="1538875"/>
            <a:ext cx="105339" cy="105339"/>
          </a:xfrm>
          <a:prstGeom prst="rect">
            <a:avLst/>
          </a:prstGeom>
          <a:solidFill>
            <a:schemeClr val="tx1">
              <a:alpha val="12000"/>
            </a:schemeClr>
          </a:solidFill>
          <a:ln w="12700">
            <a:solidFill>
              <a:schemeClr val="tx1">
                <a:alpha val="0"/>
              </a:schemeClr>
            </a:solidFill>
            <a:prstDash val="solid"/>
          </a:ln>
        </p:spPr>
        <p:txBody>
          <a:bodyPr/>
          <a:lstStyle/>
          <a:p>
            <a:endParaRPr lang="ja-JP" altLang="en-US"/>
          </a:p>
        </p:txBody>
      </p:sp>
      <p:sp>
        <p:nvSpPr>
          <p:cNvPr id="130" name="Shape 127"/>
          <p:cNvSpPr/>
          <p:nvPr/>
        </p:nvSpPr>
        <p:spPr>
          <a:xfrm>
            <a:off x="5888736" y="1509248"/>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131" name="Shape 128"/>
          <p:cNvSpPr/>
          <p:nvPr/>
        </p:nvSpPr>
        <p:spPr>
          <a:xfrm>
            <a:off x="5918363" y="1538875"/>
            <a:ext cx="105339" cy="105339"/>
          </a:xfrm>
          <a:prstGeom prst="rect">
            <a:avLst/>
          </a:prstGeom>
          <a:solidFill>
            <a:schemeClr val="tx1">
              <a:alpha val="69000"/>
            </a:schemeClr>
          </a:solidFill>
          <a:ln w="12700">
            <a:solidFill>
              <a:schemeClr val="tx1">
                <a:alpha val="0"/>
              </a:schemeClr>
            </a:solidFill>
            <a:prstDash val="solid"/>
          </a:ln>
        </p:spPr>
        <p:txBody>
          <a:bodyPr/>
          <a:lstStyle/>
          <a:p>
            <a:endParaRPr lang="ja-JP" altLang="en-US"/>
          </a:p>
        </p:txBody>
      </p:sp>
      <p:sp>
        <p:nvSpPr>
          <p:cNvPr id="132" name="Shape 129"/>
          <p:cNvSpPr/>
          <p:nvPr/>
        </p:nvSpPr>
        <p:spPr>
          <a:xfrm>
            <a:off x="6053328" y="1509248"/>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133" name="Shape 130"/>
          <p:cNvSpPr/>
          <p:nvPr/>
        </p:nvSpPr>
        <p:spPr>
          <a:xfrm>
            <a:off x="6082955" y="1538875"/>
            <a:ext cx="105339" cy="105339"/>
          </a:xfrm>
          <a:prstGeom prst="rect">
            <a:avLst/>
          </a:prstGeom>
          <a:solidFill>
            <a:schemeClr val="tx1">
              <a:alpha val="81000"/>
            </a:schemeClr>
          </a:solidFill>
          <a:ln w="12700">
            <a:solidFill>
              <a:schemeClr val="tx1">
                <a:alpha val="0"/>
              </a:schemeClr>
            </a:solidFill>
            <a:prstDash val="solid"/>
          </a:ln>
        </p:spPr>
        <p:txBody>
          <a:bodyPr/>
          <a:lstStyle/>
          <a:p>
            <a:endParaRPr lang="ja-JP" altLang="en-US"/>
          </a:p>
        </p:txBody>
      </p:sp>
      <p:sp>
        <p:nvSpPr>
          <p:cNvPr id="134" name="Shape 131"/>
          <p:cNvSpPr/>
          <p:nvPr/>
        </p:nvSpPr>
        <p:spPr>
          <a:xfrm>
            <a:off x="6217920" y="1509248"/>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135" name="Shape 132"/>
          <p:cNvSpPr/>
          <p:nvPr/>
        </p:nvSpPr>
        <p:spPr>
          <a:xfrm>
            <a:off x="6247547" y="1538875"/>
            <a:ext cx="105339" cy="105339"/>
          </a:xfrm>
          <a:prstGeom prst="rect">
            <a:avLst/>
          </a:prstGeom>
          <a:solidFill>
            <a:schemeClr val="tx1">
              <a:alpha val="25000"/>
            </a:schemeClr>
          </a:solidFill>
          <a:ln w="12700">
            <a:solidFill>
              <a:schemeClr val="tx1">
                <a:alpha val="0"/>
              </a:schemeClr>
            </a:solidFill>
            <a:prstDash val="solid"/>
          </a:ln>
        </p:spPr>
        <p:txBody>
          <a:bodyPr/>
          <a:lstStyle/>
          <a:p>
            <a:endParaRPr lang="ja-JP" altLang="en-US"/>
          </a:p>
        </p:txBody>
      </p:sp>
      <p:sp>
        <p:nvSpPr>
          <p:cNvPr id="136" name="Shape 133"/>
          <p:cNvSpPr/>
          <p:nvPr/>
        </p:nvSpPr>
        <p:spPr>
          <a:xfrm>
            <a:off x="6382512" y="1509248"/>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137" name="Shape 134"/>
          <p:cNvSpPr/>
          <p:nvPr/>
        </p:nvSpPr>
        <p:spPr>
          <a:xfrm>
            <a:off x="6547104" y="1509248"/>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138" name="Shape 135"/>
          <p:cNvSpPr/>
          <p:nvPr/>
        </p:nvSpPr>
        <p:spPr>
          <a:xfrm>
            <a:off x="5394960" y="1673840"/>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139" name="Shape 136"/>
          <p:cNvSpPr/>
          <p:nvPr/>
        </p:nvSpPr>
        <p:spPr>
          <a:xfrm>
            <a:off x="5559552" y="1673840"/>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140" name="Shape 137"/>
          <p:cNvSpPr/>
          <p:nvPr/>
        </p:nvSpPr>
        <p:spPr>
          <a:xfrm>
            <a:off x="5724144" y="1673840"/>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141" name="Shape 138"/>
          <p:cNvSpPr/>
          <p:nvPr/>
        </p:nvSpPr>
        <p:spPr>
          <a:xfrm>
            <a:off x="5753771" y="1703467"/>
            <a:ext cx="105339" cy="105339"/>
          </a:xfrm>
          <a:prstGeom prst="rect">
            <a:avLst/>
          </a:prstGeom>
          <a:solidFill>
            <a:schemeClr val="tx1">
              <a:alpha val="75000"/>
            </a:schemeClr>
          </a:solidFill>
          <a:ln w="12700">
            <a:solidFill>
              <a:schemeClr val="tx1">
                <a:alpha val="0"/>
              </a:schemeClr>
            </a:solidFill>
            <a:prstDash val="solid"/>
          </a:ln>
        </p:spPr>
        <p:txBody>
          <a:bodyPr/>
          <a:lstStyle/>
          <a:p>
            <a:endParaRPr lang="ja-JP" altLang="en-US"/>
          </a:p>
        </p:txBody>
      </p:sp>
      <p:sp>
        <p:nvSpPr>
          <p:cNvPr id="142" name="Shape 139"/>
          <p:cNvSpPr/>
          <p:nvPr/>
        </p:nvSpPr>
        <p:spPr>
          <a:xfrm>
            <a:off x="5888736" y="1673840"/>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143" name="Shape 140"/>
          <p:cNvSpPr/>
          <p:nvPr/>
        </p:nvSpPr>
        <p:spPr>
          <a:xfrm>
            <a:off x="5918363" y="1703467"/>
            <a:ext cx="105339" cy="105339"/>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144" name="Shape 141"/>
          <p:cNvSpPr/>
          <p:nvPr/>
        </p:nvSpPr>
        <p:spPr>
          <a:xfrm>
            <a:off x="6053328" y="1673840"/>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145" name="Shape 142"/>
          <p:cNvSpPr/>
          <p:nvPr/>
        </p:nvSpPr>
        <p:spPr>
          <a:xfrm>
            <a:off x="6082955" y="1703467"/>
            <a:ext cx="105339" cy="105339"/>
          </a:xfrm>
          <a:prstGeom prst="rect">
            <a:avLst/>
          </a:prstGeom>
          <a:solidFill>
            <a:schemeClr val="tx1">
              <a:alpha val="81000"/>
            </a:schemeClr>
          </a:solidFill>
          <a:ln w="12700">
            <a:solidFill>
              <a:schemeClr val="tx1">
                <a:alpha val="0"/>
              </a:schemeClr>
            </a:solidFill>
            <a:prstDash val="solid"/>
          </a:ln>
        </p:spPr>
        <p:txBody>
          <a:bodyPr/>
          <a:lstStyle/>
          <a:p>
            <a:endParaRPr lang="ja-JP" altLang="en-US"/>
          </a:p>
        </p:txBody>
      </p:sp>
      <p:sp>
        <p:nvSpPr>
          <p:cNvPr id="146" name="Shape 143"/>
          <p:cNvSpPr/>
          <p:nvPr/>
        </p:nvSpPr>
        <p:spPr>
          <a:xfrm>
            <a:off x="6217920" y="1673840"/>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147" name="Shape 144"/>
          <p:cNvSpPr/>
          <p:nvPr/>
        </p:nvSpPr>
        <p:spPr>
          <a:xfrm>
            <a:off x="6247547" y="1703467"/>
            <a:ext cx="105339" cy="105339"/>
          </a:xfrm>
          <a:prstGeom prst="rect">
            <a:avLst/>
          </a:prstGeom>
          <a:solidFill>
            <a:schemeClr val="tx1">
              <a:alpha val="94000"/>
            </a:schemeClr>
          </a:solidFill>
          <a:ln w="12700">
            <a:solidFill>
              <a:schemeClr val="tx1">
                <a:alpha val="0"/>
              </a:schemeClr>
            </a:solidFill>
            <a:prstDash val="solid"/>
          </a:ln>
        </p:spPr>
        <p:txBody>
          <a:bodyPr/>
          <a:lstStyle/>
          <a:p>
            <a:endParaRPr lang="ja-JP" altLang="en-US"/>
          </a:p>
        </p:txBody>
      </p:sp>
      <p:sp>
        <p:nvSpPr>
          <p:cNvPr id="148" name="Shape 145"/>
          <p:cNvSpPr/>
          <p:nvPr/>
        </p:nvSpPr>
        <p:spPr>
          <a:xfrm>
            <a:off x="6382512" y="1673840"/>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149" name="Shape 146"/>
          <p:cNvSpPr/>
          <p:nvPr/>
        </p:nvSpPr>
        <p:spPr>
          <a:xfrm>
            <a:off x="6547104" y="1673840"/>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150" name="Shape 147"/>
          <p:cNvSpPr/>
          <p:nvPr/>
        </p:nvSpPr>
        <p:spPr>
          <a:xfrm>
            <a:off x="5394960" y="1838432"/>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151" name="Shape 148"/>
          <p:cNvSpPr/>
          <p:nvPr/>
        </p:nvSpPr>
        <p:spPr>
          <a:xfrm>
            <a:off x="5559552" y="1838432"/>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152" name="Shape 149"/>
          <p:cNvSpPr/>
          <p:nvPr/>
        </p:nvSpPr>
        <p:spPr>
          <a:xfrm>
            <a:off x="5724144" y="1838432"/>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153" name="Shape 150"/>
          <p:cNvSpPr/>
          <p:nvPr/>
        </p:nvSpPr>
        <p:spPr>
          <a:xfrm>
            <a:off x="5753771" y="1868059"/>
            <a:ext cx="105339" cy="105339"/>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154" name="Shape 151"/>
          <p:cNvSpPr/>
          <p:nvPr/>
        </p:nvSpPr>
        <p:spPr>
          <a:xfrm>
            <a:off x="5888736" y="1838432"/>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155" name="Shape 152"/>
          <p:cNvSpPr/>
          <p:nvPr/>
        </p:nvSpPr>
        <p:spPr>
          <a:xfrm>
            <a:off x="5918363" y="1868059"/>
            <a:ext cx="105339" cy="105339"/>
          </a:xfrm>
          <a:prstGeom prst="rect">
            <a:avLst/>
          </a:prstGeom>
          <a:solidFill>
            <a:schemeClr val="tx1">
              <a:alpha val="56000"/>
            </a:schemeClr>
          </a:solidFill>
          <a:ln w="12700">
            <a:solidFill>
              <a:schemeClr val="tx1">
                <a:alpha val="0"/>
              </a:schemeClr>
            </a:solidFill>
            <a:prstDash val="solid"/>
          </a:ln>
        </p:spPr>
        <p:txBody>
          <a:bodyPr/>
          <a:lstStyle/>
          <a:p>
            <a:endParaRPr lang="ja-JP" altLang="en-US"/>
          </a:p>
        </p:txBody>
      </p:sp>
      <p:sp>
        <p:nvSpPr>
          <p:cNvPr id="156" name="Shape 153"/>
          <p:cNvSpPr/>
          <p:nvPr/>
        </p:nvSpPr>
        <p:spPr>
          <a:xfrm>
            <a:off x="6053328" y="1838432"/>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157" name="Shape 154"/>
          <p:cNvSpPr/>
          <p:nvPr/>
        </p:nvSpPr>
        <p:spPr>
          <a:xfrm>
            <a:off x="6082955" y="1868059"/>
            <a:ext cx="105339" cy="105339"/>
          </a:xfrm>
          <a:prstGeom prst="rect">
            <a:avLst/>
          </a:prstGeom>
          <a:solidFill>
            <a:schemeClr val="tx1">
              <a:alpha val="6000"/>
            </a:schemeClr>
          </a:solidFill>
          <a:ln w="12700">
            <a:solidFill>
              <a:schemeClr val="tx1">
                <a:alpha val="0"/>
              </a:schemeClr>
            </a:solidFill>
            <a:prstDash val="solid"/>
          </a:ln>
        </p:spPr>
        <p:txBody>
          <a:bodyPr/>
          <a:lstStyle/>
          <a:p>
            <a:endParaRPr lang="ja-JP" altLang="en-US"/>
          </a:p>
        </p:txBody>
      </p:sp>
      <p:sp>
        <p:nvSpPr>
          <p:cNvPr id="158" name="Shape 155"/>
          <p:cNvSpPr/>
          <p:nvPr/>
        </p:nvSpPr>
        <p:spPr>
          <a:xfrm>
            <a:off x="6217920" y="1838432"/>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159" name="Shape 156"/>
          <p:cNvSpPr/>
          <p:nvPr/>
        </p:nvSpPr>
        <p:spPr>
          <a:xfrm>
            <a:off x="6247547" y="1868059"/>
            <a:ext cx="105339" cy="105339"/>
          </a:xfrm>
          <a:prstGeom prst="rect">
            <a:avLst/>
          </a:prstGeom>
          <a:solidFill>
            <a:schemeClr val="tx1">
              <a:alpha val="19000"/>
            </a:schemeClr>
          </a:solidFill>
          <a:ln w="12700">
            <a:solidFill>
              <a:schemeClr val="tx1">
                <a:alpha val="0"/>
              </a:schemeClr>
            </a:solidFill>
            <a:prstDash val="solid"/>
          </a:ln>
        </p:spPr>
        <p:txBody>
          <a:bodyPr/>
          <a:lstStyle/>
          <a:p>
            <a:endParaRPr lang="ja-JP" altLang="en-US"/>
          </a:p>
        </p:txBody>
      </p:sp>
      <p:sp>
        <p:nvSpPr>
          <p:cNvPr id="160" name="Shape 157"/>
          <p:cNvSpPr/>
          <p:nvPr/>
        </p:nvSpPr>
        <p:spPr>
          <a:xfrm>
            <a:off x="6382512" y="1838432"/>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161" name="Shape 158"/>
          <p:cNvSpPr/>
          <p:nvPr/>
        </p:nvSpPr>
        <p:spPr>
          <a:xfrm>
            <a:off x="6547104" y="1838432"/>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162" name="Shape 159"/>
          <p:cNvSpPr/>
          <p:nvPr/>
        </p:nvSpPr>
        <p:spPr>
          <a:xfrm>
            <a:off x="5394960" y="2003024"/>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163" name="Shape 160"/>
          <p:cNvSpPr/>
          <p:nvPr/>
        </p:nvSpPr>
        <p:spPr>
          <a:xfrm>
            <a:off x="5559552" y="2003024"/>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164" name="Shape 161"/>
          <p:cNvSpPr/>
          <p:nvPr/>
        </p:nvSpPr>
        <p:spPr>
          <a:xfrm>
            <a:off x="5589179" y="2032651"/>
            <a:ext cx="105339" cy="105339"/>
          </a:xfrm>
          <a:prstGeom prst="rect">
            <a:avLst/>
          </a:prstGeom>
          <a:solidFill>
            <a:schemeClr val="tx1">
              <a:alpha val="25000"/>
            </a:schemeClr>
          </a:solidFill>
          <a:ln w="12700">
            <a:solidFill>
              <a:schemeClr val="tx1">
                <a:alpha val="0"/>
              </a:schemeClr>
            </a:solidFill>
            <a:prstDash val="solid"/>
          </a:ln>
        </p:spPr>
        <p:txBody>
          <a:bodyPr/>
          <a:lstStyle/>
          <a:p>
            <a:endParaRPr lang="ja-JP" altLang="en-US"/>
          </a:p>
        </p:txBody>
      </p:sp>
      <p:sp>
        <p:nvSpPr>
          <p:cNvPr id="165" name="Shape 162"/>
          <p:cNvSpPr/>
          <p:nvPr/>
        </p:nvSpPr>
        <p:spPr>
          <a:xfrm>
            <a:off x="5724144" y="2003024"/>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166" name="Shape 163"/>
          <p:cNvSpPr/>
          <p:nvPr/>
        </p:nvSpPr>
        <p:spPr>
          <a:xfrm>
            <a:off x="5753771" y="2032651"/>
            <a:ext cx="105339" cy="105339"/>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167" name="Shape 164"/>
          <p:cNvSpPr/>
          <p:nvPr/>
        </p:nvSpPr>
        <p:spPr>
          <a:xfrm>
            <a:off x="5888736" y="2003024"/>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168" name="Shape 165"/>
          <p:cNvSpPr/>
          <p:nvPr/>
        </p:nvSpPr>
        <p:spPr>
          <a:xfrm>
            <a:off x="5918363" y="2032651"/>
            <a:ext cx="105339" cy="105339"/>
          </a:xfrm>
          <a:prstGeom prst="rect">
            <a:avLst/>
          </a:prstGeom>
          <a:solidFill>
            <a:schemeClr val="tx1">
              <a:alpha val="37000"/>
            </a:schemeClr>
          </a:solidFill>
          <a:ln w="12700">
            <a:solidFill>
              <a:schemeClr val="tx1">
                <a:alpha val="0"/>
              </a:schemeClr>
            </a:solidFill>
            <a:prstDash val="solid"/>
          </a:ln>
        </p:spPr>
        <p:txBody>
          <a:bodyPr/>
          <a:lstStyle/>
          <a:p>
            <a:endParaRPr lang="ja-JP" altLang="en-US"/>
          </a:p>
        </p:txBody>
      </p:sp>
      <p:sp>
        <p:nvSpPr>
          <p:cNvPr id="169" name="Shape 166"/>
          <p:cNvSpPr/>
          <p:nvPr/>
        </p:nvSpPr>
        <p:spPr>
          <a:xfrm>
            <a:off x="6053328" y="2003024"/>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170" name="Shape 167"/>
          <p:cNvSpPr/>
          <p:nvPr/>
        </p:nvSpPr>
        <p:spPr>
          <a:xfrm>
            <a:off x="6082955" y="2032651"/>
            <a:ext cx="105339" cy="105339"/>
          </a:xfrm>
          <a:prstGeom prst="rect">
            <a:avLst/>
          </a:prstGeom>
          <a:solidFill>
            <a:schemeClr val="tx1">
              <a:alpha val="87000"/>
            </a:schemeClr>
          </a:solidFill>
          <a:ln w="12700">
            <a:solidFill>
              <a:schemeClr val="tx1">
                <a:alpha val="0"/>
              </a:schemeClr>
            </a:solidFill>
            <a:prstDash val="solid"/>
          </a:ln>
        </p:spPr>
        <p:txBody>
          <a:bodyPr/>
          <a:lstStyle/>
          <a:p>
            <a:endParaRPr lang="ja-JP" altLang="en-US"/>
          </a:p>
        </p:txBody>
      </p:sp>
      <p:sp>
        <p:nvSpPr>
          <p:cNvPr id="171" name="Shape 168"/>
          <p:cNvSpPr/>
          <p:nvPr/>
        </p:nvSpPr>
        <p:spPr>
          <a:xfrm>
            <a:off x="6217920" y="2003024"/>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172" name="Shape 169"/>
          <p:cNvSpPr/>
          <p:nvPr/>
        </p:nvSpPr>
        <p:spPr>
          <a:xfrm>
            <a:off x="6247547" y="2032651"/>
            <a:ext cx="105339" cy="105339"/>
          </a:xfrm>
          <a:prstGeom prst="rect">
            <a:avLst/>
          </a:prstGeom>
          <a:solidFill>
            <a:schemeClr val="tx1">
              <a:alpha val="56000"/>
            </a:schemeClr>
          </a:solidFill>
          <a:ln w="12700">
            <a:solidFill>
              <a:schemeClr val="tx1">
                <a:alpha val="0"/>
              </a:schemeClr>
            </a:solidFill>
            <a:prstDash val="solid"/>
          </a:ln>
        </p:spPr>
        <p:txBody>
          <a:bodyPr/>
          <a:lstStyle/>
          <a:p>
            <a:endParaRPr lang="ja-JP" altLang="en-US"/>
          </a:p>
        </p:txBody>
      </p:sp>
      <p:sp>
        <p:nvSpPr>
          <p:cNvPr id="173" name="Shape 170"/>
          <p:cNvSpPr/>
          <p:nvPr/>
        </p:nvSpPr>
        <p:spPr>
          <a:xfrm>
            <a:off x="6382512" y="2003024"/>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174" name="Shape 171"/>
          <p:cNvSpPr/>
          <p:nvPr/>
        </p:nvSpPr>
        <p:spPr>
          <a:xfrm>
            <a:off x="6412139" y="2032651"/>
            <a:ext cx="105339" cy="105339"/>
          </a:xfrm>
          <a:prstGeom prst="rect">
            <a:avLst/>
          </a:prstGeom>
          <a:solidFill>
            <a:schemeClr val="tx1">
              <a:alpha val="6000"/>
            </a:schemeClr>
          </a:solidFill>
          <a:ln w="12700">
            <a:solidFill>
              <a:schemeClr val="tx1">
                <a:alpha val="0"/>
              </a:schemeClr>
            </a:solidFill>
            <a:prstDash val="solid"/>
          </a:ln>
        </p:spPr>
        <p:txBody>
          <a:bodyPr/>
          <a:lstStyle/>
          <a:p>
            <a:endParaRPr lang="ja-JP" altLang="en-US"/>
          </a:p>
        </p:txBody>
      </p:sp>
      <p:sp>
        <p:nvSpPr>
          <p:cNvPr id="175" name="Shape 172"/>
          <p:cNvSpPr/>
          <p:nvPr/>
        </p:nvSpPr>
        <p:spPr>
          <a:xfrm>
            <a:off x="6547104" y="2003024"/>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176" name="Shape 173"/>
          <p:cNvSpPr/>
          <p:nvPr/>
        </p:nvSpPr>
        <p:spPr>
          <a:xfrm>
            <a:off x="5394960" y="2167616"/>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177" name="Shape 174"/>
          <p:cNvSpPr/>
          <p:nvPr/>
        </p:nvSpPr>
        <p:spPr>
          <a:xfrm>
            <a:off x="5559552" y="2167616"/>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178" name="Shape 175"/>
          <p:cNvSpPr/>
          <p:nvPr/>
        </p:nvSpPr>
        <p:spPr>
          <a:xfrm>
            <a:off x="5589179" y="2197243"/>
            <a:ext cx="105339" cy="105339"/>
          </a:xfrm>
          <a:prstGeom prst="rect">
            <a:avLst/>
          </a:prstGeom>
          <a:solidFill>
            <a:schemeClr val="tx1">
              <a:alpha val="44000"/>
            </a:schemeClr>
          </a:solidFill>
          <a:ln w="12700">
            <a:solidFill>
              <a:schemeClr val="tx1">
                <a:alpha val="0"/>
              </a:schemeClr>
            </a:solidFill>
            <a:prstDash val="solid"/>
          </a:ln>
        </p:spPr>
        <p:txBody>
          <a:bodyPr/>
          <a:lstStyle/>
          <a:p>
            <a:endParaRPr lang="ja-JP" altLang="en-US"/>
          </a:p>
        </p:txBody>
      </p:sp>
      <p:sp>
        <p:nvSpPr>
          <p:cNvPr id="179" name="Shape 176"/>
          <p:cNvSpPr/>
          <p:nvPr/>
        </p:nvSpPr>
        <p:spPr>
          <a:xfrm>
            <a:off x="5724144" y="2167616"/>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180" name="Shape 177"/>
          <p:cNvSpPr/>
          <p:nvPr/>
        </p:nvSpPr>
        <p:spPr>
          <a:xfrm>
            <a:off x="5753771" y="2197243"/>
            <a:ext cx="105339" cy="105339"/>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181" name="Shape 178"/>
          <p:cNvSpPr/>
          <p:nvPr/>
        </p:nvSpPr>
        <p:spPr>
          <a:xfrm>
            <a:off x="5888736" y="2167616"/>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182" name="Shape 179"/>
          <p:cNvSpPr/>
          <p:nvPr/>
        </p:nvSpPr>
        <p:spPr>
          <a:xfrm>
            <a:off x="5918363" y="2197243"/>
            <a:ext cx="105339" cy="105339"/>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183" name="Shape 180"/>
          <p:cNvSpPr/>
          <p:nvPr/>
        </p:nvSpPr>
        <p:spPr>
          <a:xfrm>
            <a:off x="6053328" y="2167616"/>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184" name="Shape 181"/>
          <p:cNvSpPr/>
          <p:nvPr/>
        </p:nvSpPr>
        <p:spPr>
          <a:xfrm>
            <a:off x="6082955" y="2197243"/>
            <a:ext cx="105339" cy="105339"/>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185" name="Shape 182"/>
          <p:cNvSpPr/>
          <p:nvPr/>
        </p:nvSpPr>
        <p:spPr>
          <a:xfrm>
            <a:off x="6217920" y="2167616"/>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186" name="Shape 183"/>
          <p:cNvSpPr/>
          <p:nvPr/>
        </p:nvSpPr>
        <p:spPr>
          <a:xfrm>
            <a:off x="6247547" y="2197243"/>
            <a:ext cx="105339" cy="105339"/>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187" name="Shape 184"/>
          <p:cNvSpPr/>
          <p:nvPr/>
        </p:nvSpPr>
        <p:spPr>
          <a:xfrm>
            <a:off x="6382512" y="2167616"/>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188" name="Shape 185"/>
          <p:cNvSpPr/>
          <p:nvPr/>
        </p:nvSpPr>
        <p:spPr>
          <a:xfrm>
            <a:off x="6412139" y="2197243"/>
            <a:ext cx="105339" cy="105339"/>
          </a:xfrm>
          <a:prstGeom prst="rect">
            <a:avLst/>
          </a:prstGeom>
          <a:solidFill>
            <a:schemeClr val="tx1">
              <a:alpha val="37000"/>
            </a:schemeClr>
          </a:solidFill>
          <a:ln w="12700">
            <a:solidFill>
              <a:schemeClr val="tx1">
                <a:alpha val="0"/>
              </a:schemeClr>
            </a:solidFill>
            <a:prstDash val="solid"/>
          </a:ln>
        </p:spPr>
        <p:txBody>
          <a:bodyPr/>
          <a:lstStyle/>
          <a:p>
            <a:endParaRPr lang="ja-JP" altLang="en-US"/>
          </a:p>
        </p:txBody>
      </p:sp>
      <p:sp>
        <p:nvSpPr>
          <p:cNvPr id="189" name="Shape 186"/>
          <p:cNvSpPr/>
          <p:nvPr/>
        </p:nvSpPr>
        <p:spPr>
          <a:xfrm>
            <a:off x="6547104" y="2167616"/>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190" name="Shape 187"/>
          <p:cNvSpPr/>
          <p:nvPr/>
        </p:nvSpPr>
        <p:spPr>
          <a:xfrm>
            <a:off x="5394960" y="2332208"/>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191" name="Shape 188"/>
          <p:cNvSpPr/>
          <p:nvPr/>
        </p:nvSpPr>
        <p:spPr>
          <a:xfrm>
            <a:off x="5559552" y="2332208"/>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192" name="Shape 189"/>
          <p:cNvSpPr/>
          <p:nvPr/>
        </p:nvSpPr>
        <p:spPr>
          <a:xfrm>
            <a:off x="5589179" y="2361835"/>
            <a:ext cx="105339" cy="105339"/>
          </a:xfrm>
          <a:prstGeom prst="rect">
            <a:avLst/>
          </a:prstGeom>
          <a:solidFill>
            <a:schemeClr val="tx1">
              <a:alpha val="6000"/>
            </a:schemeClr>
          </a:solidFill>
          <a:ln w="12700">
            <a:solidFill>
              <a:schemeClr val="tx1">
                <a:alpha val="0"/>
              </a:schemeClr>
            </a:solidFill>
            <a:prstDash val="solid"/>
          </a:ln>
        </p:spPr>
        <p:txBody>
          <a:bodyPr/>
          <a:lstStyle/>
          <a:p>
            <a:endParaRPr lang="ja-JP" altLang="en-US"/>
          </a:p>
        </p:txBody>
      </p:sp>
      <p:sp>
        <p:nvSpPr>
          <p:cNvPr id="193" name="Shape 190"/>
          <p:cNvSpPr/>
          <p:nvPr/>
        </p:nvSpPr>
        <p:spPr>
          <a:xfrm>
            <a:off x="5724144" y="2332208"/>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194" name="Shape 191"/>
          <p:cNvSpPr/>
          <p:nvPr/>
        </p:nvSpPr>
        <p:spPr>
          <a:xfrm>
            <a:off x="5753771" y="2361835"/>
            <a:ext cx="105339" cy="105339"/>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195" name="Shape 192"/>
          <p:cNvSpPr/>
          <p:nvPr/>
        </p:nvSpPr>
        <p:spPr>
          <a:xfrm>
            <a:off x="5888736" y="2332208"/>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196" name="Shape 193"/>
          <p:cNvSpPr/>
          <p:nvPr/>
        </p:nvSpPr>
        <p:spPr>
          <a:xfrm>
            <a:off x="5918363" y="2361835"/>
            <a:ext cx="105339" cy="105339"/>
          </a:xfrm>
          <a:prstGeom prst="rect">
            <a:avLst/>
          </a:prstGeom>
          <a:solidFill>
            <a:schemeClr val="tx1">
              <a:alpha val="87000"/>
            </a:schemeClr>
          </a:solidFill>
          <a:ln w="12700">
            <a:solidFill>
              <a:schemeClr val="tx1">
                <a:alpha val="0"/>
              </a:schemeClr>
            </a:solidFill>
            <a:prstDash val="solid"/>
          </a:ln>
        </p:spPr>
        <p:txBody>
          <a:bodyPr/>
          <a:lstStyle/>
          <a:p>
            <a:endParaRPr lang="ja-JP" altLang="en-US"/>
          </a:p>
        </p:txBody>
      </p:sp>
      <p:sp>
        <p:nvSpPr>
          <p:cNvPr id="197" name="Shape 194"/>
          <p:cNvSpPr/>
          <p:nvPr/>
        </p:nvSpPr>
        <p:spPr>
          <a:xfrm>
            <a:off x="6053328" y="2332208"/>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198" name="Shape 195"/>
          <p:cNvSpPr/>
          <p:nvPr/>
        </p:nvSpPr>
        <p:spPr>
          <a:xfrm>
            <a:off x="6082955" y="2361835"/>
            <a:ext cx="105339" cy="105339"/>
          </a:xfrm>
          <a:prstGeom prst="rect">
            <a:avLst/>
          </a:prstGeom>
          <a:solidFill>
            <a:schemeClr val="tx1">
              <a:alpha val="25000"/>
            </a:schemeClr>
          </a:solidFill>
          <a:ln w="12700">
            <a:solidFill>
              <a:schemeClr val="tx1">
                <a:alpha val="0"/>
              </a:schemeClr>
            </a:solidFill>
            <a:prstDash val="solid"/>
          </a:ln>
        </p:spPr>
        <p:txBody>
          <a:bodyPr/>
          <a:lstStyle/>
          <a:p>
            <a:endParaRPr lang="ja-JP" altLang="en-US"/>
          </a:p>
        </p:txBody>
      </p:sp>
      <p:sp>
        <p:nvSpPr>
          <p:cNvPr id="199" name="Shape 196"/>
          <p:cNvSpPr/>
          <p:nvPr/>
        </p:nvSpPr>
        <p:spPr>
          <a:xfrm>
            <a:off x="6217920" y="2332208"/>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200" name="Shape 197"/>
          <p:cNvSpPr/>
          <p:nvPr/>
        </p:nvSpPr>
        <p:spPr>
          <a:xfrm>
            <a:off x="6247547" y="2361835"/>
            <a:ext cx="105339" cy="105339"/>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201" name="Shape 198"/>
          <p:cNvSpPr/>
          <p:nvPr/>
        </p:nvSpPr>
        <p:spPr>
          <a:xfrm>
            <a:off x="6382512" y="2332208"/>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202" name="Shape 199"/>
          <p:cNvSpPr/>
          <p:nvPr/>
        </p:nvSpPr>
        <p:spPr>
          <a:xfrm>
            <a:off x="6412139" y="2361835"/>
            <a:ext cx="105339" cy="105339"/>
          </a:xfrm>
          <a:prstGeom prst="rect">
            <a:avLst/>
          </a:prstGeom>
          <a:solidFill>
            <a:schemeClr val="tx1">
              <a:alpha val="50000"/>
            </a:schemeClr>
          </a:solidFill>
          <a:ln w="12700">
            <a:solidFill>
              <a:schemeClr val="tx1">
                <a:alpha val="0"/>
              </a:schemeClr>
            </a:solidFill>
            <a:prstDash val="solid"/>
          </a:ln>
        </p:spPr>
        <p:txBody>
          <a:bodyPr/>
          <a:lstStyle/>
          <a:p>
            <a:endParaRPr lang="ja-JP" altLang="en-US"/>
          </a:p>
        </p:txBody>
      </p:sp>
      <p:sp>
        <p:nvSpPr>
          <p:cNvPr id="203" name="Shape 200"/>
          <p:cNvSpPr/>
          <p:nvPr/>
        </p:nvSpPr>
        <p:spPr>
          <a:xfrm>
            <a:off x="6547104" y="2332208"/>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204" name="Shape 201"/>
          <p:cNvSpPr/>
          <p:nvPr/>
        </p:nvSpPr>
        <p:spPr>
          <a:xfrm>
            <a:off x="5394960" y="2496800"/>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205" name="Shape 202"/>
          <p:cNvSpPr/>
          <p:nvPr/>
        </p:nvSpPr>
        <p:spPr>
          <a:xfrm>
            <a:off x="5559552" y="2496800"/>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206" name="Shape 203"/>
          <p:cNvSpPr/>
          <p:nvPr/>
        </p:nvSpPr>
        <p:spPr>
          <a:xfrm>
            <a:off x="5724144" y="2496800"/>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207" name="Shape 204"/>
          <p:cNvSpPr/>
          <p:nvPr/>
        </p:nvSpPr>
        <p:spPr>
          <a:xfrm>
            <a:off x="5753771" y="2526427"/>
            <a:ext cx="105339" cy="105339"/>
          </a:xfrm>
          <a:prstGeom prst="rect">
            <a:avLst/>
          </a:prstGeom>
          <a:solidFill>
            <a:schemeClr val="tx1">
              <a:alpha val="75000"/>
            </a:schemeClr>
          </a:solidFill>
          <a:ln w="12700">
            <a:solidFill>
              <a:schemeClr val="tx1">
                <a:alpha val="0"/>
              </a:schemeClr>
            </a:solidFill>
            <a:prstDash val="solid"/>
          </a:ln>
        </p:spPr>
        <p:txBody>
          <a:bodyPr/>
          <a:lstStyle/>
          <a:p>
            <a:endParaRPr lang="ja-JP" altLang="en-US"/>
          </a:p>
        </p:txBody>
      </p:sp>
      <p:sp>
        <p:nvSpPr>
          <p:cNvPr id="208" name="Shape 205"/>
          <p:cNvSpPr/>
          <p:nvPr/>
        </p:nvSpPr>
        <p:spPr>
          <a:xfrm>
            <a:off x="5888736" y="2496800"/>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209" name="Shape 206"/>
          <p:cNvSpPr/>
          <p:nvPr/>
        </p:nvSpPr>
        <p:spPr>
          <a:xfrm>
            <a:off x="5918363" y="2526427"/>
            <a:ext cx="105339" cy="105339"/>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210" name="Shape 207"/>
          <p:cNvSpPr/>
          <p:nvPr/>
        </p:nvSpPr>
        <p:spPr>
          <a:xfrm>
            <a:off x="6053328" y="2496800"/>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211" name="Shape 208"/>
          <p:cNvSpPr/>
          <p:nvPr/>
        </p:nvSpPr>
        <p:spPr>
          <a:xfrm>
            <a:off x="6082955" y="2526427"/>
            <a:ext cx="105339" cy="105339"/>
          </a:xfrm>
          <a:prstGeom prst="rect">
            <a:avLst/>
          </a:prstGeom>
          <a:solidFill>
            <a:schemeClr val="tx1">
              <a:alpha val="81000"/>
            </a:schemeClr>
          </a:solidFill>
          <a:ln w="12700">
            <a:solidFill>
              <a:schemeClr val="tx1">
                <a:alpha val="0"/>
              </a:schemeClr>
            </a:solidFill>
            <a:prstDash val="solid"/>
          </a:ln>
        </p:spPr>
        <p:txBody>
          <a:bodyPr/>
          <a:lstStyle/>
          <a:p>
            <a:endParaRPr lang="ja-JP" altLang="en-US"/>
          </a:p>
        </p:txBody>
      </p:sp>
      <p:sp>
        <p:nvSpPr>
          <p:cNvPr id="212" name="Shape 209"/>
          <p:cNvSpPr/>
          <p:nvPr/>
        </p:nvSpPr>
        <p:spPr>
          <a:xfrm>
            <a:off x="6217920" y="2496800"/>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213" name="Shape 210"/>
          <p:cNvSpPr/>
          <p:nvPr/>
        </p:nvSpPr>
        <p:spPr>
          <a:xfrm>
            <a:off x="6247547" y="2526427"/>
            <a:ext cx="105339" cy="105339"/>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214" name="Shape 211"/>
          <p:cNvSpPr/>
          <p:nvPr/>
        </p:nvSpPr>
        <p:spPr>
          <a:xfrm>
            <a:off x="6382512" y="2496800"/>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215" name="Shape 212"/>
          <p:cNvSpPr/>
          <p:nvPr/>
        </p:nvSpPr>
        <p:spPr>
          <a:xfrm>
            <a:off x="6412139" y="2526427"/>
            <a:ext cx="105339" cy="105339"/>
          </a:xfrm>
          <a:prstGeom prst="rect">
            <a:avLst/>
          </a:prstGeom>
          <a:solidFill>
            <a:schemeClr val="tx1">
              <a:alpha val="12000"/>
            </a:schemeClr>
          </a:solidFill>
          <a:ln w="12700">
            <a:solidFill>
              <a:schemeClr val="tx1">
                <a:alpha val="0"/>
              </a:schemeClr>
            </a:solidFill>
            <a:prstDash val="solid"/>
          </a:ln>
        </p:spPr>
        <p:txBody>
          <a:bodyPr/>
          <a:lstStyle/>
          <a:p>
            <a:endParaRPr lang="ja-JP" altLang="en-US"/>
          </a:p>
        </p:txBody>
      </p:sp>
      <p:sp>
        <p:nvSpPr>
          <p:cNvPr id="216" name="Shape 213"/>
          <p:cNvSpPr/>
          <p:nvPr/>
        </p:nvSpPr>
        <p:spPr>
          <a:xfrm>
            <a:off x="6547104" y="2496800"/>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217" name="Shape 214"/>
          <p:cNvSpPr/>
          <p:nvPr/>
        </p:nvSpPr>
        <p:spPr>
          <a:xfrm>
            <a:off x="5394960" y="2661392"/>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218" name="Shape 215"/>
          <p:cNvSpPr/>
          <p:nvPr/>
        </p:nvSpPr>
        <p:spPr>
          <a:xfrm>
            <a:off x="5559552" y="2661392"/>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219" name="Shape 216"/>
          <p:cNvSpPr/>
          <p:nvPr/>
        </p:nvSpPr>
        <p:spPr>
          <a:xfrm>
            <a:off x="5724144" y="2661392"/>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220" name="Shape 217"/>
          <p:cNvSpPr/>
          <p:nvPr/>
        </p:nvSpPr>
        <p:spPr>
          <a:xfrm>
            <a:off x="5753771" y="2691019"/>
            <a:ext cx="105339" cy="105339"/>
          </a:xfrm>
          <a:prstGeom prst="rect">
            <a:avLst/>
          </a:prstGeom>
          <a:solidFill>
            <a:schemeClr val="tx1">
              <a:alpha val="12000"/>
            </a:schemeClr>
          </a:solidFill>
          <a:ln w="12700">
            <a:solidFill>
              <a:schemeClr val="tx1">
                <a:alpha val="0"/>
              </a:schemeClr>
            </a:solidFill>
            <a:prstDash val="solid"/>
          </a:ln>
        </p:spPr>
        <p:txBody>
          <a:bodyPr/>
          <a:lstStyle/>
          <a:p>
            <a:endParaRPr lang="ja-JP" altLang="en-US"/>
          </a:p>
        </p:txBody>
      </p:sp>
      <p:sp>
        <p:nvSpPr>
          <p:cNvPr id="221" name="Shape 218"/>
          <p:cNvSpPr/>
          <p:nvPr/>
        </p:nvSpPr>
        <p:spPr>
          <a:xfrm>
            <a:off x="5888736" y="2661392"/>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222" name="Shape 219"/>
          <p:cNvSpPr/>
          <p:nvPr/>
        </p:nvSpPr>
        <p:spPr>
          <a:xfrm>
            <a:off x="5918363" y="2691019"/>
            <a:ext cx="105339" cy="105339"/>
          </a:xfrm>
          <a:prstGeom prst="rect">
            <a:avLst/>
          </a:prstGeom>
          <a:solidFill>
            <a:schemeClr val="tx1">
              <a:alpha val="62000"/>
            </a:schemeClr>
          </a:solidFill>
          <a:ln w="12700">
            <a:solidFill>
              <a:schemeClr val="tx1">
                <a:alpha val="0"/>
              </a:schemeClr>
            </a:solidFill>
            <a:prstDash val="solid"/>
          </a:ln>
        </p:spPr>
        <p:txBody>
          <a:bodyPr/>
          <a:lstStyle/>
          <a:p>
            <a:endParaRPr lang="ja-JP" altLang="en-US"/>
          </a:p>
        </p:txBody>
      </p:sp>
      <p:sp>
        <p:nvSpPr>
          <p:cNvPr id="223" name="Shape 220"/>
          <p:cNvSpPr/>
          <p:nvPr/>
        </p:nvSpPr>
        <p:spPr>
          <a:xfrm>
            <a:off x="6053328" y="2661392"/>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224" name="Shape 221"/>
          <p:cNvSpPr/>
          <p:nvPr/>
        </p:nvSpPr>
        <p:spPr>
          <a:xfrm>
            <a:off x="6082955" y="2691019"/>
            <a:ext cx="105339" cy="105339"/>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225" name="Shape 222"/>
          <p:cNvSpPr/>
          <p:nvPr/>
        </p:nvSpPr>
        <p:spPr>
          <a:xfrm>
            <a:off x="6217920" y="2661392"/>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226" name="Shape 223"/>
          <p:cNvSpPr/>
          <p:nvPr/>
        </p:nvSpPr>
        <p:spPr>
          <a:xfrm>
            <a:off x="6247547" y="2691019"/>
            <a:ext cx="105339" cy="105339"/>
          </a:xfrm>
          <a:prstGeom prst="rect">
            <a:avLst/>
          </a:prstGeom>
          <a:solidFill>
            <a:schemeClr val="tx1">
              <a:alpha val="44000"/>
            </a:schemeClr>
          </a:solidFill>
          <a:ln w="12700">
            <a:solidFill>
              <a:schemeClr val="tx1">
                <a:alpha val="0"/>
              </a:schemeClr>
            </a:solidFill>
            <a:prstDash val="solid"/>
          </a:ln>
        </p:spPr>
        <p:txBody>
          <a:bodyPr/>
          <a:lstStyle/>
          <a:p>
            <a:endParaRPr lang="ja-JP" altLang="en-US"/>
          </a:p>
        </p:txBody>
      </p:sp>
      <p:sp>
        <p:nvSpPr>
          <p:cNvPr id="227" name="Shape 224"/>
          <p:cNvSpPr/>
          <p:nvPr/>
        </p:nvSpPr>
        <p:spPr>
          <a:xfrm>
            <a:off x="6382512" y="2661392"/>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228" name="Shape 225"/>
          <p:cNvSpPr/>
          <p:nvPr/>
        </p:nvSpPr>
        <p:spPr>
          <a:xfrm>
            <a:off x="6547104" y="2661392"/>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229" name="Text 226"/>
          <p:cNvSpPr txBox="1"/>
          <p:nvPr/>
        </p:nvSpPr>
        <p:spPr>
          <a:xfrm>
            <a:off x="5303520" y="2880848"/>
            <a:ext cx="1508760" cy="274320"/>
          </a:xfrm>
          <a:prstGeom prst="rect">
            <a:avLst/>
          </a:prstGeom>
          <a:noFill/>
          <a:ln/>
        </p:spPr>
        <p:txBody>
          <a:bodyPr wrap="square" lIns="0" tIns="0" rIns="0" bIns="0" rtlCol="0" anchor="t"/>
          <a:lstStyle/>
          <a:p>
            <a:pPr marL="0" indent="0" algn="ctr">
              <a:buNone/>
            </a:pPr>
            <a:r>
              <a:rPr lang="en-US" sz="1200" dirty="0">
                <a:solidFill>
                  <a:schemeClr val="tx2"/>
                </a:solidFill>
              </a:rPr>
              <a:t>元画像</a:t>
            </a:r>
            <a:endParaRPr lang="en-US" sz="1200" dirty="0"/>
          </a:p>
        </p:txBody>
      </p:sp>
      <p:sp>
        <p:nvSpPr>
          <p:cNvPr id="230" name="Shape 227"/>
          <p:cNvSpPr/>
          <p:nvPr/>
        </p:nvSpPr>
        <p:spPr>
          <a:xfrm>
            <a:off x="6967728" y="1509248"/>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231" name="Shape 228"/>
          <p:cNvSpPr/>
          <p:nvPr/>
        </p:nvSpPr>
        <p:spPr>
          <a:xfrm>
            <a:off x="7132320" y="1509248"/>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232" name="Shape 229"/>
          <p:cNvSpPr/>
          <p:nvPr/>
        </p:nvSpPr>
        <p:spPr>
          <a:xfrm>
            <a:off x="7296912" y="1509248"/>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233" name="Shape 230"/>
          <p:cNvSpPr/>
          <p:nvPr/>
        </p:nvSpPr>
        <p:spPr>
          <a:xfrm>
            <a:off x="7461504" y="1509248"/>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234" name="Shape 231"/>
          <p:cNvSpPr/>
          <p:nvPr/>
        </p:nvSpPr>
        <p:spPr>
          <a:xfrm>
            <a:off x="7491131" y="1538875"/>
            <a:ext cx="105339" cy="105339"/>
          </a:xfrm>
          <a:prstGeom prst="rect">
            <a:avLst/>
          </a:prstGeom>
          <a:solidFill>
            <a:schemeClr val="tx1">
              <a:alpha val="69000"/>
            </a:schemeClr>
          </a:solidFill>
          <a:ln w="12700">
            <a:solidFill>
              <a:schemeClr val="tx1">
                <a:alpha val="0"/>
              </a:schemeClr>
            </a:solidFill>
            <a:prstDash val="solid"/>
          </a:ln>
        </p:spPr>
        <p:txBody>
          <a:bodyPr/>
          <a:lstStyle/>
          <a:p>
            <a:endParaRPr lang="ja-JP" altLang="en-US"/>
          </a:p>
        </p:txBody>
      </p:sp>
      <p:sp>
        <p:nvSpPr>
          <p:cNvPr id="235" name="Shape 232"/>
          <p:cNvSpPr/>
          <p:nvPr/>
        </p:nvSpPr>
        <p:spPr>
          <a:xfrm>
            <a:off x="7626096" y="1509248"/>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236" name="Shape 233"/>
          <p:cNvSpPr/>
          <p:nvPr/>
        </p:nvSpPr>
        <p:spPr>
          <a:xfrm>
            <a:off x="7655723" y="1538875"/>
            <a:ext cx="105339" cy="105339"/>
          </a:xfrm>
          <a:prstGeom prst="rect">
            <a:avLst/>
          </a:prstGeom>
          <a:solidFill>
            <a:schemeClr val="tx1">
              <a:alpha val="81000"/>
            </a:schemeClr>
          </a:solidFill>
          <a:ln w="12700">
            <a:solidFill>
              <a:schemeClr val="tx1">
                <a:alpha val="0"/>
              </a:schemeClr>
            </a:solidFill>
            <a:prstDash val="solid"/>
          </a:ln>
        </p:spPr>
        <p:txBody>
          <a:bodyPr/>
          <a:lstStyle/>
          <a:p>
            <a:endParaRPr lang="ja-JP" altLang="en-US"/>
          </a:p>
        </p:txBody>
      </p:sp>
      <p:sp>
        <p:nvSpPr>
          <p:cNvPr id="237" name="Shape 234"/>
          <p:cNvSpPr/>
          <p:nvPr/>
        </p:nvSpPr>
        <p:spPr>
          <a:xfrm>
            <a:off x="7790688" y="1509248"/>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238" name="Shape 235"/>
          <p:cNvSpPr/>
          <p:nvPr/>
        </p:nvSpPr>
        <p:spPr>
          <a:xfrm>
            <a:off x="7820315" y="1538875"/>
            <a:ext cx="105339" cy="105339"/>
          </a:xfrm>
          <a:prstGeom prst="rect">
            <a:avLst/>
          </a:prstGeom>
          <a:solidFill>
            <a:schemeClr val="tx1">
              <a:alpha val="25000"/>
            </a:schemeClr>
          </a:solidFill>
          <a:ln w="12700">
            <a:solidFill>
              <a:schemeClr val="tx1">
                <a:alpha val="0"/>
              </a:schemeClr>
            </a:solidFill>
            <a:prstDash val="solid"/>
          </a:ln>
        </p:spPr>
        <p:txBody>
          <a:bodyPr/>
          <a:lstStyle/>
          <a:p>
            <a:endParaRPr lang="ja-JP" altLang="en-US"/>
          </a:p>
        </p:txBody>
      </p:sp>
      <p:sp>
        <p:nvSpPr>
          <p:cNvPr id="239" name="Shape 236"/>
          <p:cNvSpPr/>
          <p:nvPr/>
        </p:nvSpPr>
        <p:spPr>
          <a:xfrm>
            <a:off x="7955280" y="1509248"/>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240" name="Shape 237"/>
          <p:cNvSpPr/>
          <p:nvPr/>
        </p:nvSpPr>
        <p:spPr>
          <a:xfrm>
            <a:off x="8119872" y="1509248"/>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241" name="Shape 238"/>
          <p:cNvSpPr/>
          <p:nvPr/>
        </p:nvSpPr>
        <p:spPr>
          <a:xfrm>
            <a:off x="6967728" y="1673840"/>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242" name="Shape 239"/>
          <p:cNvSpPr/>
          <p:nvPr/>
        </p:nvSpPr>
        <p:spPr>
          <a:xfrm>
            <a:off x="7132320" y="1673840"/>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243" name="Shape 240"/>
          <p:cNvSpPr/>
          <p:nvPr/>
        </p:nvSpPr>
        <p:spPr>
          <a:xfrm>
            <a:off x="7296912" y="1673840"/>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244" name="Shape 241"/>
          <p:cNvSpPr/>
          <p:nvPr/>
        </p:nvSpPr>
        <p:spPr>
          <a:xfrm>
            <a:off x="7461504" y="1673840"/>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245" name="Shape 242"/>
          <p:cNvSpPr/>
          <p:nvPr/>
        </p:nvSpPr>
        <p:spPr>
          <a:xfrm>
            <a:off x="7491131" y="1703467"/>
            <a:ext cx="105339" cy="105339"/>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246" name="Shape 243"/>
          <p:cNvSpPr/>
          <p:nvPr/>
        </p:nvSpPr>
        <p:spPr>
          <a:xfrm>
            <a:off x="7626096" y="1673840"/>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247" name="Shape 244"/>
          <p:cNvSpPr/>
          <p:nvPr/>
        </p:nvSpPr>
        <p:spPr>
          <a:xfrm>
            <a:off x="7655723" y="1703467"/>
            <a:ext cx="105339" cy="105339"/>
          </a:xfrm>
          <a:prstGeom prst="rect">
            <a:avLst/>
          </a:prstGeom>
          <a:solidFill>
            <a:schemeClr val="tx1">
              <a:alpha val="81000"/>
            </a:schemeClr>
          </a:solidFill>
          <a:ln w="12700">
            <a:solidFill>
              <a:schemeClr val="tx1">
                <a:alpha val="0"/>
              </a:schemeClr>
            </a:solidFill>
            <a:prstDash val="solid"/>
          </a:ln>
        </p:spPr>
        <p:txBody>
          <a:bodyPr/>
          <a:lstStyle/>
          <a:p>
            <a:endParaRPr lang="ja-JP" altLang="en-US"/>
          </a:p>
        </p:txBody>
      </p:sp>
      <p:sp>
        <p:nvSpPr>
          <p:cNvPr id="248" name="Shape 245"/>
          <p:cNvSpPr/>
          <p:nvPr/>
        </p:nvSpPr>
        <p:spPr>
          <a:xfrm>
            <a:off x="7790688" y="1673840"/>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249" name="Shape 246"/>
          <p:cNvSpPr/>
          <p:nvPr/>
        </p:nvSpPr>
        <p:spPr>
          <a:xfrm>
            <a:off x="7820315" y="1703467"/>
            <a:ext cx="105339" cy="105339"/>
          </a:xfrm>
          <a:prstGeom prst="rect">
            <a:avLst/>
          </a:prstGeom>
          <a:solidFill>
            <a:schemeClr val="tx1">
              <a:alpha val="94000"/>
            </a:schemeClr>
          </a:solidFill>
          <a:ln w="12700">
            <a:solidFill>
              <a:schemeClr val="tx1">
                <a:alpha val="0"/>
              </a:schemeClr>
            </a:solidFill>
            <a:prstDash val="solid"/>
          </a:ln>
        </p:spPr>
        <p:txBody>
          <a:bodyPr/>
          <a:lstStyle/>
          <a:p>
            <a:endParaRPr lang="ja-JP" altLang="en-US"/>
          </a:p>
        </p:txBody>
      </p:sp>
      <p:sp>
        <p:nvSpPr>
          <p:cNvPr id="250" name="Shape 247"/>
          <p:cNvSpPr/>
          <p:nvPr/>
        </p:nvSpPr>
        <p:spPr>
          <a:xfrm>
            <a:off x="7955280" y="1673840"/>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251" name="Shape 248"/>
          <p:cNvSpPr/>
          <p:nvPr/>
        </p:nvSpPr>
        <p:spPr>
          <a:xfrm>
            <a:off x="8119872" y="1673840"/>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252" name="Shape 249"/>
          <p:cNvSpPr/>
          <p:nvPr/>
        </p:nvSpPr>
        <p:spPr>
          <a:xfrm>
            <a:off x="6967728" y="1838432"/>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253" name="Shape 250"/>
          <p:cNvSpPr/>
          <p:nvPr/>
        </p:nvSpPr>
        <p:spPr>
          <a:xfrm>
            <a:off x="7132320" y="1838432"/>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254" name="Shape 251"/>
          <p:cNvSpPr/>
          <p:nvPr/>
        </p:nvSpPr>
        <p:spPr>
          <a:xfrm>
            <a:off x="7296912" y="1838432"/>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255" name="Shape 252"/>
          <p:cNvSpPr/>
          <p:nvPr/>
        </p:nvSpPr>
        <p:spPr>
          <a:xfrm>
            <a:off x="7461504" y="1838432"/>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256" name="Shape 253"/>
          <p:cNvSpPr/>
          <p:nvPr/>
        </p:nvSpPr>
        <p:spPr>
          <a:xfrm>
            <a:off x="7491131" y="1868059"/>
            <a:ext cx="105339" cy="105339"/>
          </a:xfrm>
          <a:prstGeom prst="rect">
            <a:avLst/>
          </a:prstGeom>
          <a:solidFill>
            <a:schemeClr val="tx1">
              <a:alpha val="56000"/>
            </a:schemeClr>
          </a:solidFill>
          <a:ln w="12700">
            <a:solidFill>
              <a:schemeClr val="tx1">
                <a:alpha val="0"/>
              </a:schemeClr>
            </a:solidFill>
            <a:prstDash val="solid"/>
          </a:ln>
        </p:spPr>
        <p:txBody>
          <a:bodyPr/>
          <a:lstStyle/>
          <a:p>
            <a:endParaRPr lang="ja-JP" altLang="en-US"/>
          </a:p>
        </p:txBody>
      </p:sp>
      <p:sp>
        <p:nvSpPr>
          <p:cNvPr id="257" name="Shape 254"/>
          <p:cNvSpPr/>
          <p:nvPr/>
        </p:nvSpPr>
        <p:spPr>
          <a:xfrm>
            <a:off x="7626096" y="1838432"/>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258" name="Shape 255"/>
          <p:cNvSpPr/>
          <p:nvPr/>
        </p:nvSpPr>
        <p:spPr>
          <a:xfrm>
            <a:off x="7655723" y="1868059"/>
            <a:ext cx="105339" cy="105339"/>
          </a:xfrm>
          <a:prstGeom prst="rect">
            <a:avLst/>
          </a:prstGeom>
          <a:solidFill>
            <a:schemeClr val="tx1">
              <a:alpha val="6000"/>
            </a:schemeClr>
          </a:solidFill>
          <a:ln w="12700">
            <a:solidFill>
              <a:schemeClr val="tx1">
                <a:alpha val="0"/>
              </a:schemeClr>
            </a:solidFill>
            <a:prstDash val="solid"/>
          </a:ln>
        </p:spPr>
        <p:txBody>
          <a:bodyPr/>
          <a:lstStyle/>
          <a:p>
            <a:endParaRPr lang="ja-JP" altLang="en-US"/>
          </a:p>
        </p:txBody>
      </p:sp>
      <p:sp>
        <p:nvSpPr>
          <p:cNvPr id="259" name="Shape 256"/>
          <p:cNvSpPr/>
          <p:nvPr/>
        </p:nvSpPr>
        <p:spPr>
          <a:xfrm>
            <a:off x="7790688" y="1838432"/>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260" name="Shape 257"/>
          <p:cNvSpPr/>
          <p:nvPr/>
        </p:nvSpPr>
        <p:spPr>
          <a:xfrm>
            <a:off x="7820315" y="1868059"/>
            <a:ext cx="105339" cy="105339"/>
          </a:xfrm>
          <a:prstGeom prst="rect">
            <a:avLst/>
          </a:prstGeom>
          <a:solidFill>
            <a:schemeClr val="tx1">
              <a:alpha val="19000"/>
            </a:schemeClr>
          </a:solidFill>
          <a:ln w="12700">
            <a:solidFill>
              <a:schemeClr val="tx1">
                <a:alpha val="0"/>
              </a:schemeClr>
            </a:solidFill>
            <a:prstDash val="solid"/>
          </a:ln>
        </p:spPr>
        <p:txBody>
          <a:bodyPr/>
          <a:lstStyle/>
          <a:p>
            <a:endParaRPr lang="ja-JP" altLang="en-US"/>
          </a:p>
        </p:txBody>
      </p:sp>
      <p:sp>
        <p:nvSpPr>
          <p:cNvPr id="261" name="Shape 258"/>
          <p:cNvSpPr/>
          <p:nvPr/>
        </p:nvSpPr>
        <p:spPr>
          <a:xfrm>
            <a:off x="7955280" y="1838432"/>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262" name="Shape 259"/>
          <p:cNvSpPr/>
          <p:nvPr/>
        </p:nvSpPr>
        <p:spPr>
          <a:xfrm>
            <a:off x="8119872" y="1838432"/>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263" name="Shape 260"/>
          <p:cNvSpPr/>
          <p:nvPr/>
        </p:nvSpPr>
        <p:spPr>
          <a:xfrm>
            <a:off x="6967728" y="2003024"/>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264" name="Shape 261"/>
          <p:cNvSpPr/>
          <p:nvPr/>
        </p:nvSpPr>
        <p:spPr>
          <a:xfrm>
            <a:off x="7132320" y="2003024"/>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265" name="Shape 262"/>
          <p:cNvSpPr/>
          <p:nvPr/>
        </p:nvSpPr>
        <p:spPr>
          <a:xfrm>
            <a:off x="7296912" y="2003024"/>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266" name="Shape 263"/>
          <p:cNvSpPr/>
          <p:nvPr/>
        </p:nvSpPr>
        <p:spPr>
          <a:xfrm>
            <a:off x="7461504" y="2003024"/>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267" name="Shape 264"/>
          <p:cNvSpPr/>
          <p:nvPr/>
        </p:nvSpPr>
        <p:spPr>
          <a:xfrm>
            <a:off x="7491131" y="2032651"/>
            <a:ext cx="105339" cy="105339"/>
          </a:xfrm>
          <a:prstGeom prst="rect">
            <a:avLst/>
          </a:prstGeom>
          <a:solidFill>
            <a:schemeClr val="tx1">
              <a:alpha val="37000"/>
            </a:schemeClr>
          </a:solidFill>
          <a:ln w="12700">
            <a:solidFill>
              <a:schemeClr val="tx1">
                <a:alpha val="0"/>
              </a:schemeClr>
            </a:solidFill>
            <a:prstDash val="solid"/>
          </a:ln>
        </p:spPr>
        <p:txBody>
          <a:bodyPr/>
          <a:lstStyle/>
          <a:p>
            <a:endParaRPr lang="ja-JP" altLang="en-US"/>
          </a:p>
        </p:txBody>
      </p:sp>
      <p:sp>
        <p:nvSpPr>
          <p:cNvPr id="268" name="Shape 265"/>
          <p:cNvSpPr/>
          <p:nvPr/>
        </p:nvSpPr>
        <p:spPr>
          <a:xfrm>
            <a:off x="7626096" y="2003024"/>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269" name="Shape 266"/>
          <p:cNvSpPr/>
          <p:nvPr/>
        </p:nvSpPr>
        <p:spPr>
          <a:xfrm>
            <a:off x="7655723" y="2032651"/>
            <a:ext cx="105339" cy="105339"/>
          </a:xfrm>
          <a:prstGeom prst="rect">
            <a:avLst/>
          </a:prstGeom>
          <a:solidFill>
            <a:schemeClr val="tx1">
              <a:alpha val="87000"/>
            </a:schemeClr>
          </a:solidFill>
          <a:ln w="12700">
            <a:solidFill>
              <a:schemeClr val="tx1">
                <a:alpha val="0"/>
              </a:schemeClr>
            </a:solidFill>
            <a:prstDash val="solid"/>
          </a:ln>
        </p:spPr>
        <p:txBody>
          <a:bodyPr/>
          <a:lstStyle/>
          <a:p>
            <a:endParaRPr lang="ja-JP" altLang="en-US"/>
          </a:p>
        </p:txBody>
      </p:sp>
      <p:sp>
        <p:nvSpPr>
          <p:cNvPr id="270" name="Shape 267"/>
          <p:cNvSpPr/>
          <p:nvPr/>
        </p:nvSpPr>
        <p:spPr>
          <a:xfrm>
            <a:off x="7790688" y="2003024"/>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271" name="Shape 268"/>
          <p:cNvSpPr/>
          <p:nvPr/>
        </p:nvSpPr>
        <p:spPr>
          <a:xfrm>
            <a:off x="7820315" y="2032651"/>
            <a:ext cx="105339" cy="105339"/>
          </a:xfrm>
          <a:prstGeom prst="rect">
            <a:avLst/>
          </a:prstGeom>
          <a:solidFill>
            <a:schemeClr val="tx1">
              <a:alpha val="56000"/>
            </a:schemeClr>
          </a:solidFill>
          <a:ln w="12700">
            <a:solidFill>
              <a:schemeClr val="tx1">
                <a:alpha val="0"/>
              </a:schemeClr>
            </a:solidFill>
            <a:prstDash val="solid"/>
          </a:ln>
        </p:spPr>
        <p:txBody>
          <a:bodyPr/>
          <a:lstStyle/>
          <a:p>
            <a:endParaRPr lang="ja-JP" altLang="en-US"/>
          </a:p>
        </p:txBody>
      </p:sp>
      <p:sp>
        <p:nvSpPr>
          <p:cNvPr id="272" name="Shape 269"/>
          <p:cNvSpPr/>
          <p:nvPr/>
        </p:nvSpPr>
        <p:spPr>
          <a:xfrm>
            <a:off x="7955280" y="2003024"/>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273" name="Shape 270"/>
          <p:cNvSpPr/>
          <p:nvPr/>
        </p:nvSpPr>
        <p:spPr>
          <a:xfrm>
            <a:off x="7984907" y="2032651"/>
            <a:ext cx="105339" cy="105339"/>
          </a:xfrm>
          <a:prstGeom prst="rect">
            <a:avLst/>
          </a:prstGeom>
          <a:solidFill>
            <a:schemeClr val="tx1">
              <a:alpha val="6000"/>
            </a:schemeClr>
          </a:solidFill>
          <a:ln w="12700">
            <a:solidFill>
              <a:schemeClr val="tx1">
                <a:alpha val="0"/>
              </a:schemeClr>
            </a:solidFill>
            <a:prstDash val="solid"/>
          </a:ln>
        </p:spPr>
        <p:txBody>
          <a:bodyPr/>
          <a:lstStyle/>
          <a:p>
            <a:endParaRPr lang="ja-JP" altLang="en-US"/>
          </a:p>
        </p:txBody>
      </p:sp>
      <p:sp>
        <p:nvSpPr>
          <p:cNvPr id="274" name="Shape 271"/>
          <p:cNvSpPr/>
          <p:nvPr/>
        </p:nvSpPr>
        <p:spPr>
          <a:xfrm>
            <a:off x="8119872" y="2003024"/>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275" name="Shape 272"/>
          <p:cNvSpPr/>
          <p:nvPr/>
        </p:nvSpPr>
        <p:spPr>
          <a:xfrm>
            <a:off x="6967728" y="2167616"/>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276" name="Shape 273"/>
          <p:cNvSpPr/>
          <p:nvPr/>
        </p:nvSpPr>
        <p:spPr>
          <a:xfrm>
            <a:off x="7132320" y="2167616"/>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277" name="Shape 274"/>
          <p:cNvSpPr/>
          <p:nvPr/>
        </p:nvSpPr>
        <p:spPr>
          <a:xfrm>
            <a:off x="7296912" y="2167616"/>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278" name="Shape 275"/>
          <p:cNvSpPr/>
          <p:nvPr/>
        </p:nvSpPr>
        <p:spPr>
          <a:xfrm>
            <a:off x="7461504" y="2167616"/>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279" name="Shape 276"/>
          <p:cNvSpPr/>
          <p:nvPr/>
        </p:nvSpPr>
        <p:spPr>
          <a:xfrm>
            <a:off x="7491131" y="2197243"/>
            <a:ext cx="105339" cy="105339"/>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280" name="Shape 277"/>
          <p:cNvSpPr/>
          <p:nvPr/>
        </p:nvSpPr>
        <p:spPr>
          <a:xfrm>
            <a:off x="7626096" y="2167616"/>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281" name="Shape 278"/>
          <p:cNvSpPr/>
          <p:nvPr/>
        </p:nvSpPr>
        <p:spPr>
          <a:xfrm>
            <a:off x="7655723" y="2197243"/>
            <a:ext cx="105339" cy="105339"/>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282" name="Shape 279"/>
          <p:cNvSpPr/>
          <p:nvPr/>
        </p:nvSpPr>
        <p:spPr>
          <a:xfrm>
            <a:off x="7790688" y="2167616"/>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283" name="Shape 280"/>
          <p:cNvSpPr/>
          <p:nvPr/>
        </p:nvSpPr>
        <p:spPr>
          <a:xfrm>
            <a:off x="7820315" y="2197243"/>
            <a:ext cx="105339" cy="105339"/>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284" name="Shape 281"/>
          <p:cNvSpPr/>
          <p:nvPr/>
        </p:nvSpPr>
        <p:spPr>
          <a:xfrm>
            <a:off x="7955280" y="2167616"/>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285" name="Shape 282"/>
          <p:cNvSpPr/>
          <p:nvPr/>
        </p:nvSpPr>
        <p:spPr>
          <a:xfrm>
            <a:off x="7984907" y="2197243"/>
            <a:ext cx="105339" cy="105339"/>
          </a:xfrm>
          <a:prstGeom prst="rect">
            <a:avLst/>
          </a:prstGeom>
          <a:solidFill>
            <a:schemeClr val="tx1">
              <a:alpha val="37000"/>
            </a:schemeClr>
          </a:solidFill>
          <a:ln w="12700">
            <a:solidFill>
              <a:schemeClr val="tx1">
                <a:alpha val="0"/>
              </a:schemeClr>
            </a:solidFill>
            <a:prstDash val="solid"/>
          </a:ln>
        </p:spPr>
        <p:txBody>
          <a:bodyPr/>
          <a:lstStyle/>
          <a:p>
            <a:endParaRPr lang="ja-JP" altLang="en-US"/>
          </a:p>
        </p:txBody>
      </p:sp>
      <p:sp>
        <p:nvSpPr>
          <p:cNvPr id="286" name="Shape 283"/>
          <p:cNvSpPr/>
          <p:nvPr/>
        </p:nvSpPr>
        <p:spPr>
          <a:xfrm>
            <a:off x="8119872" y="2167616"/>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287" name="Shape 284"/>
          <p:cNvSpPr/>
          <p:nvPr/>
        </p:nvSpPr>
        <p:spPr>
          <a:xfrm>
            <a:off x="6967728" y="2332208"/>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288" name="Shape 285"/>
          <p:cNvSpPr/>
          <p:nvPr/>
        </p:nvSpPr>
        <p:spPr>
          <a:xfrm>
            <a:off x="7132320" y="2332208"/>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289" name="Shape 286"/>
          <p:cNvSpPr/>
          <p:nvPr/>
        </p:nvSpPr>
        <p:spPr>
          <a:xfrm>
            <a:off x="7296912" y="2332208"/>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290" name="Shape 287"/>
          <p:cNvSpPr/>
          <p:nvPr/>
        </p:nvSpPr>
        <p:spPr>
          <a:xfrm>
            <a:off x="7461504" y="2332208"/>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291" name="Shape 288"/>
          <p:cNvSpPr/>
          <p:nvPr/>
        </p:nvSpPr>
        <p:spPr>
          <a:xfrm>
            <a:off x="7491131" y="2361835"/>
            <a:ext cx="105339" cy="105339"/>
          </a:xfrm>
          <a:prstGeom prst="rect">
            <a:avLst/>
          </a:prstGeom>
          <a:solidFill>
            <a:schemeClr val="tx1">
              <a:alpha val="87000"/>
            </a:schemeClr>
          </a:solidFill>
          <a:ln w="12700">
            <a:solidFill>
              <a:schemeClr val="tx1">
                <a:alpha val="0"/>
              </a:schemeClr>
            </a:solidFill>
            <a:prstDash val="solid"/>
          </a:ln>
        </p:spPr>
        <p:txBody>
          <a:bodyPr/>
          <a:lstStyle/>
          <a:p>
            <a:endParaRPr lang="ja-JP" altLang="en-US"/>
          </a:p>
        </p:txBody>
      </p:sp>
      <p:sp>
        <p:nvSpPr>
          <p:cNvPr id="292" name="Shape 289"/>
          <p:cNvSpPr/>
          <p:nvPr/>
        </p:nvSpPr>
        <p:spPr>
          <a:xfrm>
            <a:off x="7626096" y="2332208"/>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293" name="Shape 290"/>
          <p:cNvSpPr/>
          <p:nvPr/>
        </p:nvSpPr>
        <p:spPr>
          <a:xfrm>
            <a:off x="7655723" y="2361835"/>
            <a:ext cx="105339" cy="105339"/>
          </a:xfrm>
          <a:prstGeom prst="rect">
            <a:avLst/>
          </a:prstGeom>
          <a:solidFill>
            <a:schemeClr val="tx1">
              <a:alpha val="25000"/>
            </a:schemeClr>
          </a:solidFill>
          <a:ln w="12700">
            <a:solidFill>
              <a:schemeClr val="tx1">
                <a:alpha val="0"/>
              </a:schemeClr>
            </a:solidFill>
            <a:prstDash val="solid"/>
          </a:ln>
        </p:spPr>
        <p:txBody>
          <a:bodyPr/>
          <a:lstStyle/>
          <a:p>
            <a:endParaRPr lang="ja-JP" altLang="en-US"/>
          </a:p>
        </p:txBody>
      </p:sp>
      <p:sp>
        <p:nvSpPr>
          <p:cNvPr id="294" name="Shape 291"/>
          <p:cNvSpPr/>
          <p:nvPr/>
        </p:nvSpPr>
        <p:spPr>
          <a:xfrm>
            <a:off x="7790688" y="2332208"/>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295" name="Shape 292"/>
          <p:cNvSpPr/>
          <p:nvPr/>
        </p:nvSpPr>
        <p:spPr>
          <a:xfrm>
            <a:off x="7820315" y="2361835"/>
            <a:ext cx="105339" cy="105339"/>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296" name="Shape 293"/>
          <p:cNvSpPr/>
          <p:nvPr/>
        </p:nvSpPr>
        <p:spPr>
          <a:xfrm>
            <a:off x="7955280" y="2332208"/>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297" name="Shape 294"/>
          <p:cNvSpPr/>
          <p:nvPr/>
        </p:nvSpPr>
        <p:spPr>
          <a:xfrm>
            <a:off x="7984907" y="2361835"/>
            <a:ext cx="105339" cy="105339"/>
          </a:xfrm>
          <a:prstGeom prst="rect">
            <a:avLst/>
          </a:prstGeom>
          <a:solidFill>
            <a:schemeClr val="tx1">
              <a:alpha val="50000"/>
            </a:schemeClr>
          </a:solidFill>
          <a:ln w="12700">
            <a:solidFill>
              <a:schemeClr val="tx1">
                <a:alpha val="0"/>
              </a:schemeClr>
            </a:solidFill>
            <a:prstDash val="solid"/>
          </a:ln>
        </p:spPr>
        <p:txBody>
          <a:bodyPr/>
          <a:lstStyle/>
          <a:p>
            <a:endParaRPr lang="ja-JP" altLang="en-US"/>
          </a:p>
        </p:txBody>
      </p:sp>
      <p:sp>
        <p:nvSpPr>
          <p:cNvPr id="298" name="Shape 295"/>
          <p:cNvSpPr/>
          <p:nvPr/>
        </p:nvSpPr>
        <p:spPr>
          <a:xfrm>
            <a:off x="8119872" y="2332208"/>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299" name="Shape 296"/>
          <p:cNvSpPr/>
          <p:nvPr/>
        </p:nvSpPr>
        <p:spPr>
          <a:xfrm>
            <a:off x="6967728" y="2496800"/>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300" name="Shape 297"/>
          <p:cNvSpPr/>
          <p:nvPr/>
        </p:nvSpPr>
        <p:spPr>
          <a:xfrm>
            <a:off x="7132320" y="2496800"/>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301" name="Shape 298"/>
          <p:cNvSpPr/>
          <p:nvPr/>
        </p:nvSpPr>
        <p:spPr>
          <a:xfrm>
            <a:off x="7296912" y="2496800"/>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302" name="Shape 299"/>
          <p:cNvSpPr/>
          <p:nvPr/>
        </p:nvSpPr>
        <p:spPr>
          <a:xfrm>
            <a:off x="7461504" y="2496800"/>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303" name="Shape 300"/>
          <p:cNvSpPr/>
          <p:nvPr/>
        </p:nvSpPr>
        <p:spPr>
          <a:xfrm>
            <a:off x="7491131" y="2526427"/>
            <a:ext cx="105339" cy="105339"/>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304" name="Shape 301"/>
          <p:cNvSpPr/>
          <p:nvPr/>
        </p:nvSpPr>
        <p:spPr>
          <a:xfrm>
            <a:off x="7626096" y="2496800"/>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305" name="Shape 302"/>
          <p:cNvSpPr/>
          <p:nvPr/>
        </p:nvSpPr>
        <p:spPr>
          <a:xfrm>
            <a:off x="7655723" y="2526427"/>
            <a:ext cx="105339" cy="105339"/>
          </a:xfrm>
          <a:prstGeom prst="rect">
            <a:avLst/>
          </a:prstGeom>
          <a:solidFill>
            <a:schemeClr val="tx1">
              <a:alpha val="81000"/>
            </a:schemeClr>
          </a:solidFill>
          <a:ln w="12700">
            <a:solidFill>
              <a:schemeClr val="tx1">
                <a:alpha val="0"/>
              </a:schemeClr>
            </a:solidFill>
            <a:prstDash val="solid"/>
          </a:ln>
        </p:spPr>
        <p:txBody>
          <a:bodyPr/>
          <a:lstStyle/>
          <a:p>
            <a:endParaRPr lang="ja-JP" altLang="en-US"/>
          </a:p>
        </p:txBody>
      </p:sp>
      <p:sp>
        <p:nvSpPr>
          <p:cNvPr id="306" name="Shape 303"/>
          <p:cNvSpPr/>
          <p:nvPr/>
        </p:nvSpPr>
        <p:spPr>
          <a:xfrm>
            <a:off x="7790688" y="2496800"/>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307" name="Shape 304"/>
          <p:cNvSpPr/>
          <p:nvPr/>
        </p:nvSpPr>
        <p:spPr>
          <a:xfrm>
            <a:off x="7820315" y="2526427"/>
            <a:ext cx="105339" cy="105339"/>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308" name="Shape 305"/>
          <p:cNvSpPr/>
          <p:nvPr/>
        </p:nvSpPr>
        <p:spPr>
          <a:xfrm>
            <a:off x="7955280" y="2496800"/>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309" name="Shape 306"/>
          <p:cNvSpPr/>
          <p:nvPr/>
        </p:nvSpPr>
        <p:spPr>
          <a:xfrm>
            <a:off x="7984907" y="2526427"/>
            <a:ext cx="105339" cy="105339"/>
          </a:xfrm>
          <a:prstGeom prst="rect">
            <a:avLst/>
          </a:prstGeom>
          <a:solidFill>
            <a:schemeClr val="tx1">
              <a:alpha val="12000"/>
            </a:schemeClr>
          </a:solidFill>
          <a:ln w="12700">
            <a:solidFill>
              <a:schemeClr val="tx1">
                <a:alpha val="0"/>
              </a:schemeClr>
            </a:solidFill>
            <a:prstDash val="solid"/>
          </a:ln>
        </p:spPr>
        <p:txBody>
          <a:bodyPr/>
          <a:lstStyle/>
          <a:p>
            <a:endParaRPr lang="ja-JP" altLang="en-US"/>
          </a:p>
        </p:txBody>
      </p:sp>
      <p:sp>
        <p:nvSpPr>
          <p:cNvPr id="310" name="Shape 307"/>
          <p:cNvSpPr/>
          <p:nvPr/>
        </p:nvSpPr>
        <p:spPr>
          <a:xfrm>
            <a:off x="8119872" y="2496800"/>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311" name="Shape 308"/>
          <p:cNvSpPr/>
          <p:nvPr/>
        </p:nvSpPr>
        <p:spPr>
          <a:xfrm>
            <a:off x="6967728" y="2661392"/>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312" name="Shape 309"/>
          <p:cNvSpPr/>
          <p:nvPr/>
        </p:nvSpPr>
        <p:spPr>
          <a:xfrm>
            <a:off x="7132320" y="2661392"/>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313" name="Shape 310"/>
          <p:cNvSpPr/>
          <p:nvPr/>
        </p:nvSpPr>
        <p:spPr>
          <a:xfrm>
            <a:off x="7296912" y="2661392"/>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314" name="Shape 311"/>
          <p:cNvSpPr/>
          <p:nvPr/>
        </p:nvSpPr>
        <p:spPr>
          <a:xfrm>
            <a:off x="7461504" y="2661392"/>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315" name="Shape 312"/>
          <p:cNvSpPr/>
          <p:nvPr/>
        </p:nvSpPr>
        <p:spPr>
          <a:xfrm>
            <a:off x="7491131" y="2691019"/>
            <a:ext cx="105339" cy="105339"/>
          </a:xfrm>
          <a:prstGeom prst="rect">
            <a:avLst/>
          </a:prstGeom>
          <a:solidFill>
            <a:schemeClr val="tx1">
              <a:alpha val="62000"/>
            </a:schemeClr>
          </a:solidFill>
          <a:ln w="12700">
            <a:solidFill>
              <a:schemeClr val="tx1">
                <a:alpha val="0"/>
              </a:schemeClr>
            </a:solidFill>
            <a:prstDash val="solid"/>
          </a:ln>
        </p:spPr>
        <p:txBody>
          <a:bodyPr/>
          <a:lstStyle/>
          <a:p>
            <a:endParaRPr lang="ja-JP" altLang="en-US"/>
          </a:p>
        </p:txBody>
      </p:sp>
      <p:sp>
        <p:nvSpPr>
          <p:cNvPr id="316" name="Shape 313"/>
          <p:cNvSpPr/>
          <p:nvPr/>
        </p:nvSpPr>
        <p:spPr>
          <a:xfrm>
            <a:off x="7626096" y="2661392"/>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317" name="Shape 314"/>
          <p:cNvSpPr/>
          <p:nvPr/>
        </p:nvSpPr>
        <p:spPr>
          <a:xfrm>
            <a:off x="7655723" y="2691019"/>
            <a:ext cx="105339" cy="105339"/>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318" name="Shape 315"/>
          <p:cNvSpPr/>
          <p:nvPr/>
        </p:nvSpPr>
        <p:spPr>
          <a:xfrm>
            <a:off x="7790688" y="2661392"/>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319" name="Shape 316"/>
          <p:cNvSpPr/>
          <p:nvPr/>
        </p:nvSpPr>
        <p:spPr>
          <a:xfrm>
            <a:off x="7820315" y="2691019"/>
            <a:ext cx="105339" cy="105339"/>
          </a:xfrm>
          <a:prstGeom prst="rect">
            <a:avLst/>
          </a:prstGeom>
          <a:solidFill>
            <a:schemeClr val="tx1">
              <a:alpha val="44000"/>
            </a:schemeClr>
          </a:solidFill>
          <a:ln w="12700">
            <a:solidFill>
              <a:schemeClr val="tx1">
                <a:alpha val="0"/>
              </a:schemeClr>
            </a:solidFill>
            <a:prstDash val="solid"/>
          </a:ln>
        </p:spPr>
        <p:txBody>
          <a:bodyPr/>
          <a:lstStyle/>
          <a:p>
            <a:endParaRPr lang="ja-JP" altLang="en-US"/>
          </a:p>
        </p:txBody>
      </p:sp>
      <p:sp>
        <p:nvSpPr>
          <p:cNvPr id="320" name="Shape 317"/>
          <p:cNvSpPr/>
          <p:nvPr/>
        </p:nvSpPr>
        <p:spPr>
          <a:xfrm>
            <a:off x="7955280" y="2661392"/>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321" name="Shape 318"/>
          <p:cNvSpPr/>
          <p:nvPr/>
        </p:nvSpPr>
        <p:spPr>
          <a:xfrm>
            <a:off x="8119872" y="2661392"/>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322" name="Text 319"/>
          <p:cNvSpPr txBox="1"/>
          <p:nvPr/>
        </p:nvSpPr>
        <p:spPr>
          <a:xfrm>
            <a:off x="6876288" y="2880848"/>
            <a:ext cx="1508760" cy="274320"/>
          </a:xfrm>
          <a:prstGeom prst="rect">
            <a:avLst/>
          </a:prstGeom>
          <a:noFill/>
          <a:ln/>
        </p:spPr>
        <p:txBody>
          <a:bodyPr wrap="square" lIns="0" tIns="0" rIns="0" bIns="0" rtlCol="0" anchor="t"/>
          <a:lstStyle/>
          <a:p>
            <a:pPr marL="0" indent="0" algn="ctr">
              <a:buNone/>
            </a:pPr>
            <a:r>
              <a:rPr lang="en-US" sz="1200" dirty="0">
                <a:solidFill>
                  <a:schemeClr val="tx2"/>
                </a:solidFill>
              </a:rPr>
              <a:t>Aを隠す</a:t>
            </a:r>
            <a:endParaRPr lang="en-US" sz="1200" dirty="0"/>
          </a:p>
        </p:txBody>
      </p:sp>
      <p:sp>
        <p:nvSpPr>
          <p:cNvPr id="323" name="Shape 320"/>
          <p:cNvSpPr/>
          <p:nvPr/>
        </p:nvSpPr>
        <p:spPr>
          <a:xfrm>
            <a:off x="8540496" y="1509248"/>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324" name="Shape 321"/>
          <p:cNvSpPr/>
          <p:nvPr/>
        </p:nvSpPr>
        <p:spPr>
          <a:xfrm>
            <a:off x="8705088" y="1509248"/>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325" name="Shape 322"/>
          <p:cNvSpPr/>
          <p:nvPr/>
        </p:nvSpPr>
        <p:spPr>
          <a:xfrm>
            <a:off x="8869680" y="1509248"/>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326" name="Shape 323"/>
          <p:cNvSpPr/>
          <p:nvPr/>
        </p:nvSpPr>
        <p:spPr>
          <a:xfrm>
            <a:off x="8899307" y="1538875"/>
            <a:ext cx="105339" cy="105339"/>
          </a:xfrm>
          <a:prstGeom prst="rect">
            <a:avLst/>
          </a:prstGeom>
          <a:solidFill>
            <a:schemeClr val="tx1">
              <a:alpha val="12000"/>
            </a:schemeClr>
          </a:solidFill>
          <a:ln w="12700">
            <a:solidFill>
              <a:schemeClr val="tx1">
                <a:alpha val="0"/>
              </a:schemeClr>
            </a:solidFill>
            <a:prstDash val="solid"/>
          </a:ln>
        </p:spPr>
        <p:txBody>
          <a:bodyPr/>
          <a:lstStyle/>
          <a:p>
            <a:endParaRPr lang="ja-JP" altLang="en-US"/>
          </a:p>
        </p:txBody>
      </p:sp>
      <p:sp>
        <p:nvSpPr>
          <p:cNvPr id="327" name="Shape 324"/>
          <p:cNvSpPr/>
          <p:nvPr/>
        </p:nvSpPr>
        <p:spPr>
          <a:xfrm>
            <a:off x="9034272" y="1509248"/>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328" name="Shape 325"/>
          <p:cNvSpPr/>
          <p:nvPr/>
        </p:nvSpPr>
        <p:spPr>
          <a:xfrm>
            <a:off x="9198864" y="1509248"/>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329" name="Shape 326"/>
          <p:cNvSpPr/>
          <p:nvPr/>
        </p:nvSpPr>
        <p:spPr>
          <a:xfrm>
            <a:off x="9363456" y="1509248"/>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330" name="Shape 327"/>
          <p:cNvSpPr/>
          <p:nvPr/>
        </p:nvSpPr>
        <p:spPr>
          <a:xfrm>
            <a:off x="9528048" y="1509248"/>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331" name="Shape 328"/>
          <p:cNvSpPr/>
          <p:nvPr/>
        </p:nvSpPr>
        <p:spPr>
          <a:xfrm>
            <a:off x="9692640" y="1509248"/>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332" name="Shape 329"/>
          <p:cNvSpPr/>
          <p:nvPr/>
        </p:nvSpPr>
        <p:spPr>
          <a:xfrm>
            <a:off x="8540496" y="1673840"/>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333" name="Shape 330"/>
          <p:cNvSpPr/>
          <p:nvPr/>
        </p:nvSpPr>
        <p:spPr>
          <a:xfrm>
            <a:off x="8705088" y="1673840"/>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334" name="Shape 331"/>
          <p:cNvSpPr/>
          <p:nvPr/>
        </p:nvSpPr>
        <p:spPr>
          <a:xfrm>
            <a:off x="8869680" y="1673840"/>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335" name="Shape 332"/>
          <p:cNvSpPr/>
          <p:nvPr/>
        </p:nvSpPr>
        <p:spPr>
          <a:xfrm>
            <a:off x="8899307" y="1703467"/>
            <a:ext cx="105339" cy="105339"/>
          </a:xfrm>
          <a:prstGeom prst="rect">
            <a:avLst/>
          </a:prstGeom>
          <a:solidFill>
            <a:schemeClr val="tx1">
              <a:alpha val="75000"/>
            </a:schemeClr>
          </a:solidFill>
          <a:ln w="12700">
            <a:solidFill>
              <a:schemeClr val="tx1">
                <a:alpha val="0"/>
              </a:schemeClr>
            </a:solidFill>
            <a:prstDash val="solid"/>
          </a:ln>
        </p:spPr>
        <p:txBody>
          <a:bodyPr/>
          <a:lstStyle/>
          <a:p>
            <a:endParaRPr lang="ja-JP" altLang="en-US"/>
          </a:p>
        </p:txBody>
      </p:sp>
      <p:sp>
        <p:nvSpPr>
          <p:cNvPr id="336" name="Shape 333"/>
          <p:cNvSpPr/>
          <p:nvPr/>
        </p:nvSpPr>
        <p:spPr>
          <a:xfrm>
            <a:off x="9034272" y="1673840"/>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337" name="Shape 334"/>
          <p:cNvSpPr/>
          <p:nvPr/>
        </p:nvSpPr>
        <p:spPr>
          <a:xfrm>
            <a:off x="9198864" y="1673840"/>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338" name="Shape 335"/>
          <p:cNvSpPr/>
          <p:nvPr/>
        </p:nvSpPr>
        <p:spPr>
          <a:xfrm>
            <a:off x="9363456" y="1673840"/>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339" name="Shape 336"/>
          <p:cNvSpPr/>
          <p:nvPr/>
        </p:nvSpPr>
        <p:spPr>
          <a:xfrm>
            <a:off x="9528048" y="1673840"/>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340" name="Shape 337"/>
          <p:cNvSpPr/>
          <p:nvPr/>
        </p:nvSpPr>
        <p:spPr>
          <a:xfrm>
            <a:off x="9692640" y="1673840"/>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341" name="Shape 338"/>
          <p:cNvSpPr/>
          <p:nvPr/>
        </p:nvSpPr>
        <p:spPr>
          <a:xfrm>
            <a:off x="8540496" y="1838432"/>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342" name="Shape 339"/>
          <p:cNvSpPr/>
          <p:nvPr/>
        </p:nvSpPr>
        <p:spPr>
          <a:xfrm>
            <a:off x="8705088" y="1838432"/>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343" name="Shape 340"/>
          <p:cNvSpPr/>
          <p:nvPr/>
        </p:nvSpPr>
        <p:spPr>
          <a:xfrm>
            <a:off x="8869680" y="1838432"/>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344" name="Shape 341"/>
          <p:cNvSpPr/>
          <p:nvPr/>
        </p:nvSpPr>
        <p:spPr>
          <a:xfrm>
            <a:off x="8899307" y="1868059"/>
            <a:ext cx="105339" cy="105339"/>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345" name="Shape 342"/>
          <p:cNvSpPr/>
          <p:nvPr/>
        </p:nvSpPr>
        <p:spPr>
          <a:xfrm>
            <a:off x="9034272" y="1838432"/>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346" name="Shape 343"/>
          <p:cNvSpPr/>
          <p:nvPr/>
        </p:nvSpPr>
        <p:spPr>
          <a:xfrm>
            <a:off x="9198864" y="1838432"/>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347" name="Shape 344"/>
          <p:cNvSpPr/>
          <p:nvPr/>
        </p:nvSpPr>
        <p:spPr>
          <a:xfrm>
            <a:off x="9363456" y="1838432"/>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348" name="Shape 345"/>
          <p:cNvSpPr/>
          <p:nvPr/>
        </p:nvSpPr>
        <p:spPr>
          <a:xfrm>
            <a:off x="9528048" y="1838432"/>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349" name="Shape 346"/>
          <p:cNvSpPr/>
          <p:nvPr/>
        </p:nvSpPr>
        <p:spPr>
          <a:xfrm>
            <a:off x="9692640" y="1838432"/>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350" name="Shape 347"/>
          <p:cNvSpPr/>
          <p:nvPr/>
        </p:nvSpPr>
        <p:spPr>
          <a:xfrm>
            <a:off x="8540496" y="2003024"/>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351" name="Shape 348"/>
          <p:cNvSpPr/>
          <p:nvPr/>
        </p:nvSpPr>
        <p:spPr>
          <a:xfrm>
            <a:off x="8705088" y="2003024"/>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352" name="Shape 349"/>
          <p:cNvSpPr/>
          <p:nvPr/>
        </p:nvSpPr>
        <p:spPr>
          <a:xfrm>
            <a:off x="8734715" y="2032651"/>
            <a:ext cx="105339" cy="105339"/>
          </a:xfrm>
          <a:prstGeom prst="rect">
            <a:avLst/>
          </a:prstGeom>
          <a:solidFill>
            <a:schemeClr val="tx1">
              <a:alpha val="25000"/>
            </a:schemeClr>
          </a:solidFill>
          <a:ln w="12700">
            <a:solidFill>
              <a:schemeClr val="tx1">
                <a:alpha val="0"/>
              </a:schemeClr>
            </a:solidFill>
            <a:prstDash val="solid"/>
          </a:ln>
        </p:spPr>
        <p:txBody>
          <a:bodyPr/>
          <a:lstStyle/>
          <a:p>
            <a:endParaRPr lang="ja-JP" altLang="en-US"/>
          </a:p>
        </p:txBody>
      </p:sp>
      <p:sp>
        <p:nvSpPr>
          <p:cNvPr id="353" name="Shape 350"/>
          <p:cNvSpPr/>
          <p:nvPr/>
        </p:nvSpPr>
        <p:spPr>
          <a:xfrm>
            <a:off x="8869680" y="2003024"/>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354" name="Shape 351"/>
          <p:cNvSpPr/>
          <p:nvPr/>
        </p:nvSpPr>
        <p:spPr>
          <a:xfrm>
            <a:off x="8899307" y="2032651"/>
            <a:ext cx="105339" cy="105339"/>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355" name="Shape 352"/>
          <p:cNvSpPr/>
          <p:nvPr/>
        </p:nvSpPr>
        <p:spPr>
          <a:xfrm>
            <a:off x="9034272" y="2003024"/>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356" name="Shape 353"/>
          <p:cNvSpPr/>
          <p:nvPr/>
        </p:nvSpPr>
        <p:spPr>
          <a:xfrm>
            <a:off x="9198864" y="2003024"/>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357" name="Shape 354"/>
          <p:cNvSpPr/>
          <p:nvPr/>
        </p:nvSpPr>
        <p:spPr>
          <a:xfrm>
            <a:off x="9363456" y="2003024"/>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358" name="Shape 355"/>
          <p:cNvSpPr/>
          <p:nvPr/>
        </p:nvSpPr>
        <p:spPr>
          <a:xfrm>
            <a:off x="9528048" y="2003024"/>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359" name="Shape 356"/>
          <p:cNvSpPr/>
          <p:nvPr/>
        </p:nvSpPr>
        <p:spPr>
          <a:xfrm>
            <a:off x="9692640" y="2003024"/>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360" name="Shape 357"/>
          <p:cNvSpPr/>
          <p:nvPr/>
        </p:nvSpPr>
        <p:spPr>
          <a:xfrm>
            <a:off x="8540496" y="2167616"/>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361" name="Shape 358"/>
          <p:cNvSpPr/>
          <p:nvPr/>
        </p:nvSpPr>
        <p:spPr>
          <a:xfrm>
            <a:off x="8705088" y="2167616"/>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362" name="Shape 359"/>
          <p:cNvSpPr/>
          <p:nvPr/>
        </p:nvSpPr>
        <p:spPr>
          <a:xfrm>
            <a:off x="8734715" y="2197243"/>
            <a:ext cx="105339" cy="105339"/>
          </a:xfrm>
          <a:prstGeom prst="rect">
            <a:avLst/>
          </a:prstGeom>
          <a:solidFill>
            <a:schemeClr val="tx1">
              <a:alpha val="44000"/>
            </a:schemeClr>
          </a:solidFill>
          <a:ln w="12700">
            <a:solidFill>
              <a:schemeClr val="tx1">
                <a:alpha val="0"/>
              </a:schemeClr>
            </a:solidFill>
            <a:prstDash val="solid"/>
          </a:ln>
        </p:spPr>
        <p:txBody>
          <a:bodyPr/>
          <a:lstStyle/>
          <a:p>
            <a:endParaRPr lang="ja-JP" altLang="en-US"/>
          </a:p>
        </p:txBody>
      </p:sp>
      <p:sp>
        <p:nvSpPr>
          <p:cNvPr id="363" name="Shape 360"/>
          <p:cNvSpPr/>
          <p:nvPr/>
        </p:nvSpPr>
        <p:spPr>
          <a:xfrm>
            <a:off x="8869680" y="2167616"/>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364" name="Shape 361"/>
          <p:cNvSpPr/>
          <p:nvPr/>
        </p:nvSpPr>
        <p:spPr>
          <a:xfrm>
            <a:off x="8899307" y="2197243"/>
            <a:ext cx="105339" cy="105339"/>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365" name="Shape 362"/>
          <p:cNvSpPr/>
          <p:nvPr/>
        </p:nvSpPr>
        <p:spPr>
          <a:xfrm>
            <a:off x="9034272" y="2167616"/>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366" name="Shape 363"/>
          <p:cNvSpPr/>
          <p:nvPr/>
        </p:nvSpPr>
        <p:spPr>
          <a:xfrm>
            <a:off x="9063899" y="2197243"/>
            <a:ext cx="105339" cy="105339"/>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367" name="Shape 364"/>
          <p:cNvSpPr/>
          <p:nvPr/>
        </p:nvSpPr>
        <p:spPr>
          <a:xfrm>
            <a:off x="9198864" y="2167616"/>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368" name="Shape 365"/>
          <p:cNvSpPr/>
          <p:nvPr/>
        </p:nvSpPr>
        <p:spPr>
          <a:xfrm>
            <a:off x="9228491" y="2197243"/>
            <a:ext cx="105339" cy="105339"/>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369" name="Shape 366"/>
          <p:cNvSpPr/>
          <p:nvPr/>
        </p:nvSpPr>
        <p:spPr>
          <a:xfrm>
            <a:off x="9363456" y="2167616"/>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370" name="Shape 367"/>
          <p:cNvSpPr/>
          <p:nvPr/>
        </p:nvSpPr>
        <p:spPr>
          <a:xfrm>
            <a:off x="9393083" y="2197243"/>
            <a:ext cx="105339" cy="105339"/>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371" name="Shape 368"/>
          <p:cNvSpPr/>
          <p:nvPr/>
        </p:nvSpPr>
        <p:spPr>
          <a:xfrm>
            <a:off x="9528048" y="2167616"/>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372" name="Shape 369"/>
          <p:cNvSpPr/>
          <p:nvPr/>
        </p:nvSpPr>
        <p:spPr>
          <a:xfrm>
            <a:off x="9557675" y="2197243"/>
            <a:ext cx="105339" cy="105339"/>
          </a:xfrm>
          <a:prstGeom prst="rect">
            <a:avLst/>
          </a:prstGeom>
          <a:solidFill>
            <a:schemeClr val="tx1">
              <a:alpha val="37000"/>
            </a:schemeClr>
          </a:solidFill>
          <a:ln w="12700">
            <a:solidFill>
              <a:schemeClr val="tx1">
                <a:alpha val="0"/>
              </a:schemeClr>
            </a:solidFill>
            <a:prstDash val="solid"/>
          </a:ln>
        </p:spPr>
        <p:txBody>
          <a:bodyPr/>
          <a:lstStyle/>
          <a:p>
            <a:endParaRPr lang="ja-JP" altLang="en-US"/>
          </a:p>
        </p:txBody>
      </p:sp>
      <p:sp>
        <p:nvSpPr>
          <p:cNvPr id="373" name="Shape 370"/>
          <p:cNvSpPr/>
          <p:nvPr/>
        </p:nvSpPr>
        <p:spPr>
          <a:xfrm>
            <a:off x="9692640" y="2167616"/>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374" name="Shape 371"/>
          <p:cNvSpPr/>
          <p:nvPr/>
        </p:nvSpPr>
        <p:spPr>
          <a:xfrm>
            <a:off x="8540496" y="2332208"/>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375" name="Shape 372"/>
          <p:cNvSpPr/>
          <p:nvPr/>
        </p:nvSpPr>
        <p:spPr>
          <a:xfrm>
            <a:off x="8705088" y="2332208"/>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376" name="Shape 373"/>
          <p:cNvSpPr/>
          <p:nvPr/>
        </p:nvSpPr>
        <p:spPr>
          <a:xfrm>
            <a:off x="8734715" y="2361835"/>
            <a:ext cx="105339" cy="105339"/>
          </a:xfrm>
          <a:prstGeom prst="rect">
            <a:avLst/>
          </a:prstGeom>
          <a:solidFill>
            <a:schemeClr val="tx1">
              <a:alpha val="6000"/>
            </a:schemeClr>
          </a:solidFill>
          <a:ln w="12700">
            <a:solidFill>
              <a:schemeClr val="tx1">
                <a:alpha val="0"/>
              </a:schemeClr>
            </a:solidFill>
            <a:prstDash val="solid"/>
          </a:ln>
        </p:spPr>
        <p:txBody>
          <a:bodyPr/>
          <a:lstStyle/>
          <a:p>
            <a:endParaRPr lang="ja-JP" altLang="en-US"/>
          </a:p>
        </p:txBody>
      </p:sp>
      <p:sp>
        <p:nvSpPr>
          <p:cNvPr id="377" name="Shape 374"/>
          <p:cNvSpPr/>
          <p:nvPr/>
        </p:nvSpPr>
        <p:spPr>
          <a:xfrm>
            <a:off x="8869680" y="2332208"/>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378" name="Shape 375"/>
          <p:cNvSpPr/>
          <p:nvPr/>
        </p:nvSpPr>
        <p:spPr>
          <a:xfrm>
            <a:off x="8899307" y="2361835"/>
            <a:ext cx="105339" cy="105339"/>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379" name="Shape 376"/>
          <p:cNvSpPr/>
          <p:nvPr/>
        </p:nvSpPr>
        <p:spPr>
          <a:xfrm>
            <a:off x="9034272" y="2332208"/>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380" name="Shape 377"/>
          <p:cNvSpPr/>
          <p:nvPr/>
        </p:nvSpPr>
        <p:spPr>
          <a:xfrm>
            <a:off x="9063899" y="2361835"/>
            <a:ext cx="105339" cy="105339"/>
          </a:xfrm>
          <a:prstGeom prst="rect">
            <a:avLst/>
          </a:prstGeom>
          <a:solidFill>
            <a:schemeClr val="tx1">
              <a:alpha val="87000"/>
            </a:schemeClr>
          </a:solidFill>
          <a:ln w="12700">
            <a:solidFill>
              <a:schemeClr val="tx1">
                <a:alpha val="0"/>
              </a:schemeClr>
            </a:solidFill>
            <a:prstDash val="solid"/>
          </a:ln>
        </p:spPr>
        <p:txBody>
          <a:bodyPr/>
          <a:lstStyle/>
          <a:p>
            <a:endParaRPr lang="ja-JP" altLang="en-US"/>
          </a:p>
        </p:txBody>
      </p:sp>
      <p:sp>
        <p:nvSpPr>
          <p:cNvPr id="381" name="Shape 378"/>
          <p:cNvSpPr/>
          <p:nvPr/>
        </p:nvSpPr>
        <p:spPr>
          <a:xfrm>
            <a:off x="9198864" y="2332208"/>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382" name="Shape 379"/>
          <p:cNvSpPr/>
          <p:nvPr/>
        </p:nvSpPr>
        <p:spPr>
          <a:xfrm>
            <a:off x="9228491" y="2361835"/>
            <a:ext cx="105339" cy="105339"/>
          </a:xfrm>
          <a:prstGeom prst="rect">
            <a:avLst/>
          </a:prstGeom>
          <a:solidFill>
            <a:schemeClr val="tx1">
              <a:alpha val="25000"/>
            </a:schemeClr>
          </a:solidFill>
          <a:ln w="12700">
            <a:solidFill>
              <a:schemeClr val="tx1">
                <a:alpha val="0"/>
              </a:schemeClr>
            </a:solidFill>
            <a:prstDash val="solid"/>
          </a:ln>
        </p:spPr>
        <p:txBody>
          <a:bodyPr/>
          <a:lstStyle/>
          <a:p>
            <a:endParaRPr lang="ja-JP" altLang="en-US"/>
          </a:p>
        </p:txBody>
      </p:sp>
      <p:sp>
        <p:nvSpPr>
          <p:cNvPr id="383" name="Shape 380"/>
          <p:cNvSpPr/>
          <p:nvPr/>
        </p:nvSpPr>
        <p:spPr>
          <a:xfrm>
            <a:off x="9363456" y="2332208"/>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384" name="Shape 381"/>
          <p:cNvSpPr/>
          <p:nvPr/>
        </p:nvSpPr>
        <p:spPr>
          <a:xfrm>
            <a:off x="9393083" y="2361835"/>
            <a:ext cx="105339" cy="105339"/>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385" name="Shape 382"/>
          <p:cNvSpPr/>
          <p:nvPr/>
        </p:nvSpPr>
        <p:spPr>
          <a:xfrm>
            <a:off x="9528048" y="2332208"/>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386" name="Shape 383"/>
          <p:cNvSpPr/>
          <p:nvPr/>
        </p:nvSpPr>
        <p:spPr>
          <a:xfrm>
            <a:off x="9557675" y="2361835"/>
            <a:ext cx="105339" cy="105339"/>
          </a:xfrm>
          <a:prstGeom prst="rect">
            <a:avLst/>
          </a:prstGeom>
          <a:solidFill>
            <a:schemeClr val="tx1">
              <a:alpha val="50000"/>
            </a:schemeClr>
          </a:solidFill>
          <a:ln w="12700">
            <a:solidFill>
              <a:schemeClr val="tx1">
                <a:alpha val="0"/>
              </a:schemeClr>
            </a:solidFill>
            <a:prstDash val="solid"/>
          </a:ln>
        </p:spPr>
        <p:txBody>
          <a:bodyPr/>
          <a:lstStyle/>
          <a:p>
            <a:endParaRPr lang="ja-JP" altLang="en-US"/>
          </a:p>
        </p:txBody>
      </p:sp>
      <p:sp>
        <p:nvSpPr>
          <p:cNvPr id="387" name="Shape 384"/>
          <p:cNvSpPr/>
          <p:nvPr/>
        </p:nvSpPr>
        <p:spPr>
          <a:xfrm>
            <a:off x="9692640" y="2332208"/>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388" name="Shape 385"/>
          <p:cNvSpPr/>
          <p:nvPr/>
        </p:nvSpPr>
        <p:spPr>
          <a:xfrm>
            <a:off x="8540496" y="2496800"/>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389" name="Shape 386"/>
          <p:cNvSpPr/>
          <p:nvPr/>
        </p:nvSpPr>
        <p:spPr>
          <a:xfrm>
            <a:off x="8705088" y="2496800"/>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390" name="Shape 387"/>
          <p:cNvSpPr/>
          <p:nvPr/>
        </p:nvSpPr>
        <p:spPr>
          <a:xfrm>
            <a:off x="8869680" y="2496800"/>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391" name="Shape 388"/>
          <p:cNvSpPr/>
          <p:nvPr/>
        </p:nvSpPr>
        <p:spPr>
          <a:xfrm>
            <a:off x="8899307" y="2526427"/>
            <a:ext cx="105339" cy="105339"/>
          </a:xfrm>
          <a:prstGeom prst="rect">
            <a:avLst/>
          </a:prstGeom>
          <a:solidFill>
            <a:schemeClr val="tx1">
              <a:alpha val="75000"/>
            </a:schemeClr>
          </a:solidFill>
          <a:ln w="12700">
            <a:solidFill>
              <a:schemeClr val="tx1">
                <a:alpha val="0"/>
              </a:schemeClr>
            </a:solidFill>
            <a:prstDash val="solid"/>
          </a:ln>
        </p:spPr>
        <p:txBody>
          <a:bodyPr/>
          <a:lstStyle/>
          <a:p>
            <a:endParaRPr lang="ja-JP" altLang="en-US"/>
          </a:p>
        </p:txBody>
      </p:sp>
      <p:sp>
        <p:nvSpPr>
          <p:cNvPr id="392" name="Shape 389"/>
          <p:cNvSpPr/>
          <p:nvPr/>
        </p:nvSpPr>
        <p:spPr>
          <a:xfrm>
            <a:off x="9034272" y="2496800"/>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393" name="Shape 390"/>
          <p:cNvSpPr/>
          <p:nvPr/>
        </p:nvSpPr>
        <p:spPr>
          <a:xfrm>
            <a:off x="9063899" y="2526427"/>
            <a:ext cx="105339" cy="105339"/>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394" name="Shape 391"/>
          <p:cNvSpPr/>
          <p:nvPr/>
        </p:nvSpPr>
        <p:spPr>
          <a:xfrm>
            <a:off x="9198864" y="2496800"/>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395" name="Shape 392"/>
          <p:cNvSpPr/>
          <p:nvPr/>
        </p:nvSpPr>
        <p:spPr>
          <a:xfrm>
            <a:off x="9228491" y="2526427"/>
            <a:ext cx="105339" cy="105339"/>
          </a:xfrm>
          <a:prstGeom prst="rect">
            <a:avLst/>
          </a:prstGeom>
          <a:solidFill>
            <a:schemeClr val="tx1">
              <a:alpha val="81000"/>
            </a:schemeClr>
          </a:solidFill>
          <a:ln w="12700">
            <a:solidFill>
              <a:schemeClr val="tx1">
                <a:alpha val="0"/>
              </a:schemeClr>
            </a:solidFill>
            <a:prstDash val="solid"/>
          </a:ln>
        </p:spPr>
        <p:txBody>
          <a:bodyPr/>
          <a:lstStyle/>
          <a:p>
            <a:endParaRPr lang="ja-JP" altLang="en-US"/>
          </a:p>
        </p:txBody>
      </p:sp>
      <p:sp>
        <p:nvSpPr>
          <p:cNvPr id="396" name="Shape 393"/>
          <p:cNvSpPr/>
          <p:nvPr/>
        </p:nvSpPr>
        <p:spPr>
          <a:xfrm>
            <a:off x="9363456" y="2496800"/>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397" name="Shape 394"/>
          <p:cNvSpPr/>
          <p:nvPr/>
        </p:nvSpPr>
        <p:spPr>
          <a:xfrm>
            <a:off x="9393083" y="2526427"/>
            <a:ext cx="105339" cy="105339"/>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398" name="Shape 395"/>
          <p:cNvSpPr/>
          <p:nvPr/>
        </p:nvSpPr>
        <p:spPr>
          <a:xfrm>
            <a:off x="9528048" y="2496800"/>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399" name="Shape 396"/>
          <p:cNvSpPr/>
          <p:nvPr/>
        </p:nvSpPr>
        <p:spPr>
          <a:xfrm>
            <a:off x="9557675" y="2526427"/>
            <a:ext cx="105339" cy="105339"/>
          </a:xfrm>
          <a:prstGeom prst="rect">
            <a:avLst/>
          </a:prstGeom>
          <a:solidFill>
            <a:schemeClr val="tx1">
              <a:alpha val="12000"/>
            </a:schemeClr>
          </a:solidFill>
          <a:ln w="12700">
            <a:solidFill>
              <a:schemeClr val="tx1">
                <a:alpha val="0"/>
              </a:schemeClr>
            </a:solidFill>
            <a:prstDash val="solid"/>
          </a:ln>
        </p:spPr>
        <p:txBody>
          <a:bodyPr/>
          <a:lstStyle/>
          <a:p>
            <a:endParaRPr lang="ja-JP" altLang="en-US"/>
          </a:p>
        </p:txBody>
      </p:sp>
      <p:sp>
        <p:nvSpPr>
          <p:cNvPr id="400" name="Shape 397"/>
          <p:cNvSpPr/>
          <p:nvPr/>
        </p:nvSpPr>
        <p:spPr>
          <a:xfrm>
            <a:off x="9692640" y="2496800"/>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01" name="Shape 398"/>
          <p:cNvSpPr/>
          <p:nvPr/>
        </p:nvSpPr>
        <p:spPr>
          <a:xfrm>
            <a:off x="8540496" y="2661392"/>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02" name="Shape 399"/>
          <p:cNvSpPr/>
          <p:nvPr/>
        </p:nvSpPr>
        <p:spPr>
          <a:xfrm>
            <a:off x="8705088" y="2661392"/>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03" name="Shape 400"/>
          <p:cNvSpPr/>
          <p:nvPr/>
        </p:nvSpPr>
        <p:spPr>
          <a:xfrm>
            <a:off x="8869680" y="2661392"/>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04" name="Shape 401"/>
          <p:cNvSpPr/>
          <p:nvPr/>
        </p:nvSpPr>
        <p:spPr>
          <a:xfrm>
            <a:off x="8899307" y="2691019"/>
            <a:ext cx="105339" cy="105339"/>
          </a:xfrm>
          <a:prstGeom prst="rect">
            <a:avLst/>
          </a:prstGeom>
          <a:solidFill>
            <a:schemeClr val="tx1">
              <a:alpha val="12000"/>
            </a:schemeClr>
          </a:solidFill>
          <a:ln w="12700">
            <a:solidFill>
              <a:schemeClr val="tx1">
                <a:alpha val="0"/>
              </a:schemeClr>
            </a:solidFill>
            <a:prstDash val="solid"/>
          </a:ln>
        </p:spPr>
        <p:txBody>
          <a:bodyPr/>
          <a:lstStyle/>
          <a:p>
            <a:endParaRPr lang="ja-JP" altLang="en-US"/>
          </a:p>
        </p:txBody>
      </p:sp>
      <p:sp>
        <p:nvSpPr>
          <p:cNvPr id="405" name="Shape 402"/>
          <p:cNvSpPr/>
          <p:nvPr/>
        </p:nvSpPr>
        <p:spPr>
          <a:xfrm>
            <a:off x="9034272" y="2661392"/>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06" name="Shape 403"/>
          <p:cNvSpPr/>
          <p:nvPr/>
        </p:nvSpPr>
        <p:spPr>
          <a:xfrm>
            <a:off x="9063899" y="2691019"/>
            <a:ext cx="105339" cy="105339"/>
          </a:xfrm>
          <a:prstGeom prst="rect">
            <a:avLst/>
          </a:prstGeom>
          <a:solidFill>
            <a:schemeClr val="tx1">
              <a:alpha val="62000"/>
            </a:schemeClr>
          </a:solidFill>
          <a:ln w="12700">
            <a:solidFill>
              <a:schemeClr val="tx1">
                <a:alpha val="0"/>
              </a:schemeClr>
            </a:solidFill>
            <a:prstDash val="solid"/>
          </a:ln>
        </p:spPr>
        <p:txBody>
          <a:bodyPr/>
          <a:lstStyle/>
          <a:p>
            <a:endParaRPr lang="ja-JP" altLang="en-US"/>
          </a:p>
        </p:txBody>
      </p:sp>
      <p:sp>
        <p:nvSpPr>
          <p:cNvPr id="407" name="Shape 404"/>
          <p:cNvSpPr/>
          <p:nvPr/>
        </p:nvSpPr>
        <p:spPr>
          <a:xfrm>
            <a:off x="9198864" y="2661392"/>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08" name="Shape 405"/>
          <p:cNvSpPr/>
          <p:nvPr/>
        </p:nvSpPr>
        <p:spPr>
          <a:xfrm>
            <a:off x="9228491" y="2691019"/>
            <a:ext cx="105339" cy="105339"/>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409" name="Shape 406"/>
          <p:cNvSpPr/>
          <p:nvPr/>
        </p:nvSpPr>
        <p:spPr>
          <a:xfrm>
            <a:off x="9363456" y="2661392"/>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10" name="Shape 407"/>
          <p:cNvSpPr/>
          <p:nvPr/>
        </p:nvSpPr>
        <p:spPr>
          <a:xfrm>
            <a:off x="9393083" y="2691019"/>
            <a:ext cx="105339" cy="105339"/>
          </a:xfrm>
          <a:prstGeom prst="rect">
            <a:avLst/>
          </a:prstGeom>
          <a:solidFill>
            <a:schemeClr val="tx1">
              <a:alpha val="44000"/>
            </a:schemeClr>
          </a:solidFill>
          <a:ln w="12700">
            <a:solidFill>
              <a:schemeClr val="tx1">
                <a:alpha val="0"/>
              </a:schemeClr>
            </a:solidFill>
            <a:prstDash val="solid"/>
          </a:ln>
        </p:spPr>
        <p:txBody>
          <a:bodyPr/>
          <a:lstStyle/>
          <a:p>
            <a:endParaRPr lang="ja-JP" altLang="en-US"/>
          </a:p>
        </p:txBody>
      </p:sp>
      <p:sp>
        <p:nvSpPr>
          <p:cNvPr id="411" name="Shape 408"/>
          <p:cNvSpPr/>
          <p:nvPr/>
        </p:nvSpPr>
        <p:spPr>
          <a:xfrm>
            <a:off x="9528048" y="2661392"/>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12" name="Shape 409"/>
          <p:cNvSpPr/>
          <p:nvPr/>
        </p:nvSpPr>
        <p:spPr>
          <a:xfrm>
            <a:off x="9692640" y="2661392"/>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13" name="Text 410"/>
          <p:cNvSpPr txBox="1"/>
          <p:nvPr/>
        </p:nvSpPr>
        <p:spPr>
          <a:xfrm>
            <a:off x="8449056" y="2880848"/>
            <a:ext cx="1508760" cy="274320"/>
          </a:xfrm>
          <a:prstGeom prst="rect">
            <a:avLst/>
          </a:prstGeom>
          <a:noFill/>
          <a:ln/>
        </p:spPr>
        <p:txBody>
          <a:bodyPr wrap="square" lIns="0" tIns="0" rIns="0" bIns="0" rtlCol="0" anchor="t"/>
          <a:lstStyle/>
          <a:p>
            <a:pPr marL="0" indent="0" algn="ctr">
              <a:buNone/>
            </a:pPr>
            <a:r>
              <a:rPr lang="en-US" sz="1200" dirty="0">
                <a:solidFill>
                  <a:schemeClr val="tx2"/>
                </a:solidFill>
              </a:rPr>
              <a:t>Bを隠す</a:t>
            </a:r>
            <a:endParaRPr lang="en-US" sz="1200" dirty="0"/>
          </a:p>
        </p:txBody>
      </p:sp>
      <p:sp>
        <p:nvSpPr>
          <p:cNvPr id="414" name="Shape 411"/>
          <p:cNvSpPr/>
          <p:nvPr/>
        </p:nvSpPr>
        <p:spPr>
          <a:xfrm>
            <a:off x="10113264" y="1509248"/>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15" name="Shape 412"/>
          <p:cNvSpPr/>
          <p:nvPr/>
        </p:nvSpPr>
        <p:spPr>
          <a:xfrm>
            <a:off x="10277856" y="1509248"/>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16" name="Shape 413"/>
          <p:cNvSpPr/>
          <p:nvPr/>
        </p:nvSpPr>
        <p:spPr>
          <a:xfrm>
            <a:off x="10442448" y="1509248"/>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17" name="Shape 414"/>
          <p:cNvSpPr/>
          <p:nvPr/>
        </p:nvSpPr>
        <p:spPr>
          <a:xfrm>
            <a:off x="10472075" y="1538875"/>
            <a:ext cx="105339" cy="105339"/>
          </a:xfrm>
          <a:prstGeom prst="rect">
            <a:avLst/>
          </a:prstGeom>
          <a:solidFill>
            <a:schemeClr val="tx1">
              <a:alpha val="12000"/>
            </a:schemeClr>
          </a:solidFill>
          <a:ln w="12700">
            <a:solidFill>
              <a:schemeClr val="tx1">
                <a:alpha val="0"/>
              </a:schemeClr>
            </a:solidFill>
            <a:prstDash val="solid"/>
          </a:ln>
        </p:spPr>
        <p:txBody>
          <a:bodyPr/>
          <a:lstStyle/>
          <a:p>
            <a:endParaRPr lang="ja-JP" altLang="en-US"/>
          </a:p>
        </p:txBody>
      </p:sp>
      <p:sp>
        <p:nvSpPr>
          <p:cNvPr id="418" name="Shape 415"/>
          <p:cNvSpPr/>
          <p:nvPr/>
        </p:nvSpPr>
        <p:spPr>
          <a:xfrm>
            <a:off x="10607040" y="1509248"/>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19" name="Shape 416"/>
          <p:cNvSpPr/>
          <p:nvPr/>
        </p:nvSpPr>
        <p:spPr>
          <a:xfrm>
            <a:off x="10636667" y="1538875"/>
            <a:ext cx="105339" cy="105339"/>
          </a:xfrm>
          <a:prstGeom prst="rect">
            <a:avLst/>
          </a:prstGeom>
          <a:solidFill>
            <a:schemeClr val="tx1">
              <a:alpha val="69000"/>
            </a:schemeClr>
          </a:solidFill>
          <a:ln w="12700">
            <a:solidFill>
              <a:schemeClr val="tx1">
                <a:alpha val="0"/>
              </a:schemeClr>
            </a:solidFill>
            <a:prstDash val="solid"/>
          </a:ln>
        </p:spPr>
        <p:txBody>
          <a:bodyPr/>
          <a:lstStyle/>
          <a:p>
            <a:endParaRPr lang="ja-JP" altLang="en-US"/>
          </a:p>
        </p:txBody>
      </p:sp>
      <p:sp>
        <p:nvSpPr>
          <p:cNvPr id="420" name="Shape 417"/>
          <p:cNvSpPr/>
          <p:nvPr/>
        </p:nvSpPr>
        <p:spPr>
          <a:xfrm>
            <a:off x="10771632" y="1509248"/>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21" name="Shape 418"/>
          <p:cNvSpPr/>
          <p:nvPr/>
        </p:nvSpPr>
        <p:spPr>
          <a:xfrm>
            <a:off x="10801259" y="1538875"/>
            <a:ext cx="105339" cy="105339"/>
          </a:xfrm>
          <a:prstGeom prst="rect">
            <a:avLst/>
          </a:prstGeom>
          <a:solidFill>
            <a:schemeClr val="tx1">
              <a:alpha val="81000"/>
            </a:schemeClr>
          </a:solidFill>
          <a:ln w="12700">
            <a:solidFill>
              <a:schemeClr val="tx1">
                <a:alpha val="0"/>
              </a:schemeClr>
            </a:solidFill>
            <a:prstDash val="solid"/>
          </a:ln>
        </p:spPr>
        <p:txBody>
          <a:bodyPr/>
          <a:lstStyle/>
          <a:p>
            <a:endParaRPr lang="ja-JP" altLang="en-US"/>
          </a:p>
        </p:txBody>
      </p:sp>
      <p:sp>
        <p:nvSpPr>
          <p:cNvPr id="422" name="Shape 419"/>
          <p:cNvSpPr/>
          <p:nvPr/>
        </p:nvSpPr>
        <p:spPr>
          <a:xfrm>
            <a:off x="10936224" y="1509248"/>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23" name="Shape 420"/>
          <p:cNvSpPr/>
          <p:nvPr/>
        </p:nvSpPr>
        <p:spPr>
          <a:xfrm>
            <a:off x="10965851" y="1538875"/>
            <a:ext cx="105339" cy="105339"/>
          </a:xfrm>
          <a:prstGeom prst="rect">
            <a:avLst/>
          </a:prstGeom>
          <a:solidFill>
            <a:schemeClr val="tx1">
              <a:alpha val="25000"/>
            </a:schemeClr>
          </a:solidFill>
          <a:ln w="12700">
            <a:solidFill>
              <a:schemeClr val="tx1">
                <a:alpha val="0"/>
              </a:schemeClr>
            </a:solidFill>
            <a:prstDash val="solid"/>
          </a:ln>
        </p:spPr>
        <p:txBody>
          <a:bodyPr/>
          <a:lstStyle/>
          <a:p>
            <a:endParaRPr lang="ja-JP" altLang="en-US"/>
          </a:p>
        </p:txBody>
      </p:sp>
      <p:sp>
        <p:nvSpPr>
          <p:cNvPr id="424" name="Shape 421"/>
          <p:cNvSpPr/>
          <p:nvPr/>
        </p:nvSpPr>
        <p:spPr>
          <a:xfrm>
            <a:off x="11100816" y="1509248"/>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25" name="Shape 422"/>
          <p:cNvSpPr/>
          <p:nvPr/>
        </p:nvSpPr>
        <p:spPr>
          <a:xfrm>
            <a:off x="11265408" y="1509248"/>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26" name="Shape 423"/>
          <p:cNvSpPr/>
          <p:nvPr/>
        </p:nvSpPr>
        <p:spPr>
          <a:xfrm>
            <a:off x="10113264" y="1673840"/>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27" name="Shape 424"/>
          <p:cNvSpPr/>
          <p:nvPr/>
        </p:nvSpPr>
        <p:spPr>
          <a:xfrm>
            <a:off x="10277856" y="1673840"/>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28" name="Shape 425"/>
          <p:cNvSpPr/>
          <p:nvPr/>
        </p:nvSpPr>
        <p:spPr>
          <a:xfrm>
            <a:off x="10442448" y="1673840"/>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29" name="Shape 426"/>
          <p:cNvSpPr/>
          <p:nvPr/>
        </p:nvSpPr>
        <p:spPr>
          <a:xfrm>
            <a:off x="10472075" y="1703467"/>
            <a:ext cx="105339" cy="105339"/>
          </a:xfrm>
          <a:prstGeom prst="rect">
            <a:avLst/>
          </a:prstGeom>
          <a:solidFill>
            <a:schemeClr val="tx1">
              <a:alpha val="75000"/>
            </a:schemeClr>
          </a:solidFill>
          <a:ln w="12700">
            <a:solidFill>
              <a:schemeClr val="tx1">
                <a:alpha val="0"/>
              </a:schemeClr>
            </a:solidFill>
            <a:prstDash val="solid"/>
          </a:ln>
        </p:spPr>
        <p:txBody>
          <a:bodyPr/>
          <a:lstStyle/>
          <a:p>
            <a:endParaRPr lang="ja-JP" altLang="en-US"/>
          </a:p>
        </p:txBody>
      </p:sp>
      <p:sp>
        <p:nvSpPr>
          <p:cNvPr id="430" name="Shape 427"/>
          <p:cNvSpPr/>
          <p:nvPr/>
        </p:nvSpPr>
        <p:spPr>
          <a:xfrm>
            <a:off x="10607040" y="1673840"/>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31" name="Shape 428"/>
          <p:cNvSpPr/>
          <p:nvPr/>
        </p:nvSpPr>
        <p:spPr>
          <a:xfrm>
            <a:off x="10636667" y="1703467"/>
            <a:ext cx="105339" cy="105339"/>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432" name="Shape 429"/>
          <p:cNvSpPr/>
          <p:nvPr/>
        </p:nvSpPr>
        <p:spPr>
          <a:xfrm>
            <a:off x="10771632" y="1673840"/>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33" name="Shape 430"/>
          <p:cNvSpPr/>
          <p:nvPr/>
        </p:nvSpPr>
        <p:spPr>
          <a:xfrm>
            <a:off x="10801259" y="1703467"/>
            <a:ext cx="105339" cy="105339"/>
          </a:xfrm>
          <a:prstGeom prst="rect">
            <a:avLst/>
          </a:prstGeom>
          <a:solidFill>
            <a:schemeClr val="tx1">
              <a:alpha val="81000"/>
            </a:schemeClr>
          </a:solidFill>
          <a:ln w="12700">
            <a:solidFill>
              <a:schemeClr val="tx1">
                <a:alpha val="0"/>
              </a:schemeClr>
            </a:solidFill>
            <a:prstDash val="solid"/>
          </a:ln>
        </p:spPr>
        <p:txBody>
          <a:bodyPr/>
          <a:lstStyle/>
          <a:p>
            <a:endParaRPr lang="ja-JP" altLang="en-US"/>
          </a:p>
        </p:txBody>
      </p:sp>
      <p:sp>
        <p:nvSpPr>
          <p:cNvPr id="434" name="Shape 431"/>
          <p:cNvSpPr/>
          <p:nvPr/>
        </p:nvSpPr>
        <p:spPr>
          <a:xfrm>
            <a:off x="10936224" y="1673840"/>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35" name="Shape 432"/>
          <p:cNvSpPr/>
          <p:nvPr/>
        </p:nvSpPr>
        <p:spPr>
          <a:xfrm>
            <a:off x="10965851" y="1703467"/>
            <a:ext cx="105339" cy="105339"/>
          </a:xfrm>
          <a:prstGeom prst="rect">
            <a:avLst/>
          </a:prstGeom>
          <a:solidFill>
            <a:schemeClr val="tx1">
              <a:alpha val="94000"/>
            </a:schemeClr>
          </a:solidFill>
          <a:ln w="12700">
            <a:solidFill>
              <a:schemeClr val="tx1">
                <a:alpha val="0"/>
              </a:schemeClr>
            </a:solidFill>
            <a:prstDash val="solid"/>
          </a:ln>
        </p:spPr>
        <p:txBody>
          <a:bodyPr/>
          <a:lstStyle/>
          <a:p>
            <a:endParaRPr lang="ja-JP" altLang="en-US"/>
          </a:p>
        </p:txBody>
      </p:sp>
      <p:sp>
        <p:nvSpPr>
          <p:cNvPr id="436" name="Shape 433"/>
          <p:cNvSpPr/>
          <p:nvPr/>
        </p:nvSpPr>
        <p:spPr>
          <a:xfrm>
            <a:off x="11100816" y="1673840"/>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37" name="Shape 434"/>
          <p:cNvSpPr/>
          <p:nvPr/>
        </p:nvSpPr>
        <p:spPr>
          <a:xfrm>
            <a:off x="11265408" y="1673840"/>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38" name="Shape 435"/>
          <p:cNvSpPr/>
          <p:nvPr/>
        </p:nvSpPr>
        <p:spPr>
          <a:xfrm>
            <a:off x="10113264" y="1838432"/>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39" name="Shape 436"/>
          <p:cNvSpPr/>
          <p:nvPr/>
        </p:nvSpPr>
        <p:spPr>
          <a:xfrm>
            <a:off x="10277856" y="1838432"/>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40" name="Shape 437"/>
          <p:cNvSpPr/>
          <p:nvPr/>
        </p:nvSpPr>
        <p:spPr>
          <a:xfrm>
            <a:off x="10442448" y="1838432"/>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41" name="Shape 438"/>
          <p:cNvSpPr/>
          <p:nvPr/>
        </p:nvSpPr>
        <p:spPr>
          <a:xfrm>
            <a:off x="10472075" y="1868059"/>
            <a:ext cx="105339" cy="105339"/>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442" name="Shape 439"/>
          <p:cNvSpPr/>
          <p:nvPr/>
        </p:nvSpPr>
        <p:spPr>
          <a:xfrm>
            <a:off x="10607040" y="1838432"/>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43" name="Shape 440"/>
          <p:cNvSpPr/>
          <p:nvPr/>
        </p:nvSpPr>
        <p:spPr>
          <a:xfrm>
            <a:off x="10636667" y="1868059"/>
            <a:ext cx="105339" cy="105339"/>
          </a:xfrm>
          <a:prstGeom prst="rect">
            <a:avLst/>
          </a:prstGeom>
          <a:solidFill>
            <a:schemeClr val="tx1">
              <a:alpha val="56000"/>
            </a:schemeClr>
          </a:solidFill>
          <a:ln w="12700">
            <a:solidFill>
              <a:schemeClr val="tx1">
                <a:alpha val="0"/>
              </a:schemeClr>
            </a:solidFill>
            <a:prstDash val="solid"/>
          </a:ln>
        </p:spPr>
        <p:txBody>
          <a:bodyPr/>
          <a:lstStyle/>
          <a:p>
            <a:endParaRPr lang="ja-JP" altLang="en-US"/>
          </a:p>
        </p:txBody>
      </p:sp>
      <p:sp>
        <p:nvSpPr>
          <p:cNvPr id="444" name="Shape 441"/>
          <p:cNvSpPr/>
          <p:nvPr/>
        </p:nvSpPr>
        <p:spPr>
          <a:xfrm>
            <a:off x="10771632" y="1838432"/>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45" name="Shape 442"/>
          <p:cNvSpPr/>
          <p:nvPr/>
        </p:nvSpPr>
        <p:spPr>
          <a:xfrm>
            <a:off x="10801259" y="1868059"/>
            <a:ext cx="105339" cy="105339"/>
          </a:xfrm>
          <a:prstGeom prst="rect">
            <a:avLst/>
          </a:prstGeom>
          <a:solidFill>
            <a:schemeClr val="tx1">
              <a:alpha val="6000"/>
            </a:schemeClr>
          </a:solidFill>
          <a:ln w="12700">
            <a:solidFill>
              <a:schemeClr val="tx1">
                <a:alpha val="0"/>
              </a:schemeClr>
            </a:solidFill>
            <a:prstDash val="solid"/>
          </a:ln>
        </p:spPr>
        <p:txBody>
          <a:bodyPr/>
          <a:lstStyle/>
          <a:p>
            <a:endParaRPr lang="ja-JP" altLang="en-US"/>
          </a:p>
        </p:txBody>
      </p:sp>
      <p:sp>
        <p:nvSpPr>
          <p:cNvPr id="446" name="Shape 443"/>
          <p:cNvSpPr/>
          <p:nvPr/>
        </p:nvSpPr>
        <p:spPr>
          <a:xfrm>
            <a:off x="10936224" y="1838432"/>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47" name="Shape 444"/>
          <p:cNvSpPr/>
          <p:nvPr/>
        </p:nvSpPr>
        <p:spPr>
          <a:xfrm>
            <a:off x="10965851" y="1868059"/>
            <a:ext cx="105339" cy="105339"/>
          </a:xfrm>
          <a:prstGeom prst="rect">
            <a:avLst/>
          </a:prstGeom>
          <a:solidFill>
            <a:schemeClr val="tx1">
              <a:alpha val="19000"/>
            </a:schemeClr>
          </a:solidFill>
          <a:ln w="12700">
            <a:solidFill>
              <a:schemeClr val="tx1">
                <a:alpha val="0"/>
              </a:schemeClr>
            </a:solidFill>
            <a:prstDash val="solid"/>
          </a:ln>
        </p:spPr>
        <p:txBody>
          <a:bodyPr/>
          <a:lstStyle/>
          <a:p>
            <a:endParaRPr lang="ja-JP" altLang="en-US"/>
          </a:p>
        </p:txBody>
      </p:sp>
      <p:sp>
        <p:nvSpPr>
          <p:cNvPr id="448" name="Shape 445"/>
          <p:cNvSpPr/>
          <p:nvPr/>
        </p:nvSpPr>
        <p:spPr>
          <a:xfrm>
            <a:off x="11100816" y="1838432"/>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49" name="Shape 446"/>
          <p:cNvSpPr/>
          <p:nvPr/>
        </p:nvSpPr>
        <p:spPr>
          <a:xfrm>
            <a:off x="11265408" y="1838432"/>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50" name="Shape 447"/>
          <p:cNvSpPr/>
          <p:nvPr/>
        </p:nvSpPr>
        <p:spPr>
          <a:xfrm>
            <a:off x="10113264" y="2003024"/>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51" name="Shape 448"/>
          <p:cNvSpPr/>
          <p:nvPr/>
        </p:nvSpPr>
        <p:spPr>
          <a:xfrm>
            <a:off x="10277856" y="2003024"/>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52" name="Shape 449"/>
          <p:cNvSpPr/>
          <p:nvPr/>
        </p:nvSpPr>
        <p:spPr>
          <a:xfrm>
            <a:off x="10307483" y="2032651"/>
            <a:ext cx="105339" cy="105339"/>
          </a:xfrm>
          <a:prstGeom prst="rect">
            <a:avLst/>
          </a:prstGeom>
          <a:solidFill>
            <a:schemeClr val="tx1">
              <a:alpha val="25000"/>
            </a:schemeClr>
          </a:solidFill>
          <a:ln w="12700">
            <a:solidFill>
              <a:schemeClr val="tx1">
                <a:alpha val="0"/>
              </a:schemeClr>
            </a:solidFill>
            <a:prstDash val="solid"/>
          </a:ln>
        </p:spPr>
        <p:txBody>
          <a:bodyPr/>
          <a:lstStyle/>
          <a:p>
            <a:endParaRPr lang="ja-JP" altLang="en-US"/>
          </a:p>
        </p:txBody>
      </p:sp>
      <p:sp>
        <p:nvSpPr>
          <p:cNvPr id="453" name="Shape 450"/>
          <p:cNvSpPr/>
          <p:nvPr/>
        </p:nvSpPr>
        <p:spPr>
          <a:xfrm>
            <a:off x="10442448" y="2003024"/>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54" name="Shape 451"/>
          <p:cNvSpPr/>
          <p:nvPr/>
        </p:nvSpPr>
        <p:spPr>
          <a:xfrm>
            <a:off x="10472075" y="2032651"/>
            <a:ext cx="105339" cy="105339"/>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455" name="Shape 452"/>
          <p:cNvSpPr/>
          <p:nvPr/>
        </p:nvSpPr>
        <p:spPr>
          <a:xfrm>
            <a:off x="10607040" y="2003024"/>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56" name="Shape 453"/>
          <p:cNvSpPr/>
          <p:nvPr/>
        </p:nvSpPr>
        <p:spPr>
          <a:xfrm>
            <a:off x="10636667" y="2032651"/>
            <a:ext cx="105339" cy="105339"/>
          </a:xfrm>
          <a:prstGeom prst="rect">
            <a:avLst/>
          </a:prstGeom>
          <a:solidFill>
            <a:schemeClr val="tx1">
              <a:alpha val="37000"/>
            </a:schemeClr>
          </a:solidFill>
          <a:ln w="12700">
            <a:solidFill>
              <a:schemeClr val="tx1">
                <a:alpha val="0"/>
              </a:schemeClr>
            </a:solidFill>
            <a:prstDash val="solid"/>
          </a:ln>
        </p:spPr>
        <p:txBody>
          <a:bodyPr/>
          <a:lstStyle/>
          <a:p>
            <a:endParaRPr lang="ja-JP" altLang="en-US"/>
          </a:p>
        </p:txBody>
      </p:sp>
      <p:sp>
        <p:nvSpPr>
          <p:cNvPr id="457" name="Shape 454"/>
          <p:cNvSpPr/>
          <p:nvPr/>
        </p:nvSpPr>
        <p:spPr>
          <a:xfrm>
            <a:off x="10771632" y="2003024"/>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58" name="Shape 455"/>
          <p:cNvSpPr/>
          <p:nvPr/>
        </p:nvSpPr>
        <p:spPr>
          <a:xfrm>
            <a:off x="10801259" y="2032651"/>
            <a:ext cx="105339" cy="105339"/>
          </a:xfrm>
          <a:prstGeom prst="rect">
            <a:avLst/>
          </a:prstGeom>
          <a:solidFill>
            <a:schemeClr val="tx1">
              <a:alpha val="87000"/>
            </a:schemeClr>
          </a:solidFill>
          <a:ln w="12700">
            <a:solidFill>
              <a:schemeClr val="tx1">
                <a:alpha val="0"/>
              </a:schemeClr>
            </a:solidFill>
            <a:prstDash val="solid"/>
          </a:ln>
        </p:spPr>
        <p:txBody>
          <a:bodyPr/>
          <a:lstStyle/>
          <a:p>
            <a:endParaRPr lang="ja-JP" altLang="en-US"/>
          </a:p>
        </p:txBody>
      </p:sp>
      <p:sp>
        <p:nvSpPr>
          <p:cNvPr id="459" name="Shape 456"/>
          <p:cNvSpPr/>
          <p:nvPr/>
        </p:nvSpPr>
        <p:spPr>
          <a:xfrm>
            <a:off x="10936224" y="2003024"/>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60" name="Shape 457"/>
          <p:cNvSpPr/>
          <p:nvPr/>
        </p:nvSpPr>
        <p:spPr>
          <a:xfrm>
            <a:off x="10965851" y="2032651"/>
            <a:ext cx="105339" cy="105339"/>
          </a:xfrm>
          <a:prstGeom prst="rect">
            <a:avLst/>
          </a:prstGeom>
          <a:solidFill>
            <a:schemeClr val="tx1">
              <a:alpha val="56000"/>
            </a:schemeClr>
          </a:solidFill>
          <a:ln w="12700">
            <a:solidFill>
              <a:schemeClr val="tx1">
                <a:alpha val="0"/>
              </a:schemeClr>
            </a:solidFill>
            <a:prstDash val="solid"/>
          </a:ln>
        </p:spPr>
        <p:txBody>
          <a:bodyPr/>
          <a:lstStyle/>
          <a:p>
            <a:endParaRPr lang="ja-JP" altLang="en-US"/>
          </a:p>
        </p:txBody>
      </p:sp>
      <p:sp>
        <p:nvSpPr>
          <p:cNvPr id="461" name="Shape 458"/>
          <p:cNvSpPr/>
          <p:nvPr/>
        </p:nvSpPr>
        <p:spPr>
          <a:xfrm>
            <a:off x="11100816" y="2003024"/>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62" name="Shape 459"/>
          <p:cNvSpPr/>
          <p:nvPr/>
        </p:nvSpPr>
        <p:spPr>
          <a:xfrm>
            <a:off x="11130443" y="2032651"/>
            <a:ext cx="105339" cy="105339"/>
          </a:xfrm>
          <a:prstGeom prst="rect">
            <a:avLst/>
          </a:prstGeom>
          <a:solidFill>
            <a:schemeClr val="tx1">
              <a:alpha val="6000"/>
            </a:schemeClr>
          </a:solidFill>
          <a:ln w="12700">
            <a:solidFill>
              <a:schemeClr val="tx1">
                <a:alpha val="0"/>
              </a:schemeClr>
            </a:solidFill>
            <a:prstDash val="solid"/>
          </a:ln>
        </p:spPr>
        <p:txBody>
          <a:bodyPr/>
          <a:lstStyle/>
          <a:p>
            <a:endParaRPr lang="ja-JP" altLang="en-US"/>
          </a:p>
        </p:txBody>
      </p:sp>
      <p:sp>
        <p:nvSpPr>
          <p:cNvPr id="463" name="Shape 460"/>
          <p:cNvSpPr/>
          <p:nvPr/>
        </p:nvSpPr>
        <p:spPr>
          <a:xfrm>
            <a:off x="11265408" y="2003024"/>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64" name="Shape 461"/>
          <p:cNvSpPr/>
          <p:nvPr/>
        </p:nvSpPr>
        <p:spPr>
          <a:xfrm>
            <a:off x="10113264" y="2167616"/>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65" name="Shape 462"/>
          <p:cNvSpPr/>
          <p:nvPr/>
        </p:nvSpPr>
        <p:spPr>
          <a:xfrm>
            <a:off x="10277856" y="2167616"/>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66" name="Shape 463"/>
          <p:cNvSpPr/>
          <p:nvPr/>
        </p:nvSpPr>
        <p:spPr>
          <a:xfrm>
            <a:off x="10307483" y="2197243"/>
            <a:ext cx="105339" cy="105339"/>
          </a:xfrm>
          <a:prstGeom prst="rect">
            <a:avLst/>
          </a:prstGeom>
          <a:solidFill>
            <a:schemeClr val="tx1">
              <a:alpha val="44000"/>
            </a:schemeClr>
          </a:solidFill>
          <a:ln w="12700">
            <a:solidFill>
              <a:schemeClr val="tx1">
                <a:alpha val="0"/>
              </a:schemeClr>
            </a:solidFill>
            <a:prstDash val="solid"/>
          </a:ln>
        </p:spPr>
        <p:txBody>
          <a:bodyPr/>
          <a:lstStyle/>
          <a:p>
            <a:endParaRPr lang="ja-JP" altLang="en-US"/>
          </a:p>
        </p:txBody>
      </p:sp>
      <p:sp>
        <p:nvSpPr>
          <p:cNvPr id="467" name="Shape 464"/>
          <p:cNvSpPr/>
          <p:nvPr/>
        </p:nvSpPr>
        <p:spPr>
          <a:xfrm>
            <a:off x="10442448" y="2167616"/>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68" name="Shape 465"/>
          <p:cNvSpPr/>
          <p:nvPr/>
        </p:nvSpPr>
        <p:spPr>
          <a:xfrm>
            <a:off x="10472075" y="2197243"/>
            <a:ext cx="105339" cy="105339"/>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469" name="Shape 466"/>
          <p:cNvSpPr/>
          <p:nvPr/>
        </p:nvSpPr>
        <p:spPr>
          <a:xfrm>
            <a:off x="10607040" y="2167616"/>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470" name="Shape 467"/>
          <p:cNvSpPr/>
          <p:nvPr/>
        </p:nvSpPr>
        <p:spPr>
          <a:xfrm>
            <a:off x="10771632" y="2167616"/>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471" name="Shape 468"/>
          <p:cNvSpPr/>
          <p:nvPr/>
        </p:nvSpPr>
        <p:spPr>
          <a:xfrm>
            <a:off x="10936224" y="2167616"/>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472" name="Shape 469"/>
          <p:cNvSpPr/>
          <p:nvPr/>
        </p:nvSpPr>
        <p:spPr>
          <a:xfrm>
            <a:off x="11100816" y="2167616"/>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473" name="Shape 470"/>
          <p:cNvSpPr/>
          <p:nvPr/>
        </p:nvSpPr>
        <p:spPr>
          <a:xfrm>
            <a:off x="11265408" y="2167616"/>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474" name="Shape 471"/>
          <p:cNvSpPr/>
          <p:nvPr/>
        </p:nvSpPr>
        <p:spPr>
          <a:xfrm>
            <a:off x="10113264" y="2332208"/>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75" name="Shape 472"/>
          <p:cNvSpPr/>
          <p:nvPr/>
        </p:nvSpPr>
        <p:spPr>
          <a:xfrm>
            <a:off x="10277856" y="2332208"/>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76" name="Shape 473"/>
          <p:cNvSpPr/>
          <p:nvPr/>
        </p:nvSpPr>
        <p:spPr>
          <a:xfrm>
            <a:off x="10307483" y="2361835"/>
            <a:ext cx="105339" cy="105339"/>
          </a:xfrm>
          <a:prstGeom prst="rect">
            <a:avLst/>
          </a:prstGeom>
          <a:solidFill>
            <a:schemeClr val="tx1">
              <a:alpha val="6000"/>
            </a:schemeClr>
          </a:solidFill>
          <a:ln w="12700">
            <a:solidFill>
              <a:schemeClr val="tx1">
                <a:alpha val="0"/>
              </a:schemeClr>
            </a:solidFill>
            <a:prstDash val="solid"/>
          </a:ln>
        </p:spPr>
        <p:txBody>
          <a:bodyPr/>
          <a:lstStyle/>
          <a:p>
            <a:endParaRPr lang="ja-JP" altLang="en-US"/>
          </a:p>
        </p:txBody>
      </p:sp>
      <p:sp>
        <p:nvSpPr>
          <p:cNvPr id="477" name="Shape 474"/>
          <p:cNvSpPr/>
          <p:nvPr/>
        </p:nvSpPr>
        <p:spPr>
          <a:xfrm>
            <a:off x="10442448" y="2332208"/>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78" name="Shape 475"/>
          <p:cNvSpPr/>
          <p:nvPr/>
        </p:nvSpPr>
        <p:spPr>
          <a:xfrm>
            <a:off x="10472075" y="2361835"/>
            <a:ext cx="105339" cy="105339"/>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479" name="Shape 476"/>
          <p:cNvSpPr/>
          <p:nvPr/>
        </p:nvSpPr>
        <p:spPr>
          <a:xfrm>
            <a:off x="10607040" y="2332208"/>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480" name="Shape 477"/>
          <p:cNvSpPr/>
          <p:nvPr/>
        </p:nvSpPr>
        <p:spPr>
          <a:xfrm>
            <a:off x="10771632" y="2332208"/>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481" name="Shape 478"/>
          <p:cNvSpPr/>
          <p:nvPr/>
        </p:nvSpPr>
        <p:spPr>
          <a:xfrm>
            <a:off x="10936224" y="2332208"/>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482" name="Shape 479"/>
          <p:cNvSpPr/>
          <p:nvPr/>
        </p:nvSpPr>
        <p:spPr>
          <a:xfrm>
            <a:off x="11100816" y="2332208"/>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483" name="Shape 480"/>
          <p:cNvSpPr/>
          <p:nvPr/>
        </p:nvSpPr>
        <p:spPr>
          <a:xfrm>
            <a:off x="11265408" y="2332208"/>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484" name="Shape 481"/>
          <p:cNvSpPr/>
          <p:nvPr/>
        </p:nvSpPr>
        <p:spPr>
          <a:xfrm>
            <a:off x="10113264" y="2496800"/>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85" name="Shape 482"/>
          <p:cNvSpPr/>
          <p:nvPr/>
        </p:nvSpPr>
        <p:spPr>
          <a:xfrm>
            <a:off x="10277856" y="2496800"/>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86" name="Shape 483"/>
          <p:cNvSpPr/>
          <p:nvPr/>
        </p:nvSpPr>
        <p:spPr>
          <a:xfrm>
            <a:off x="10442448" y="2496800"/>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87" name="Shape 484"/>
          <p:cNvSpPr/>
          <p:nvPr/>
        </p:nvSpPr>
        <p:spPr>
          <a:xfrm>
            <a:off x="10472075" y="2526427"/>
            <a:ext cx="105339" cy="105339"/>
          </a:xfrm>
          <a:prstGeom prst="rect">
            <a:avLst/>
          </a:prstGeom>
          <a:solidFill>
            <a:schemeClr val="tx1">
              <a:alpha val="75000"/>
            </a:schemeClr>
          </a:solidFill>
          <a:ln w="12700">
            <a:solidFill>
              <a:schemeClr val="tx1">
                <a:alpha val="0"/>
              </a:schemeClr>
            </a:solidFill>
            <a:prstDash val="solid"/>
          </a:ln>
        </p:spPr>
        <p:txBody>
          <a:bodyPr/>
          <a:lstStyle/>
          <a:p>
            <a:endParaRPr lang="ja-JP" altLang="en-US"/>
          </a:p>
        </p:txBody>
      </p:sp>
      <p:sp>
        <p:nvSpPr>
          <p:cNvPr id="488" name="Shape 485"/>
          <p:cNvSpPr/>
          <p:nvPr/>
        </p:nvSpPr>
        <p:spPr>
          <a:xfrm>
            <a:off x="10607040" y="2496800"/>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489" name="Shape 486"/>
          <p:cNvSpPr/>
          <p:nvPr/>
        </p:nvSpPr>
        <p:spPr>
          <a:xfrm>
            <a:off x="10771632" y="2496800"/>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490" name="Shape 487"/>
          <p:cNvSpPr/>
          <p:nvPr/>
        </p:nvSpPr>
        <p:spPr>
          <a:xfrm>
            <a:off x="10936224" y="2496800"/>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491" name="Shape 488"/>
          <p:cNvSpPr/>
          <p:nvPr/>
        </p:nvSpPr>
        <p:spPr>
          <a:xfrm>
            <a:off x="11100816" y="2496800"/>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492" name="Shape 489"/>
          <p:cNvSpPr/>
          <p:nvPr/>
        </p:nvSpPr>
        <p:spPr>
          <a:xfrm>
            <a:off x="11265408" y="2496800"/>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493" name="Shape 490"/>
          <p:cNvSpPr/>
          <p:nvPr/>
        </p:nvSpPr>
        <p:spPr>
          <a:xfrm>
            <a:off x="10113264" y="2661392"/>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94" name="Shape 491"/>
          <p:cNvSpPr/>
          <p:nvPr/>
        </p:nvSpPr>
        <p:spPr>
          <a:xfrm>
            <a:off x="10277856" y="2661392"/>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95" name="Shape 492"/>
          <p:cNvSpPr/>
          <p:nvPr/>
        </p:nvSpPr>
        <p:spPr>
          <a:xfrm>
            <a:off x="10442448" y="2661392"/>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96" name="Shape 493"/>
          <p:cNvSpPr/>
          <p:nvPr/>
        </p:nvSpPr>
        <p:spPr>
          <a:xfrm>
            <a:off x="10472075" y="2691019"/>
            <a:ext cx="105339" cy="105339"/>
          </a:xfrm>
          <a:prstGeom prst="rect">
            <a:avLst/>
          </a:prstGeom>
          <a:solidFill>
            <a:schemeClr val="tx1">
              <a:alpha val="12000"/>
            </a:schemeClr>
          </a:solidFill>
          <a:ln w="12700">
            <a:solidFill>
              <a:schemeClr val="tx1">
                <a:alpha val="0"/>
              </a:schemeClr>
            </a:solidFill>
            <a:prstDash val="solid"/>
          </a:ln>
        </p:spPr>
        <p:txBody>
          <a:bodyPr/>
          <a:lstStyle/>
          <a:p>
            <a:endParaRPr lang="ja-JP" altLang="en-US"/>
          </a:p>
        </p:txBody>
      </p:sp>
      <p:sp>
        <p:nvSpPr>
          <p:cNvPr id="497" name="Shape 494"/>
          <p:cNvSpPr/>
          <p:nvPr/>
        </p:nvSpPr>
        <p:spPr>
          <a:xfrm>
            <a:off x="10607040" y="2661392"/>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498" name="Shape 495"/>
          <p:cNvSpPr/>
          <p:nvPr/>
        </p:nvSpPr>
        <p:spPr>
          <a:xfrm>
            <a:off x="10771632" y="2661392"/>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499" name="Shape 496"/>
          <p:cNvSpPr/>
          <p:nvPr/>
        </p:nvSpPr>
        <p:spPr>
          <a:xfrm>
            <a:off x="10936224" y="2661392"/>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500" name="Shape 497"/>
          <p:cNvSpPr/>
          <p:nvPr/>
        </p:nvSpPr>
        <p:spPr>
          <a:xfrm>
            <a:off x="11100816" y="2661392"/>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501" name="Shape 498"/>
          <p:cNvSpPr/>
          <p:nvPr/>
        </p:nvSpPr>
        <p:spPr>
          <a:xfrm>
            <a:off x="11265408" y="2661392"/>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502" name="Text 499"/>
          <p:cNvSpPr txBox="1"/>
          <p:nvPr/>
        </p:nvSpPr>
        <p:spPr>
          <a:xfrm>
            <a:off x="10021824" y="2880848"/>
            <a:ext cx="1508760" cy="274320"/>
          </a:xfrm>
          <a:prstGeom prst="rect">
            <a:avLst/>
          </a:prstGeom>
          <a:noFill/>
          <a:ln/>
        </p:spPr>
        <p:txBody>
          <a:bodyPr wrap="square" lIns="0" tIns="0" rIns="0" bIns="0" rtlCol="0" anchor="t"/>
          <a:lstStyle/>
          <a:p>
            <a:pPr marL="0" indent="0" algn="ctr">
              <a:buNone/>
            </a:pPr>
            <a:r>
              <a:rPr lang="en-US" sz="1200" dirty="0">
                <a:solidFill>
                  <a:schemeClr val="tx2"/>
                </a:solidFill>
              </a:rPr>
              <a:t>Cを隠す</a:t>
            </a:r>
            <a:endParaRPr lang="en-US" sz="1200" dirty="0"/>
          </a:p>
        </p:txBody>
      </p:sp>
      <p:graphicFrame>
        <p:nvGraphicFramePr>
          <p:cNvPr id="3" name="Table 0"/>
          <p:cNvGraphicFramePr>
            <a:graphicFrameLocks noGrp="1"/>
          </p:cNvGraphicFramePr>
          <p:nvPr>
            <p:extLst>
              <p:ext uri="{D42A27DB-BD31-4B8C-83A1-F6EECF244321}">
                <p14:modId xmlns:p14="http://schemas.microsoft.com/office/powerpoint/2010/main" val="364227525"/>
              </p:ext>
            </p:extLst>
          </p:nvPr>
        </p:nvGraphicFramePr>
        <p:xfrm>
          <a:off x="5385128" y="3590250"/>
          <a:ext cx="6217920" cy="2194560"/>
        </p:xfrm>
        <a:graphic>
          <a:graphicData uri="http://schemas.openxmlformats.org/drawingml/2006/table">
            <a:tbl>
              <a:tblPr/>
              <a:tblGrid>
                <a:gridCol w="1828800">
                  <a:extLst>
                    <a:ext uri="{9D8B030D-6E8A-4147-A177-3AD203B41FA5}">
                      <a16:colId xmlns:a16="http://schemas.microsoft.com/office/drawing/2014/main" val="20000"/>
                    </a:ext>
                  </a:extLst>
                </a:gridCol>
                <a:gridCol w="914400">
                  <a:extLst>
                    <a:ext uri="{9D8B030D-6E8A-4147-A177-3AD203B41FA5}">
                      <a16:colId xmlns:a16="http://schemas.microsoft.com/office/drawing/2014/main" val="20001"/>
                    </a:ext>
                  </a:extLst>
                </a:gridCol>
                <a:gridCol w="914400">
                  <a:extLst>
                    <a:ext uri="{9D8B030D-6E8A-4147-A177-3AD203B41FA5}">
                      <a16:colId xmlns:a16="http://schemas.microsoft.com/office/drawing/2014/main" val="20002"/>
                    </a:ext>
                  </a:extLst>
                </a:gridCol>
                <a:gridCol w="914400">
                  <a:extLst>
                    <a:ext uri="{9D8B030D-6E8A-4147-A177-3AD203B41FA5}">
                      <a16:colId xmlns:a16="http://schemas.microsoft.com/office/drawing/2014/main" val="20003"/>
                    </a:ext>
                  </a:extLst>
                </a:gridCol>
                <a:gridCol w="1645920">
                  <a:extLst>
                    <a:ext uri="{9D8B030D-6E8A-4147-A177-3AD203B41FA5}">
                      <a16:colId xmlns:a16="http://schemas.microsoft.com/office/drawing/2014/main" val="20004"/>
                    </a:ext>
                  </a:extLst>
                </a:gridCol>
              </a:tblGrid>
              <a:tr h="438912">
                <a:tc>
                  <a:txBody>
                    <a:bodyPr/>
                    <a:lstStyle/>
                    <a:p>
                      <a:pPr marL="0" indent="0" algn="ctr">
                        <a:buNone/>
                      </a:pPr>
                      <a:r>
                        <a:rPr lang="en-US" sz="1500" b="1" dirty="0">
                          <a:solidFill>
                            <a:schemeClr val="bg1"/>
                          </a:solidFill>
                        </a:rPr>
                        <a:t>摂動画像</a:t>
                      </a:r>
                      <a:endParaRPr lang="en-US" sz="1500" dirty="0"/>
                    </a:p>
                  </a:txBody>
                  <a:tcPr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1"/>
                    </a:solidFill>
                  </a:tcPr>
                </a:tc>
                <a:tc>
                  <a:txBody>
                    <a:bodyPr/>
                    <a:lstStyle/>
                    <a:p>
                      <a:pPr marL="0" indent="0" algn="ctr">
                        <a:buNone/>
                      </a:pPr>
                      <a:r>
                        <a:rPr lang="en-US" sz="1500" b="1" dirty="0">
                          <a:solidFill>
                            <a:schemeClr val="bg1"/>
                          </a:solidFill>
                        </a:rPr>
                        <a:t>A</a:t>
                      </a:r>
                      <a:endParaRPr lang="en-US" sz="1500" dirty="0"/>
                    </a:p>
                  </a:txBody>
                  <a:tcPr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1"/>
                    </a:solidFill>
                  </a:tcPr>
                </a:tc>
                <a:tc>
                  <a:txBody>
                    <a:bodyPr/>
                    <a:lstStyle/>
                    <a:p>
                      <a:pPr marL="0" indent="0" algn="ctr">
                        <a:buNone/>
                      </a:pPr>
                      <a:r>
                        <a:rPr lang="en-US" sz="1500" b="1" dirty="0">
                          <a:solidFill>
                            <a:schemeClr val="bg1"/>
                          </a:solidFill>
                        </a:rPr>
                        <a:t>B</a:t>
                      </a:r>
                      <a:endParaRPr lang="en-US" sz="1500" dirty="0"/>
                    </a:p>
                  </a:txBody>
                  <a:tcPr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1"/>
                    </a:solidFill>
                  </a:tcPr>
                </a:tc>
                <a:tc>
                  <a:txBody>
                    <a:bodyPr/>
                    <a:lstStyle/>
                    <a:p>
                      <a:pPr marL="0" indent="0" algn="ctr">
                        <a:buNone/>
                      </a:pPr>
                      <a:r>
                        <a:rPr lang="en-US" sz="1500" b="1" dirty="0">
                          <a:solidFill>
                            <a:schemeClr val="bg1"/>
                          </a:solidFill>
                        </a:rPr>
                        <a:t>C</a:t>
                      </a:r>
                      <a:endParaRPr lang="en-US" sz="1500" dirty="0"/>
                    </a:p>
                  </a:txBody>
                  <a:tcPr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1"/>
                    </a:solidFill>
                  </a:tcPr>
                </a:tc>
                <a:tc>
                  <a:txBody>
                    <a:bodyPr/>
                    <a:lstStyle/>
                    <a:p>
                      <a:pPr marL="0" indent="0" algn="ctr">
                        <a:buNone/>
                      </a:pPr>
                      <a:r>
                        <a:rPr lang="en-US" sz="1500" b="1" dirty="0">
                          <a:solidFill>
                            <a:schemeClr val="bg1"/>
                          </a:solidFill>
                        </a:rPr>
                        <a:t>6の確率</a:t>
                      </a:r>
                      <a:endParaRPr lang="en-US" sz="1500" dirty="0"/>
                    </a:p>
                  </a:txBody>
                  <a:tcPr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438912">
                <a:tc>
                  <a:txBody>
                    <a:bodyPr/>
                    <a:lstStyle/>
                    <a:p>
                      <a:pPr marL="0" indent="0" algn="ctr">
                        <a:buNone/>
                      </a:pPr>
                      <a:r>
                        <a:rPr lang="en-US" sz="1500" dirty="0">
                          <a:solidFill>
                            <a:schemeClr val="tx1"/>
                          </a:solidFill>
                        </a:rPr>
                        <a:t>元画像</a:t>
                      </a:r>
                      <a:endParaRPr lang="en-US" sz="1500" dirty="0"/>
                    </a:p>
                  </a:txBody>
                  <a:tcPr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r>
                        <a:rPr lang="en-US" sz="1500" dirty="0">
                          <a:solidFill>
                            <a:schemeClr val="tx1"/>
                          </a:solidFill>
                        </a:rPr>
                        <a:t>1</a:t>
                      </a:r>
                      <a:endParaRPr lang="en-US" sz="1500" dirty="0"/>
                    </a:p>
                  </a:txBody>
                  <a:tcPr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r>
                        <a:rPr lang="en-US" sz="1500" dirty="0">
                          <a:solidFill>
                            <a:schemeClr val="tx1"/>
                          </a:solidFill>
                        </a:rPr>
                        <a:t>1</a:t>
                      </a:r>
                      <a:endParaRPr lang="en-US" sz="1500" dirty="0"/>
                    </a:p>
                  </a:txBody>
                  <a:tcPr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r>
                        <a:rPr lang="en-US" sz="1500" dirty="0">
                          <a:solidFill>
                            <a:schemeClr val="tx1"/>
                          </a:solidFill>
                        </a:rPr>
                        <a:t>1</a:t>
                      </a:r>
                      <a:endParaRPr lang="en-US" sz="1500" dirty="0"/>
                    </a:p>
                  </a:txBody>
                  <a:tcPr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r>
                        <a:rPr lang="en-US" sz="1500" b="1" dirty="0">
                          <a:solidFill>
                            <a:schemeClr val="accent1"/>
                          </a:solidFill>
                        </a:rPr>
                        <a:t>0.50</a:t>
                      </a:r>
                      <a:endParaRPr lang="en-US" sz="1500" dirty="0"/>
                    </a:p>
                  </a:txBody>
                  <a:tcPr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1"/>
                  </a:ext>
                </a:extLst>
              </a:tr>
              <a:tr h="438912">
                <a:tc>
                  <a:txBody>
                    <a:bodyPr/>
                    <a:lstStyle/>
                    <a:p>
                      <a:pPr marL="0" indent="0" algn="ctr">
                        <a:buNone/>
                      </a:pPr>
                      <a:r>
                        <a:rPr lang="en-US" sz="1500" dirty="0">
                          <a:solidFill>
                            <a:schemeClr val="tx1"/>
                          </a:solidFill>
                        </a:rPr>
                        <a:t>Aを隠す</a:t>
                      </a:r>
                      <a:endParaRPr lang="en-US" sz="1500" dirty="0"/>
                    </a:p>
                  </a:txBody>
                  <a:tcPr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lgn="ctr">
                        <a:buNone/>
                      </a:pPr>
                      <a:r>
                        <a:rPr lang="en-US" sz="1500" dirty="0">
                          <a:solidFill>
                            <a:schemeClr val="tx1"/>
                          </a:solidFill>
                        </a:rPr>
                        <a:t>0</a:t>
                      </a:r>
                      <a:endParaRPr lang="en-US" sz="1500" dirty="0"/>
                    </a:p>
                  </a:txBody>
                  <a:tcPr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lgn="ctr">
                        <a:buNone/>
                      </a:pPr>
                      <a:r>
                        <a:rPr lang="en-US" sz="1500" dirty="0">
                          <a:solidFill>
                            <a:schemeClr val="tx1"/>
                          </a:solidFill>
                        </a:rPr>
                        <a:t>1</a:t>
                      </a:r>
                      <a:endParaRPr lang="en-US" sz="1500" dirty="0"/>
                    </a:p>
                  </a:txBody>
                  <a:tcPr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lgn="ctr">
                        <a:buNone/>
                      </a:pPr>
                      <a:r>
                        <a:rPr lang="en-US" sz="1500" dirty="0">
                          <a:solidFill>
                            <a:schemeClr val="tx1"/>
                          </a:solidFill>
                        </a:rPr>
                        <a:t>1</a:t>
                      </a:r>
                      <a:endParaRPr lang="en-US" sz="1500" dirty="0"/>
                    </a:p>
                  </a:txBody>
                  <a:tcPr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lgn="ctr">
                        <a:buNone/>
                      </a:pPr>
                      <a:r>
                        <a:rPr lang="en-US" sz="1500" b="1" dirty="0">
                          <a:solidFill>
                            <a:schemeClr val="accent1"/>
                          </a:solidFill>
                        </a:rPr>
                        <a:t>0.20</a:t>
                      </a:r>
                      <a:endParaRPr lang="en-US" sz="1500" dirty="0"/>
                    </a:p>
                  </a:txBody>
                  <a:tcPr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r h="438912">
                <a:tc>
                  <a:txBody>
                    <a:bodyPr/>
                    <a:lstStyle/>
                    <a:p>
                      <a:pPr marL="0" indent="0" algn="ctr">
                        <a:buNone/>
                      </a:pPr>
                      <a:r>
                        <a:rPr lang="en-US" sz="1500" dirty="0">
                          <a:solidFill>
                            <a:schemeClr val="tx1"/>
                          </a:solidFill>
                        </a:rPr>
                        <a:t>Bを隠す</a:t>
                      </a:r>
                      <a:endParaRPr lang="en-US" sz="1500" dirty="0"/>
                    </a:p>
                  </a:txBody>
                  <a:tcPr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r>
                        <a:rPr lang="en-US" sz="1500" dirty="0">
                          <a:solidFill>
                            <a:schemeClr val="tx1"/>
                          </a:solidFill>
                        </a:rPr>
                        <a:t>1</a:t>
                      </a:r>
                      <a:endParaRPr lang="en-US" sz="1500" dirty="0"/>
                    </a:p>
                  </a:txBody>
                  <a:tcPr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r>
                        <a:rPr lang="en-US" sz="1500" dirty="0">
                          <a:solidFill>
                            <a:schemeClr val="tx1"/>
                          </a:solidFill>
                        </a:rPr>
                        <a:t>0</a:t>
                      </a:r>
                      <a:endParaRPr lang="en-US" sz="1500" dirty="0"/>
                    </a:p>
                  </a:txBody>
                  <a:tcPr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r>
                        <a:rPr lang="en-US" sz="1500" dirty="0">
                          <a:solidFill>
                            <a:schemeClr val="tx1"/>
                          </a:solidFill>
                        </a:rPr>
                        <a:t>1</a:t>
                      </a:r>
                      <a:endParaRPr lang="en-US" sz="1500" dirty="0"/>
                    </a:p>
                  </a:txBody>
                  <a:tcPr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r>
                        <a:rPr lang="en-US" sz="1500" b="1" dirty="0">
                          <a:solidFill>
                            <a:schemeClr val="accent1"/>
                          </a:solidFill>
                        </a:rPr>
                        <a:t>0.80</a:t>
                      </a:r>
                      <a:endParaRPr lang="en-US" sz="1500" dirty="0"/>
                    </a:p>
                  </a:txBody>
                  <a:tcPr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3"/>
                  </a:ext>
                </a:extLst>
              </a:tr>
              <a:tr h="438912">
                <a:tc>
                  <a:txBody>
                    <a:bodyPr/>
                    <a:lstStyle/>
                    <a:p>
                      <a:pPr marL="0" indent="0" algn="ctr">
                        <a:buNone/>
                      </a:pPr>
                      <a:r>
                        <a:rPr lang="en-US" sz="1500" dirty="0">
                          <a:solidFill>
                            <a:schemeClr val="tx1"/>
                          </a:solidFill>
                        </a:rPr>
                        <a:t>Cを隠す</a:t>
                      </a:r>
                      <a:endParaRPr lang="en-US" sz="1500" dirty="0"/>
                    </a:p>
                  </a:txBody>
                  <a:tcPr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lgn="ctr">
                        <a:buNone/>
                      </a:pPr>
                      <a:r>
                        <a:rPr lang="en-US" sz="1500" dirty="0">
                          <a:solidFill>
                            <a:schemeClr val="tx1"/>
                          </a:solidFill>
                        </a:rPr>
                        <a:t>1</a:t>
                      </a:r>
                      <a:endParaRPr lang="en-US" sz="1500" dirty="0"/>
                    </a:p>
                  </a:txBody>
                  <a:tcPr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lgn="ctr">
                        <a:buNone/>
                      </a:pPr>
                      <a:r>
                        <a:rPr lang="en-US" sz="1500" dirty="0">
                          <a:solidFill>
                            <a:schemeClr val="tx1"/>
                          </a:solidFill>
                        </a:rPr>
                        <a:t>1</a:t>
                      </a:r>
                      <a:endParaRPr lang="en-US" sz="1500" dirty="0"/>
                    </a:p>
                  </a:txBody>
                  <a:tcPr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lgn="ctr">
                        <a:buNone/>
                      </a:pPr>
                      <a:r>
                        <a:rPr lang="en-US" sz="1500" dirty="0">
                          <a:solidFill>
                            <a:schemeClr val="tx1"/>
                          </a:solidFill>
                        </a:rPr>
                        <a:t>0</a:t>
                      </a:r>
                      <a:endParaRPr lang="en-US" sz="1500" dirty="0"/>
                    </a:p>
                  </a:txBody>
                  <a:tcPr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lgn="ctr">
                        <a:buNone/>
                      </a:pPr>
                      <a:r>
                        <a:rPr lang="en-US" sz="1500" b="1" dirty="0">
                          <a:solidFill>
                            <a:schemeClr val="accent1"/>
                          </a:solidFill>
                        </a:rPr>
                        <a:t>0.40</a:t>
                      </a:r>
                      <a:endParaRPr lang="en-US" sz="1500" dirty="0"/>
                    </a:p>
                  </a:txBody>
                  <a:tcPr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extLst>
                  <a:ext uri="{0D108BD9-81ED-4DB2-BD59-A6C34878D82A}">
                    <a16:rowId xmlns:a16="http://schemas.microsoft.com/office/drawing/2014/main" val="10004"/>
                  </a:ext>
                </a:extLst>
              </a:tr>
            </a:tbl>
          </a:graphicData>
        </a:graphic>
      </p:graphicFrame>
      <p:sp>
        <p:nvSpPr>
          <p:cNvPr id="504" name="Text 500"/>
          <p:cNvSpPr txBox="1"/>
          <p:nvPr/>
        </p:nvSpPr>
        <p:spPr>
          <a:xfrm>
            <a:off x="5385128" y="5876250"/>
            <a:ext cx="6217920" cy="274320"/>
          </a:xfrm>
          <a:prstGeom prst="rect">
            <a:avLst/>
          </a:prstGeom>
          <a:noFill/>
          <a:ln/>
        </p:spPr>
        <p:txBody>
          <a:bodyPr wrap="square" lIns="0" tIns="0" rIns="0" bIns="0" rtlCol="0" anchor="t"/>
          <a:lstStyle/>
          <a:p>
            <a:pPr marL="0" indent="0">
              <a:buNone/>
            </a:pPr>
            <a:r>
              <a:rPr lang="en-US" sz="1100" dirty="0">
                <a:solidFill>
                  <a:schemeClr val="tx2"/>
                </a:solidFill>
              </a:rPr>
              <a:t>1 = </a:t>
            </a:r>
            <a:r>
              <a:rPr lang="en-US" sz="1100" dirty="0" err="1">
                <a:solidFill>
                  <a:schemeClr val="tx2"/>
                </a:solidFill>
              </a:rPr>
              <a:t>残す</a:t>
            </a:r>
            <a:r>
              <a:rPr lang="en-US" sz="1100" dirty="0">
                <a:solidFill>
                  <a:schemeClr val="tx2"/>
                </a:solidFill>
              </a:rPr>
              <a:t>  0 = </a:t>
            </a:r>
            <a:r>
              <a:rPr lang="en-US" sz="1100" dirty="0" err="1">
                <a:solidFill>
                  <a:schemeClr val="tx2"/>
                </a:solidFill>
              </a:rPr>
              <a:t>隠す</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a:spLocks noGrp="1"/>
          </p:cNvSpPr>
          <p:nvPr>
            <p:ph type="title" idx="101"/>
          </p:nvPr>
        </p:nvSpPr>
        <p:spPr>
          <a:prstGeom prst="rect">
            <a:avLst/>
          </a:prstGeom>
          <a:noFill/>
          <a:ln/>
        </p:spPr>
        <p:txBody>
          <a:bodyPr wrap="square" lIns="0" tIns="0" rIns="0" bIns="0" rtlCol="0" anchor="ctr"/>
          <a:lstStyle/>
          <a:p>
            <a:pPr marL="0" indent="0" algn="l">
              <a:buNone/>
            </a:pPr>
            <a:r>
              <a:rPr lang="en-US" sz="3000" b="1" dirty="0">
                <a:solidFill>
                  <a:schemeClr val="tx1"/>
                </a:solidFill>
              </a:rPr>
              <a:t>LIMEのおさらい（2）線形回帰してヒートマップにする</a:t>
            </a:r>
            <a:endParaRPr lang="en-US" sz="3000" dirty="0"/>
          </a:p>
        </p:txBody>
      </p:sp>
      <p:sp>
        <p:nvSpPr>
          <p:cNvPr id="3"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5"/>
                </a:solidFill>
              </a:defRPr>
            </a:lvl1pPr>
          </a:lstStyle>
          <a:p>
            <a:pPr algn="r"/>
            <a:fld id="{F7021451-1387-4CA6-816F-3879F97B5CBC}" type="slidenum">
              <a:rPr lang="en-US" b="0"/>
              <a:t>6</a:t>
            </a:fld>
            <a:endParaRPr lang="en-US"/>
          </a:p>
        </p:txBody>
      </p:sp>
      <p:sp>
        <p:nvSpPr>
          <p:cNvPr id="4" name="Shape 1"/>
          <p:cNvSpPr/>
          <p:nvPr/>
        </p:nvSpPr>
        <p:spPr>
          <a:xfrm>
            <a:off x="548640" y="1584961"/>
            <a:ext cx="5760720" cy="2011680"/>
          </a:xfrm>
          <a:prstGeom prst="roundRect">
            <a:avLst>
              <a:gd name="adj" fmla="val 5455"/>
            </a:avLst>
          </a:prstGeom>
          <a:noFill/>
          <a:ln w="12700">
            <a:solidFill>
              <a:schemeClr val="tx1"/>
            </a:solidFill>
            <a:prstDash val="solid"/>
          </a:ln>
        </p:spPr>
        <p:txBody>
          <a:bodyPr/>
          <a:lstStyle/>
          <a:p>
            <a:endParaRPr lang="ja-JP" altLang="en-US"/>
          </a:p>
        </p:txBody>
      </p:sp>
      <p:sp>
        <p:nvSpPr>
          <p:cNvPr id="5" name="Text 2"/>
          <p:cNvSpPr txBox="1"/>
          <p:nvPr/>
        </p:nvSpPr>
        <p:spPr>
          <a:xfrm>
            <a:off x="777240" y="1722121"/>
            <a:ext cx="5303520" cy="320040"/>
          </a:xfrm>
          <a:prstGeom prst="rect">
            <a:avLst/>
          </a:prstGeom>
          <a:noFill/>
          <a:ln/>
        </p:spPr>
        <p:txBody>
          <a:bodyPr wrap="square" lIns="0" tIns="0" rIns="0" bIns="0" rtlCol="0" anchor="t"/>
          <a:lstStyle/>
          <a:p>
            <a:pPr marL="0" indent="0">
              <a:buNone/>
            </a:pPr>
            <a:r>
              <a:rPr lang="en-US" b="1" dirty="0">
                <a:solidFill>
                  <a:schemeClr val="tx2"/>
                </a:solidFill>
              </a:rPr>
              <a:t>線形回帰の結果</a:t>
            </a:r>
            <a:endParaRPr lang="en-US" b="1" dirty="0"/>
          </a:p>
        </p:txBody>
      </p:sp>
      <p:sp>
        <p:nvSpPr>
          <p:cNvPr id="6" name="Text 3"/>
          <p:cNvSpPr txBox="1"/>
          <p:nvPr/>
        </p:nvSpPr>
        <p:spPr>
          <a:xfrm>
            <a:off x="777240" y="2166539"/>
            <a:ext cx="5440680" cy="548640"/>
          </a:xfrm>
          <a:prstGeom prst="rect">
            <a:avLst/>
          </a:prstGeom>
          <a:noFill/>
          <a:ln/>
        </p:spPr>
        <p:txBody>
          <a:bodyPr wrap="square" lIns="0" tIns="0" rIns="0" bIns="0" rtlCol="0" anchor="ctr"/>
          <a:lstStyle/>
          <a:p>
            <a:pPr marL="0" indent="0">
              <a:buNone/>
            </a:pPr>
            <a:r>
              <a:rPr lang="en-US" sz="2000" dirty="0">
                <a:solidFill>
                  <a:schemeClr val="tx1"/>
                </a:solidFill>
              </a:rPr>
              <a:t>6の確率 ≈ 0.40＋</a:t>
            </a:r>
            <a:r>
              <a:rPr lang="en-US" sz="2000" b="1" dirty="0">
                <a:solidFill>
                  <a:schemeClr val="accent1"/>
                </a:solidFill>
              </a:rPr>
              <a:t>0.30A</a:t>
            </a:r>
            <a:r>
              <a:rPr lang="en-US" sz="2000" dirty="0">
                <a:solidFill>
                  <a:schemeClr val="tx1"/>
                </a:solidFill>
              </a:rPr>
              <a:t>−</a:t>
            </a:r>
            <a:r>
              <a:rPr lang="en-US" sz="2000" b="1" dirty="0">
                <a:solidFill>
                  <a:schemeClr val="accent2"/>
                </a:solidFill>
              </a:rPr>
              <a:t>0.30B</a:t>
            </a:r>
            <a:r>
              <a:rPr lang="en-US" sz="2000" dirty="0">
                <a:solidFill>
                  <a:schemeClr val="tx1"/>
                </a:solidFill>
              </a:rPr>
              <a:t>＋0.10C</a:t>
            </a:r>
            <a:endParaRPr lang="en-US" sz="2000" dirty="0"/>
          </a:p>
        </p:txBody>
      </p:sp>
      <p:sp>
        <p:nvSpPr>
          <p:cNvPr id="7" name="Text 4"/>
          <p:cNvSpPr txBox="1"/>
          <p:nvPr/>
        </p:nvSpPr>
        <p:spPr>
          <a:xfrm>
            <a:off x="777240" y="2898059"/>
            <a:ext cx="5394960" cy="548640"/>
          </a:xfrm>
          <a:prstGeom prst="rect">
            <a:avLst/>
          </a:prstGeom>
          <a:noFill/>
          <a:ln/>
        </p:spPr>
        <p:txBody>
          <a:bodyPr wrap="square" lIns="0" tIns="0" rIns="0" bIns="0" rtlCol="0" anchor="t"/>
          <a:lstStyle/>
          <a:p>
            <a:pPr marL="0" indent="0">
              <a:buNone/>
            </a:pPr>
            <a:r>
              <a:rPr lang="en-US" sz="1600" dirty="0">
                <a:solidFill>
                  <a:schemeClr val="tx1"/>
                </a:solidFill>
              </a:rPr>
              <a:t>係数 ＝ その領域があると，6の確率がどれだけ上がるか</a:t>
            </a:r>
            <a:endParaRPr lang="en-US" sz="1600" dirty="0"/>
          </a:p>
        </p:txBody>
      </p:sp>
      <p:sp>
        <p:nvSpPr>
          <p:cNvPr id="8" name="Shape 5"/>
          <p:cNvSpPr/>
          <p:nvPr/>
        </p:nvSpPr>
        <p:spPr>
          <a:xfrm>
            <a:off x="777240" y="4100052"/>
            <a:ext cx="411480" cy="411480"/>
          </a:xfrm>
          <a:prstGeom prst="roundRect">
            <a:avLst>
              <a:gd name="adj" fmla="val 13333"/>
            </a:avLst>
          </a:prstGeom>
          <a:solidFill>
            <a:schemeClr val="accent1"/>
          </a:solidFill>
          <a:ln w="12700">
            <a:solidFill>
              <a:schemeClr val="accent1"/>
            </a:solidFill>
            <a:prstDash val="solid"/>
          </a:ln>
        </p:spPr>
        <p:txBody>
          <a:bodyPr/>
          <a:lstStyle/>
          <a:p>
            <a:endParaRPr lang="ja-JP" altLang="en-US"/>
          </a:p>
        </p:txBody>
      </p:sp>
      <p:sp>
        <p:nvSpPr>
          <p:cNvPr id="9" name="Text 6"/>
          <p:cNvSpPr txBox="1"/>
          <p:nvPr/>
        </p:nvSpPr>
        <p:spPr>
          <a:xfrm>
            <a:off x="1325880" y="4100052"/>
            <a:ext cx="4754880" cy="411480"/>
          </a:xfrm>
          <a:prstGeom prst="rect">
            <a:avLst/>
          </a:prstGeom>
          <a:noFill/>
          <a:ln/>
        </p:spPr>
        <p:txBody>
          <a:bodyPr wrap="square" lIns="0" tIns="0" rIns="0" bIns="0" rtlCol="0" anchor="ctr"/>
          <a:lstStyle/>
          <a:p>
            <a:pPr marL="0" indent="0">
              <a:buNone/>
            </a:pPr>
            <a:r>
              <a:rPr lang="en-US" sz="1600" dirty="0">
                <a:solidFill>
                  <a:schemeClr val="tx1"/>
                </a:solidFill>
              </a:rPr>
              <a:t>あると6の確率が上がる領域</a:t>
            </a:r>
            <a:endParaRPr lang="en-US" sz="1600" dirty="0"/>
          </a:p>
        </p:txBody>
      </p:sp>
      <p:sp>
        <p:nvSpPr>
          <p:cNvPr id="10" name="Shape 7"/>
          <p:cNvSpPr/>
          <p:nvPr/>
        </p:nvSpPr>
        <p:spPr>
          <a:xfrm>
            <a:off x="777240" y="4740132"/>
            <a:ext cx="411480" cy="411480"/>
          </a:xfrm>
          <a:prstGeom prst="roundRect">
            <a:avLst>
              <a:gd name="adj" fmla="val 13333"/>
            </a:avLst>
          </a:prstGeom>
          <a:solidFill>
            <a:schemeClr val="accent2"/>
          </a:solidFill>
          <a:ln w="12700">
            <a:solidFill>
              <a:schemeClr val="accent2"/>
            </a:solidFill>
            <a:prstDash val="solid"/>
          </a:ln>
        </p:spPr>
        <p:txBody>
          <a:bodyPr/>
          <a:lstStyle/>
          <a:p>
            <a:endParaRPr lang="ja-JP" altLang="en-US"/>
          </a:p>
        </p:txBody>
      </p:sp>
      <p:sp>
        <p:nvSpPr>
          <p:cNvPr id="11" name="Text 8"/>
          <p:cNvSpPr txBox="1"/>
          <p:nvPr/>
        </p:nvSpPr>
        <p:spPr>
          <a:xfrm>
            <a:off x="1325880" y="4740132"/>
            <a:ext cx="4754880" cy="411480"/>
          </a:xfrm>
          <a:prstGeom prst="rect">
            <a:avLst/>
          </a:prstGeom>
          <a:noFill/>
          <a:ln/>
        </p:spPr>
        <p:txBody>
          <a:bodyPr wrap="square" lIns="0" tIns="0" rIns="0" bIns="0" rtlCol="0" anchor="ctr"/>
          <a:lstStyle/>
          <a:p>
            <a:pPr marL="0" indent="0">
              <a:buNone/>
            </a:pPr>
            <a:r>
              <a:rPr lang="en-US" sz="1600" dirty="0">
                <a:solidFill>
                  <a:schemeClr val="tx1"/>
                </a:solidFill>
              </a:rPr>
              <a:t>あると6の確率が下がる領域</a:t>
            </a:r>
            <a:endParaRPr lang="en-US" sz="1600" dirty="0"/>
          </a:p>
        </p:txBody>
      </p:sp>
      <p:sp>
        <p:nvSpPr>
          <p:cNvPr id="12" name="Text 9"/>
          <p:cNvSpPr txBox="1"/>
          <p:nvPr/>
        </p:nvSpPr>
        <p:spPr>
          <a:xfrm>
            <a:off x="7967716" y="5687568"/>
            <a:ext cx="3242828" cy="731520"/>
          </a:xfrm>
          <a:prstGeom prst="rect">
            <a:avLst/>
          </a:prstGeom>
          <a:noFill/>
          <a:ln/>
        </p:spPr>
        <p:txBody>
          <a:bodyPr wrap="square" lIns="0" tIns="0" rIns="0" bIns="0" rtlCol="0" anchor="t"/>
          <a:lstStyle/>
          <a:p>
            <a:pPr marL="0" indent="0">
              <a:buNone/>
            </a:pPr>
            <a:r>
              <a:rPr lang="en-US" sz="1500" b="1" dirty="0">
                <a:solidFill>
                  <a:schemeClr val="accent1"/>
                </a:solidFill>
              </a:rPr>
              <a:t>左の縦線（A）があるから6</a:t>
            </a:r>
          </a:p>
          <a:p>
            <a:pPr marL="0" indent="0">
              <a:buNone/>
            </a:pPr>
            <a:r>
              <a:rPr lang="en-US" sz="1500" b="1" dirty="0">
                <a:solidFill>
                  <a:schemeClr val="accent1"/>
                </a:solidFill>
              </a:rPr>
              <a:t>右上（B）があると6らしさが下がる</a:t>
            </a:r>
            <a:endParaRPr lang="en-US" sz="1500" dirty="0"/>
          </a:p>
        </p:txBody>
      </p:sp>
      <p:sp>
        <p:nvSpPr>
          <p:cNvPr id="13" name="Shape 10"/>
          <p:cNvSpPr/>
          <p:nvPr/>
        </p:nvSpPr>
        <p:spPr>
          <a:xfrm>
            <a:off x="6537960" y="3291840"/>
            <a:ext cx="457200" cy="411480"/>
          </a:xfrm>
          <a:prstGeom prst="rightArrow">
            <a:avLst/>
          </a:prstGeom>
          <a:solidFill>
            <a:schemeClr val="accent1"/>
          </a:solidFill>
          <a:ln w="12700">
            <a:solidFill>
              <a:schemeClr val="accent1"/>
            </a:solidFill>
            <a:prstDash val="solid"/>
          </a:ln>
        </p:spPr>
        <p:txBody>
          <a:bodyPr/>
          <a:lstStyle/>
          <a:p>
            <a:endParaRPr lang="ja-JP" altLang="en-US"/>
          </a:p>
        </p:txBody>
      </p:sp>
      <p:sp>
        <p:nvSpPr>
          <p:cNvPr id="14" name="Shape 11"/>
          <p:cNvSpPr/>
          <p:nvPr/>
        </p:nvSpPr>
        <p:spPr>
          <a:xfrm>
            <a:off x="7406640" y="1417320"/>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15" name="Shape 12"/>
          <p:cNvSpPr/>
          <p:nvPr/>
        </p:nvSpPr>
        <p:spPr>
          <a:xfrm>
            <a:off x="7882128" y="1417320"/>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16" name="Shape 13"/>
          <p:cNvSpPr/>
          <p:nvPr/>
        </p:nvSpPr>
        <p:spPr>
          <a:xfrm>
            <a:off x="8357616" y="1417320"/>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17" name="Shape 14"/>
          <p:cNvSpPr/>
          <p:nvPr/>
        </p:nvSpPr>
        <p:spPr>
          <a:xfrm>
            <a:off x="8443204" y="1502908"/>
            <a:ext cx="304312" cy="304312"/>
          </a:xfrm>
          <a:prstGeom prst="rect">
            <a:avLst/>
          </a:prstGeom>
          <a:solidFill>
            <a:schemeClr val="tx1">
              <a:alpha val="12000"/>
            </a:schemeClr>
          </a:solidFill>
          <a:ln w="12700">
            <a:solidFill>
              <a:schemeClr val="tx1">
                <a:alpha val="0"/>
              </a:schemeClr>
            </a:solidFill>
            <a:prstDash val="solid"/>
          </a:ln>
        </p:spPr>
        <p:txBody>
          <a:bodyPr/>
          <a:lstStyle/>
          <a:p>
            <a:endParaRPr lang="ja-JP" altLang="en-US"/>
          </a:p>
        </p:txBody>
      </p:sp>
      <p:sp>
        <p:nvSpPr>
          <p:cNvPr id="18" name="Shape 15"/>
          <p:cNvSpPr/>
          <p:nvPr/>
        </p:nvSpPr>
        <p:spPr>
          <a:xfrm>
            <a:off x="8833104" y="1417320"/>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19" name="Shape 16"/>
          <p:cNvSpPr/>
          <p:nvPr/>
        </p:nvSpPr>
        <p:spPr>
          <a:xfrm>
            <a:off x="8918692" y="1502908"/>
            <a:ext cx="304312" cy="304312"/>
          </a:xfrm>
          <a:prstGeom prst="rect">
            <a:avLst/>
          </a:prstGeom>
          <a:solidFill>
            <a:schemeClr val="tx1">
              <a:alpha val="69000"/>
            </a:schemeClr>
          </a:solidFill>
          <a:ln w="12700">
            <a:solidFill>
              <a:schemeClr val="tx1">
                <a:alpha val="0"/>
              </a:schemeClr>
            </a:solidFill>
            <a:prstDash val="solid"/>
          </a:ln>
        </p:spPr>
        <p:txBody>
          <a:bodyPr/>
          <a:lstStyle/>
          <a:p>
            <a:endParaRPr lang="ja-JP" altLang="en-US"/>
          </a:p>
        </p:txBody>
      </p:sp>
      <p:sp>
        <p:nvSpPr>
          <p:cNvPr id="20" name="Shape 17"/>
          <p:cNvSpPr/>
          <p:nvPr/>
        </p:nvSpPr>
        <p:spPr>
          <a:xfrm>
            <a:off x="9308592" y="1417320"/>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21" name="Shape 18"/>
          <p:cNvSpPr/>
          <p:nvPr/>
        </p:nvSpPr>
        <p:spPr>
          <a:xfrm>
            <a:off x="9394180" y="1502908"/>
            <a:ext cx="304312" cy="304312"/>
          </a:xfrm>
          <a:prstGeom prst="rect">
            <a:avLst/>
          </a:prstGeom>
          <a:solidFill>
            <a:schemeClr val="tx1">
              <a:alpha val="81000"/>
            </a:schemeClr>
          </a:solidFill>
          <a:ln w="12700">
            <a:solidFill>
              <a:schemeClr val="tx1">
                <a:alpha val="0"/>
              </a:schemeClr>
            </a:solidFill>
            <a:prstDash val="solid"/>
          </a:ln>
        </p:spPr>
        <p:txBody>
          <a:bodyPr/>
          <a:lstStyle/>
          <a:p>
            <a:endParaRPr lang="ja-JP" altLang="en-US"/>
          </a:p>
        </p:txBody>
      </p:sp>
      <p:sp>
        <p:nvSpPr>
          <p:cNvPr id="22" name="Shape 19"/>
          <p:cNvSpPr/>
          <p:nvPr/>
        </p:nvSpPr>
        <p:spPr>
          <a:xfrm>
            <a:off x="9784080" y="1417320"/>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23" name="Shape 20"/>
          <p:cNvSpPr/>
          <p:nvPr/>
        </p:nvSpPr>
        <p:spPr>
          <a:xfrm>
            <a:off x="9869668" y="1502908"/>
            <a:ext cx="304312" cy="304312"/>
          </a:xfrm>
          <a:prstGeom prst="rect">
            <a:avLst/>
          </a:prstGeom>
          <a:solidFill>
            <a:schemeClr val="tx1">
              <a:alpha val="25000"/>
            </a:schemeClr>
          </a:solidFill>
          <a:ln w="12700">
            <a:solidFill>
              <a:schemeClr val="tx1">
                <a:alpha val="0"/>
              </a:schemeClr>
            </a:solidFill>
            <a:prstDash val="solid"/>
          </a:ln>
        </p:spPr>
        <p:txBody>
          <a:bodyPr/>
          <a:lstStyle/>
          <a:p>
            <a:endParaRPr lang="ja-JP" altLang="en-US"/>
          </a:p>
        </p:txBody>
      </p:sp>
      <p:sp>
        <p:nvSpPr>
          <p:cNvPr id="24" name="Shape 21"/>
          <p:cNvSpPr/>
          <p:nvPr/>
        </p:nvSpPr>
        <p:spPr>
          <a:xfrm>
            <a:off x="10259568" y="1417320"/>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25" name="Shape 22"/>
          <p:cNvSpPr/>
          <p:nvPr/>
        </p:nvSpPr>
        <p:spPr>
          <a:xfrm>
            <a:off x="10735056" y="1417320"/>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26" name="Shape 23"/>
          <p:cNvSpPr/>
          <p:nvPr/>
        </p:nvSpPr>
        <p:spPr>
          <a:xfrm>
            <a:off x="7406640" y="1892808"/>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27" name="Shape 24"/>
          <p:cNvSpPr/>
          <p:nvPr/>
        </p:nvSpPr>
        <p:spPr>
          <a:xfrm>
            <a:off x="7882128" y="1892808"/>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28" name="Shape 25"/>
          <p:cNvSpPr/>
          <p:nvPr/>
        </p:nvSpPr>
        <p:spPr>
          <a:xfrm>
            <a:off x="8357616" y="1892808"/>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29" name="Shape 26"/>
          <p:cNvSpPr/>
          <p:nvPr/>
        </p:nvSpPr>
        <p:spPr>
          <a:xfrm>
            <a:off x="8443204" y="1978396"/>
            <a:ext cx="304312" cy="304312"/>
          </a:xfrm>
          <a:prstGeom prst="rect">
            <a:avLst/>
          </a:prstGeom>
          <a:solidFill>
            <a:schemeClr val="tx1">
              <a:alpha val="75000"/>
            </a:schemeClr>
          </a:solidFill>
          <a:ln w="12700">
            <a:solidFill>
              <a:schemeClr val="tx1">
                <a:alpha val="0"/>
              </a:schemeClr>
            </a:solidFill>
            <a:prstDash val="solid"/>
          </a:ln>
        </p:spPr>
        <p:txBody>
          <a:bodyPr/>
          <a:lstStyle/>
          <a:p>
            <a:endParaRPr lang="ja-JP" altLang="en-US"/>
          </a:p>
        </p:txBody>
      </p:sp>
      <p:sp>
        <p:nvSpPr>
          <p:cNvPr id="30" name="Shape 27"/>
          <p:cNvSpPr/>
          <p:nvPr/>
        </p:nvSpPr>
        <p:spPr>
          <a:xfrm>
            <a:off x="8833104" y="1892808"/>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31" name="Shape 28"/>
          <p:cNvSpPr/>
          <p:nvPr/>
        </p:nvSpPr>
        <p:spPr>
          <a:xfrm>
            <a:off x="8918692" y="1978396"/>
            <a:ext cx="304312" cy="304312"/>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32" name="Shape 29"/>
          <p:cNvSpPr/>
          <p:nvPr/>
        </p:nvSpPr>
        <p:spPr>
          <a:xfrm>
            <a:off x="9308592" y="1892808"/>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33" name="Shape 30"/>
          <p:cNvSpPr/>
          <p:nvPr/>
        </p:nvSpPr>
        <p:spPr>
          <a:xfrm>
            <a:off x="9394180" y="1978396"/>
            <a:ext cx="304312" cy="304312"/>
          </a:xfrm>
          <a:prstGeom prst="rect">
            <a:avLst/>
          </a:prstGeom>
          <a:solidFill>
            <a:schemeClr val="tx1">
              <a:alpha val="81000"/>
            </a:schemeClr>
          </a:solidFill>
          <a:ln w="12700">
            <a:solidFill>
              <a:schemeClr val="tx1">
                <a:alpha val="0"/>
              </a:schemeClr>
            </a:solidFill>
            <a:prstDash val="solid"/>
          </a:ln>
        </p:spPr>
        <p:txBody>
          <a:bodyPr/>
          <a:lstStyle/>
          <a:p>
            <a:endParaRPr lang="ja-JP" altLang="en-US"/>
          </a:p>
        </p:txBody>
      </p:sp>
      <p:sp>
        <p:nvSpPr>
          <p:cNvPr id="34" name="Shape 31"/>
          <p:cNvSpPr/>
          <p:nvPr/>
        </p:nvSpPr>
        <p:spPr>
          <a:xfrm>
            <a:off x="9784080" y="1892808"/>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35" name="Shape 32"/>
          <p:cNvSpPr/>
          <p:nvPr/>
        </p:nvSpPr>
        <p:spPr>
          <a:xfrm>
            <a:off x="9869668" y="1978396"/>
            <a:ext cx="304312" cy="304312"/>
          </a:xfrm>
          <a:prstGeom prst="rect">
            <a:avLst/>
          </a:prstGeom>
          <a:solidFill>
            <a:schemeClr val="tx1">
              <a:alpha val="94000"/>
            </a:schemeClr>
          </a:solidFill>
          <a:ln w="12700">
            <a:solidFill>
              <a:schemeClr val="tx1">
                <a:alpha val="0"/>
              </a:schemeClr>
            </a:solidFill>
            <a:prstDash val="solid"/>
          </a:ln>
        </p:spPr>
        <p:txBody>
          <a:bodyPr/>
          <a:lstStyle/>
          <a:p>
            <a:endParaRPr lang="ja-JP" altLang="en-US"/>
          </a:p>
        </p:txBody>
      </p:sp>
      <p:sp>
        <p:nvSpPr>
          <p:cNvPr id="36" name="Shape 33"/>
          <p:cNvSpPr/>
          <p:nvPr/>
        </p:nvSpPr>
        <p:spPr>
          <a:xfrm>
            <a:off x="10259568" y="1892808"/>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37" name="Shape 34"/>
          <p:cNvSpPr/>
          <p:nvPr/>
        </p:nvSpPr>
        <p:spPr>
          <a:xfrm>
            <a:off x="10735056" y="1892808"/>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38" name="Shape 35"/>
          <p:cNvSpPr/>
          <p:nvPr/>
        </p:nvSpPr>
        <p:spPr>
          <a:xfrm>
            <a:off x="7406640" y="2368296"/>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39" name="Shape 36"/>
          <p:cNvSpPr/>
          <p:nvPr/>
        </p:nvSpPr>
        <p:spPr>
          <a:xfrm>
            <a:off x="7882128" y="2368296"/>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40" name="Shape 37"/>
          <p:cNvSpPr/>
          <p:nvPr/>
        </p:nvSpPr>
        <p:spPr>
          <a:xfrm>
            <a:off x="8357616" y="2368296"/>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41" name="Shape 38"/>
          <p:cNvSpPr/>
          <p:nvPr/>
        </p:nvSpPr>
        <p:spPr>
          <a:xfrm>
            <a:off x="8443204" y="2453884"/>
            <a:ext cx="304312" cy="304312"/>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42" name="Shape 39"/>
          <p:cNvSpPr/>
          <p:nvPr/>
        </p:nvSpPr>
        <p:spPr>
          <a:xfrm>
            <a:off x="8833104" y="2368296"/>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43" name="Shape 40"/>
          <p:cNvSpPr/>
          <p:nvPr/>
        </p:nvSpPr>
        <p:spPr>
          <a:xfrm>
            <a:off x="8918692" y="2453884"/>
            <a:ext cx="304312" cy="304312"/>
          </a:xfrm>
          <a:prstGeom prst="rect">
            <a:avLst/>
          </a:prstGeom>
          <a:solidFill>
            <a:schemeClr val="tx1">
              <a:alpha val="56000"/>
            </a:schemeClr>
          </a:solidFill>
          <a:ln w="12700">
            <a:solidFill>
              <a:schemeClr val="tx1">
                <a:alpha val="0"/>
              </a:schemeClr>
            </a:solidFill>
            <a:prstDash val="solid"/>
          </a:ln>
        </p:spPr>
        <p:txBody>
          <a:bodyPr/>
          <a:lstStyle/>
          <a:p>
            <a:endParaRPr lang="ja-JP" altLang="en-US"/>
          </a:p>
        </p:txBody>
      </p:sp>
      <p:sp>
        <p:nvSpPr>
          <p:cNvPr id="44" name="Shape 41"/>
          <p:cNvSpPr/>
          <p:nvPr/>
        </p:nvSpPr>
        <p:spPr>
          <a:xfrm>
            <a:off x="9308592" y="2368296"/>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45" name="Shape 42"/>
          <p:cNvSpPr/>
          <p:nvPr/>
        </p:nvSpPr>
        <p:spPr>
          <a:xfrm>
            <a:off x="9394180" y="2453884"/>
            <a:ext cx="304312" cy="304312"/>
          </a:xfrm>
          <a:prstGeom prst="rect">
            <a:avLst/>
          </a:prstGeom>
          <a:solidFill>
            <a:schemeClr val="tx1">
              <a:alpha val="6000"/>
            </a:schemeClr>
          </a:solidFill>
          <a:ln w="12700">
            <a:solidFill>
              <a:schemeClr val="tx1">
                <a:alpha val="0"/>
              </a:schemeClr>
            </a:solidFill>
            <a:prstDash val="solid"/>
          </a:ln>
        </p:spPr>
        <p:txBody>
          <a:bodyPr/>
          <a:lstStyle/>
          <a:p>
            <a:endParaRPr lang="ja-JP" altLang="en-US"/>
          </a:p>
        </p:txBody>
      </p:sp>
      <p:sp>
        <p:nvSpPr>
          <p:cNvPr id="46" name="Shape 43"/>
          <p:cNvSpPr/>
          <p:nvPr/>
        </p:nvSpPr>
        <p:spPr>
          <a:xfrm>
            <a:off x="9784080" y="2368296"/>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47" name="Shape 44"/>
          <p:cNvSpPr/>
          <p:nvPr/>
        </p:nvSpPr>
        <p:spPr>
          <a:xfrm>
            <a:off x="9869668" y="2453884"/>
            <a:ext cx="304312" cy="304312"/>
          </a:xfrm>
          <a:prstGeom prst="rect">
            <a:avLst/>
          </a:prstGeom>
          <a:solidFill>
            <a:schemeClr val="tx1">
              <a:alpha val="19000"/>
            </a:schemeClr>
          </a:solidFill>
          <a:ln w="12700">
            <a:solidFill>
              <a:schemeClr val="tx1">
                <a:alpha val="0"/>
              </a:schemeClr>
            </a:solidFill>
            <a:prstDash val="solid"/>
          </a:ln>
        </p:spPr>
        <p:txBody>
          <a:bodyPr/>
          <a:lstStyle/>
          <a:p>
            <a:endParaRPr lang="ja-JP" altLang="en-US"/>
          </a:p>
        </p:txBody>
      </p:sp>
      <p:sp>
        <p:nvSpPr>
          <p:cNvPr id="48" name="Shape 45"/>
          <p:cNvSpPr/>
          <p:nvPr/>
        </p:nvSpPr>
        <p:spPr>
          <a:xfrm>
            <a:off x="10259568" y="2368296"/>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49" name="Shape 46"/>
          <p:cNvSpPr/>
          <p:nvPr/>
        </p:nvSpPr>
        <p:spPr>
          <a:xfrm>
            <a:off x="10735056" y="2368296"/>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50" name="Shape 47"/>
          <p:cNvSpPr/>
          <p:nvPr/>
        </p:nvSpPr>
        <p:spPr>
          <a:xfrm>
            <a:off x="7406640" y="2843784"/>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51" name="Shape 48"/>
          <p:cNvSpPr/>
          <p:nvPr/>
        </p:nvSpPr>
        <p:spPr>
          <a:xfrm>
            <a:off x="7882128" y="2843784"/>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52" name="Shape 49"/>
          <p:cNvSpPr/>
          <p:nvPr/>
        </p:nvSpPr>
        <p:spPr>
          <a:xfrm>
            <a:off x="7967716" y="2929372"/>
            <a:ext cx="304312" cy="304312"/>
          </a:xfrm>
          <a:prstGeom prst="rect">
            <a:avLst/>
          </a:prstGeom>
          <a:solidFill>
            <a:schemeClr val="tx1">
              <a:alpha val="25000"/>
            </a:schemeClr>
          </a:solidFill>
          <a:ln w="12700">
            <a:solidFill>
              <a:schemeClr val="tx1">
                <a:alpha val="0"/>
              </a:schemeClr>
            </a:solidFill>
            <a:prstDash val="solid"/>
          </a:ln>
        </p:spPr>
        <p:txBody>
          <a:bodyPr/>
          <a:lstStyle/>
          <a:p>
            <a:endParaRPr lang="ja-JP" altLang="en-US"/>
          </a:p>
        </p:txBody>
      </p:sp>
      <p:sp>
        <p:nvSpPr>
          <p:cNvPr id="53" name="Shape 50"/>
          <p:cNvSpPr/>
          <p:nvPr/>
        </p:nvSpPr>
        <p:spPr>
          <a:xfrm>
            <a:off x="8357616" y="2843784"/>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54" name="Shape 51"/>
          <p:cNvSpPr/>
          <p:nvPr/>
        </p:nvSpPr>
        <p:spPr>
          <a:xfrm>
            <a:off x="8443204" y="2929372"/>
            <a:ext cx="304312" cy="304312"/>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55" name="Shape 52"/>
          <p:cNvSpPr/>
          <p:nvPr/>
        </p:nvSpPr>
        <p:spPr>
          <a:xfrm>
            <a:off x="8833104" y="2843784"/>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56" name="Shape 53"/>
          <p:cNvSpPr/>
          <p:nvPr/>
        </p:nvSpPr>
        <p:spPr>
          <a:xfrm>
            <a:off x="8918692" y="2929372"/>
            <a:ext cx="304312" cy="304312"/>
          </a:xfrm>
          <a:prstGeom prst="rect">
            <a:avLst/>
          </a:prstGeom>
          <a:solidFill>
            <a:schemeClr val="tx1">
              <a:alpha val="37000"/>
            </a:schemeClr>
          </a:solidFill>
          <a:ln w="12700">
            <a:solidFill>
              <a:schemeClr val="tx1">
                <a:alpha val="0"/>
              </a:schemeClr>
            </a:solidFill>
            <a:prstDash val="solid"/>
          </a:ln>
        </p:spPr>
        <p:txBody>
          <a:bodyPr/>
          <a:lstStyle/>
          <a:p>
            <a:endParaRPr lang="ja-JP" altLang="en-US"/>
          </a:p>
        </p:txBody>
      </p:sp>
      <p:sp>
        <p:nvSpPr>
          <p:cNvPr id="57" name="Shape 54"/>
          <p:cNvSpPr/>
          <p:nvPr/>
        </p:nvSpPr>
        <p:spPr>
          <a:xfrm>
            <a:off x="9308592" y="2843784"/>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58" name="Shape 55"/>
          <p:cNvSpPr/>
          <p:nvPr/>
        </p:nvSpPr>
        <p:spPr>
          <a:xfrm>
            <a:off x="9394180" y="2929372"/>
            <a:ext cx="304312" cy="304312"/>
          </a:xfrm>
          <a:prstGeom prst="rect">
            <a:avLst/>
          </a:prstGeom>
          <a:solidFill>
            <a:schemeClr val="tx1">
              <a:alpha val="87000"/>
            </a:schemeClr>
          </a:solidFill>
          <a:ln w="12700">
            <a:solidFill>
              <a:schemeClr val="tx1">
                <a:alpha val="0"/>
              </a:schemeClr>
            </a:solidFill>
            <a:prstDash val="solid"/>
          </a:ln>
        </p:spPr>
        <p:txBody>
          <a:bodyPr/>
          <a:lstStyle/>
          <a:p>
            <a:endParaRPr lang="ja-JP" altLang="en-US"/>
          </a:p>
        </p:txBody>
      </p:sp>
      <p:sp>
        <p:nvSpPr>
          <p:cNvPr id="59" name="Shape 56"/>
          <p:cNvSpPr/>
          <p:nvPr/>
        </p:nvSpPr>
        <p:spPr>
          <a:xfrm>
            <a:off x="9784080" y="2843784"/>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60" name="Shape 57"/>
          <p:cNvSpPr/>
          <p:nvPr/>
        </p:nvSpPr>
        <p:spPr>
          <a:xfrm>
            <a:off x="9869668" y="2929372"/>
            <a:ext cx="304312" cy="304312"/>
          </a:xfrm>
          <a:prstGeom prst="rect">
            <a:avLst/>
          </a:prstGeom>
          <a:solidFill>
            <a:schemeClr val="tx1">
              <a:alpha val="56000"/>
            </a:schemeClr>
          </a:solidFill>
          <a:ln w="12700">
            <a:solidFill>
              <a:schemeClr val="tx1">
                <a:alpha val="0"/>
              </a:schemeClr>
            </a:solidFill>
            <a:prstDash val="solid"/>
          </a:ln>
        </p:spPr>
        <p:txBody>
          <a:bodyPr/>
          <a:lstStyle/>
          <a:p>
            <a:endParaRPr lang="ja-JP" altLang="en-US"/>
          </a:p>
        </p:txBody>
      </p:sp>
      <p:sp>
        <p:nvSpPr>
          <p:cNvPr id="61" name="Shape 58"/>
          <p:cNvSpPr/>
          <p:nvPr/>
        </p:nvSpPr>
        <p:spPr>
          <a:xfrm>
            <a:off x="10259568" y="2843784"/>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62" name="Shape 59"/>
          <p:cNvSpPr/>
          <p:nvPr/>
        </p:nvSpPr>
        <p:spPr>
          <a:xfrm>
            <a:off x="10345156" y="2929372"/>
            <a:ext cx="304312" cy="304312"/>
          </a:xfrm>
          <a:prstGeom prst="rect">
            <a:avLst/>
          </a:prstGeom>
          <a:solidFill>
            <a:schemeClr val="tx1">
              <a:alpha val="6000"/>
            </a:schemeClr>
          </a:solidFill>
          <a:ln w="12700">
            <a:solidFill>
              <a:schemeClr val="tx1">
                <a:alpha val="0"/>
              </a:schemeClr>
            </a:solidFill>
            <a:prstDash val="solid"/>
          </a:ln>
        </p:spPr>
        <p:txBody>
          <a:bodyPr/>
          <a:lstStyle/>
          <a:p>
            <a:endParaRPr lang="ja-JP" altLang="en-US"/>
          </a:p>
        </p:txBody>
      </p:sp>
      <p:sp>
        <p:nvSpPr>
          <p:cNvPr id="63" name="Shape 60"/>
          <p:cNvSpPr/>
          <p:nvPr/>
        </p:nvSpPr>
        <p:spPr>
          <a:xfrm>
            <a:off x="10735056" y="2843784"/>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64" name="Shape 61"/>
          <p:cNvSpPr/>
          <p:nvPr/>
        </p:nvSpPr>
        <p:spPr>
          <a:xfrm>
            <a:off x="7406640" y="3319272"/>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65" name="Shape 62"/>
          <p:cNvSpPr/>
          <p:nvPr/>
        </p:nvSpPr>
        <p:spPr>
          <a:xfrm>
            <a:off x="7882128" y="3319272"/>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66" name="Shape 63"/>
          <p:cNvSpPr/>
          <p:nvPr/>
        </p:nvSpPr>
        <p:spPr>
          <a:xfrm>
            <a:off x="7967716" y="3404860"/>
            <a:ext cx="304312" cy="304312"/>
          </a:xfrm>
          <a:prstGeom prst="rect">
            <a:avLst/>
          </a:prstGeom>
          <a:solidFill>
            <a:schemeClr val="tx1">
              <a:alpha val="44000"/>
            </a:schemeClr>
          </a:solidFill>
          <a:ln w="12700">
            <a:solidFill>
              <a:schemeClr val="tx1">
                <a:alpha val="0"/>
              </a:schemeClr>
            </a:solidFill>
            <a:prstDash val="solid"/>
          </a:ln>
        </p:spPr>
        <p:txBody>
          <a:bodyPr/>
          <a:lstStyle/>
          <a:p>
            <a:endParaRPr lang="ja-JP" altLang="en-US"/>
          </a:p>
        </p:txBody>
      </p:sp>
      <p:sp>
        <p:nvSpPr>
          <p:cNvPr id="67" name="Shape 64"/>
          <p:cNvSpPr/>
          <p:nvPr/>
        </p:nvSpPr>
        <p:spPr>
          <a:xfrm>
            <a:off x="8357616" y="3319272"/>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68" name="Shape 65"/>
          <p:cNvSpPr/>
          <p:nvPr/>
        </p:nvSpPr>
        <p:spPr>
          <a:xfrm>
            <a:off x="8443204" y="3404860"/>
            <a:ext cx="304312" cy="304312"/>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69" name="Shape 66"/>
          <p:cNvSpPr/>
          <p:nvPr/>
        </p:nvSpPr>
        <p:spPr>
          <a:xfrm>
            <a:off x="8833104" y="3319272"/>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70" name="Shape 67"/>
          <p:cNvSpPr/>
          <p:nvPr/>
        </p:nvSpPr>
        <p:spPr>
          <a:xfrm>
            <a:off x="8918692" y="3404860"/>
            <a:ext cx="304312" cy="304312"/>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71" name="Shape 68"/>
          <p:cNvSpPr/>
          <p:nvPr/>
        </p:nvSpPr>
        <p:spPr>
          <a:xfrm>
            <a:off x="9308592" y="3319272"/>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72" name="Shape 69"/>
          <p:cNvSpPr/>
          <p:nvPr/>
        </p:nvSpPr>
        <p:spPr>
          <a:xfrm>
            <a:off x="9394180" y="3404860"/>
            <a:ext cx="304312" cy="304312"/>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73" name="Shape 70"/>
          <p:cNvSpPr/>
          <p:nvPr/>
        </p:nvSpPr>
        <p:spPr>
          <a:xfrm>
            <a:off x="9784080" y="3319272"/>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74" name="Shape 71"/>
          <p:cNvSpPr/>
          <p:nvPr/>
        </p:nvSpPr>
        <p:spPr>
          <a:xfrm>
            <a:off x="9869668" y="3404860"/>
            <a:ext cx="304312" cy="304312"/>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75" name="Shape 72"/>
          <p:cNvSpPr/>
          <p:nvPr/>
        </p:nvSpPr>
        <p:spPr>
          <a:xfrm>
            <a:off x="10259568" y="3319272"/>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76" name="Shape 73"/>
          <p:cNvSpPr/>
          <p:nvPr/>
        </p:nvSpPr>
        <p:spPr>
          <a:xfrm>
            <a:off x="10345156" y="3404860"/>
            <a:ext cx="304312" cy="304312"/>
          </a:xfrm>
          <a:prstGeom prst="rect">
            <a:avLst/>
          </a:prstGeom>
          <a:solidFill>
            <a:schemeClr val="tx1">
              <a:alpha val="37000"/>
            </a:schemeClr>
          </a:solidFill>
          <a:ln w="12700">
            <a:solidFill>
              <a:schemeClr val="tx1">
                <a:alpha val="0"/>
              </a:schemeClr>
            </a:solidFill>
            <a:prstDash val="solid"/>
          </a:ln>
        </p:spPr>
        <p:txBody>
          <a:bodyPr/>
          <a:lstStyle/>
          <a:p>
            <a:endParaRPr lang="ja-JP" altLang="en-US"/>
          </a:p>
        </p:txBody>
      </p:sp>
      <p:sp>
        <p:nvSpPr>
          <p:cNvPr id="77" name="Shape 74"/>
          <p:cNvSpPr/>
          <p:nvPr/>
        </p:nvSpPr>
        <p:spPr>
          <a:xfrm>
            <a:off x="10735056" y="3319272"/>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78" name="Shape 75"/>
          <p:cNvSpPr/>
          <p:nvPr/>
        </p:nvSpPr>
        <p:spPr>
          <a:xfrm>
            <a:off x="7406640" y="3794760"/>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79" name="Shape 76"/>
          <p:cNvSpPr/>
          <p:nvPr/>
        </p:nvSpPr>
        <p:spPr>
          <a:xfrm>
            <a:off x="7882128" y="3794760"/>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80" name="Shape 77"/>
          <p:cNvSpPr/>
          <p:nvPr/>
        </p:nvSpPr>
        <p:spPr>
          <a:xfrm>
            <a:off x="7967716" y="3880348"/>
            <a:ext cx="304312" cy="304312"/>
          </a:xfrm>
          <a:prstGeom prst="rect">
            <a:avLst/>
          </a:prstGeom>
          <a:solidFill>
            <a:schemeClr val="tx1">
              <a:alpha val="6000"/>
            </a:schemeClr>
          </a:solidFill>
          <a:ln w="12700">
            <a:solidFill>
              <a:schemeClr val="tx1">
                <a:alpha val="0"/>
              </a:schemeClr>
            </a:solidFill>
            <a:prstDash val="solid"/>
          </a:ln>
        </p:spPr>
        <p:txBody>
          <a:bodyPr/>
          <a:lstStyle/>
          <a:p>
            <a:endParaRPr lang="ja-JP" altLang="en-US"/>
          </a:p>
        </p:txBody>
      </p:sp>
      <p:sp>
        <p:nvSpPr>
          <p:cNvPr id="81" name="Shape 78"/>
          <p:cNvSpPr/>
          <p:nvPr/>
        </p:nvSpPr>
        <p:spPr>
          <a:xfrm>
            <a:off x="8357616" y="3794760"/>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82" name="Shape 79"/>
          <p:cNvSpPr/>
          <p:nvPr/>
        </p:nvSpPr>
        <p:spPr>
          <a:xfrm>
            <a:off x="8443204" y="3880348"/>
            <a:ext cx="304312" cy="304312"/>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83" name="Shape 80"/>
          <p:cNvSpPr/>
          <p:nvPr/>
        </p:nvSpPr>
        <p:spPr>
          <a:xfrm>
            <a:off x="8833104" y="3794760"/>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84" name="Shape 81"/>
          <p:cNvSpPr/>
          <p:nvPr/>
        </p:nvSpPr>
        <p:spPr>
          <a:xfrm>
            <a:off x="8918692" y="3880348"/>
            <a:ext cx="304312" cy="304312"/>
          </a:xfrm>
          <a:prstGeom prst="rect">
            <a:avLst/>
          </a:prstGeom>
          <a:solidFill>
            <a:schemeClr val="tx1">
              <a:alpha val="87000"/>
            </a:schemeClr>
          </a:solidFill>
          <a:ln w="12700">
            <a:solidFill>
              <a:schemeClr val="tx1">
                <a:alpha val="0"/>
              </a:schemeClr>
            </a:solidFill>
            <a:prstDash val="solid"/>
          </a:ln>
        </p:spPr>
        <p:txBody>
          <a:bodyPr/>
          <a:lstStyle/>
          <a:p>
            <a:endParaRPr lang="ja-JP" altLang="en-US"/>
          </a:p>
        </p:txBody>
      </p:sp>
      <p:sp>
        <p:nvSpPr>
          <p:cNvPr id="85" name="Shape 82"/>
          <p:cNvSpPr/>
          <p:nvPr/>
        </p:nvSpPr>
        <p:spPr>
          <a:xfrm>
            <a:off x="9308592" y="3794760"/>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86" name="Shape 83"/>
          <p:cNvSpPr/>
          <p:nvPr/>
        </p:nvSpPr>
        <p:spPr>
          <a:xfrm>
            <a:off x="9394180" y="3880348"/>
            <a:ext cx="304312" cy="304312"/>
          </a:xfrm>
          <a:prstGeom prst="rect">
            <a:avLst/>
          </a:prstGeom>
          <a:solidFill>
            <a:schemeClr val="tx1">
              <a:alpha val="25000"/>
            </a:schemeClr>
          </a:solidFill>
          <a:ln w="12700">
            <a:solidFill>
              <a:schemeClr val="tx1">
                <a:alpha val="0"/>
              </a:schemeClr>
            </a:solidFill>
            <a:prstDash val="solid"/>
          </a:ln>
        </p:spPr>
        <p:txBody>
          <a:bodyPr/>
          <a:lstStyle/>
          <a:p>
            <a:endParaRPr lang="ja-JP" altLang="en-US"/>
          </a:p>
        </p:txBody>
      </p:sp>
      <p:sp>
        <p:nvSpPr>
          <p:cNvPr id="87" name="Shape 84"/>
          <p:cNvSpPr/>
          <p:nvPr/>
        </p:nvSpPr>
        <p:spPr>
          <a:xfrm>
            <a:off x="9784080" y="3794760"/>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88" name="Shape 85"/>
          <p:cNvSpPr/>
          <p:nvPr/>
        </p:nvSpPr>
        <p:spPr>
          <a:xfrm>
            <a:off x="9869668" y="3880348"/>
            <a:ext cx="304312" cy="304312"/>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89" name="Shape 86"/>
          <p:cNvSpPr/>
          <p:nvPr/>
        </p:nvSpPr>
        <p:spPr>
          <a:xfrm>
            <a:off x="10259568" y="3794760"/>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90" name="Shape 87"/>
          <p:cNvSpPr/>
          <p:nvPr/>
        </p:nvSpPr>
        <p:spPr>
          <a:xfrm>
            <a:off x="10345156" y="3880348"/>
            <a:ext cx="304312" cy="304312"/>
          </a:xfrm>
          <a:prstGeom prst="rect">
            <a:avLst/>
          </a:prstGeom>
          <a:solidFill>
            <a:schemeClr val="tx1">
              <a:alpha val="50000"/>
            </a:schemeClr>
          </a:solidFill>
          <a:ln w="12700">
            <a:solidFill>
              <a:schemeClr val="tx1">
                <a:alpha val="0"/>
              </a:schemeClr>
            </a:solidFill>
            <a:prstDash val="solid"/>
          </a:ln>
        </p:spPr>
        <p:txBody>
          <a:bodyPr/>
          <a:lstStyle/>
          <a:p>
            <a:endParaRPr lang="ja-JP" altLang="en-US"/>
          </a:p>
        </p:txBody>
      </p:sp>
      <p:sp>
        <p:nvSpPr>
          <p:cNvPr id="91" name="Shape 88"/>
          <p:cNvSpPr/>
          <p:nvPr/>
        </p:nvSpPr>
        <p:spPr>
          <a:xfrm>
            <a:off x="10735056" y="3794760"/>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92" name="Shape 89"/>
          <p:cNvSpPr/>
          <p:nvPr/>
        </p:nvSpPr>
        <p:spPr>
          <a:xfrm>
            <a:off x="7406640" y="4270248"/>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93" name="Shape 90"/>
          <p:cNvSpPr/>
          <p:nvPr/>
        </p:nvSpPr>
        <p:spPr>
          <a:xfrm>
            <a:off x="7882128" y="4270248"/>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94" name="Shape 91"/>
          <p:cNvSpPr/>
          <p:nvPr/>
        </p:nvSpPr>
        <p:spPr>
          <a:xfrm>
            <a:off x="8357616" y="4270248"/>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95" name="Shape 92"/>
          <p:cNvSpPr/>
          <p:nvPr/>
        </p:nvSpPr>
        <p:spPr>
          <a:xfrm>
            <a:off x="8443204" y="4355836"/>
            <a:ext cx="304312" cy="304312"/>
          </a:xfrm>
          <a:prstGeom prst="rect">
            <a:avLst/>
          </a:prstGeom>
          <a:solidFill>
            <a:schemeClr val="tx1">
              <a:alpha val="75000"/>
            </a:schemeClr>
          </a:solidFill>
          <a:ln w="12700">
            <a:solidFill>
              <a:schemeClr val="tx1">
                <a:alpha val="0"/>
              </a:schemeClr>
            </a:solidFill>
            <a:prstDash val="solid"/>
          </a:ln>
        </p:spPr>
        <p:txBody>
          <a:bodyPr/>
          <a:lstStyle/>
          <a:p>
            <a:endParaRPr lang="ja-JP" altLang="en-US"/>
          </a:p>
        </p:txBody>
      </p:sp>
      <p:sp>
        <p:nvSpPr>
          <p:cNvPr id="96" name="Shape 93"/>
          <p:cNvSpPr/>
          <p:nvPr/>
        </p:nvSpPr>
        <p:spPr>
          <a:xfrm>
            <a:off x="8833104" y="4270248"/>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97" name="Shape 94"/>
          <p:cNvSpPr/>
          <p:nvPr/>
        </p:nvSpPr>
        <p:spPr>
          <a:xfrm>
            <a:off x="8918692" y="4355836"/>
            <a:ext cx="304312" cy="304312"/>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98" name="Shape 95"/>
          <p:cNvSpPr/>
          <p:nvPr/>
        </p:nvSpPr>
        <p:spPr>
          <a:xfrm>
            <a:off x="9308592" y="4270248"/>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99" name="Shape 96"/>
          <p:cNvSpPr/>
          <p:nvPr/>
        </p:nvSpPr>
        <p:spPr>
          <a:xfrm>
            <a:off x="9394180" y="4355836"/>
            <a:ext cx="304312" cy="304312"/>
          </a:xfrm>
          <a:prstGeom prst="rect">
            <a:avLst/>
          </a:prstGeom>
          <a:solidFill>
            <a:schemeClr val="tx1">
              <a:alpha val="81000"/>
            </a:schemeClr>
          </a:solidFill>
          <a:ln w="12700">
            <a:solidFill>
              <a:schemeClr val="tx1">
                <a:alpha val="0"/>
              </a:schemeClr>
            </a:solidFill>
            <a:prstDash val="solid"/>
          </a:ln>
        </p:spPr>
        <p:txBody>
          <a:bodyPr/>
          <a:lstStyle/>
          <a:p>
            <a:endParaRPr lang="ja-JP" altLang="en-US"/>
          </a:p>
        </p:txBody>
      </p:sp>
      <p:sp>
        <p:nvSpPr>
          <p:cNvPr id="100" name="Shape 97"/>
          <p:cNvSpPr/>
          <p:nvPr/>
        </p:nvSpPr>
        <p:spPr>
          <a:xfrm>
            <a:off x="9784080" y="4270248"/>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101" name="Shape 98"/>
          <p:cNvSpPr/>
          <p:nvPr/>
        </p:nvSpPr>
        <p:spPr>
          <a:xfrm>
            <a:off x="9869668" y="4355836"/>
            <a:ext cx="304312" cy="304312"/>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102" name="Shape 99"/>
          <p:cNvSpPr/>
          <p:nvPr/>
        </p:nvSpPr>
        <p:spPr>
          <a:xfrm>
            <a:off x="10259568" y="4270248"/>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103" name="Shape 100"/>
          <p:cNvSpPr/>
          <p:nvPr/>
        </p:nvSpPr>
        <p:spPr>
          <a:xfrm>
            <a:off x="10345156" y="4355836"/>
            <a:ext cx="304312" cy="304312"/>
          </a:xfrm>
          <a:prstGeom prst="rect">
            <a:avLst/>
          </a:prstGeom>
          <a:solidFill>
            <a:schemeClr val="tx1">
              <a:alpha val="12000"/>
            </a:schemeClr>
          </a:solidFill>
          <a:ln w="12700">
            <a:solidFill>
              <a:schemeClr val="tx1">
                <a:alpha val="0"/>
              </a:schemeClr>
            </a:solidFill>
            <a:prstDash val="solid"/>
          </a:ln>
        </p:spPr>
        <p:txBody>
          <a:bodyPr/>
          <a:lstStyle/>
          <a:p>
            <a:endParaRPr lang="ja-JP" altLang="en-US"/>
          </a:p>
        </p:txBody>
      </p:sp>
      <p:sp>
        <p:nvSpPr>
          <p:cNvPr id="104" name="Shape 101"/>
          <p:cNvSpPr/>
          <p:nvPr/>
        </p:nvSpPr>
        <p:spPr>
          <a:xfrm>
            <a:off x="10735056" y="4270248"/>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105" name="Shape 102"/>
          <p:cNvSpPr/>
          <p:nvPr/>
        </p:nvSpPr>
        <p:spPr>
          <a:xfrm>
            <a:off x="7406640" y="4745736"/>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106" name="Shape 103"/>
          <p:cNvSpPr/>
          <p:nvPr/>
        </p:nvSpPr>
        <p:spPr>
          <a:xfrm>
            <a:off x="7882128" y="4745736"/>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107" name="Shape 104"/>
          <p:cNvSpPr/>
          <p:nvPr/>
        </p:nvSpPr>
        <p:spPr>
          <a:xfrm>
            <a:off x="8357616" y="4745736"/>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108" name="Shape 105"/>
          <p:cNvSpPr/>
          <p:nvPr/>
        </p:nvSpPr>
        <p:spPr>
          <a:xfrm>
            <a:off x="8443204" y="4831324"/>
            <a:ext cx="304312" cy="304312"/>
          </a:xfrm>
          <a:prstGeom prst="rect">
            <a:avLst/>
          </a:prstGeom>
          <a:solidFill>
            <a:schemeClr val="tx1">
              <a:alpha val="12000"/>
            </a:schemeClr>
          </a:solidFill>
          <a:ln w="12700">
            <a:solidFill>
              <a:schemeClr val="tx1">
                <a:alpha val="0"/>
              </a:schemeClr>
            </a:solidFill>
            <a:prstDash val="solid"/>
          </a:ln>
        </p:spPr>
        <p:txBody>
          <a:bodyPr/>
          <a:lstStyle/>
          <a:p>
            <a:endParaRPr lang="ja-JP" altLang="en-US"/>
          </a:p>
        </p:txBody>
      </p:sp>
      <p:sp>
        <p:nvSpPr>
          <p:cNvPr id="109" name="Shape 106"/>
          <p:cNvSpPr/>
          <p:nvPr/>
        </p:nvSpPr>
        <p:spPr>
          <a:xfrm>
            <a:off x="8833104" y="4745736"/>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110" name="Shape 107"/>
          <p:cNvSpPr/>
          <p:nvPr/>
        </p:nvSpPr>
        <p:spPr>
          <a:xfrm>
            <a:off x="8918692" y="4831324"/>
            <a:ext cx="304312" cy="304312"/>
          </a:xfrm>
          <a:prstGeom prst="rect">
            <a:avLst/>
          </a:prstGeom>
          <a:solidFill>
            <a:schemeClr val="tx1">
              <a:alpha val="62000"/>
            </a:schemeClr>
          </a:solidFill>
          <a:ln w="12700">
            <a:solidFill>
              <a:schemeClr val="tx1">
                <a:alpha val="0"/>
              </a:schemeClr>
            </a:solidFill>
            <a:prstDash val="solid"/>
          </a:ln>
        </p:spPr>
        <p:txBody>
          <a:bodyPr/>
          <a:lstStyle/>
          <a:p>
            <a:endParaRPr lang="ja-JP" altLang="en-US"/>
          </a:p>
        </p:txBody>
      </p:sp>
      <p:sp>
        <p:nvSpPr>
          <p:cNvPr id="111" name="Shape 108"/>
          <p:cNvSpPr/>
          <p:nvPr/>
        </p:nvSpPr>
        <p:spPr>
          <a:xfrm>
            <a:off x="9308592" y="4745736"/>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112" name="Shape 109"/>
          <p:cNvSpPr/>
          <p:nvPr/>
        </p:nvSpPr>
        <p:spPr>
          <a:xfrm>
            <a:off x="9394180" y="4831324"/>
            <a:ext cx="304312" cy="304312"/>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113" name="Shape 110"/>
          <p:cNvSpPr/>
          <p:nvPr/>
        </p:nvSpPr>
        <p:spPr>
          <a:xfrm>
            <a:off x="9784080" y="4745736"/>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114" name="Shape 111"/>
          <p:cNvSpPr/>
          <p:nvPr/>
        </p:nvSpPr>
        <p:spPr>
          <a:xfrm>
            <a:off x="9869668" y="4831324"/>
            <a:ext cx="304312" cy="304312"/>
          </a:xfrm>
          <a:prstGeom prst="rect">
            <a:avLst/>
          </a:prstGeom>
          <a:solidFill>
            <a:schemeClr val="tx1">
              <a:alpha val="44000"/>
            </a:schemeClr>
          </a:solidFill>
          <a:ln w="12700">
            <a:solidFill>
              <a:schemeClr val="tx1">
                <a:alpha val="0"/>
              </a:schemeClr>
            </a:solidFill>
            <a:prstDash val="solid"/>
          </a:ln>
        </p:spPr>
        <p:txBody>
          <a:bodyPr/>
          <a:lstStyle/>
          <a:p>
            <a:endParaRPr lang="ja-JP" altLang="en-US"/>
          </a:p>
        </p:txBody>
      </p:sp>
      <p:sp>
        <p:nvSpPr>
          <p:cNvPr id="115" name="Shape 112"/>
          <p:cNvSpPr/>
          <p:nvPr/>
        </p:nvSpPr>
        <p:spPr>
          <a:xfrm>
            <a:off x="10259568" y="4745736"/>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116" name="Shape 113"/>
          <p:cNvSpPr/>
          <p:nvPr/>
        </p:nvSpPr>
        <p:spPr>
          <a:xfrm>
            <a:off x="10735056" y="4745736"/>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117" name="Shape 114"/>
          <p:cNvSpPr/>
          <p:nvPr/>
        </p:nvSpPr>
        <p:spPr>
          <a:xfrm>
            <a:off x="7882128" y="3081528"/>
            <a:ext cx="523037" cy="523037"/>
          </a:xfrm>
          <a:prstGeom prst="ellipse">
            <a:avLst/>
          </a:prstGeom>
          <a:solidFill>
            <a:schemeClr val="bg1"/>
          </a:solidFill>
          <a:ln w="12700">
            <a:solidFill>
              <a:schemeClr val="tx1"/>
            </a:solidFill>
            <a:prstDash val="solid"/>
          </a:ln>
        </p:spPr>
        <p:txBody>
          <a:bodyPr/>
          <a:lstStyle/>
          <a:p>
            <a:endParaRPr lang="ja-JP" altLang="en-US"/>
          </a:p>
        </p:txBody>
      </p:sp>
      <p:sp>
        <p:nvSpPr>
          <p:cNvPr id="118" name="Text 115"/>
          <p:cNvSpPr txBox="1"/>
          <p:nvPr/>
        </p:nvSpPr>
        <p:spPr>
          <a:xfrm>
            <a:off x="7882128" y="3081528"/>
            <a:ext cx="523037" cy="523037"/>
          </a:xfrm>
          <a:prstGeom prst="rect">
            <a:avLst/>
          </a:prstGeom>
          <a:noFill/>
          <a:ln/>
        </p:spPr>
        <p:txBody>
          <a:bodyPr wrap="square" lIns="0" tIns="0" rIns="0" bIns="0" rtlCol="0" anchor="ctr"/>
          <a:lstStyle/>
          <a:p>
            <a:pPr marL="0" indent="0" algn="ctr">
              <a:buNone/>
            </a:pPr>
            <a:r>
              <a:rPr lang="en-US" sz="2100" b="1" dirty="0">
                <a:solidFill>
                  <a:schemeClr val="tx1"/>
                </a:solidFill>
              </a:rPr>
              <a:t>A</a:t>
            </a:r>
            <a:endParaRPr lang="en-US" sz="2100" dirty="0"/>
          </a:p>
        </p:txBody>
      </p:sp>
      <p:sp>
        <p:nvSpPr>
          <p:cNvPr id="119" name="Shape 116"/>
          <p:cNvSpPr/>
          <p:nvPr/>
        </p:nvSpPr>
        <p:spPr>
          <a:xfrm>
            <a:off x="9784080" y="2130552"/>
            <a:ext cx="523037" cy="523037"/>
          </a:xfrm>
          <a:prstGeom prst="ellipse">
            <a:avLst/>
          </a:prstGeom>
          <a:solidFill>
            <a:schemeClr val="bg1"/>
          </a:solidFill>
          <a:ln w="12700">
            <a:solidFill>
              <a:schemeClr val="tx1"/>
            </a:solidFill>
            <a:prstDash val="solid"/>
          </a:ln>
        </p:spPr>
        <p:txBody>
          <a:bodyPr/>
          <a:lstStyle/>
          <a:p>
            <a:endParaRPr lang="ja-JP" altLang="en-US"/>
          </a:p>
        </p:txBody>
      </p:sp>
      <p:sp>
        <p:nvSpPr>
          <p:cNvPr id="120" name="Text 117"/>
          <p:cNvSpPr txBox="1"/>
          <p:nvPr/>
        </p:nvSpPr>
        <p:spPr>
          <a:xfrm>
            <a:off x="9784080" y="2130552"/>
            <a:ext cx="523037" cy="523037"/>
          </a:xfrm>
          <a:prstGeom prst="rect">
            <a:avLst/>
          </a:prstGeom>
          <a:noFill/>
          <a:ln/>
        </p:spPr>
        <p:txBody>
          <a:bodyPr wrap="square" lIns="0" tIns="0" rIns="0" bIns="0" rtlCol="0" anchor="ctr"/>
          <a:lstStyle/>
          <a:p>
            <a:pPr marL="0" indent="0" algn="ctr">
              <a:buNone/>
            </a:pPr>
            <a:r>
              <a:rPr lang="en-US" sz="2100" b="1" dirty="0">
                <a:solidFill>
                  <a:schemeClr val="tx1"/>
                </a:solidFill>
              </a:rPr>
              <a:t>B</a:t>
            </a:r>
            <a:endParaRPr lang="en-US" sz="2100" dirty="0"/>
          </a:p>
        </p:txBody>
      </p:sp>
      <p:sp>
        <p:nvSpPr>
          <p:cNvPr id="121" name="Shape 118"/>
          <p:cNvSpPr/>
          <p:nvPr/>
        </p:nvSpPr>
        <p:spPr>
          <a:xfrm>
            <a:off x="9784080" y="4080053"/>
            <a:ext cx="523037" cy="523037"/>
          </a:xfrm>
          <a:prstGeom prst="ellipse">
            <a:avLst/>
          </a:prstGeom>
          <a:solidFill>
            <a:schemeClr val="bg1"/>
          </a:solidFill>
          <a:ln w="12700">
            <a:solidFill>
              <a:schemeClr val="tx1"/>
            </a:solidFill>
            <a:prstDash val="solid"/>
          </a:ln>
        </p:spPr>
        <p:txBody>
          <a:bodyPr/>
          <a:lstStyle/>
          <a:p>
            <a:endParaRPr lang="ja-JP" altLang="en-US"/>
          </a:p>
        </p:txBody>
      </p:sp>
      <p:sp>
        <p:nvSpPr>
          <p:cNvPr id="122" name="Text 119"/>
          <p:cNvSpPr txBox="1"/>
          <p:nvPr/>
        </p:nvSpPr>
        <p:spPr>
          <a:xfrm>
            <a:off x="9784080" y="4080053"/>
            <a:ext cx="523037" cy="523037"/>
          </a:xfrm>
          <a:prstGeom prst="rect">
            <a:avLst/>
          </a:prstGeom>
          <a:noFill/>
          <a:ln/>
        </p:spPr>
        <p:txBody>
          <a:bodyPr wrap="square" lIns="0" tIns="0" rIns="0" bIns="0" rtlCol="0" anchor="ctr"/>
          <a:lstStyle/>
          <a:p>
            <a:pPr marL="0" indent="0" algn="ctr">
              <a:buNone/>
            </a:pPr>
            <a:r>
              <a:rPr lang="en-US" sz="2100" b="1" dirty="0">
                <a:solidFill>
                  <a:schemeClr val="tx1"/>
                </a:solidFill>
              </a:rPr>
              <a:t>C</a:t>
            </a:r>
            <a:endParaRPr lang="en-US" sz="2100" dirty="0"/>
          </a:p>
        </p:txBody>
      </p:sp>
      <p:sp>
        <p:nvSpPr>
          <p:cNvPr id="123" name="Text 120"/>
          <p:cNvSpPr txBox="1"/>
          <p:nvPr/>
        </p:nvSpPr>
        <p:spPr>
          <a:xfrm>
            <a:off x="7406640" y="5303520"/>
            <a:ext cx="3840480" cy="320040"/>
          </a:xfrm>
          <a:prstGeom prst="rect">
            <a:avLst/>
          </a:prstGeom>
          <a:noFill/>
          <a:ln/>
        </p:spPr>
        <p:txBody>
          <a:bodyPr wrap="square" lIns="0" tIns="0" rIns="0" bIns="0" rtlCol="0" anchor="t"/>
          <a:lstStyle/>
          <a:p>
            <a:pPr marL="0" indent="0" algn="ctr">
              <a:buNone/>
            </a:pPr>
            <a:r>
              <a:rPr lang="en-US" sz="1300" dirty="0">
                <a:solidFill>
                  <a:schemeClr val="tx2"/>
                </a:solidFill>
              </a:rPr>
              <a:t>6のヒートマップ（LIMEの出力）</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a:spLocks noGrp="1"/>
          </p:cNvSpPr>
          <p:nvPr>
            <p:ph type="title" idx="101"/>
          </p:nvPr>
        </p:nvSpPr>
        <p:spPr>
          <a:prstGeom prst="rect">
            <a:avLst/>
          </a:prstGeom>
          <a:noFill/>
          <a:ln/>
        </p:spPr>
        <p:txBody>
          <a:bodyPr wrap="square" lIns="0" tIns="0" rIns="0" bIns="0" rtlCol="0" anchor="ctr"/>
          <a:lstStyle/>
          <a:p>
            <a:pPr marL="0" indent="0" algn="l">
              <a:buNone/>
            </a:pPr>
            <a:r>
              <a:rPr lang="en-US" sz="3000" b="1" dirty="0">
                <a:solidFill>
                  <a:schemeClr val="tx1"/>
                </a:solidFill>
              </a:rPr>
              <a:t>多クラス分類でのLIMEのやり方</a:t>
            </a:r>
            <a:endParaRPr lang="en-US" sz="3000" dirty="0"/>
          </a:p>
        </p:txBody>
      </p:sp>
      <p:sp>
        <p:nvSpPr>
          <p:cNvPr id="3"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5"/>
                </a:solidFill>
              </a:defRPr>
            </a:lvl1pPr>
          </a:lstStyle>
          <a:p>
            <a:pPr algn="r"/>
            <a:fld id="{F7021451-1387-4CA6-816F-3879F97B5CBC}" type="slidenum">
              <a:rPr lang="en-US" b="0"/>
              <a:t>7</a:t>
            </a:fld>
            <a:endParaRPr lang="en-US"/>
          </a:p>
        </p:txBody>
      </p:sp>
      <p:sp>
        <p:nvSpPr>
          <p:cNvPr id="4" name="Shape 1"/>
          <p:cNvSpPr/>
          <p:nvPr/>
        </p:nvSpPr>
        <p:spPr>
          <a:xfrm>
            <a:off x="548640" y="1914512"/>
            <a:ext cx="1874520" cy="1920240"/>
          </a:xfrm>
          <a:prstGeom prst="roundRect">
            <a:avLst>
              <a:gd name="adj" fmla="val 5854"/>
            </a:avLst>
          </a:prstGeom>
          <a:noFill/>
          <a:ln w="76200">
            <a:solidFill>
              <a:schemeClr val="bg2"/>
            </a:solidFill>
            <a:prstDash val="solid"/>
          </a:ln>
        </p:spPr>
        <p:txBody>
          <a:bodyPr/>
          <a:lstStyle/>
          <a:p>
            <a:endParaRPr lang="ja-JP" altLang="en-US"/>
          </a:p>
        </p:txBody>
      </p:sp>
      <p:sp>
        <p:nvSpPr>
          <p:cNvPr id="5" name="Text 2"/>
          <p:cNvSpPr txBox="1"/>
          <p:nvPr/>
        </p:nvSpPr>
        <p:spPr>
          <a:xfrm>
            <a:off x="685800" y="2051672"/>
            <a:ext cx="1600200" cy="411480"/>
          </a:xfrm>
          <a:prstGeom prst="rect">
            <a:avLst/>
          </a:prstGeom>
          <a:noFill/>
          <a:ln/>
        </p:spPr>
        <p:txBody>
          <a:bodyPr wrap="square" lIns="0" tIns="0" rIns="0" bIns="0" rtlCol="0" anchor="t"/>
          <a:lstStyle/>
          <a:p>
            <a:pPr marL="0" indent="0">
              <a:buNone/>
            </a:pPr>
            <a:r>
              <a:rPr lang="en-US" sz="1400" b="1" dirty="0">
                <a:solidFill>
                  <a:schemeClr val="tx1"/>
                </a:solidFill>
              </a:rPr>
              <a:t>摂動画像</a:t>
            </a:r>
            <a:endParaRPr lang="en-US" sz="1400" dirty="0"/>
          </a:p>
        </p:txBody>
      </p:sp>
      <p:sp>
        <p:nvSpPr>
          <p:cNvPr id="6" name="Text 3"/>
          <p:cNvSpPr txBox="1"/>
          <p:nvPr/>
        </p:nvSpPr>
        <p:spPr>
          <a:xfrm>
            <a:off x="685800" y="3240392"/>
            <a:ext cx="1600200" cy="548640"/>
          </a:xfrm>
          <a:prstGeom prst="rect">
            <a:avLst/>
          </a:prstGeom>
          <a:noFill/>
          <a:ln/>
        </p:spPr>
        <p:txBody>
          <a:bodyPr wrap="square" lIns="0" tIns="0" rIns="0" bIns="0" rtlCol="0" anchor="t"/>
          <a:lstStyle/>
          <a:p>
            <a:pPr marL="0" indent="0">
              <a:buNone/>
            </a:pPr>
            <a:r>
              <a:rPr lang="en-US" sz="1200" dirty="0">
                <a:solidFill>
                  <a:schemeClr val="tx2"/>
                </a:solidFill>
              </a:rPr>
              <a:t>領域の隠し方を変えた画像を多数作る</a:t>
            </a:r>
            <a:endParaRPr lang="en-US" sz="1200" dirty="0"/>
          </a:p>
        </p:txBody>
      </p:sp>
      <p:sp>
        <p:nvSpPr>
          <p:cNvPr id="7" name="Shape 4"/>
          <p:cNvSpPr/>
          <p:nvPr/>
        </p:nvSpPr>
        <p:spPr>
          <a:xfrm>
            <a:off x="2496312" y="2737472"/>
            <a:ext cx="274320" cy="274320"/>
          </a:xfrm>
          <a:prstGeom prst="rightArrow">
            <a:avLst/>
          </a:prstGeom>
          <a:solidFill>
            <a:schemeClr val="accent5"/>
          </a:solidFill>
          <a:ln w="12700">
            <a:solidFill>
              <a:schemeClr val="accent5"/>
            </a:solidFill>
            <a:prstDash val="solid"/>
          </a:ln>
        </p:spPr>
        <p:txBody>
          <a:bodyPr/>
          <a:lstStyle/>
          <a:p>
            <a:endParaRPr lang="ja-JP" altLang="en-US"/>
          </a:p>
        </p:txBody>
      </p:sp>
      <p:sp>
        <p:nvSpPr>
          <p:cNvPr id="8" name="Shape 5"/>
          <p:cNvSpPr/>
          <p:nvPr/>
        </p:nvSpPr>
        <p:spPr>
          <a:xfrm>
            <a:off x="2843784" y="1914512"/>
            <a:ext cx="1874520" cy="1920240"/>
          </a:xfrm>
          <a:prstGeom prst="roundRect">
            <a:avLst>
              <a:gd name="adj" fmla="val 5854"/>
            </a:avLst>
          </a:prstGeom>
          <a:noFill/>
          <a:ln w="76200">
            <a:solidFill>
              <a:schemeClr val="bg2"/>
            </a:solidFill>
            <a:prstDash val="solid"/>
          </a:ln>
        </p:spPr>
        <p:txBody>
          <a:bodyPr/>
          <a:lstStyle/>
          <a:p>
            <a:endParaRPr lang="ja-JP" altLang="en-US"/>
          </a:p>
        </p:txBody>
      </p:sp>
      <p:sp>
        <p:nvSpPr>
          <p:cNvPr id="9" name="Text 6"/>
          <p:cNvSpPr txBox="1"/>
          <p:nvPr/>
        </p:nvSpPr>
        <p:spPr>
          <a:xfrm>
            <a:off x="2980944" y="2051672"/>
            <a:ext cx="1600200" cy="411480"/>
          </a:xfrm>
          <a:prstGeom prst="rect">
            <a:avLst/>
          </a:prstGeom>
          <a:noFill/>
          <a:ln/>
        </p:spPr>
        <p:txBody>
          <a:bodyPr wrap="square" lIns="0" tIns="0" rIns="0" bIns="0" rtlCol="0" anchor="t"/>
          <a:lstStyle/>
          <a:p>
            <a:pPr marL="0" indent="0">
              <a:buNone/>
            </a:pPr>
            <a:r>
              <a:rPr lang="en-US" sz="1400" b="1" dirty="0">
                <a:solidFill>
                  <a:schemeClr val="tx1"/>
                </a:solidFill>
              </a:rPr>
              <a:t>AI</a:t>
            </a:r>
            <a:endParaRPr lang="en-US" sz="1400" dirty="0"/>
          </a:p>
        </p:txBody>
      </p:sp>
      <p:sp>
        <p:nvSpPr>
          <p:cNvPr id="10" name="Text 7"/>
          <p:cNvSpPr txBox="1"/>
          <p:nvPr/>
        </p:nvSpPr>
        <p:spPr>
          <a:xfrm>
            <a:off x="2980944" y="3240392"/>
            <a:ext cx="1600200" cy="548640"/>
          </a:xfrm>
          <a:prstGeom prst="rect">
            <a:avLst/>
          </a:prstGeom>
          <a:noFill/>
          <a:ln/>
        </p:spPr>
        <p:txBody>
          <a:bodyPr wrap="square" lIns="0" tIns="0" rIns="0" bIns="0" rtlCol="0" anchor="t"/>
          <a:lstStyle/>
          <a:p>
            <a:pPr marL="0" indent="0">
              <a:buNone/>
            </a:pPr>
            <a:r>
              <a:rPr lang="en-US" sz="1200" dirty="0">
                <a:solidFill>
                  <a:schemeClr val="tx2"/>
                </a:solidFill>
              </a:rPr>
              <a:t>それぞれを分類する</a:t>
            </a:r>
            <a:endParaRPr lang="en-US" sz="1200" dirty="0"/>
          </a:p>
        </p:txBody>
      </p:sp>
      <p:sp>
        <p:nvSpPr>
          <p:cNvPr id="11" name="Shape 8"/>
          <p:cNvSpPr/>
          <p:nvPr/>
        </p:nvSpPr>
        <p:spPr>
          <a:xfrm>
            <a:off x="4791456" y="2737472"/>
            <a:ext cx="274320" cy="274320"/>
          </a:xfrm>
          <a:prstGeom prst="rightArrow">
            <a:avLst/>
          </a:prstGeom>
          <a:solidFill>
            <a:schemeClr val="accent5"/>
          </a:solidFill>
          <a:ln w="12700">
            <a:solidFill>
              <a:schemeClr val="accent5"/>
            </a:solidFill>
            <a:prstDash val="solid"/>
          </a:ln>
        </p:spPr>
        <p:txBody>
          <a:bodyPr/>
          <a:lstStyle/>
          <a:p>
            <a:endParaRPr lang="ja-JP" altLang="en-US"/>
          </a:p>
        </p:txBody>
      </p:sp>
      <p:sp>
        <p:nvSpPr>
          <p:cNvPr id="12" name="Shape 9"/>
          <p:cNvSpPr/>
          <p:nvPr/>
        </p:nvSpPr>
        <p:spPr>
          <a:xfrm>
            <a:off x="5138928" y="1914512"/>
            <a:ext cx="1874520" cy="1920240"/>
          </a:xfrm>
          <a:prstGeom prst="roundRect">
            <a:avLst>
              <a:gd name="adj" fmla="val 5854"/>
            </a:avLst>
          </a:prstGeom>
          <a:noFill/>
          <a:ln w="76200">
            <a:solidFill>
              <a:schemeClr val="bg2"/>
            </a:solidFill>
            <a:prstDash val="solid"/>
          </a:ln>
        </p:spPr>
        <p:txBody>
          <a:bodyPr/>
          <a:lstStyle/>
          <a:p>
            <a:endParaRPr lang="ja-JP" altLang="en-US"/>
          </a:p>
        </p:txBody>
      </p:sp>
      <p:sp>
        <p:nvSpPr>
          <p:cNvPr id="13" name="Text 10"/>
          <p:cNvSpPr txBox="1"/>
          <p:nvPr/>
        </p:nvSpPr>
        <p:spPr>
          <a:xfrm>
            <a:off x="5276088" y="2051672"/>
            <a:ext cx="1600200" cy="411480"/>
          </a:xfrm>
          <a:prstGeom prst="rect">
            <a:avLst/>
          </a:prstGeom>
          <a:noFill/>
          <a:ln/>
        </p:spPr>
        <p:txBody>
          <a:bodyPr wrap="square" lIns="0" tIns="0" rIns="0" bIns="0" rtlCol="0" anchor="t"/>
          <a:lstStyle/>
          <a:p>
            <a:pPr marL="0" indent="0">
              <a:buNone/>
            </a:pPr>
            <a:r>
              <a:rPr lang="en-US" sz="1400" b="1" dirty="0">
                <a:solidFill>
                  <a:schemeClr val="tx1"/>
                </a:solidFill>
              </a:rPr>
              <a:t>10クラスの確率</a:t>
            </a:r>
            <a:endParaRPr lang="en-US" sz="1400" dirty="0"/>
          </a:p>
        </p:txBody>
      </p:sp>
      <p:sp>
        <p:nvSpPr>
          <p:cNvPr id="14" name="Text 11"/>
          <p:cNvSpPr txBox="1"/>
          <p:nvPr/>
        </p:nvSpPr>
        <p:spPr>
          <a:xfrm>
            <a:off x="5276088" y="3240392"/>
            <a:ext cx="1600200" cy="548640"/>
          </a:xfrm>
          <a:prstGeom prst="rect">
            <a:avLst/>
          </a:prstGeom>
          <a:noFill/>
          <a:ln/>
        </p:spPr>
        <p:txBody>
          <a:bodyPr wrap="square" lIns="0" tIns="0" rIns="0" bIns="0" rtlCol="0" anchor="t"/>
          <a:lstStyle/>
          <a:p>
            <a:pPr marL="0" indent="0">
              <a:buNone/>
            </a:pPr>
            <a:r>
              <a:rPr lang="en-US" sz="1200" dirty="0">
                <a:solidFill>
                  <a:schemeClr val="tx2"/>
                </a:solidFill>
              </a:rPr>
              <a:t>1枚ごとに10個の数</a:t>
            </a:r>
            <a:endParaRPr lang="en-US" sz="1200" dirty="0"/>
          </a:p>
        </p:txBody>
      </p:sp>
      <p:sp>
        <p:nvSpPr>
          <p:cNvPr id="15" name="Shape 12"/>
          <p:cNvSpPr/>
          <p:nvPr/>
        </p:nvSpPr>
        <p:spPr>
          <a:xfrm>
            <a:off x="7086600" y="2737472"/>
            <a:ext cx="274320" cy="274320"/>
          </a:xfrm>
          <a:prstGeom prst="rightArrow">
            <a:avLst/>
          </a:prstGeom>
          <a:solidFill>
            <a:schemeClr val="accent5"/>
          </a:solidFill>
          <a:ln w="12700">
            <a:solidFill>
              <a:schemeClr val="accent5"/>
            </a:solidFill>
            <a:prstDash val="solid"/>
          </a:ln>
        </p:spPr>
        <p:txBody>
          <a:bodyPr/>
          <a:lstStyle/>
          <a:p>
            <a:endParaRPr lang="ja-JP" altLang="en-US"/>
          </a:p>
        </p:txBody>
      </p:sp>
      <p:sp>
        <p:nvSpPr>
          <p:cNvPr id="16" name="Shape 13"/>
          <p:cNvSpPr/>
          <p:nvPr/>
        </p:nvSpPr>
        <p:spPr>
          <a:xfrm>
            <a:off x="7434072" y="1914512"/>
            <a:ext cx="1874520" cy="1920240"/>
          </a:xfrm>
          <a:prstGeom prst="roundRect">
            <a:avLst>
              <a:gd name="adj" fmla="val 5854"/>
            </a:avLst>
          </a:prstGeom>
          <a:noFill/>
          <a:ln w="76200">
            <a:solidFill>
              <a:schemeClr val="bg2"/>
            </a:solidFill>
            <a:prstDash val="solid"/>
          </a:ln>
        </p:spPr>
        <p:txBody>
          <a:bodyPr/>
          <a:lstStyle/>
          <a:p>
            <a:endParaRPr lang="ja-JP" altLang="en-US"/>
          </a:p>
        </p:txBody>
      </p:sp>
      <p:sp>
        <p:nvSpPr>
          <p:cNvPr id="17" name="Text 14"/>
          <p:cNvSpPr txBox="1"/>
          <p:nvPr/>
        </p:nvSpPr>
        <p:spPr>
          <a:xfrm>
            <a:off x="7571232" y="2051672"/>
            <a:ext cx="1600200" cy="411480"/>
          </a:xfrm>
          <a:prstGeom prst="rect">
            <a:avLst/>
          </a:prstGeom>
          <a:noFill/>
          <a:ln/>
        </p:spPr>
        <p:txBody>
          <a:bodyPr wrap="square" lIns="0" tIns="0" rIns="0" bIns="0" rtlCol="0" anchor="t"/>
          <a:lstStyle/>
          <a:p>
            <a:pPr marL="0" indent="0">
              <a:buNone/>
            </a:pPr>
            <a:r>
              <a:rPr lang="en-US" sz="1400" b="1" dirty="0">
                <a:solidFill>
                  <a:schemeClr val="tx1"/>
                </a:solidFill>
              </a:rPr>
              <a:t>10個の線形モデル</a:t>
            </a:r>
            <a:endParaRPr lang="en-US" sz="1400" dirty="0"/>
          </a:p>
        </p:txBody>
      </p:sp>
      <p:sp>
        <p:nvSpPr>
          <p:cNvPr id="18" name="Text 15"/>
          <p:cNvSpPr txBox="1"/>
          <p:nvPr/>
        </p:nvSpPr>
        <p:spPr>
          <a:xfrm>
            <a:off x="7571232" y="3240392"/>
            <a:ext cx="1600200" cy="548640"/>
          </a:xfrm>
          <a:prstGeom prst="rect">
            <a:avLst/>
          </a:prstGeom>
          <a:noFill/>
          <a:ln/>
        </p:spPr>
        <p:txBody>
          <a:bodyPr wrap="square" lIns="0" tIns="0" rIns="0" bIns="0" rtlCol="0" anchor="t"/>
          <a:lstStyle/>
          <a:p>
            <a:pPr marL="0" indent="0">
              <a:buNone/>
            </a:pPr>
            <a:r>
              <a:rPr lang="en-US" sz="1200" dirty="0">
                <a:solidFill>
                  <a:schemeClr val="tx2"/>
                </a:solidFill>
              </a:rPr>
              <a:t>クラスごとに別々に回帰</a:t>
            </a:r>
            <a:endParaRPr lang="en-US" sz="1200" dirty="0"/>
          </a:p>
        </p:txBody>
      </p:sp>
      <p:sp>
        <p:nvSpPr>
          <p:cNvPr id="19" name="Shape 16"/>
          <p:cNvSpPr/>
          <p:nvPr/>
        </p:nvSpPr>
        <p:spPr>
          <a:xfrm>
            <a:off x="9381744" y="2737472"/>
            <a:ext cx="274320" cy="274320"/>
          </a:xfrm>
          <a:prstGeom prst="rightArrow">
            <a:avLst/>
          </a:prstGeom>
          <a:solidFill>
            <a:schemeClr val="accent5"/>
          </a:solidFill>
          <a:ln w="12700">
            <a:solidFill>
              <a:schemeClr val="accent5"/>
            </a:solidFill>
            <a:prstDash val="solid"/>
          </a:ln>
        </p:spPr>
        <p:txBody>
          <a:bodyPr/>
          <a:lstStyle/>
          <a:p>
            <a:endParaRPr lang="ja-JP" altLang="en-US"/>
          </a:p>
        </p:txBody>
      </p:sp>
      <p:sp>
        <p:nvSpPr>
          <p:cNvPr id="20" name="Shape 17"/>
          <p:cNvSpPr/>
          <p:nvPr/>
        </p:nvSpPr>
        <p:spPr>
          <a:xfrm>
            <a:off x="9729216" y="1914512"/>
            <a:ext cx="1874520" cy="1920240"/>
          </a:xfrm>
          <a:prstGeom prst="roundRect">
            <a:avLst>
              <a:gd name="adj" fmla="val 5854"/>
            </a:avLst>
          </a:prstGeom>
          <a:ln w="76200"/>
        </p:spPr>
        <p:style>
          <a:lnRef idx="2">
            <a:schemeClr val="accent2"/>
          </a:lnRef>
          <a:fillRef idx="1">
            <a:schemeClr val="lt1"/>
          </a:fillRef>
          <a:effectRef idx="0">
            <a:schemeClr val="accent2"/>
          </a:effectRef>
          <a:fontRef idx="minor">
            <a:schemeClr val="dk1"/>
          </a:fontRef>
        </p:style>
        <p:txBody>
          <a:bodyPr/>
          <a:lstStyle/>
          <a:p>
            <a:endParaRPr lang="ja-JP" altLang="en-US"/>
          </a:p>
        </p:txBody>
      </p:sp>
      <p:sp>
        <p:nvSpPr>
          <p:cNvPr id="21" name="Text 18"/>
          <p:cNvSpPr txBox="1"/>
          <p:nvPr/>
        </p:nvSpPr>
        <p:spPr>
          <a:xfrm>
            <a:off x="9866376" y="2051672"/>
            <a:ext cx="1600200" cy="411480"/>
          </a:xfrm>
          <a:prstGeom prst="rect">
            <a:avLst/>
          </a:prstGeom>
          <a:noFill/>
          <a:ln/>
        </p:spPr>
        <p:txBody>
          <a:bodyPr wrap="square" lIns="0" tIns="0" rIns="0" bIns="0" rtlCol="0" anchor="t"/>
          <a:lstStyle/>
          <a:p>
            <a:pPr marL="0" indent="0">
              <a:buNone/>
            </a:pPr>
            <a:r>
              <a:rPr lang="en-US" sz="1400" b="1" dirty="0">
                <a:solidFill>
                  <a:schemeClr val="tx1"/>
                </a:solidFill>
              </a:rPr>
              <a:t>ヒートマップ10枚</a:t>
            </a:r>
            <a:endParaRPr lang="en-US" sz="1400" dirty="0"/>
          </a:p>
        </p:txBody>
      </p:sp>
      <p:sp>
        <p:nvSpPr>
          <p:cNvPr id="22" name="Text 19"/>
          <p:cNvSpPr txBox="1"/>
          <p:nvPr/>
        </p:nvSpPr>
        <p:spPr>
          <a:xfrm>
            <a:off x="9866376" y="3240392"/>
            <a:ext cx="1600200" cy="548640"/>
          </a:xfrm>
          <a:prstGeom prst="rect">
            <a:avLst/>
          </a:prstGeom>
          <a:noFill/>
          <a:ln/>
        </p:spPr>
        <p:txBody>
          <a:bodyPr wrap="square" lIns="0" tIns="0" rIns="0" bIns="0" rtlCol="0" anchor="t"/>
          <a:lstStyle/>
          <a:p>
            <a:pPr marL="0" indent="0">
              <a:buNone/>
            </a:pPr>
            <a:r>
              <a:rPr lang="en-US" sz="1200" dirty="0">
                <a:solidFill>
                  <a:schemeClr val="tx2"/>
                </a:solidFill>
              </a:rPr>
              <a:t>クラスごとの説明</a:t>
            </a:r>
            <a:endParaRPr lang="en-US" sz="1200" dirty="0"/>
          </a:p>
        </p:txBody>
      </p:sp>
      <p:sp>
        <p:nvSpPr>
          <p:cNvPr id="23" name="Shape 20"/>
          <p:cNvSpPr/>
          <p:nvPr/>
        </p:nvSpPr>
        <p:spPr>
          <a:xfrm>
            <a:off x="731520" y="2600312"/>
            <a:ext cx="100584" cy="100584"/>
          </a:xfrm>
          <a:prstGeom prst="rect">
            <a:avLst/>
          </a:prstGeom>
          <a:solidFill>
            <a:schemeClr val="tx2">
              <a:alpha val="70000"/>
            </a:schemeClr>
          </a:solidFill>
          <a:ln w="6350">
            <a:solidFill>
              <a:schemeClr val="bg1"/>
            </a:solidFill>
            <a:prstDash val="solid"/>
          </a:ln>
        </p:spPr>
        <p:txBody>
          <a:bodyPr/>
          <a:lstStyle/>
          <a:p>
            <a:endParaRPr lang="ja-JP" altLang="en-US"/>
          </a:p>
        </p:txBody>
      </p:sp>
      <p:sp>
        <p:nvSpPr>
          <p:cNvPr id="24" name="Shape 21"/>
          <p:cNvSpPr/>
          <p:nvPr/>
        </p:nvSpPr>
        <p:spPr>
          <a:xfrm>
            <a:off x="841248" y="2600312"/>
            <a:ext cx="100584" cy="100584"/>
          </a:xfrm>
          <a:prstGeom prst="rect">
            <a:avLst/>
          </a:prstGeom>
          <a:solidFill>
            <a:schemeClr val="tx2">
              <a:alpha val="15000"/>
            </a:schemeClr>
          </a:solidFill>
          <a:ln w="6350">
            <a:solidFill>
              <a:schemeClr val="bg1"/>
            </a:solidFill>
            <a:prstDash val="solid"/>
          </a:ln>
        </p:spPr>
        <p:txBody>
          <a:bodyPr/>
          <a:lstStyle/>
          <a:p>
            <a:endParaRPr lang="ja-JP" altLang="en-US"/>
          </a:p>
        </p:txBody>
      </p:sp>
      <p:sp>
        <p:nvSpPr>
          <p:cNvPr id="25" name="Shape 22"/>
          <p:cNvSpPr/>
          <p:nvPr/>
        </p:nvSpPr>
        <p:spPr>
          <a:xfrm>
            <a:off x="950976" y="2600312"/>
            <a:ext cx="100584" cy="100584"/>
          </a:xfrm>
          <a:prstGeom prst="rect">
            <a:avLst/>
          </a:prstGeom>
          <a:solidFill>
            <a:schemeClr val="tx2">
              <a:alpha val="70000"/>
            </a:schemeClr>
          </a:solidFill>
          <a:ln w="6350">
            <a:solidFill>
              <a:schemeClr val="bg1"/>
            </a:solidFill>
            <a:prstDash val="solid"/>
          </a:ln>
        </p:spPr>
        <p:txBody>
          <a:bodyPr/>
          <a:lstStyle/>
          <a:p>
            <a:endParaRPr lang="ja-JP" altLang="en-US"/>
          </a:p>
        </p:txBody>
      </p:sp>
      <p:sp>
        <p:nvSpPr>
          <p:cNvPr id="26" name="Shape 23"/>
          <p:cNvSpPr/>
          <p:nvPr/>
        </p:nvSpPr>
        <p:spPr>
          <a:xfrm>
            <a:off x="1060704" y="2600312"/>
            <a:ext cx="100584" cy="100584"/>
          </a:xfrm>
          <a:prstGeom prst="rect">
            <a:avLst/>
          </a:prstGeom>
          <a:solidFill>
            <a:schemeClr val="tx2">
              <a:alpha val="70000"/>
            </a:schemeClr>
          </a:solidFill>
          <a:ln w="6350">
            <a:solidFill>
              <a:schemeClr val="bg1"/>
            </a:solidFill>
            <a:prstDash val="solid"/>
          </a:ln>
        </p:spPr>
        <p:txBody>
          <a:bodyPr/>
          <a:lstStyle/>
          <a:p>
            <a:endParaRPr lang="ja-JP" altLang="en-US"/>
          </a:p>
        </p:txBody>
      </p:sp>
      <p:sp>
        <p:nvSpPr>
          <p:cNvPr id="27" name="Shape 24"/>
          <p:cNvSpPr/>
          <p:nvPr/>
        </p:nvSpPr>
        <p:spPr>
          <a:xfrm>
            <a:off x="731520" y="2710040"/>
            <a:ext cx="100584" cy="100584"/>
          </a:xfrm>
          <a:prstGeom prst="rect">
            <a:avLst/>
          </a:prstGeom>
          <a:solidFill>
            <a:schemeClr val="tx2">
              <a:alpha val="70000"/>
            </a:schemeClr>
          </a:solidFill>
          <a:ln w="6350">
            <a:solidFill>
              <a:schemeClr val="bg1"/>
            </a:solidFill>
            <a:prstDash val="solid"/>
          </a:ln>
        </p:spPr>
        <p:txBody>
          <a:bodyPr/>
          <a:lstStyle/>
          <a:p>
            <a:endParaRPr lang="ja-JP" altLang="en-US"/>
          </a:p>
        </p:txBody>
      </p:sp>
      <p:sp>
        <p:nvSpPr>
          <p:cNvPr id="28" name="Shape 25"/>
          <p:cNvSpPr/>
          <p:nvPr/>
        </p:nvSpPr>
        <p:spPr>
          <a:xfrm>
            <a:off x="841248" y="2710040"/>
            <a:ext cx="100584" cy="100584"/>
          </a:xfrm>
          <a:prstGeom prst="rect">
            <a:avLst/>
          </a:prstGeom>
          <a:solidFill>
            <a:schemeClr val="tx2">
              <a:alpha val="70000"/>
            </a:schemeClr>
          </a:solidFill>
          <a:ln w="6350">
            <a:solidFill>
              <a:schemeClr val="bg1"/>
            </a:solidFill>
            <a:prstDash val="solid"/>
          </a:ln>
        </p:spPr>
        <p:txBody>
          <a:bodyPr/>
          <a:lstStyle/>
          <a:p>
            <a:endParaRPr lang="ja-JP" altLang="en-US"/>
          </a:p>
        </p:txBody>
      </p:sp>
      <p:sp>
        <p:nvSpPr>
          <p:cNvPr id="29" name="Shape 26"/>
          <p:cNvSpPr/>
          <p:nvPr/>
        </p:nvSpPr>
        <p:spPr>
          <a:xfrm>
            <a:off x="950976" y="2710040"/>
            <a:ext cx="100584" cy="100584"/>
          </a:xfrm>
          <a:prstGeom prst="rect">
            <a:avLst/>
          </a:prstGeom>
          <a:solidFill>
            <a:schemeClr val="tx2">
              <a:alpha val="15000"/>
            </a:schemeClr>
          </a:solidFill>
          <a:ln w="6350">
            <a:solidFill>
              <a:schemeClr val="bg1"/>
            </a:solidFill>
            <a:prstDash val="solid"/>
          </a:ln>
        </p:spPr>
        <p:txBody>
          <a:bodyPr/>
          <a:lstStyle/>
          <a:p>
            <a:endParaRPr lang="ja-JP" altLang="en-US"/>
          </a:p>
        </p:txBody>
      </p:sp>
      <p:sp>
        <p:nvSpPr>
          <p:cNvPr id="30" name="Shape 27"/>
          <p:cNvSpPr/>
          <p:nvPr/>
        </p:nvSpPr>
        <p:spPr>
          <a:xfrm>
            <a:off x="1060704" y="2710040"/>
            <a:ext cx="100584" cy="100584"/>
          </a:xfrm>
          <a:prstGeom prst="rect">
            <a:avLst/>
          </a:prstGeom>
          <a:solidFill>
            <a:schemeClr val="tx2">
              <a:alpha val="70000"/>
            </a:schemeClr>
          </a:solidFill>
          <a:ln w="6350">
            <a:solidFill>
              <a:schemeClr val="bg1"/>
            </a:solidFill>
            <a:prstDash val="solid"/>
          </a:ln>
        </p:spPr>
        <p:txBody>
          <a:bodyPr/>
          <a:lstStyle/>
          <a:p>
            <a:endParaRPr lang="ja-JP" altLang="en-US"/>
          </a:p>
        </p:txBody>
      </p:sp>
      <p:sp>
        <p:nvSpPr>
          <p:cNvPr id="31" name="Shape 28"/>
          <p:cNvSpPr/>
          <p:nvPr/>
        </p:nvSpPr>
        <p:spPr>
          <a:xfrm>
            <a:off x="731520" y="2819768"/>
            <a:ext cx="100584" cy="100584"/>
          </a:xfrm>
          <a:prstGeom prst="rect">
            <a:avLst/>
          </a:prstGeom>
          <a:solidFill>
            <a:schemeClr val="tx2">
              <a:alpha val="15000"/>
            </a:schemeClr>
          </a:solidFill>
          <a:ln w="6350">
            <a:solidFill>
              <a:schemeClr val="bg1"/>
            </a:solidFill>
            <a:prstDash val="solid"/>
          </a:ln>
        </p:spPr>
        <p:txBody>
          <a:bodyPr/>
          <a:lstStyle/>
          <a:p>
            <a:endParaRPr lang="ja-JP" altLang="en-US"/>
          </a:p>
        </p:txBody>
      </p:sp>
      <p:sp>
        <p:nvSpPr>
          <p:cNvPr id="32" name="Shape 29"/>
          <p:cNvSpPr/>
          <p:nvPr/>
        </p:nvSpPr>
        <p:spPr>
          <a:xfrm>
            <a:off x="841248" y="2819768"/>
            <a:ext cx="100584" cy="100584"/>
          </a:xfrm>
          <a:prstGeom prst="rect">
            <a:avLst/>
          </a:prstGeom>
          <a:solidFill>
            <a:schemeClr val="tx2">
              <a:alpha val="70000"/>
            </a:schemeClr>
          </a:solidFill>
          <a:ln w="6350">
            <a:solidFill>
              <a:schemeClr val="bg1"/>
            </a:solidFill>
            <a:prstDash val="solid"/>
          </a:ln>
        </p:spPr>
        <p:txBody>
          <a:bodyPr/>
          <a:lstStyle/>
          <a:p>
            <a:endParaRPr lang="ja-JP" altLang="en-US"/>
          </a:p>
        </p:txBody>
      </p:sp>
      <p:sp>
        <p:nvSpPr>
          <p:cNvPr id="33" name="Shape 30"/>
          <p:cNvSpPr/>
          <p:nvPr/>
        </p:nvSpPr>
        <p:spPr>
          <a:xfrm>
            <a:off x="950976" y="2819768"/>
            <a:ext cx="100584" cy="100584"/>
          </a:xfrm>
          <a:prstGeom prst="rect">
            <a:avLst/>
          </a:prstGeom>
          <a:solidFill>
            <a:schemeClr val="tx2">
              <a:alpha val="70000"/>
            </a:schemeClr>
          </a:solidFill>
          <a:ln w="6350">
            <a:solidFill>
              <a:schemeClr val="bg1"/>
            </a:solidFill>
            <a:prstDash val="solid"/>
          </a:ln>
        </p:spPr>
        <p:txBody>
          <a:bodyPr/>
          <a:lstStyle/>
          <a:p>
            <a:endParaRPr lang="ja-JP" altLang="en-US"/>
          </a:p>
        </p:txBody>
      </p:sp>
      <p:sp>
        <p:nvSpPr>
          <p:cNvPr id="34" name="Shape 31"/>
          <p:cNvSpPr/>
          <p:nvPr/>
        </p:nvSpPr>
        <p:spPr>
          <a:xfrm>
            <a:off x="1060704" y="2819768"/>
            <a:ext cx="100584" cy="100584"/>
          </a:xfrm>
          <a:prstGeom prst="rect">
            <a:avLst/>
          </a:prstGeom>
          <a:solidFill>
            <a:schemeClr val="tx2">
              <a:alpha val="70000"/>
            </a:schemeClr>
          </a:solidFill>
          <a:ln w="6350">
            <a:solidFill>
              <a:schemeClr val="bg1"/>
            </a:solidFill>
            <a:prstDash val="solid"/>
          </a:ln>
        </p:spPr>
        <p:txBody>
          <a:bodyPr/>
          <a:lstStyle/>
          <a:p>
            <a:endParaRPr lang="ja-JP" altLang="en-US"/>
          </a:p>
        </p:txBody>
      </p:sp>
      <p:sp>
        <p:nvSpPr>
          <p:cNvPr id="35" name="Shape 32"/>
          <p:cNvSpPr/>
          <p:nvPr/>
        </p:nvSpPr>
        <p:spPr>
          <a:xfrm>
            <a:off x="731520" y="2929496"/>
            <a:ext cx="100584" cy="100584"/>
          </a:xfrm>
          <a:prstGeom prst="rect">
            <a:avLst/>
          </a:prstGeom>
          <a:solidFill>
            <a:schemeClr val="tx2">
              <a:alpha val="70000"/>
            </a:schemeClr>
          </a:solidFill>
          <a:ln w="6350">
            <a:solidFill>
              <a:schemeClr val="bg1"/>
            </a:solidFill>
            <a:prstDash val="solid"/>
          </a:ln>
        </p:spPr>
        <p:txBody>
          <a:bodyPr/>
          <a:lstStyle/>
          <a:p>
            <a:endParaRPr lang="ja-JP" altLang="en-US"/>
          </a:p>
        </p:txBody>
      </p:sp>
      <p:sp>
        <p:nvSpPr>
          <p:cNvPr id="36" name="Shape 33"/>
          <p:cNvSpPr/>
          <p:nvPr/>
        </p:nvSpPr>
        <p:spPr>
          <a:xfrm>
            <a:off x="841248" y="2929496"/>
            <a:ext cx="100584" cy="100584"/>
          </a:xfrm>
          <a:prstGeom prst="rect">
            <a:avLst/>
          </a:prstGeom>
          <a:solidFill>
            <a:schemeClr val="tx2">
              <a:alpha val="70000"/>
            </a:schemeClr>
          </a:solidFill>
          <a:ln w="6350">
            <a:solidFill>
              <a:schemeClr val="bg1"/>
            </a:solidFill>
            <a:prstDash val="solid"/>
          </a:ln>
        </p:spPr>
        <p:txBody>
          <a:bodyPr/>
          <a:lstStyle/>
          <a:p>
            <a:endParaRPr lang="ja-JP" altLang="en-US"/>
          </a:p>
        </p:txBody>
      </p:sp>
      <p:sp>
        <p:nvSpPr>
          <p:cNvPr id="37" name="Shape 34"/>
          <p:cNvSpPr/>
          <p:nvPr/>
        </p:nvSpPr>
        <p:spPr>
          <a:xfrm>
            <a:off x="950976" y="2929496"/>
            <a:ext cx="100584" cy="100584"/>
          </a:xfrm>
          <a:prstGeom prst="rect">
            <a:avLst/>
          </a:prstGeom>
          <a:solidFill>
            <a:schemeClr val="tx2">
              <a:alpha val="70000"/>
            </a:schemeClr>
          </a:solidFill>
          <a:ln w="6350">
            <a:solidFill>
              <a:schemeClr val="bg1"/>
            </a:solidFill>
            <a:prstDash val="solid"/>
          </a:ln>
        </p:spPr>
        <p:txBody>
          <a:bodyPr/>
          <a:lstStyle/>
          <a:p>
            <a:endParaRPr lang="ja-JP" altLang="en-US"/>
          </a:p>
        </p:txBody>
      </p:sp>
      <p:sp>
        <p:nvSpPr>
          <p:cNvPr id="38" name="Shape 35"/>
          <p:cNvSpPr/>
          <p:nvPr/>
        </p:nvSpPr>
        <p:spPr>
          <a:xfrm>
            <a:off x="1060704" y="2929496"/>
            <a:ext cx="100584" cy="100584"/>
          </a:xfrm>
          <a:prstGeom prst="rect">
            <a:avLst/>
          </a:prstGeom>
          <a:solidFill>
            <a:schemeClr val="tx2">
              <a:alpha val="15000"/>
            </a:schemeClr>
          </a:solidFill>
          <a:ln w="6350">
            <a:solidFill>
              <a:schemeClr val="bg1"/>
            </a:solidFill>
            <a:prstDash val="solid"/>
          </a:ln>
        </p:spPr>
        <p:txBody>
          <a:bodyPr/>
          <a:lstStyle/>
          <a:p>
            <a:endParaRPr lang="ja-JP" altLang="en-US"/>
          </a:p>
        </p:txBody>
      </p:sp>
      <p:sp>
        <p:nvSpPr>
          <p:cNvPr id="39" name="Shape 36"/>
          <p:cNvSpPr/>
          <p:nvPr/>
        </p:nvSpPr>
        <p:spPr>
          <a:xfrm>
            <a:off x="1280160" y="2600312"/>
            <a:ext cx="100584" cy="100584"/>
          </a:xfrm>
          <a:prstGeom prst="rect">
            <a:avLst/>
          </a:prstGeom>
          <a:solidFill>
            <a:schemeClr val="tx2">
              <a:alpha val="15000"/>
            </a:schemeClr>
          </a:solidFill>
          <a:ln w="6350">
            <a:solidFill>
              <a:schemeClr val="bg1"/>
            </a:solidFill>
            <a:prstDash val="solid"/>
          </a:ln>
        </p:spPr>
        <p:txBody>
          <a:bodyPr/>
          <a:lstStyle/>
          <a:p>
            <a:endParaRPr lang="ja-JP" altLang="en-US"/>
          </a:p>
        </p:txBody>
      </p:sp>
      <p:sp>
        <p:nvSpPr>
          <p:cNvPr id="40" name="Shape 37"/>
          <p:cNvSpPr/>
          <p:nvPr/>
        </p:nvSpPr>
        <p:spPr>
          <a:xfrm>
            <a:off x="1389888" y="2600312"/>
            <a:ext cx="100584" cy="100584"/>
          </a:xfrm>
          <a:prstGeom prst="rect">
            <a:avLst/>
          </a:prstGeom>
          <a:solidFill>
            <a:schemeClr val="tx2">
              <a:alpha val="70000"/>
            </a:schemeClr>
          </a:solidFill>
          <a:ln w="6350">
            <a:solidFill>
              <a:schemeClr val="bg1"/>
            </a:solidFill>
            <a:prstDash val="solid"/>
          </a:ln>
        </p:spPr>
        <p:txBody>
          <a:bodyPr/>
          <a:lstStyle/>
          <a:p>
            <a:endParaRPr lang="ja-JP" altLang="en-US"/>
          </a:p>
        </p:txBody>
      </p:sp>
      <p:sp>
        <p:nvSpPr>
          <p:cNvPr id="41" name="Shape 38"/>
          <p:cNvSpPr/>
          <p:nvPr/>
        </p:nvSpPr>
        <p:spPr>
          <a:xfrm>
            <a:off x="1499616" y="2600312"/>
            <a:ext cx="100584" cy="100584"/>
          </a:xfrm>
          <a:prstGeom prst="rect">
            <a:avLst/>
          </a:prstGeom>
          <a:solidFill>
            <a:schemeClr val="tx2">
              <a:alpha val="15000"/>
            </a:schemeClr>
          </a:solidFill>
          <a:ln w="6350">
            <a:solidFill>
              <a:schemeClr val="bg1"/>
            </a:solidFill>
            <a:prstDash val="solid"/>
          </a:ln>
        </p:spPr>
        <p:txBody>
          <a:bodyPr/>
          <a:lstStyle/>
          <a:p>
            <a:endParaRPr lang="ja-JP" altLang="en-US"/>
          </a:p>
        </p:txBody>
      </p:sp>
      <p:sp>
        <p:nvSpPr>
          <p:cNvPr id="42" name="Shape 39"/>
          <p:cNvSpPr/>
          <p:nvPr/>
        </p:nvSpPr>
        <p:spPr>
          <a:xfrm>
            <a:off x="1609344" y="2600312"/>
            <a:ext cx="100584" cy="100584"/>
          </a:xfrm>
          <a:prstGeom prst="rect">
            <a:avLst/>
          </a:prstGeom>
          <a:solidFill>
            <a:schemeClr val="tx2">
              <a:alpha val="15000"/>
            </a:schemeClr>
          </a:solidFill>
          <a:ln w="6350">
            <a:solidFill>
              <a:schemeClr val="bg1"/>
            </a:solidFill>
            <a:prstDash val="solid"/>
          </a:ln>
        </p:spPr>
        <p:txBody>
          <a:bodyPr/>
          <a:lstStyle/>
          <a:p>
            <a:endParaRPr lang="ja-JP" altLang="en-US"/>
          </a:p>
        </p:txBody>
      </p:sp>
      <p:sp>
        <p:nvSpPr>
          <p:cNvPr id="43" name="Shape 40"/>
          <p:cNvSpPr/>
          <p:nvPr/>
        </p:nvSpPr>
        <p:spPr>
          <a:xfrm>
            <a:off x="1280160" y="2710040"/>
            <a:ext cx="100584" cy="100584"/>
          </a:xfrm>
          <a:prstGeom prst="rect">
            <a:avLst/>
          </a:prstGeom>
          <a:solidFill>
            <a:schemeClr val="tx2">
              <a:alpha val="15000"/>
            </a:schemeClr>
          </a:solidFill>
          <a:ln w="6350">
            <a:solidFill>
              <a:schemeClr val="bg1"/>
            </a:solidFill>
            <a:prstDash val="solid"/>
          </a:ln>
        </p:spPr>
        <p:txBody>
          <a:bodyPr/>
          <a:lstStyle/>
          <a:p>
            <a:endParaRPr lang="ja-JP" altLang="en-US"/>
          </a:p>
        </p:txBody>
      </p:sp>
      <p:sp>
        <p:nvSpPr>
          <p:cNvPr id="44" name="Shape 41"/>
          <p:cNvSpPr/>
          <p:nvPr/>
        </p:nvSpPr>
        <p:spPr>
          <a:xfrm>
            <a:off x="1389888" y="2710040"/>
            <a:ext cx="100584" cy="100584"/>
          </a:xfrm>
          <a:prstGeom prst="rect">
            <a:avLst/>
          </a:prstGeom>
          <a:solidFill>
            <a:schemeClr val="tx2">
              <a:alpha val="15000"/>
            </a:schemeClr>
          </a:solidFill>
          <a:ln w="6350">
            <a:solidFill>
              <a:schemeClr val="bg1"/>
            </a:solidFill>
            <a:prstDash val="solid"/>
          </a:ln>
        </p:spPr>
        <p:txBody>
          <a:bodyPr/>
          <a:lstStyle/>
          <a:p>
            <a:endParaRPr lang="ja-JP" altLang="en-US"/>
          </a:p>
        </p:txBody>
      </p:sp>
      <p:sp>
        <p:nvSpPr>
          <p:cNvPr id="45" name="Shape 42"/>
          <p:cNvSpPr/>
          <p:nvPr/>
        </p:nvSpPr>
        <p:spPr>
          <a:xfrm>
            <a:off x="1499616" y="2710040"/>
            <a:ext cx="100584" cy="100584"/>
          </a:xfrm>
          <a:prstGeom prst="rect">
            <a:avLst/>
          </a:prstGeom>
          <a:solidFill>
            <a:schemeClr val="tx2">
              <a:alpha val="70000"/>
            </a:schemeClr>
          </a:solidFill>
          <a:ln w="6350">
            <a:solidFill>
              <a:schemeClr val="bg1"/>
            </a:solidFill>
            <a:prstDash val="solid"/>
          </a:ln>
        </p:spPr>
        <p:txBody>
          <a:bodyPr/>
          <a:lstStyle/>
          <a:p>
            <a:endParaRPr lang="ja-JP" altLang="en-US"/>
          </a:p>
        </p:txBody>
      </p:sp>
      <p:sp>
        <p:nvSpPr>
          <p:cNvPr id="46" name="Shape 43"/>
          <p:cNvSpPr/>
          <p:nvPr/>
        </p:nvSpPr>
        <p:spPr>
          <a:xfrm>
            <a:off x="1609344" y="2710040"/>
            <a:ext cx="100584" cy="100584"/>
          </a:xfrm>
          <a:prstGeom prst="rect">
            <a:avLst/>
          </a:prstGeom>
          <a:solidFill>
            <a:schemeClr val="tx2">
              <a:alpha val="15000"/>
            </a:schemeClr>
          </a:solidFill>
          <a:ln w="6350">
            <a:solidFill>
              <a:schemeClr val="bg1"/>
            </a:solidFill>
            <a:prstDash val="solid"/>
          </a:ln>
        </p:spPr>
        <p:txBody>
          <a:bodyPr/>
          <a:lstStyle/>
          <a:p>
            <a:endParaRPr lang="ja-JP" altLang="en-US"/>
          </a:p>
        </p:txBody>
      </p:sp>
      <p:sp>
        <p:nvSpPr>
          <p:cNvPr id="47" name="Shape 44"/>
          <p:cNvSpPr/>
          <p:nvPr/>
        </p:nvSpPr>
        <p:spPr>
          <a:xfrm>
            <a:off x="1280160" y="2819768"/>
            <a:ext cx="100584" cy="100584"/>
          </a:xfrm>
          <a:prstGeom prst="rect">
            <a:avLst/>
          </a:prstGeom>
          <a:solidFill>
            <a:schemeClr val="tx2">
              <a:alpha val="70000"/>
            </a:schemeClr>
          </a:solidFill>
          <a:ln w="6350">
            <a:solidFill>
              <a:schemeClr val="bg1"/>
            </a:solidFill>
            <a:prstDash val="solid"/>
          </a:ln>
        </p:spPr>
        <p:txBody>
          <a:bodyPr/>
          <a:lstStyle/>
          <a:p>
            <a:endParaRPr lang="ja-JP" altLang="en-US"/>
          </a:p>
        </p:txBody>
      </p:sp>
      <p:sp>
        <p:nvSpPr>
          <p:cNvPr id="48" name="Shape 45"/>
          <p:cNvSpPr/>
          <p:nvPr/>
        </p:nvSpPr>
        <p:spPr>
          <a:xfrm>
            <a:off x="1389888" y="2819768"/>
            <a:ext cx="100584" cy="100584"/>
          </a:xfrm>
          <a:prstGeom prst="rect">
            <a:avLst/>
          </a:prstGeom>
          <a:solidFill>
            <a:schemeClr val="tx2">
              <a:alpha val="15000"/>
            </a:schemeClr>
          </a:solidFill>
          <a:ln w="6350">
            <a:solidFill>
              <a:schemeClr val="bg1"/>
            </a:solidFill>
            <a:prstDash val="solid"/>
          </a:ln>
        </p:spPr>
        <p:txBody>
          <a:bodyPr/>
          <a:lstStyle/>
          <a:p>
            <a:endParaRPr lang="ja-JP" altLang="en-US"/>
          </a:p>
        </p:txBody>
      </p:sp>
      <p:sp>
        <p:nvSpPr>
          <p:cNvPr id="49" name="Shape 46"/>
          <p:cNvSpPr/>
          <p:nvPr/>
        </p:nvSpPr>
        <p:spPr>
          <a:xfrm>
            <a:off x="1499616" y="2819768"/>
            <a:ext cx="100584" cy="100584"/>
          </a:xfrm>
          <a:prstGeom prst="rect">
            <a:avLst/>
          </a:prstGeom>
          <a:solidFill>
            <a:schemeClr val="tx2">
              <a:alpha val="15000"/>
            </a:schemeClr>
          </a:solidFill>
          <a:ln w="6350">
            <a:solidFill>
              <a:schemeClr val="bg1"/>
            </a:solidFill>
            <a:prstDash val="solid"/>
          </a:ln>
        </p:spPr>
        <p:txBody>
          <a:bodyPr/>
          <a:lstStyle/>
          <a:p>
            <a:endParaRPr lang="ja-JP" altLang="en-US"/>
          </a:p>
        </p:txBody>
      </p:sp>
      <p:sp>
        <p:nvSpPr>
          <p:cNvPr id="50" name="Shape 47"/>
          <p:cNvSpPr/>
          <p:nvPr/>
        </p:nvSpPr>
        <p:spPr>
          <a:xfrm>
            <a:off x="1609344" y="2819768"/>
            <a:ext cx="100584" cy="100584"/>
          </a:xfrm>
          <a:prstGeom prst="rect">
            <a:avLst/>
          </a:prstGeom>
          <a:solidFill>
            <a:schemeClr val="tx2">
              <a:alpha val="15000"/>
            </a:schemeClr>
          </a:solidFill>
          <a:ln w="6350">
            <a:solidFill>
              <a:schemeClr val="bg1"/>
            </a:solidFill>
            <a:prstDash val="solid"/>
          </a:ln>
        </p:spPr>
        <p:txBody>
          <a:bodyPr/>
          <a:lstStyle/>
          <a:p>
            <a:endParaRPr lang="ja-JP" altLang="en-US"/>
          </a:p>
        </p:txBody>
      </p:sp>
      <p:sp>
        <p:nvSpPr>
          <p:cNvPr id="51" name="Shape 48"/>
          <p:cNvSpPr/>
          <p:nvPr/>
        </p:nvSpPr>
        <p:spPr>
          <a:xfrm>
            <a:off x="1280160" y="2929496"/>
            <a:ext cx="100584" cy="100584"/>
          </a:xfrm>
          <a:prstGeom prst="rect">
            <a:avLst/>
          </a:prstGeom>
          <a:solidFill>
            <a:schemeClr val="tx2">
              <a:alpha val="15000"/>
            </a:schemeClr>
          </a:solidFill>
          <a:ln w="6350">
            <a:solidFill>
              <a:schemeClr val="bg1"/>
            </a:solidFill>
            <a:prstDash val="solid"/>
          </a:ln>
        </p:spPr>
        <p:txBody>
          <a:bodyPr/>
          <a:lstStyle/>
          <a:p>
            <a:endParaRPr lang="ja-JP" altLang="en-US"/>
          </a:p>
        </p:txBody>
      </p:sp>
      <p:sp>
        <p:nvSpPr>
          <p:cNvPr id="52" name="Shape 49"/>
          <p:cNvSpPr/>
          <p:nvPr/>
        </p:nvSpPr>
        <p:spPr>
          <a:xfrm>
            <a:off x="1389888" y="2929496"/>
            <a:ext cx="100584" cy="100584"/>
          </a:xfrm>
          <a:prstGeom prst="rect">
            <a:avLst/>
          </a:prstGeom>
          <a:solidFill>
            <a:schemeClr val="tx2">
              <a:alpha val="15000"/>
            </a:schemeClr>
          </a:solidFill>
          <a:ln w="6350">
            <a:solidFill>
              <a:schemeClr val="bg1"/>
            </a:solidFill>
            <a:prstDash val="solid"/>
          </a:ln>
        </p:spPr>
        <p:txBody>
          <a:bodyPr/>
          <a:lstStyle/>
          <a:p>
            <a:endParaRPr lang="ja-JP" altLang="en-US"/>
          </a:p>
        </p:txBody>
      </p:sp>
      <p:sp>
        <p:nvSpPr>
          <p:cNvPr id="53" name="Shape 50"/>
          <p:cNvSpPr/>
          <p:nvPr/>
        </p:nvSpPr>
        <p:spPr>
          <a:xfrm>
            <a:off x="1499616" y="2929496"/>
            <a:ext cx="100584" cy="100584"/>
          </a:xfrm>
          <a:prstGeom prst="rect">
            <a:avLst/>
          </a:prstGeom>
          <a:solidFill>
            <a:schemeClr val="tx2">
              <a:alpha val="15000"/>
            </a:schemeClr>
          </a:solidFill>
          <a:ln w="6350">
            <a:solidFill>
              <a:schemeClr val="bg1"/>
            </a:solidFill>
            <a:prstDash val="solid"/>
          </a:ln>
        </p:spPr>
        <p:txBody>
          <a:bodyPr/>
          <a:lstStyle/>
          <a:p>
            <a:endParaRPr lang="ja-JP" altLang="en-US"/>
          </a:p>
        </p:txBody>
      </p:sp>
      <p:sp>
        <p:nvSpPr>
          <p:cNvPr id="54" name="Shape 51"/>
          <p:cNvSpPr/>
          <p:nvPr/>
        </p:nvSpPr>
        <p:spPr>
          <a:xfrm>
            <a:off x="1609344" y="2929496"/>
            <a:ext cx="100584" cy="100584"/>
          </a:xfrm>
          <a:prstGeom prst="rect">
            <a:avLst/>
          </a:prstGeom>
          <a:solidFill>
            <a:schemeClr val="tx2">
              <a:alpha val="70000"/>
            </a:schemeClr>
          </a:solidFill>
          <a:ln w="6350">
            <a:solidFill>
              <a:schemeClr val="bg1"/>
            </a:solidFill>
            <a:prstDash val="solid"/>
          </a:ln>
        </p:spPr>
        <p:txBody>
          <a:bodyPr/>
          <a:lstStyle/>
          <a:p>
            <a:endParaRPr lang="ja-JP" altLang="en-US"/>
          </a:p>
        </p:txBody>
      </p:sp>
      <p:sp>
        <p:nvSpPr>
          <p:cNvPr id="55" name="Shape 52"/>
          <p:cNvSpPr/>
          <p:nvPr/>
        </p:nvSpPr>
        <p:spPr>
          <a:xfrm>
            <a:off x="1828800" y="2600312"/>
            <a:ext cx="100584" cy="100584"/>
          </a:xfrm>
          <a:prstGeom prst="rect">
            <a:avLst/>
          </a:prstGeom>
          <a:solidFill>
            <a:schemeClr val="tx2">
              <a:alpha val="70000"/>
            </a:schemeClr>
          </a:solidFill>
          <a:ln w="6350">
            <a:solidFill>
              <a:schemeClr val="bg1"/>
            </a:solidFill>
            <a:prstDash val="solid"/>
          </a:ln>
        </p:spPr>
        <p:txBody>
          <a:bodyPr/>
          <a:lstStyle/>
          <a:p>
            <a:endParaRPr lang="ja-JP" altLang="en-US"/>
          </a:p>
        </p:txBody>
      </p:sp>
      <p:sp>
        <p:nvSpPr>
          <p:cNvPr id="56" name="Shape 53"/>
          <p:cNvSpPr/>
          <p:nvPr/>
        </p:nvSpPr>
        <p:spPr>
          <a:xfrm>
            <a:off x="1938528" y="2600312"/>
            <a:ext cx="100584" cy="100584"/>
          </a:xfrm>
          <a:prstGeom prst="rect">
            <a:avLst/>
          </a:prstGeom>
          <a:solidFill>
            <a:schemeClr val="tx2">
              <a:alpha val="15000"/>
            </a:schemeClr>
          </a:solidFill>
          <a:ln w="6350">
            <a:solidFill>
              <a:schemeClr val="bg1"/>
            </a:solidFill>
            <a:prstDash val="solid"/>
          </a:ln>
        </p:spPr>
        <p:txBody>
          <a:bodyPr/>
          <a:lstStyle/>
          <a:p>
            <a:endParaRPr lang="ja-JP" altLang="en-US"/>
          </a:p>
        </p:txBody>
      </p:sp>
      <p:sp>
        <p:nvSpPr>
          <p:cNvPr id="57" name="Shape 54"/>
          <p:cNvSpPr/>
          <p:nvPr/>
        </p:nvSpPr>
        <p:spPr>
          <a:xfrm>
            <a:off x="2048256" y="2600312"/>
            <a:ext cx="100584" cy="100584"/>
          </a:xfrm>
          <a:prstGeom prst="rect">
            <a:avLst/>
          </a:prstGeom>
          <a:solidFill>
            <a:schemeClr val="tx2">
              <a:alpha val="70000"/>
            </a:schemeClr>
          </a:solidFill>
          <a:ln w="6350">
            <a:solidFill>
              <a:schemeClr val="bg1"/>
            </a:solidFill>
            <a:prstDash val="solid"/>
          </a:ln>
        </p:spPr>
        <p:txBody>
          <a:bodyPr/>
          <a:lstStyle/>
          <a:p>
            <a:endParaRPr lang="ja-JP" altLang="en-US"/>
          </a:p>
        </p:txBody>
      </p:sp>
      <p:sp>
        <p:nvSpPr>
          <p:cNvPr id="58" name="Shape 55"/>
          <p:cNvSpPr/>
          <p:nvPr/>
        </p:nvSpPr>
        <p:spPr>
          <a:xfrm>
            <a:off x="2157984" y="2600312"/>
            <a:ext cx="100584" cy="100584"/>
          </a:xfrm>
          <a:prstGeom prst="rect">
            <a:avLst/>
          </a:prstGeom>
          <a:solidFill>
            <a:schemeClr val="tx2">
              <a:alpha val="70000"/>
            </a:schemeClr>
          </a:solidFill>
          <a:ln w="6350">
            <a:solidFill>
              <a:schemeClr val="bg1"/>
            </a:solidFill>
            <a:prstDash val="solid"/>
          </a:ln>
        </p:spPr>
        <p:txBody>
          <a:bodyPr/>
          <a:lstStyle/>
          <a:p>
            <a:endParaRPr lang="ja-JP" altLang="en-US"/>
          </a:p>
        </p:txBody>
      </p:sp>
      <p:sp>
        <p:nvSpPr>
          <p:cNvPr id="59" name="Shape 56"/>
          <p:cNvSpPr/>
          <p:nvPr/>
        </p:nvSpPr>
        <p:spPr>
          <a:xfrm>
            <a:off x="1828800" y="2710040"/>
            <a:ext cx="100584" cy="100584"/>
          </a:xfrm>
          <a:prstGeom prst="rect">
            <a:avLst/>
          </a:prstGeom>
          <a:solidFill>
            <a:schemeClr val="tx2">
              <a:alpha val="70000"/>
            </a:schemeClr>
          </a:solidFill>
          <a:ln w="6350">
            <a:solidFill>
              <a:schemeClr val="bg1"/>
            </a:solidFill>
            <a:prstDash val="solid"/>
          </a:ln>
        </p:spPr>
        <p:txBody>
          <a:bodyPr/>
          <a:lstStyle/>
          <a:p>
            <a:endParaRPr lang="ja-JP" altLang="en-US"/>
          </a:p>
        </p:txBody>
      </p:sp>
      <p:sp>
        <p:nvSpPr>
          <p:cNvPr id="60" name="Shape 57"/>
          <p:cNvSpPr/>
          <p:nvPr/>
        </p:nvSpPr>
        <p:spPr>
          <a:xfrm>
            <a:off x="1938528" y="2710040"/>
            <a:ext cx="100584" cy="100584"/>
          </a:xfrm>
          <a:prstGeom prst="rect">
            <a:avLst/>
          </a:prstGeom>
          <a:solidFill>
            <a:schemeClr val="tx2">
              <a:alpha val="70000"/>
            </a:schemeClr>
          </a:solidFill>
          <a:ln w="6350">
            <a:solidFill>
              <a:schemeClr val="bg1"/>
            </a:solidFill>
            <a:prstDash val="solid"/>
          </a:ln>
        </p:spPr>
        <p:txBody>
          <a:bodyPr/>
          <a:lstStyle/>
          <a:p>
            <a:endParaRPr lang="ja-JP" altLang="en-US"/>
          </a:p>
        </p:txBody>
      </p:sp>
      <p:sp>
        <p:nvSpPr>
          <p:cNvPr id="61" name="Shape 58"/>
          <p:cNvSpPr/>
          <p:nvPr/>
        </p:nvSpPr>
        <p:spPr>
          <a:xfrm>
            <a:off x="2048256" y="2710040"/>
            <a:ext cx="100584" cy="100584"/>
          </a:xfrm>
          <a:prstGeom prst="rect">
            <a:avLst/>
          </a:prstGeom>
          <a:solidFill>
            <a:schemeClr val="tx2">
              <a:alpha val="15000"/>
            </a:schemeClr>
          </a:solidFill>
          <a:ln w="6350">
            <a:solidFill>
              <a:schemeClr val="bg1"/>
            </a:solidFill>
            <a:prstDash val="solid"/>
          </a:ln>
        </p:spPr>
        <p:txBody>
          <a:bodyPr/>
          <a:lstStyle/>
          <a:p>
            <a:endParaRPr lang="ja-JP" altLang="en-US"/>
          </a:p>
        </p:txBody>
      </p:sp>
      <p:sp>
        <p:nvSpPr>
          <p:cNvPr id="62" name="Shape 59"/>
          <p:cNvSpPr/>
          <p:nvPr/>
        </p:nvSpPr>
        <p:spPr>
          <a:xfrm>
            <a:off x="2157984" y="2710040"/>
            <a:ext cx="100584" cy="100584"/>
          </a:xfrm>
          <a:prstGeom prst="rect">
            <a:avLst/>
          </a:prstGeom>
          <a:solidFill>
            <a:schemeClr val="tx2">
              <a:alpha val="70000"/>
            </a:schemeClr>
          </a:solidFill>
          <a:ln w="6350">
            <a:solidFill>
              <a:schemeClr val="bg1"/>
            </a:solidFill>
            <a:prstDash val="solid"/>
          </a:ln>
        </p:spPr>
        <p:txBody>
          <a:bodyPr/>
          <a:lstStyle/>
          <a:p>
            <a:endParaRPr lang="ja-JP" altLang="en-US"/>
          </a:p>
        </p:txBody>
      </p:sp>
      <p:sp>
        <p:nvSpPr>
          <p:cNvPr id="63" name="Shape 60"/>
          <p:cNvSpPr/>
          <p:nvPr/>
        </p:nvSpPr>
        <p:spPr>
          <a:xfrm>
            <a:off x="1828800" y="2819768"/>
            <a:ext cx="100584" cy="100584"/>
          </a:xfrm>
          <a:prstGeom prst="rect">
            <a:avLst/>
          </a:prstGeom>
          <a:solidFill>
            <a:schemeClr val="tx2">
              <a:alpha val="15000"/>
            </a:schemeClr>
          </a:solidFill>
          <a:ln w="6350">
            <a:solidFill>
              <a:schemeClr val="bg1"/>
            </a:solidFill>
            <a:prstDash val="solid"/>
          </a:ln>
        </p:spPr>
        <p:txBody>
          <a:bodyPr/>
          <a:lstStyle/>
          <a:p>
            <a:endParaRPr lang="ja-JP" altLang="en-US"/>
          </a:p>
        </p:txBody>
      </p:sp>
      <p:sp>
        <p:nvSpPr>
          <p:cNvPr id="64" name="Shape 61"/>
          <p:cNvSpPr/>
          <p:nvPr/>
        </p:nvSpPr>
        <p:spPr>
          <a:xfrm>
            <a:off x="1938528" y="2819768"/>
            <a:ext cx="100584" cy="100584"/>
          </a:xfrm>
          <a:prstGeom prst="rect">
            <a:avLst/>
          </a:prstGeom>
          <a:solidFill>
            <a:schemeClr val="tx2">
              <a:alpha val="70000"/>
            </a:schemeClr>
          </a:solidFill>
          <a:ln w="6350">
            <a:solidFill>
              <a:schemeClr val="bg1"/>
            </a:solidFill>
            <a:prstDash val="solid"/>
          </a:ln>
        </p:spPr>
        <p:txBody>
          <a:bodyPr/>
          <a:lstStyle/>
          <a:p>
            <a:endParaRPr lang="ja-JP" altLang="en-US"/>
          </a:p>
        </p:txBody>
      </p:sp>
      <p:sp>
        <p:nvSpPr>
          <p:cNvPr id="65" name="Shape 62"/>
          <p:cNvSpPr/>
          <p:nvPr/>
        </p:nvSpPr>
        <p:spPr>
          <a:xfrm>
            <a:off x="2048256" y="2819768"/>
            <a:ext cx="100584" cy="100584"/>
          </a:xfrm>
          <a:prstGeom prst="rect">
            <a:avLst/>
          </a:prstGeom>
          <a:solidFill>
            <a:schemeClr val="tx2">
              <a:alpha val="70000"/>
            </a:schemeClr>
          </a:solidFill>
          <a:ln w="6350">
            <a:solidFill>
              <a:schemeClr val="bg1"/>
            </a:solidFill>
            <a:prstDash val="solid"/>
          </a:ln>
        </p:spPr>
        <p:txBody>
          <a:bodyPr/>
          <a:lstStyle/>
          <a:p>
            <a:endParaRPr lang="ja-JP" altLang="en-US"/>
          </a:p>
        </p:txBody>
      </p:sp>
      <p:sp>
        <p:nvSpPr>
          <p:cNvPr id="66" name="Shape 63"/>
          <p:cNvSpPr/>
          <p:nvPr/>
        </p:nvSpPr>
        <p:spPr>
          <a:xfrm>
            <a:off x="2157984" y="2819768"/>
            <a:ext cx="100584" cy="100584"/>
          </a:xfrm>
          <a:prstGeom prst="rect">
            <a:avLst/>
          </a:prstGeom>
          <a:solidFill>
            <a:schemeClr val="tx2">
              <a:alpha val="70000"/>
            </a:schemeClr>
          </a:solidFill>
          <a:ln w="6350">
            <a:solidFill>
              <a:schemeClr val="bg1"/>
            </a:solidFill>
            <a:prstDash val="solid"/>
          </a:ln>
        </p:spPr>
        <p:txBody>
          <a:bodyPr/>
          <a:lstStyle/>
          <a:p>
            <a:endParaRPr lang="ja-JP" altLang="en-US"/>
          </a:p>
        </p:txBody>
      </p:sp>
      <p:sp>
        <p:nvSpPr>
          <p:cNvPr id="67" name="Shape 64"/>
          <p:cNvSpPr/>
          <p:nvPr/>
        </p:nvSpPr>
        <p:spPr>
          <a:xfrm>
            <a:off x="1828800" y="2929496"/>
            <a:ext cx="100584" cy="100584"/>
          </a:xfrm>
          <a:prstGeom prst="rect">
            <a:avLst/>
          </a:prstGeom>
          <a:solidFill>
            <a:schemeClr val="tx2">
              <a:alpha val="70000"/>
            </a:schemeClr>
          </a:solidFill>
          <a:ln w="6350">
            <a:solidFill>
              <a:schemeClr val="bg1"/>
            </a:solidFill>
            <a:prstDash val="solid"/>
          </a:ln>
        </p:spPr>
        <p:txBody>
          <a:bodyPr/>
          <a:lstStyle/>
          <a:p>
            <a:endParaRPr lang="ja-JP" altLang="en-US"/>
          </a:p>
        </p:txBody>
      </p:sp>
      <p:sp>
        <p:nvSpPr>
          <p:cNvPr id="68" name="Shape 65"/>
          <p:cNvSpPr/>
          <p:nvPr/>
        </p:nvSpPr>
        <p:spPr>
          <a:xfrm>
            <a:off x="1938528" y="2929496"/>
            <a:ext cx="100584" cy="100584"/>
          </a:xfrm>
          <a:prstGeom prst="rect">
            <a:avLst/>
          </a:prstGeom>
          <a:solidFill>
            <a:schemeClr val="tx2">
              <a:alpha val="70000"/>
            </a:schemeClr>
          </a:solidFill>
          <a:ln w="6350">
            <a:solidFill>
              <a:schemeClr val="bg1"/>
            </a:solidFill>
            <a:prstDash val="solid"/>
          </a:ln>
        </p:spPr>
        <p:txBody>
          <a:bodyPr/>
          <a:lstStyle/>
          <a:p>
            <a:endParaRPr lang="ja-JP" altLang="en-US"/>
          </a:p>
        </p:txBody>
      </p:sp>
      <p:sp>
        <p:nvSpPr>
          <p:cNvPr id="69" name="Shape 66"/>
          <p:cNvSpPr/>
          <p:nvPr/>
        </p:nvSpPr>
        <p:spPr>
          <a:xfrm>
            <a:off x="2048256" y="2929496"/>
            <a:ext cx="100584" cy="100584"/>
          </a:xfrm>
          <a:prstGeom prst="rect">
            <a:avLst/>
          </a:prstGeom>
          <a:solidFill>
            <a:schemeClr val="tx2">
              <a:alpha val="70000"/>
            </a:schemeClr>
          </a:solidFill>
          <a:ln w="6350">
            <a:solidFill>
              <a:schemeClr val="bg1"/>
            </a:solidFill>
            <a:prstDash val="solid"/>
          </a:ln>
        </p:spPr>
        <p:txBody>
          <a:bodyPr/>
          <a:lstStyle/>
          <a:p>
            <a:endParaRPr lang="ja-JP" altLang="en-US"/>
          </a:p>
        </p:txBody>
      </p:sp>
      <p:sp>
        <p:nvSpPr>
          <p:cNvPr id="70" name="Shape 67"/>
          <p:cNvSpPr/>
          <p:nvPr/>
        </p:nvSpPr>
        <p:spPr>
          <a:xfrm>
            <a:off x="2157984" y="2929496"/>
            <a:ext cx="100584" cy="100584"/>
          </a:xfrm>
          <a:prstGeom prst="rect">
            <a:avLst/>
          </a:prstGeom>
          <a:solidFill>
            <a:schemeClr val="tx2">
              <a:alpha val="15000"/>
            </a:schemeClr>
          </a:solidFill>
          <a:ln w="6350">
            <a:solidFill>
              <a:schemeClr val="bg1"/>
            </a:solidFill>
            <a:prstDash val="solid"/>
          </a:ln>
        </p:spPr>
        <p:txBody>
          <a:bodyPr/>
          <a:lstStyle/>
          <a:p>
            <a:endParaRPr lang="ja-JP" altLang="en-US"/>
          </a:p>
        </p:txBody>
      </p:sp>
      <p:sp>
        <p:nvSpPr>
          <p:cNvPr id="71" name="Shape 68"/>
          <p:cNvSpPr/>
          <p:nvPr/>
        </p:nvSpPr>
        <p:spPr>
          <a:xfrm>
            <a:off x="3346704" y="2554592"/>
            <a:ext cx="868680" cy="548640"/>
          </a:xfrm>
          <a:prstGeom prst="roundRect">
            <a:avLst>
              <a:gd name="adj" fmla="val 13333"/>
            </a:avLst>
          </a:prstGeom>
          <a:solidFill>
            <a:schemeClr val="tx1"/>
          </a:solidFill>
          <a:ln w="12700">
            <a:solidFill>
              <a:schemeClr val="tx1"/>
            </a:solidFill>
            <a:prstDash val="solid"/>
          </a:ln>
        </p:spPr>
        <p:txBody>
          <a:bodyPr/>
          <a:lstStyle/>
          <a:p>
            <a:endParaRPr lang="ja-JP" altLang="en-US"/>
          </a:p>
        </p:txBody>
      </p:sp>
      <p:sp>
        <p:nvSpPr>
          <p:cNvPr id="72" name="Text 69"/>
          <p:cNvSpPr txBox="1"/>
          <p:nvPr/>
        </p:nvSpPr>
        <p:spPr>
          <a:xfrm>
            <a:off x="3346704" y="2554592"/>
            <a:ext cx="868680" cy="548640"/>
          </a:xfrm>
          <a:prstGeom prst="rect">
            <a:avLst/>
          </a:prstGeom>
          <a:noFill/>
          <a:ln/>
        </p:spPr>
        <p:txBody>
          <a:bodyPr wrap="square" lIns="0" tIns="0" rIns="0" bIns="0" rtlCol="0" anchor="ctr"/>
          <a:lstStyle/>
          <a:p>
            <a:pPr marL="0" indent="0" algn="ctr">
              <a:buNone/>
            </a:pPr>
            <a:r>
              <a:rPr lang="en-US" sz="1600" b="1" dirty="0">
                <a:solidFill>
                  <a:schemeClr val="bg1"/>
                </a:solidFill>
              </a:rPr>
              <a:t>AI</a:t>
            </a:r>
            <a:endParaRPr lang="en-US" sz="1600" dirty="0"/>
          </a:p>
        </p:txBody>
      </p:sp>
      <p:sp>
        <p:nvSpPr>
          <p:cNvPr id="73" name="Shape 70"/>
          <p:cNvSpPr/>
          <p:nvPr/>
        </p:nvSpPr>
        <p:spPr>
          <a:xfrm>
            <a:off x="5321808" y="2700896"/>
            <a:ext cx="109728" cy="402336"/>
          </a:xfrm>
          <a:prstGeom prst="rect">
            <a:avLst/>
          </a:prstGeom>
          <a:solidFill>
            <a:schemeClr val="accent2"/>
          </a:solidFill>
          <a:ln w="12700">
            <a:solidFill>
              <a:schemeClr val="bg2"/>
            </a:solidFill>
            <a:prstDash val="solid"/>
          </a:ln>
        </p:spPr>
        <p:txBody>
          <a:bodyPr/>
          <a:lstStyle/>
          <a:p>
            <a:endParaRPr lang="ja-JP" altLang="en-US"/>
          </a:p>
        </p:txBody>
      </p:sp>
      <p:sp>
        <p:nvSpPr>
          <p:cNvPr id="74" name="Shape 71"/>
          <p:cNvSpPr/>
          <p:nvPr/>
        </p:nvSpPr>
        <p:spPr>
          <a:xfrm>
            <a:off x="5468112" y="3052940"/>
            <a:ext cx="109728" cy="50292"/>
          </a:xfrm>
          <a:prstGeom prst="rect">
            <a:avLst/>
          </a:prstGeom>
          <a:solidFill>
            <a:schemeClr val="accent5"/>
          </a:solidFill>
          <a:ln w="12700">
            <a:solidFill>
              <a:schemeClr val="bg2"/>
            </a:solidFill>
            <a:prstDash val="solid"/>
          </a:ln>
        </p:spPr>
        <p:txBody>
          <a:bodyPr/>
          <a:lstStyle/>
          <a:p>
            <a:endParaRPr lang="ja-JP" altLang="en-US"/>
          </a:p>
        </p:txBody>
      </p:sp>
      <p:sp>
        <p:nvSpPr>
          <p:cNvPr id="75" name="Shape 72"/>
          <p:cNvSpPr/>
          <p:nvPr/>
        </p:nvSpPr>
        <p:spPr>
          <a:xfrm>
            <a:off x="5614416" y="3052940"/>
            <a:ext cx="109728" cy="50292"/>
          </a:xfrm>
          <a:prstGeom prst="rect">
            <a:avLst/>
          </a:prstGeom>
          <a:solidFill>
            <a:schemeClr val="accent5"/>
          </a:solidFill>
          <a:ln w="12700">
            <a:solidFill>
              <a:schemeClr val="bg2"/>
            </a:solidFill>
            <a:prstDash val="solid"/>
          </a:ln>
        </p:spPr>
        <p:txBody>
          <a:bodyPr/>
          <a:lstStyle/>
          <a:p>
            <a:endParaRPr lang="ja-JP" altLang="en-US"/>
          </a:p>
        </p:txBody>
      </p:sp>
      <p:sp>
        <p:nvSpPr>
          <p:cNvPr id="76" name="Shape 73"/>
          <p:cNvSpPr/>
          <p:nvPr/>
        </p:nvSpPr>
        <p:spPr>
          <a:xfrm>
            <a:off x="5760720" y="3052940"/>
            <a:ext cx="109728" cy="50292"/>
          </a:xfrm>
          <a:prstGeom prst="rect">
            <a:avLst/>
          </a:prstGeom>
          <a:solidFill>
            <a:schemeClr val="accent5"/>
          </a:solidFill>
          <a:ln w="12700">
            <a:solidFill>
              <a:schemeClr val="bg2"/>
            </a:solidFill>
            <a:prstDash val="solid"/>
          </a:ln>
        </p:spPr>
        <p:txBody>
          <a:bodyPr/>
          <a:lstStyle/>
          <a:p>
            <a:endParaRPr lang="ja-JP" altLang="en-US"/>
          </a:p>
        </p:txBody>
      </p:sp>
      <p:sp>
        <p:nvSpPr>
          <p:cNvPr id="77" name="Shape 74"/>
          <p:cNvSpPr/>
          <p:nvPr/>
        </p:nvSpPr>
        <p:spPr>
          <a:xfrm>
            <a:off x="5907024" y="3052940"/>
            <a:ext cx="109728" cy="50292"/>
          </a:xfrm>
          <a:prstGeom prst="rect">
            <a:avLst/>
          </a:prstGeom>
          <a:solidFill>
            <a:schemeClr val="accent5"/>
          </a:solidFill>
          <a:ln w="12700">
            <a:solidFill>
              <a:schemeClr val="bg2"/>
            </a:solidFill>
            <a:prstDash val="solid"/>
          </a:ln>
        </p:spPr>
        <p:txBody>
          <a:bodyPr/>
          <a:lstStyle/>
          <a:p>
            <a:endParaRPr lang="ja-JP" altLang="en-US"/>
          </a:p>
        </p:txBody>
      </p:sp>
      <p:sp>
        <p:nvSpPr>
          <p:cNvPr id="78" name="Shape 75"/>
          <p:cNvSpPr/>
          <p:nvPr/>
        </p:nvSpPr>
        <p:spPr>
          <a:xfrm>
            <a:off x="6053328" y="3052940"/>
            <a:ext cx="109728" cy="50292"/>
          </a:xfrm>
          <a:prstGeom prst="rect">
            <a:avLst/>
          </a:prstGeom>
          <a:solidFill>
            <a:schemeClr val="accent5"/>
          </a:solidFill>
          <a:ln w="12700">
            <a:solidFill>
              <a:schemeClr val="bg2"/>
            </a:solidFill>
            <a:prstDash val="solid"/>
          </a:ln>
        </p:spPr>
        <p:txBody>
          <a:bodyPr/>
          <a:lstStyle/>
          <a:p>
            <a:endParaRPr lang="ja-JP" altLang="en-US"/>
          </a:p>
        </p:txBody>
      </p:sp>
      <p:sp>
        <p:nvSpPr>
          <p:cNvPr id="79" name="Shape 76"/>
          <p:cNvSpPr/>
          <p:nvPr/>
        </p:nvSpPr>
        <p:spPr>
          <a:xfrm>
            <a:off x="6199632" y="2600312"/>
            <a:ext cx="109728" cy="502920"/>
          </a:xfrm>
          <a:prstGeom prst="rect">
            <a:avLst/>
          </a:prstGeom>
          <a:solidFill>
            <a:schemeClr val="accent1"/>
          </a:solidFill>
          <a:ln w="12700">
            <a:solidFill>
              <a:schemeClr val="bg2"/>
            </a:solidFill>
            <a:prstDash val="solid"/>
          </a:ln>
        </p:spPr>
        <p:txBody>
          <a:bodyPr/>
          <a:lstStyle/>
          <a:p>
            <a:endParaRPr lang="ja-JP" altLang="en-US"/>
          </a:p>
        </p:txBody>
      </p:sp>
      <p:sp>
        <p:nvSpPr>
          <p:cNvPr id="80" name="Shape 77"/>
          <p:cNvSpPr/>
          <p:nvPr/>
        </p:nvSpPr>
        <p:spPr>
          <a:xfrm>
            <a:off x="6345936" y="3052940"/>
            <a:ext cx="109728" cy="50292"/>
          </a:xfrm>
          <a:prstGeom prst="rect">
            <a:avLst/>
          </a:prstGeom>
          <a:solidFill>
            <a:schemeClr val="accent5"/>
          </a:solidFill>
          <a:ln w="12700">
            <a:solidFill>
              <a:schemeClr val="bg2"/>
            </a:solidFill>
            <a:prstDash val="solid"/>
          </a:ln>
        </p:spPr>
        <p:txBody>
          <a:bodyPr/>
          <a:lstStyle/>
          <a:p>
            <a:endParaRPr lang="ja-JP" altLang="en-US"/>
          </a:p>
        </p:txBody>
      </p:sp>
      <p:sp>
        <p:nvSpPr>
          <p:cNvPr id="81" name="Shape 78"/>
          <p:cNvSpPr/>
          <p:nvPr/>
        </p:nvSpPr>
        <p:spPr>
          <a:xfrm>
            <a:off x="6492240" y="3052940"/>
            <a:ext cx="109728" cy="50292"/>
          </a:xfrm>
          <a:prstGeom prst="rect">
            <a:avLst/>
          </a:prstGeom>
          <a:solidFill>
            <a:schemeClr val="accent5"/>
          </a:solidFill>
          <a:ln w="12700">
            <a:solidFill>
              <a:schemeClr val="bg2"/>
            </a:solidFill>
            <a:prstDash val="solid"/>
          </a:ln>
        </p:spPr>
        <p:txBody>
          <a:bodyPr/>
          <a:lstStyle/>
          <a:p>
            <a:endParaRPr lang="ja-JP" altLang="en-US"/>
          </a:p>
        </p:txBody>
      </p:sp>
      <p:sp>
        <p:nvSpPr>
          <p:cNvPr id="82" name="Shape 79"/>
          <p:cNvSpPr/>
          <p:nvPr/>
        </p:nvSpPr>
        <p:spPr>
          <a:xfrm>
            <a:off x="6638544" y="3002648"/>
            <a:ext cx="109728" cy="100584"/>
          </a:xfrm>
          <a:prstGeom prst="rect">
            <a:avLst/>
          </a:prstGeom>
          <a:solidFill>
            <a:schemeClr val="accent5"/>
          </a:solidFill>
          <a:ln w="12700">
            <a:solidFill>
              <a:schemeClr val="bg2"/>
            </a:solidFill>
            <a:prstDash val="solid"/>
          </a:ln>
        </p:spPr>
        <p:txBody>
          <a:bodyPr/>
          <a:lstStyle/>
          <a:p>
            <a:endParaRPr lang="ja-JP" altLang="en-US"/>
          </a:p>
        </p:txBody>
      </p:sp>
      <p:sp>
        <p:nvSpPr>
          <p:cNvPr id="83" name="Text 80"/>
          <p:cNvSpPr txBox="1"/>
          <p:nvPr/>
        </p:nvSpPr>
        <p:spPr>
          <a:xfrm>
            <a:off x="7616952" y="2481440"/>
            <a:ext cx="1554480" cy="731520"/>
          </a:xfrm>
          <a:prstGeom prst="rect">
            <a:avLst/>
          </a:prstGeom>
          <a:noFill/>
          <a:ln/>
        </p:spPr>
        <p:txBody>
          <a:bodyPr wrap="square" lIns="0" tIns="0" rIns="0" bIns="0" rtlCol="0" anchor="t"/>
          <a:lstStyle/>
          <a:p>
            <a:pPr marL="0" indent="0">
              <a:buNone/>
            </a:pPr>
            <a:r>
              <a:rPr lang="en-US" sz="1200" dirty="0">
                <a:solidFill>
                  <a:schemeClr val="tx1"/>
                </a:solidFill>
              </a:rPr>
              <a:t>p₀ ≈ β₀ᵀz</a:t>
            </a:r>
            <a:endParaRPr lang="en-US" sz="1200" dirty="0"/>
          </a:p>
          <a:p>
            <a:pPr marL="0" indent="0">
              <a:buNone/>
            </a:pPr>
            <a:r>
              <a:rPr lang="en-US" sz="1200" dirty="0">
                <a:solidFill>
                  <a:schemeClr val="tx1"/>
                </a:solidFill>
              </a:rPr>
              <a:t>p₁ ≈ β₁ᵀz</a:t>
            </a:r>
            <a:endParaRPr lang="en-US" sz="1200" dirty="0"/>
          </a:p>
          <a:p>
            <a:pPr marL="0" indent="0">
              <a:buNone/>
            </a:pPr>
            <a:r>
              <a:rPr lang="en-US" sz="1200" dirty="0">
                <a:solidFill>
                  <a:schemeClr val="tx1"/>
                </a:solidFill>
              </a:rPr>
              <a:t>…</a:t>
            </a:r>
            <a:endParaRPr lang="en-US" sz="1200" dirty="0"/>
          </a:p>
          <a:p>
            <a:pPr marL="0" indent="0">
              <a:buNone/>
            </a:pPr>
            <a:r>
              <a:rPr lang="en-US" sz="1200" dirty="0">
                <a:solidFill>
                  <a:schemeClr val="tx1"/>
                </a:solidFill>
              </a:rPr>
              <a:t>p₉ ≈ β₉ᵀz</a:t>
            </a:r>
            <a:endParaRPr lang="en-US" sz="1200" dirty="0"/>
          </a:p>
        </p:txBody>
      </p:sp>
      <p:sp>
        <p:nvSpPr>
          <p:cNvPr id="84" name="Shape 81"/>
          <p:cNvSpPr/>
          <p:nvPr/>
        </p:nvSpPr>
        <p:spPr>
          <a:xfrm>
            <a:off x="9866376" y="2463152"/>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85" name="Shape 82"/>
          <p:cNvSpPr/>
          <p:nvPr/>
        </p:nvSpPr>
        <p:spPr>
          <a:xfrm>
            <a:off x="9944100" y="2463152"/>
            <a:ext cx="73152" cy="73152"/>
          </a:xfrm>
          <a:prstGeom prst="rect">
            <a:avLst/>
          </a:prstGeom>
          <a:solidFill>
            <a:schemeClr val="accent5">
              <a:alpha val="15000"/>
            </a:schemeClr>
          </a:solidFill>
          <a:ln w="6350">
            <a:solidFill>
              <a:schemeClr val="bg1"/>
            </a:solidFill>
            <a:prstDash val="solid"/>
          </a:ln>
        </p:spPr>
        <p:txBody>
          <a:bodyPr/>
          <a:lstStyle/>
          <a:p>
            <a:endParaRPr lang="ja-JP" altLang="en-US"/>
          </a:p>
        </p:txBody>
      </p:sp>
      <p:sp>
        <p:nvSpPr>
          <p:cNvPr id="86" name="Shape 83"/>
          <p:cNvSpPr/>
          <p:nvPr/>
        </p:nvSpPr>
        <p:spPr>
          <a:xfrm>
            <a:off x="10021824" y="2463152"/>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87" name="Shape 84"/>
          <p:cNvSpPr/>
          <p:nvPr/>
        </p:nvSpPr>
        <p:spPr>
          <a:xfrm>
            <a:off x="10099548" y="2463152"/>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88" name="Shape 85"/>
          <p:cNvSpPr/>
          <p:nvPr/>
        </p:nvSpPr>
        <p:spPr>
          <a:xfrm>
            <a:off x="9866376" y="2540876"/>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89" name="Shape 86"/>
          <p:cNvSpPr/>
          <p:nvPr/>
        </p:nvSpPr>
        <p:spPr>
          <a:xfrm>
            <a:off x="9944100" y="2540876"/>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90" name="Shape 87"/>
          <p:cNvSpPr/>
          <p:nvPr/>
        </p:nvSpPr>
        <p:spPr>
          <a:xfrm>
            <a:off x="10021824" y="2540876"/>
            <a:ext cx="73152" cy="73152"/>
          </a:xfrm>
          <a:prstGeom prst="rect">
            <a:avLst/>
          </a:prstGeom>
          <a:solidFill>
            <a:schemeClr val="accent5">
              <a:alpha val="15000"/>
            </a:schemeClr>
          </a:solidFill>
          <a:ln w="6350">
            <a:solidFill>
              <a:schemeClr val="bg1"/>
            </a:solidFill>
            <a:prstDash val="solid"/>
          </a:ln>
        </p:spPr>
        <p:txBody>
          <a:bodyPr/>
          <a:lstStyle/>
          <a:p>
            <a:endParaRPr lang="ja-JP" altLang="en-US"/>
          </a:p>
        </p:txBody>
      </p:sp>
      <p:sp>
        <p:nvSpPr>
          <p:cNvPr id="91" name="Shape 88"/>
          <p:cNvSpPr/>
          <p:nvPr/>
        </p:nvSpPr>
        <p:spPr>
          <a:xfrm>
            <a:off x="10099548" y="2540876"/>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92" name="Shape 89"/>
          <p:cNvSpPr/>
          <p:nvPr/>
        </p:nvSpPr>
        <p:spPr>
          <a:xfrm>
            <a:off x="9866376" y="2618600"/>
            <a:ext cx="73152" cy="73152"/>
          </a:xfrm>
          <a:prstGeom prst="rect">
            <a:avLst/>
          </a:prstGeom>
          <a:solidFill>
            <a:schemeClr val="accent5">
              <a:alpha val="15000"/>
            </a:schemeClr>
          </a:solidFill>
          <a:ln w="6350">
            <a:solidFill>
              <a:schemeClr val="bg1"/>
            </a:solidFill>
            <a:prstDash val="solid"/>
          </a:ln>
        </p:spPr>
        <p:txBody>
          <a:bodyPr/>
          <a:lstStyle/>
          <a:p>
            <a:endParaRPr lang="ja-JP" altLang="en-US"/>
          </a:p>
        </p:txBody>
      </p:sp>
      <p:sp>
        <p:nvSpPr>
          <p:cNvPr id="93" name="Shape 90"/>
          <p:cNvSpPr/>
          <p:nvPr/>
        </p:nvSpPr>
        <p:spPr>
          <a:xfrm>
            <a:off x="9944100" y="2618600"/>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94" name="Shape 91"/>
          <p:cNvSpPr/>
          <p:nvPr/>
        </p:nvSpPr>
        <p:spPr>
          <a:xfrm>
            <a:off x="10021824" y="2618600"/>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95" name="Shape 92"/>
          <p:cNvSpPr/>
          <p:nvPr/>
        </p:nvSpPr>
        <p:spPr>
          <a:xfrm>
            <a:off x="10099548" y="2618600"/>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96" name="Shape 93"/>
          <p:cNvSpPr/>
          <p:nvPr/>
        </p:nvSpPr>
        <p:spPr>
          <a:xfrm>
            <a:off x="9866376" y="2696324"/>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97" name="Shape 94"/>
          <p:cNvSpPr/>
          <p:nvPr/>
        </p:nvSpPr>
        <p:spPr>
          <a:xfrm>
            <a:off x="9944100" y="2696324"/>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98" name="Shape 95"/>
          <p:cNvSpPr/>
          <p:nvPr/>
        </p:nvSpPr>
        <p:spPr>
          <a:xfrm>
            <a:off x="10021824" y="2696324"/>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99" name="Shape 96"/>
          <p:cNvSpPr/>
          <p:nvPr/>
        </p:nvSpPr>
        <p:spPr>
          <a:xfrm>
            <a:off x="10099548" y="2696324"/>
            <a:ext cx="73152" cy="73152"/>
          </a:xfrm>
          <a:prstGeom prst="rect">
            <a:avLst/>
          </a:prstGeom>
          <a:solidFill>
            <a:schemeClr val="accent5">
              <a:alpha val="15000"/>
            </a:schemeClr>
          </a:solidFill>
          <a:ln w="6350">
            <a:solidFill>
              <a:schemeClr val="bg1"/>
            </a:solidFill>
            <a:prstDash val="solid"/>
          </a:ln>
        </p:spPr>
        <p:txBody>
          <a:bodyPr/>
          <a:lstStyle/>
          <a:p>
            <a:endParaRPr lang="ja-JP" altLang="en-US"/>
          </a:p>
        </p:txBody>
      </p:sp>
      <p:sp>
        <p:nvSpPr>
          <p:cNvPr id="100" name="Shape 97"/>
          <p:cNvSpPr/>
          <p:nvPr/>
        </p:nvSpPr>
        <p:spPr>
          <a:xfrm>
            <a:off x="10204704" y="2463152"/>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01" name="Shape 98"/>
          <p:cNvSpPr/>
          <p:nvPr/>
        </p:nvSpPr>
        <p:spPr>
          <a:xfrm>
            <a:off x="10282428" y="2463152"/>
            <a:ext cx="73152" cy="73152"/>
          </a:xfrm>
          <a:prstGeom prst="rect">
            <a:avLst/>
          </a:prstGeom>
          <a:solidFill>
            <a:schemeClr val="accent5">
              <a:alpha val="15000"/>
            </a:schemeClr>
          </a:solidFill>
          <a:ln w="6350">
            <a:solidFill>
              <a:schemeClr val="bg1"/>
            </a:solidFill>
            <a:prstDash val="solid"/>
          </a:ln>
        </p:spPr>
        <p:txBody>
          <a:bodyPr/>
          <a:lstStyle/>
          <a:p>
            <a:endParaRPr lang="ja-JP" altLang="en-US"/>
          </a:p>
        </p:txBody>
      </p:sp>
      <p:sp>
        <p:nvSpPr>
          <p:cNvPr id="102" name="Shape 99"/>
          <p:cNvSpPr/>
          <p:nvPr/>
        </p:nvSpPr>
        <p:spPr>
          <a:xfrm>
            <a:off x="10360152" y="2463152"/>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03" name="Shape 100"/>
          <p:cNvSpPr/>
          <p:nvPr/>
        </p:nvSpPr>
        <p:spPr>
          <a:xfrm>
            <a:off x="10437876" y="2463152"/>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04" name="Shape 101"/>
          <p:cNvSpPr/>
          <p:nvPr/>
        </p:nvSpPr>
        <p:spPr>
          <a:xfrm>
            <a:off x="10204704" y="2540876"/>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05" name="Shape 102"/>
          <p:cNvSpPr/>
          <p:nvPr/>
        </p:nvSpPr>
        <p:spPr>
          <a:xfrm>
            <a:off x="10282428" y="2540876"/>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06" name="Shape 103"/>
          <p:cNvSpPr/>
          <p:nvPr/>
        </p:nvSpPr>
        <p:spPr>
          <a:xfrm>
            <a:off x="10360152" y="2540876"/>
            <a:ext cx="73152" cy="73152"/>
          </a:xfrm>
          <a:prstGeom prst="rect">
            <a:avLst/>
          </a:prstGeom>
          <a:solidFill>
            <a:schemeClr val="accent5">
              <a:alpha val="15000"/>
            </a:schemeClr>
          </a:solidFill>
          <a:ln w="6350">
            <a:solidFill>
              <a:schemeClr val="bg1"/>
            </a:solidFill>
            <a:prstDash val="solid"/>
          </a:ln>
        </p:spPr>
        <p:txBody>
          <a:bodyPr/>
          <a:lstStyle/>
          <a:p>
            <a:endParaRPr lang="ja-JP" altLang="en-US"/>
          </a:p>
        </p:txBody>
      </p:sp>
      <p:sp>
        <p:nvSpPr>
          <p:cNvPr id="107" name="Shape 104"/>
          <p:cNvSpPr/>
          <p:nvPr/>
        </p:nvSpPr>
        <p:spPr>
          <a:xfrm>
            <a:off x="10437876" y="2540876"/>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08" name="Shape 105"/>
          <p:cNvSpPr/>
          <p:nvPr/>
        </p:nvSpPr>
        <p:spPr>
          <a:xfrm>
            <a:off x="10204704" y="2618600"/>
            <a:ext cx="73152" cy="73152"/>
          </a:xfrm>
          <a:prstGeom prst="rect">
            <a:avLst/>
          </a:prstGeom>
          <a:solidFill>
            <a:schemeClr val="accent5">
              <a:alpha val="15000"/>
            </a:schemeClr>
          </a:solidFill>
          <a:ln w="6350">
            <a:solidFill>
              <a:schemeClr val="bg1"/>
            </a:solidFill>
            <a:prstDash val="solid"/>
          </a:ln>
        </p:spPr>
        <p:txBody>
          <a:bodyPr/>
          <a:lstStyle/>
          <a:p>
            <a:endParaRPr lang="ja-JP" altLang="en-US"/>
          </a:p>
        </p:txBody>
      </p:sp>
      <p:sp>
        <p:nvSpPr>
          <p:cNvPr id="109" name="Shape 106"/>
          <p:cNvSpPr/>
          <p:nvPr/>
        </p:nvSpPr>
        <p:spPr>
          <a:xfrm>
            <a:off x="10282428" y="2618600"/>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10" name="Shape 107"/>
          <p:cNvSpPr/>
          <p:nvPr/>
        </p:nvSpPr>
        <p:spPr>
          <a:xfrm>
            <a:off x="10360152" y="2618600"/>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11" name="Shape 108"/>
          <p:cNvSpPr/>
          <p:nvPr/>
        </p:nvSpPr>
        <p:spPr>
          <a:xfrm>
            <a:off x="10437876" y="2618600"/>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12" name="Shape 109"/>
          <p:cNvSpPr/>
          <p:nvPr/>
        </p:nvSpPr>
        <p:spPr>
          <a:xfrm>
            <a:off x="10204704" y="2696324"/>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13" name="Shape 110"/>
          <p:cNvSpPr/>
          <p:nvPr/>
        </p:nvSpPr>
        <p:spPr>
          <a:xfrm>
            <a:off x="10282428" y="2696324"/>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14" name="Shape 111"/>
          <p:cNvSpPr/>
          <p:nvPr/>
        </p:nvSpPr>
        <p:spPr>
          <a:xfrm>
            <a:off x="10360152" y="2696324"/>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15" name="Shape 112"/>
          <p:cNvSpPr/>
          <p:nvPr/>
        </p:nvSpPr>
        <p:spPr>
          <a:xfrm>
            <a:off x="10437876" y="2696324"/>
            <a:ext cx="73152" cy="73152"/>
          </a:xfrm>
          <a:prstGeom prst="rect">
            <a:avLst/>
          </a:prstGeom>
          <a:solidFill>
            <a:schemeClr val="accent5">
              <a:alpha val="15000"/>
            </a:schemeClr>
          </a:solidFill>
          <a:ln w="6350">
            <a:solidFill>
              <a:schemeClr val="bg1"/>
            </a:solidFill>
            <a:prstDash val="solid"/>
          </a:ln>
        </p:spPr>
        <p:txBody>
          <a:bodyPr/>
          <a:lstStyle/>
          <a:p>
            <a:endParaRPr lang="ja-JP" altLang="en-US"/>
          </a:p>
        </p:txBody>
      </p:sp>
      <p:sp>
        <p:nvSpPr>
          <p:cNvPr id="116" name="Shape 113"/>
          <p:cNvSpPr/>
          <p:nvPr/>
        </p:nvSpPr>
        <p:spPr>
          <a:xfrm>
            <a:off x="10543032" y="2463152"/>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17" name="Shape 114"/>
          <p:cNvSpPr/>
          <p:nvPr/>
        </p:nvSpPr>
        <p:spPr>
          <a:xfrm>
            <a:off x="10620756" y="2463152"/>
            <a:ext cx="73152" cy="73152"/>
          </a:xfrm>
          <a:prstGeom prst="rect">
            <a:avLst/>
          </a:prstGeom>
          <a:solidFill>
            <a:schemeClr val="accent5">
              <a:alpha val="15000"/>
            </a:schemeClr>
          </a:solidFill>
          <a:ln w="6350">
            <a:solidFill>
              <a:schemeClr val="bg1"/>
            </a:solidFill>
            <a:prstDash val="solid"/>
          </a:ln>
        </p:spPr>
        <p:txBody>
          <a:bodyPr/>
          <a:lstStyle/>
          <a:p>
            <a:endParaRPr lang="ja-JP" altLang="en-US"/>
          </a:p>
        </p:txBody>
      </p:sp>
      <p:sp>
        <p:nvSpPr>
          <p:cNvPr id="118" name="Shape 115"/>
          <p:cNvSpPr/>
          <p:nvPr/>
        </p:nvSpPr>
        <p:spPr>
          <a:xfrm>
            <a:off x="10698480" y="2463152"/>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19" name="Shape 116"/>
          <p:cNvSpPr/>
          <p:nvPr/>
        </p:nvSpPr>
        <p:spPr>
          <a:xfrm>
            <a:off x="10776204" y="2463152"/>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20" name="Shape 117"/>
          <p:cNvSpPr/>
          <p:nvPr/>
        </p:nvSpPr>
        <p:spPr>
          <a:xfrm>
            <a:off x="10543032" y="2540876"/>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21" name="Shape 118"/>
          <p:cNvSpPr/>
          <p:nvPr/>
        </p:nvSpPr>
        <p:spPr>
          <a:xfrm>
            <a:off x="10620756" y="2540876"/>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22" name="Shape 119"/>
          <p:cNvSpPr/>
          <p:nvPr/>
        </p:nvSpPr>
        <p:spPr>
          <a:xfrm>
            <a:off x="10698480" y="2540876"/>
            <a:ext cx="73152" cy="73152"/>
          </a:xfrm>
          <a:prstGeom prst="rect">
            <a:avLst/>
          </a:prstGeom>
          <a:solidFill>
            <a:schemeClr val="accent5">
              <a:alpha val="15000"/>
            </a:schemeClr>
          </a:solidFill>
          <a:ln w="6350">
            <a:solidFill>
              <a:schemeClr val="bg1"/>
            </a:solidFill>
            <a:prstDash val="solid"/>
          </a:ln>
        </p:spPr>
        <p:txBody>
          <a:bodyPr/>
          <a:lstStyle/>
          <a:p>
            <a:endParaRPr lang="ja-JP" altLang="en-US"/>
          </a:p>
        </p:txBody>
      </p:sp>
      <p:sp>
        <p:nvSpPr>
          <p:cNvPr id="123" name="Shape 120"/>
          <p:cNvSpPr/>
          <p:nvPr/>
        </p:nvSpPr>
        <p:spPr>
          <a:xfrm>
            <a:off x="10776204" y="2540876"/>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24" name="Shape 121"/>
          <p:cNvSpPr/>
          <p:nvPr/>
        </p:nvSpPr>
        <p:spPr>
          <a:xfrm>
            <a:off x="10543032" y="2618600"/>
            <a:ext cx="73152" cy="73152"/>
          </a:xfrm>
          <a:prstGeom prst="rect">
            <a:avLst/>
          </a:prstGeom>
          <a:solidFill>
            <a:schemeClr val="accent5">
              <a:alpha val="15000"/>
            </a:schemeClr>
          </a:solidFill>
          <a:ln w="6350">
            <a:solidFill>
              <a:schemeClr val="bg1"/>
            </a:solidFill>
            <a:prstDash val="solid"/>
          </a:ln>
        </p:spPr>
        <p:txBody>
          <a:bodyPr/>
          <a:lstStyle/>
          <a:p>
            <a:endParaRPr lang="ja-JP" altLang="en-US"/>
          </a:p>
        </p:txBody>
      </p:sp>
      <p:sp>
        <p:nvSpPr>
          <p:cNvPr id="125" name="Shape 122"/>
          <p:cNvSpPr/>
          <p:nvPr/>
        </p:nvSpPr>
        <p:spPr>
          <a:xfrm>
            <a:off x="10620756" y="2618600"/>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26" name="Shape 123"/>
          <p:cNvSpPr/>
          <p:nvPr/>
        </p:nvSpPr>
        <p:spPr>
          <a:xfrm>
            <a:off x="10698480" y="2618600"/>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27" name="Shape 124"/>
          <p:cNvSpPr/>
          <p:nvPr/>
        </p:nvSpPr>
        <p:spPr>
          <a:xfrm>
            <a:off x="10776204" y="2618600"/>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28" name="Shape 125"/>
          <p:cNvSpPr/>
          <p:nvPr/>
        </p:nvSpPr>
        <p:spPr>
          <a:xfrm>
            <a:off x="10543032" y="2696324"/>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29" name="Shape 126"/>
          <p:cNvSpPr/>
          <p:nvPr/>
        </p:nvSpPr>
        <p:spPr>
          <a:xfrm>
            <a:off x="10620756" y="2696324"/>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30" name="Shape 127"/>
          <p:cNvSpPr/>
          <p:nvPr/>
        </p:nvSpPr>
        <p:spPr>
          <a:xfrm>
            <a:off x="10698480" y="2696324"/>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31" name="Shape 128"/>
          <p:cNvSpPr/>
          <p:nvPr/>
        </p:nvSpPr>
        <p:spPr>
          <a:xfrm>
            <a:off x="10776204" y="2696324"/>
            <a:ext cx="73152" cy="73152"/>
          </a:xfrm>
          <a:prstGeom prst="rect">
            <a:avLst/>
          </a:prstGeom>
          <a:solidFill>
            <a:schemeClr val="accent5">
              <a:alpha val="15000"/>
            </a:schemeClr>
          </a:solidFill>
          <a:ln w="6350">
            <a:solidFill>
              <a:schemeClr val="bg1"/>
            </a:solidFill>
            <a:prstDash val="solid"/>
          </a:ln>
        </p:spPr>
        <p:txBody>
          <a:bodyPr/>
          <a:lstStyle/>
          <a:p>
            <a:endParaRPr lang="ja-JP" altLang="en-US"/>
          </a:p>
        </p:txBody>
      </p:sp>
      <p:sp>
        <p:nvSpPr>
          <p:cNvPr id="132" name="Shape 129"/>
          <p:cNvSpPr/>
          <p:nvPr/>
        </p:nvSpPr>
        <p:spPr>
          <a:xfrm>
            <a:off x="10881360" y="2463152"/>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33" name="Shape 130"/>
          <p:cNvSpPr/>
          <p:nvPr/>
        </p:nvSpPr>
        <p:spPr>
          <a:xfrm>
            <a:off x="10959084" y="2463152"/>
            <a:ext cx="73152" cy="73152"/>
          </a:xfrm>
          <a:prstGeom prst="rect">
            <a:avLst/>
          </a:prstGeom>
          <a:solidFill>
            <a:schemeClr val="accent5">
              <a:alpha val="15000"/>
            </a:schemeClr>
          </a:solidFill>
          <a:ln w="6350">
            <a:solidFill>
              <a:schemeClr val="bg1"/>
            </a:solidFill>
            <a:prstDash val="solid"/>
          </a:ln>
        </p:spPr>
        <p:txBody>
          <a:bodyPr/>
          <a:lstStyle/>
          <a:p>
            <a:endParaRPr lang="ja-JP" altLang="en-US"/>
          </a:p>
        </p:txBody>
      </p:sp>
      <p:sp>
        <p:nvSpPr>
          <p:cNvPr id="134" name="Shape 131"/>
          <p:cNvSpPr/>
          <p:nvPr/>
        </p:nvSpPr>
        <p:spPr>
          <a:xfrm>
            <a:off x="11036808" y="2463152"/>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35" name="Shape 132"/>
          <p:cNvSpPr/>
          <p:nvPr/>
        </p:nvSpPr>
        <p:spPr>
          <a:xfrm>
            <a:off x="11114532" y="2463152"/>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36" name="Shape 133"/>
          <p:cNvSpPr/>
          <p:nvPr/>
        </p:nvSpPr>
        <p:spPr>
          <a:xfrm>
            <a:off x="10881360" y="2540876"/>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37" name="Shape 134"/>
          <p:cNvSpPr/>
          <p:nvPr/>
        </p:nvSpPr>
        <p:spPr>
          <a:xfrm>
            <a:off x="10959084" y="2540876"/>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38" name="Shape 135"/>
          <p:cNvSpPr/>
          <p:nvPr/>
        </p:nvSpPr>
        <p:spPr>
          <a:xfrm>
            <a:off x="11036808" y="2540876"/>
            <a:ext cx="73152" cy="73152"/>
          </a:xfrm>
          <a:prstGeom prst="rect">
            <a:avLst/>
          </a:prstGeom>
          <a:solidFill>
            <a:schemeClr val="accent5">
              <a:alpha val="15000"/>
            </a:schemeClr>
          </a:solidFill>
          <a:ln w="6350">
            <a:solidFill>
              <a:schemeClr val="bg1"/>
            </a:solidFill>
            <a:prstDash val="solid"/>
          </a:ln>
        </p:spPr>
        <p:txBody>
          <a:bodyPr/>
          <a:lstStyle/>
          <a:p>
            <a:endParaRPr lang="ja-JP" altLang="en-US"/>
          </a:p>
        </p:txBody>
      </p:sp>
      <p:sp>
        <p:nvSpPr>
          <p:cNvPr id="139" name="Shape 136"/>
          <p:cNvSpPr/>
          <p:nvPr/>
        </p:nvSpPr>
        <p:spPr>
          <a:xfrm>
            <a:off x="11114532" y="2540876"/>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40" name="Shape 137"/>
          <p:cNvSpPr/>
          <p:nvPr/>
        </p:nvSpPr>
        <p:spPr>
          <a:xfrm>
            <a:off x="10881360" y="2618600"/>
            <a:ext cx="73152" cy="73152"/>
          </a:xfrm>
          <a:prstGeom prst="rect">
            <a:avLst/>
          </a:prstGeom>
          <a:solidFill>
            <a:schemeClr val="accent5">
              <a:alpha val="15000"/>
            </a:schemeClr>
          </a:solidFill>
          <a:ln w="6350">
            <a:solidFill>
              <a:schemeClr val="bg1"/>
            </a:solidFill>
            <a:prstDash val="solid"/>
          </a:ln>
        </p:spPr>
        <p:txBody>
          <a:bodyPr/>
          <a:lstStyle/>
          <a:p>
            <a:endParaRPr lang="ja-JP" altLang="en-US"/>
          </a:p>
        </p:txBody>
      </p:sp>
      <p:sp>
        <p:nvSpPr>
          <p:cNvPr id="141" name="Shape 138"/>
          <p:cNvSpPr/>
          <p:nvPr/>
        </p:nvSpPr>
        <p:spPr>
          <a:xfrm>
            <a:off x="10959084" y="2618600"/>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42" name="Shape 139"/>
          <p:cNvSpPr/>
          <p:nvPr/>
        </p:nvSpPr>
        <p:spPr>
          <a:xfrm>
            <a:off x="11036808" y="2618600"/>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43" name="Shape 140"/>
          <p:cNvSpPr/>
          <p:nvPr/>
        </p:nvSpPr>
        <p:spPr>
          <a:xfrm>
            <a:off x="11114532" y="2618600"/>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44" name="Shape 141"/>
          <p:cNvSpPr/>
          <p:nvPr/>
        </p:nvSpPr>
        <p:spPr>
          <a:xfrm>
            <a:off x="10881360" y="2696324"/>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45" name="Shape 142"/>
          <p:cNvSpPr/>
          <p:nvPr/>
        </p:nvSpPr>
        <p:spPr>
          <a:xfrm>
            <a:off x="10959084" y="2696324"/>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46" name="Shape 143"/>
          <p:cNvSpPr/>
          <p:nvPr/>
        </p:nvSpPr>
        <p:spPr>
          <a:xfrm>
            <a:off x="11036808" y="2696324"/>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47" name="Shape 144"/>
          <p:cNvSpPr/>
          <p:nvPr/>
        </p:nvSpPr>
        <p:spPr>
          <a:xfrm>
            <a:off x="11114532" y="2696324"/>
            <a:ext cx="73152" cy="73152"/>
          </a:xfrm>
          <a:prstGeom prst="rect">
            <a:avLst/>
          </a:prstGeom>
          <a:solidFill>
            <a:schemeClr val="accent5">
              <a:alpha val="15000"/>
            </a:schemeClr>
          </a:solidFill>
          <a:ln w="6350">
            <a:solidFill>
              <a:schemeClr val="bg1"/>
            </a:solidFill>
            <a:prstDash val="solid"/>
          </a:ln>
        </p:spPr>
        <p:txBody>
          <a:bodyPr/>
          <a:lstStyle/>
          <a:p>
            <a:endParaRPr lang="ja-JP" altLang="en-US"/>
          </a:p>
        </p:txBody>
      </p:sp>
      <p:sp>
        <p:nvSpPr>
          <p:cNvPr id="148" name="Shape 145"/>
          <p:cNvSpPr/>
          <p:nvPr/>
        </p:nvSpPr>
        <p:spPr>
          <a:xfrm>
            <a:off x="11219688" y="2463152"/>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49" name="Shape 146"/>
          <p:cNvSpPr/>
          <p:nvPr/>
        </p:nvSpPr>
        <p:spPr>
          <a:xfrm>
            <a:off x="11297412" y="2463152"/>
            <a:ext cx="73152" cy="73152"/>
          </a:xfrm>
          <a:prstGeom prst="rect">
            <a:avLst/>
          </a:prstGeom>
          <a:solidFill>
            <a:schemeClr val="accent5">
              <a:alpha val="15000"/>
            </a:schemeClr>
          </a:solidFill>
          <a:ln w="6350">
            <a:solidFill>
              <a:schemeClr val="bg1"/>
            </a:solidFill>
            <a:prstDash val="solid"/>
          </a:ln>
        </p:spPr>
        <p:txBody>
          <a:bodyPr/>
          <a:lstStyle/>
          <a:p>
            <a:endParaRPr lang="ja-JP" altLang="en-US"/>
          </a:p>
        </p:txBody>
      </p:sp>
      <p:sp>
        <p:nvSpPr>
          <p:cNvPr id="150" name="Shape 147"/>
          <p:cNvSpPr/>
          <p:nvPr/>
        </p:nvSpPr>
        <p:spPr>
          <a:xfrm>
            <a:off x="11375136" y="2463152"/>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51" name="Shape 148"/>
          <p:cNvSpPr/>
          <p:nvPr/>
        </p:nvSpPr>
        <p:spPr>
          <a:xfrm>
            <a:off x="11452860" y="2463152"/>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52" name="Shape 149"/>
          <p:cNvSpPr/>
          <p:nvPr/>
        </p:nvSpPr>
        <p:spPr>
          <a:xfrm>
            <a:off x="11219688" y="2540876"/>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53" name="Shape 150"/>
          <p:cNvSpPr/>
          <p:nvPr/>
        </p:nvSpPr>
        <p:spPr>
          <a:xfrm>
            <a:off x="11297412" y="2540876"/>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54" name="Shape 151"/>
          <p:cNvSpPr/>
          <p:nvPr/>
        </p:nvSpPr>
        <p:spPr>
          <a:xfrm>
            <a:off x="11375136" y="2540876"/>
            <a:ext cx="73152" cy="73152"/>
          </a:xfrm>
          <a:prstGeom prst="rect">
            <a:avLst/>
          </a:prstGeom>
          <a:solidFill>
            <a:schemeClr val="accent5">
              <a:alpha val="15000"/>
            </a:schemeClr>
          </a:solidFill>
          <a:ln w="6350">
            <a:solidFill>
              <a:schemeClr val="bg1"/>
            </a:solidFill>
            <a:prstDash val="solid"/>
          </a:ln>
        </p:spPr>
        <p:txBody>
          <a:bodyPr/>
          <a:lstStyle/>
          <a:p>
            <a:endParaRPr lang="ja-JP" altLang="en-US"/>
          </a:p>
        </p:txBody>
      </p:sp>
      <p:sp>
        <p:nvSpPr>
          <p:cNvPr id="155" name="Shape 152"/>
          <p:cNvSpPr/>
          <p:nvPr/>
        </p:nvSpPr>
        <p:spPr>
          <a:xfrm>
            <a:off x="11452860" y="2540876"/>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56" name="Shape 153"/>
          <p:cNvSpPr/>
          <p:nvPr/>
        </p:nvSpPr>
        <p:spPr>
          <a:xfrm>
            <a:off x="11219688" y="2618600"/>
            <a:ext cx="73152" cy="73152"/>
          </a:xfrm>
          <a:prstGeom prst="rect">
            <a:avLst/>
          </a:prstGeom>
          <a:solidFill>
            <a:schemeClr val="accent5">
              <a:alpha val="15000"/>
            </a:schemeClr>
          </a:solidFill>
          <a:ln w="6350">
            <a:solidFill>
              <a:schemeClr val="bg1"/>
            </a:solidFill>
            <a:prstDash val="solid"/>
          </a:ln>
        </p:spPr>
        <p:txBody>
          <a:bodyPr/>
          <a:lstStyle/>
          <a:p>
            <a:endParaRPr lang="ja-JP" altLang="en-US"/>
          </a:p>
        </p:txBody>
      </p:sp>
      <p:sp>
        <p:nvSpPr>
          <p:cNvPr id="157" name="Shape 154"/>
          <p:cNvSpPr/>
          <p:nvPr/>
        </p:nvSpPr>
        <p:spPr>
          <a:xfrm>
            <a:off x="11297412" y="2618600"/>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58" name="Shape 155"/>
          <p:cNvSpPr/>
          <p:nvPr/>
        </p:nvSpPr>
        <p:spPr>
          <a:xfrm>
            <a:off x="11375136" y="2618600"/>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59" name="Shape 156"/>
          <p:cNvSpPr/>
          <p:nvPr/>
        </p:nvSpPr>
        <p:spPr>
          <a:xfrm>
            <a:off x="11452860" y="2618600"/>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60" name="Shape 157"/>
          <p:cNvSpPr/>
          <p:nvPr/>
        </p:nvSpPr>
        <p:spPr>
          <a:xfrm>
            <a:off x="11219688" y="2696324"/>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61" name="Shape 158"/>
          <p:cNvSpPr/>
          <p:nvPr/>
        </p:nvSpPr>
        <p:spPr>
          <a:xfrm>
            <a:off x="11297412" y="2696324"/>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62" name="Shape 159"/>
          <p:cNvSpPr/>
          <p:nvPr/>
        </p:nvSpPr>
        <p:spPr>
          <a:xfrm>
            <a:off x="11375136" y="2696324"/>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63" name="Shape 160"/>
          <p:cNvSpPr/>
          <p:nvPr/>
        </p:nvSpPr>
        <p:spPr>
          <a:xfrm>
            <a:off x="11452860" y="2696324"/>
            <a:ext cx="73152" cy="73152"/>
          </a:xfrm>
          <a:prstGeom prst="rect">
            <a:avLst/>
          </a:prstGeom>
          <a:solidFill>
            <a:schemeClr val="accent5">
              <a:alpha val="15000"/>
            </a:schemeClr>
          </a:solidFill>
          <a:ln w="6350">
            <a:solidFill>
              <a:schemeClr val="bg1"/>
            </a:solidFill>
            <a:prstDash val="solid"/>
          </a:ln>
        </p:spPr>
        <p:txBody>
          <a:bodyPr/>
          <a:lstStyle/>
          <a:p>
            <a:endParaRPr lang="ja-JP" altLang="en-US"/>
          </a:p>
        </p:txBody>
      </p:sp>
      <p:sp>
        <p:nvSpPr>
          <p:cNvPr id="164" name="Shape 161"/>
          <p:cNvSpPr/>
          <p:nvPr/>
        </p:nvSpPr>
        <p:spPr>
          <a:xfrm>
            <a:off x="9866376" y="2828912"/>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65" name="Shape 162"/>
          <p:cNvSpPr/>
          <p:nvPr/>
        </p:nvSpPr>
        <p:spPr>
          <a:xfrm>
            <a:off x="9944100" y="2828912"/>
            <a:ext cx="73152" cy="73152"/>
          </a:xfrm>
          <a:prstGeom prst="rect">
            <a:avLst/>
          </a:prstGeom>
          <a:solidFill>
            <a:schemeClr val="accent5">
              <a:alpha val="15000"/>
            </a:schemeClr>
          </a:solidFill>
          <a:ln w="6350">
            <a:solidFill>
              <a:schemeClr val="bg1"/>
            </a:solidFill>
            <a:prstDash val="solid"/>
          </a:ln>
        </p:spPr>
        <p:txBody>
          <a:bodyPr/>
          <a:lstStyle/>
          <a:p>
            <a:endParaRPr lang="ja-JP" altLang="en-US"/>
          </a:p>
        </p:txBody>
      </p:sp>
      <p:sp>
        <p:nvSpPr>
          <p:cNvPr id="166" name="Shape 163"/>
          <p:cNvSpPr/>
          <p:nvPr/>
        </p:nvSpPr>
        <p:spPr>
          <a:xfrm>
            <a:off x="10021824" y="2828912"/>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67" name="Shape 164"/>
          <p:cNvSpPr/>
          <p:nvPr/>
        </p:nvSpPr>
        <p:spPr>
          <a:xfrm>
            <a:off x="10099548" y="2828912"/>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68" name="Shape 165"/>
          <p:cNvSpPr/>
          <p:nvPr/>
        </p:nvSpPr>
        <p:spPr>
          <a:xfrm>
            <a:off x="9866376" y="2906636"/>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69" name="Shape 166"/>
          <p:cNvSpPr/>
          <p:nvPr/>
        </p:nvSpPr>
        <p:spPr>
          <a:xfrm>
            <a:off x="9944100" y="2906636"/>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70" name="Shape 167"/>
          <p:cNvSpPr/>
          <p:nvPr/>
        </p:nvSpPr>
        <p:spPr>
          <a:xfrm>
            <a:off x="10021824" y="2906636"/>
            <a:ext cx="73152" cy="73152"/>
          </a:xfrm>
          <a:prstGeom prst="rect">
            <a:avLst/>
          </a:prstGeom>
          <a:solidFill>
            <a:schemeClr val="accent5">
              <a:alpha val="15000"/>
            </a:schemeClr>
          </a:solidFill>
          <a:ln w="6350">
            <a:solidFill>
              <a:schemeClr val="bg1"/>
            </a:solidFill>
            <a:prstDash val="solid"/>
          </a:ln>
        </p:spPr>
        <p:txBody>
          <a:bodyPr/>
          <a:lstStyle/>
          <a:p>
            <a:endParaRPr lang="ja-JP" altLang="en-US"/>
          </a:p>
        </p:txBody>
      </p:sp>
      <p:sp>
        <p:nvSpPr>
          <p:cNvPr id="171" name="Shape 168"/>
          <p:cNvSpPr/>
          <p:nvPr/>
        </p:nvSpPr>
        <p:spPr>
          <a:xfrm>
            <a:off x="10099548" y="2906636"/>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72" name="Shape 169"/>
          <p:cNvSpPr/>
          <p:nvPr/>
        </p:nvSpPr>
        <p:spPr>
          <a:xfrm>
            <a:off x="9866376" y="2984360"/>
            <a:ext cx="73152" cy="73152"/>
          </a:xfrm>
          <a:prstGeom prst="rect">
            <a:avLst/>
          </a:prstGeom>
          <a:solidFill>
            <a:schemeClr val="accent5">
              <a:alpha val="15000"/>
            </a:schemeClr>
          </a:solidFill>
          <a:ln w="6350">
            <a:solidFill>
              <a:schemeClr val="bg1"/>
            </a:solidFill>
            <a:prstDash val="solid"/>
          </a:ln>
        </p:spPr>
        <p:txBody>
          <a:bodyPr/>
          <a:lstStyle/>
          <a:p>
            <a:endParaRPr lang="ja-JP" altLang="en-US"/>
          </a:p>
        </p:txBody>
      </p:sp>
      <p:sp>
        <p:nvSpPr>
          <p:cNvPr id="173" name="Shape 170"/>
          <p:cNvSpPr/>
          <p:nvPr/>
        </p:nvSpPr>
        <p:spPr>
          <a:xfrm>
            <a:off x="9944100" y="2984360"/>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74" name="Shape 171"/>
          <p:cNvSpPr/>
          <p:nvPr/>
        </p:nvSpPr>
        <p:spPr>
          <a:xfrm>
            <a:off x="10021824" y="2984360"/>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75" name="Shape 172"/>
          <p:cNvSpPr/>
          <p:nvPr/>
        </p:nvSpPr>
        <p:spPr>
          <a:xfrm>
            <a:off x="10099548" y="2984360"/>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76" name="Shape 173"/>
          <p:cNvSpPr/>
          <p:nvPr/>
        </p:nvSpPr>
        <p:spPr>
          <a:xfrm>
            <a:off x="9866376" y="3062084"/>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77" name="Shape 174"/>
          <p:cNvSpPr/>
          <p:nvPr/>
        </p:nvSpPr>
        <p:spPr>
          <a:xfrm>
            <a:off x="9944100" y="3062084"/>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78" name="Shape 175"/>
          <p:cNvSpPr/>
          <p:nvPr/>
        </p:nvSpPr>
        <p:spPr>
          <a:xfrm>
            <a:off x="10021824" y="3062084"/>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79" name="Shape 176"/>
          <p:cNvSpPr/>
          <p:nvPr/>
        </p:nvSpPr>
        <p:spPr>
          <a:xfrm>
            <a:off x="10099548" y="3062084"/>
            <a:ext cx="73152" cy="73152"/>
          </a:xfrm>
          <a:prstGeom prst="rect">
            <a:avLst/>
          </a:prstGeom>
          <a:solidFill>
            <a:schemeClr val="accent5">
              <a:alpha val="15000"/>
            </a:schemeClr>
          </a:solidFill>
          <a:ln w="6350">
            <a:solidFill>
              <a:schemeClr val="bg1"/>
            </a:solidFill>
            <a:prstDash val="solid"/>
          </a:ln>
        </p:spPr>
        <p:txBody>
          <a:bodyPr/>
          <a:lstStyle/>
          <a:p>
            <a:endParaRPr lang="ja-JP" altLang="en-US"/>
          </a:p>
        </p:txBody>
      </p:sp>
      <p:sp>
        <p:nvSpPr>
          <p:cNvPr id="180" name="Shape 177"/>
          <p:cNvSpPr/>
          <p:nvPr/>
        </p:nvSpPr>
        <p:spPr>
          <a:xfrm>
            <a:off x="10204704" y="2828912"/>
            <a:ext cx="73152" cy="73152"/>
          </a:xfrm>
          <a:prstGeom prst="rect">
            <a:avLst/>
          </a:prstGeom>
          <a:solidFill>
            <a:schemeClr val="accent1">
              <a:alpha val="70000"/>
            </a:schemeClr>
          </a:solidFill>
          <a:ln w="6350">
            <a:solidFill>
              <a:schemeClr val="bg1"/>
            </a:solidFill>
            <a:prstDash val="solid"/>
          </a:ln>
        </p:spPr>
        <p:txBody>
          <a:bodyPr/>
          <a:lstStyle/>
          <a:p>
            <a:endParaRPr lang="ja-JP" altLang="en-US"/>
          </a:p>
        </p:txBody>
      </p:sp>
      <p:sp>
        <p:nvSpPr>
          <p:cNvPr id="181" name="Shape 178"/>
          <p:cNvSpPr/>
          <p:nvPr/>
        </p:nvSpPr>
        <p:spPr>
          <a:xfrm>
            <a:off x="10282428" y="2828912"/>
            <a:ext cx="73152" cy="73152"/>
          </a:xfrm>
          <a:prstGeom prst="rect">
            <a:avLst/>
          </a:prstGeom>
          <a:solidFill>
            <a:schemeClr val="accent1">
              <a:alpha val="15000"/>
            </a:schemeClr>
          </a:solidFill>
          <a:ln w="6350">
            <a:solidFill>
              <a:schemeClr val="bg1"/>
            </a:solidFill>
            <a:prstDash val="solid"/>
          </a:ln>
        </p:spPr>
        <p:txBody>
          <a:bodyPr/>
          <a:lstStyle/>
          <a:p>
            <a:endParaRPr lang="ja-JP" altLang="en-US"/>
          </a:p>
        </p:txBody>
      </p:sp>
      <p:sp>
        <p:nvSpPr>
          <p:cNvPr id="182" name="Shape 179"/>
          <p:cNvSpPr/>
          <p:nvPr/>
        </p:nvSpPr>
        <p:spPr>
          <a:xfrm>
            <a:off x="10360152" y="2828912"/>
            <a:ext cx="73152" cy="73152"/>
          </a:xfrm>
          <a:prstGeom prst="rect">
            <a:avLst/>
          </a:prstGeom>
          <a:solidFill>
            <a:schemeClr val="accent1">
              <a:alpha val="70000"/>
            </a:schemeClr>
          </a:solidFill>
          <a:ln w="6350">
            <a:solidFill>
              <a:schemeClr val="bg1"/>
            </a:solidFill>
            <a:prstDash val="solid"/>
          </a:ln>
        </p:spPr>
        <p:txBody>
          <a:bodyPr/>
          <a:lstStyle/>
          <a:p>
            <a:endParaRPr lang="ja-JP" altLang="en-US"/>
          </a:p>
        </p:txBody>
      </p:sp>
      <p:sp>
        <p:nvSpPr>
          <p:cNvPr id="183" name="Shape 180"/>
          <p:cNvSpPr/>
          <p:nvPr/>
        </p:nvSpPr>
        <p:spPr>
          <a:xfrm>
            <a:off x="10437876" y="2828912"/>
            <a:ext cx="73152" cy="73152"/>
          </a:xfrm>
          <a:prstGeom prst="rect">
            <a:avLst/>
          </a:prstGeom>
          <a:solidFill>
            <a:schemeClr val="accent1">
              <a:alpha val="70000"/>
            </a:schemeClr>
          </a:solidFill>
          <a:ln w="6350">
            <a:solidFill>
              <a:schemeClr val="bg1"/>
            </a:solidFill>
            <a:prstDash val="solid"/>
          </a:ln>
        </p:spPr>
        <p:txBody>
          <a:bodyPr/>
          <a:lstStyle/>
          <a:p>
            <a:endParaRPr lang="ja-JP" altLang="en-US"/>
          </a:p>
        </p:txBody>
      </p:sp>
      <p:sp>
        <p:nvSpPr>
          <p:cNvPr id="184" name="Shape 181"/>
          <p:cNvSpPr/>
          <p:nvPr/>
        </p:nvSpPr>
        <p:spPr>
          <a:xfrm>
            <a:off x="10204704" y="2906636"/>
            <a:ext cx="73152" cy="73152"/>
          </a:xfrm>
          <a:prstGeom prst="rect">
            <a:avLst/>
          </a:prstGeom>
          <a:solidFill>
            <a:schemeClr val="accent1">
              <a:alpha val="70000"/>
            </a:schemeClr>
          </a:solidFill>
          <a:ln w="6350">
            <a:solidFill>
              <a:schemeClr val="bg1"/>
            </a:solidFill>
            <a:prstDash val="solid"/>
          </a:ln>
        </p:spPr>
        <p:txBody>
          <a:bodyPr/>
          <a:lstStyle/>
          <a:p>
            <a:endParaRPr lang="ja-JP" altLang="en-US"/>
          </a:p>
        </p:txBody>
      </p:sp>
      <p:sp>
        <p:nvSpPr>
          <p:cNvPr id="185" name="Shape 182"/>
          <p:cNvSpPr/>
          <p:nvPr/>
        </p:nvSpPr>
        <p:spPr>
          <a:xfrm>
            <a:off x="10282428" y="2906636"/>
            <a:ext cx="73152" cy="73152"/>
          </a:xfrm>
          <a:prstGeom prst="rect">
            <a:avLst/>
          </a:prstGeom>
          <a:solidFill>
            <a:schemeClr val="accent1">
              <a:alpha val="70000"/>
            </a:schemeClr>
          </a:solidFill>
          <a:ln w="6350">
            <a:solidFill>
              <a:schemeClr val="bg1"/>
            </a:solidFill>
            <a:prstDash val="solid"/>
          </a:ln>
        </p:spPr>
        <p:txBody>
          <a:bodyPr/>
          <a:lstStyle/>
          <a:p>
            <a:endParaRPr lang="ja-JP" altLang="en-US"/>
          </a:p>
        </p:txBody>
      </p:sp>
      <p:sp>
        <p:nvSpPr>
          <p:cNvPr id="186" name="Shape 183"/>
          <p:cNvSpPr/>
          <p:nvPr/>
        </p:nvSpPr>
        <p:spPr>
          <a:xfrm>
            <a:off x="10360152" y="2906636"/>
            <a:ext cx="73152" cy="73152"/>
          </a:xfrm>
          <a:prstGeom prst="rect">
            <a:avLst/>
          </a:prstGeom>
          <a:solidFill>
            <a:schemeClr val="accent1">
              <a:alpha val="15000"/>
            </a:schemeClr>
          </a:solidFill>
          <a:ln w="6350">
            <a:solidFill>
              <a:schemeClr val="bg1"/>
            </a:solidFill>
            <a:prstDash val="solid"/>
          </a:ln>
        </p:spPr>
        <p:txBody>
          <a:bodyPr/>
          <a:lstStyle/>
          <a:p>
            <a:endParaRPr lang="ja-JP" altLang="en-US"/>
          </a:p>
        </p:txBody>
      </p:sp>
      <p:sp>
        <p:nvSpPr>
          <p:cNvPr id="187" name="Shape 184"/>
          <p:cNvSpPr/>
          <p:nvPr/>
        </p:nvSpPr>
        <p:spPr>
          <a:xfrm>
            <a:off x="10437876" y="2906636"/>
            <a:ext cx="73152" cy="73152"/>
          </a:xfrm>
          <a:prstGeom prst="rect">
            <a:avLst/>
          </a:prstGeom>
          <a:solidFill>
            <a:schemeClr val="accent1">
              <a:alpha val="70000"/>
            </a:schemeClr>
          </a:solidFill>
          <a:ln w="6350">
            <a:solidFill>
              <a:schemeClr val="bg1"/>
            </a:solidFill>
            <a:prstDash val="solid"/>
          </a:ln>
        </p:spPr>
        <p:txBody>
          <a:bodyPr/>
          <a:lstStyle/>
          <a:p>
            <a:endParaRPr lang="ja-JP" altLang="en-US"/>
          </a:p>
        </p:txBody>
      </p:sp>
      <p:sp>
        <p:nvSpPr>
          <p:cNvPr id="188" name="Shape 185"/>
          <p:cNvSpPr/>
          <p:nvPr/>
        </p:nvSpPr>
        <p:spPr>
          <a:xfrm>
            <a:off x="10204704" y="2984360"/>
            <a:ext cx="73152" cy="73152"/>
          </a:xfrm>
          <a:prstGeom prst="rect">
            <a:avLst/>
          </a:prstGeom>
          <a:solidFill>
            <a:schemeClr val="accent1">
              <a:alpha val="15000"/>
            </a:schemeClr>
          </a:solidFill>
          <a:ln w="6350">
            <a:solidFill>
              <a:schemeClr val="bg1"/>
            </a:solidFill>
            <a:prstDash val="solid"/>
          </a:ln>
        </p:spPr>
        <p:txBody>
          <a:bodyPr/>
          <a:lstStyle/>
          <a:p>
            <a:endParaRPr lang="ja-JP" altLang="en-US"/>
          </a:p>
        </p:txBody>
      </p:sp>
      <p:sp>
        <p:nvSpPr>
          <p:cNvPr id="189" name="Shape 186"/>
          <p:cNvSpPr/>
          <p:nvPr/>
        </p:nvSpPr>
        <p:spPr>
          <a:xfrm>
            <a:off x="10282428" y="2984360"/>
            <a:ext cx="73152" cy="73152"/>
          </a:xfrm>
          <a:prstGeom prst="rect">
            <a:avLst/>
          </a:prstGeom>
          <a:solidFill>
            <a:schemeClr val="accent1">
              <a:alpha val="70000"/>
            </a:schemeClr>
          </a:solidFill>
          <a:ln w="6350">
            <a:solidFill>
              <a:schemeClr val="bg1"/>
            </a:solidFill>
            <a:prstDash val="solid"/>
          </a:ln>
        </p:spPr>
        <p:txBody>
          <a:bodyPr/>
          <a:lstStyle/>
          <a:p>
            <a:endParaRPr lang="ja-JP" altLang="en-US"/>
          </a:p>
        </p:txBody>
      </p:sp>
      <p:sp>
        <p:nvSpPr>
          <p:cNvPr id="190" name="Shape 187"/>
          <p:cNvSpPr/>
          <p:nvPr/>
        </p:nvSpPr>
        <p:spPr>
          <a:xfrm>
            <a:off x="10360152" y="2984360"/>
            <a:ext cx="73152" cy="73152"/>
          </a:xfrm>
          <a:prstGeom prst="rect">
            <a:avLst/>
          </a:prstGeom>
          <a:solidFill>
            <a:schemeClr val="accent1">
              <a:alpha val="70000"/>
            </a:schemeClr>
          </a:solidFill>
          <a:ln w="6350">
            <a:solidFill>
              <a:schemeClr val="bg1"/>
            </a:solidFill>
            <a:prstDash val="solid"/>
          </a:ln>
        </p:spPr>
        <p:txBody>
          <a:bodyPr/>
          <a:lstStyle/>
          <a:p>
            <a:endParaRPr lang="ja-JP" altLang="en-US"/>
          </a:p>
        </p:txBody>
      </p:sp>
      <p:sp>
        <p:nvSpPr>
          <p:cNvPr id="191" name="Shape 188"/>
          <p:cNvSpPr/>
          <p:nvPr/>
        </p:nvSpPr>
        <p:spPr>
          <a:xfrm>
            <a:off x="10437876" y="2984360"/>
            <a:ext cx="73152" cy="73152"/>
          </a:xfrm>
          <a:prstGeom prst="rect">
            <a:avLst/>
          </a:prstGeom>
          <a:solidFill>
            <a:schemeClr val="accent1">
              <a:alpha val="70000"/>
            </a:schemeClr>
          </a:solidFill>
          <a:ln w="6350">
            <a:solidFill>
              <a:schemeClr val="bg1"/>
            </a:solidFill>
            <a:prstDash val="solid"/>
          </a:ln>
        </p:spPr>
        <p:txBody>
          <a:bodyPr/>
          <a:lstStyle/>
          <a:p>
            <a:endParaRPr lang="ja-JP" altLang="en-US"/>
          </a:p>
        </p:txBody>
      </p:sp>
      <p:sp>
        <p:nvSpPr>
          <p:cNvPr id="192" name="Shape 189"/>
          <p:cNvSpPr/>
          <p:nvPr/>
        </p:nvSpPr>
        <p:spPr>
          <a:xfrm>
            <a:off x="10204704" y="3062084"/>
            <a:ext cx="73152" cy="73152"/>
          </a:xfrm>
          <a:prstGeom prst="rect">
            <a:avLst/>
          </a:prstGeom>
          <a:solidFill>
            <a:schemeClr val="accent1">
              <a:alpha val="70000"/>
            </a:schemeClr>
          </a:solidFill>
          <a:ln w="6350">
            <a:solidFill>
              <a:schemeClr val="bg1"/>
            </a:solidFill>
            <a:prstDash val="solid"/>
          </a:ln>
        </p:spPr>
        <p:txBody>
          <a:bodyPr/>
          <a:lstStyle/>
          <a:p>
            <a:endParaRPr lang="ja-JP" altLang="en-US"/>
          </a:p>
        </p:txBody>
      </p:sp>
      <p:sp>
        <p:nvSpPr>
          <p:cNvPr id="193" name="Shape 190"/>
          <p:cNvSpPr/>
          <p:nvPr/>
        </p:nvSpPr>
        <p:spPr>
          <a:xfrm>
            <a:off x="10282428" y="3062084"/>
            <a:ext cx="73152" cy="73152"/>
          </a:xfrm>
          <a:prstGeom prst="rect">
            <a:avLst/>
          </a:prstGeom>
          <a:solidFill>
            <a:schemeClr val="accent1">
              <a:alpha val="70000"/>
            </a:schemeClr>
          </a:solidFill>
          <a:ln w="6350">
            <a:solidFill>
              <a:schemeClr val="bg1"/>
            </a:solidFill>
            <a:prstDash val="solid"/>
          </a:ln>
        </p:spPr>
        <p:txBody>
          <a:bodyPr/>
          <a:lstStyle/>
          <a:p>
            <a:endParaRPr lang="ja-JP" altLang="en-US"/>
          </a:p>
        </p:txBody>
      </p:sp>
      <p:sp>
        <p:nvSpPr>
          <p:cNvPr id="194" name="Shape 191"/>
          <p:cNvSpPr/>
          <p:nvPr/>
        </p:nvSpPr>
        <p:spPr>
          <a:xfrm>
            <a:off x="10360152" y="3062084"/>
            <a:ext cx="73152" cy="73152"/>
          </a:xfrm>
          <a:prstGeom prst="rect">
            <a:avLst/>
          </a:prstGeom>
          <a:solidFill>
            <a:schemeClr val="accent1">
              <a:alpha val="70000"/>
            </a:schemeClr>
          </a:solidFill>
          <a:ln w="6350">
            <a:solidFill>
              <a:schemeClr val="bg1"/>
            </a:solidFill>
            <a:prstDash val="solid"/>
          </a:ln>
        </p:spPr>
        <p:txBody>
          <a:bodyPr/>
          <a:lstStyle/>
          <a:p>
            <a:endParaRPr lang="ja-JP" altLang="en-US"/>
          </a:p>
        </p:txBody>
      </p:sp>
      <p:sp>
        <p:nvSpPr>
          <p:cNvPr id="195" name="Shape 192"/>
          <p:cNvSpPr/>
          <p:nvPr/>
        </p:nvSpPr>
        <p:spPr>
          <a:xfrm>
            <a:off x="10437876" y="3062084"/>
            <a:ext cx="73152" cy="73152"/>
          </a:xfrm>
          <a:prstGeom prst="rect">
            <a:avLst/>
          </a:prstGeom>
          <a:solidFill>
            <a:schemeClr val="accent1">
              <a:alpha val="15000"/>
            </a:schemeClr>
          </a:solidFill>
          <a:ln w="6350">
            <a:solidFill>
              <a:schemeClr val="bg1"/>
            </a:solidFill>
            <a:prstDash val="solid"/>
          </a:ln>
        </p:spPr>
        <p:txBody>
          <a:bodyPr/>
          <a:lstStyle/>
          <a:p>
            <a:endParaRPr lang="ja-JP" altLang="en-US"/>
          </a:p>
        </p:txBody>
      </p:sp>
      <p:sp>
        <p:nvSpPr>
          <p:cNvPr id="196" name="Shape 193"/>
          <p:cNvSpPr/>
          <p:nvPr/>
        </p:nvSpPr>
        <p:spPr>
          <a:xfrm>
            <a:off x="10543032" y="2828912"/>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97" name="Shape 194"/>
          <p:cNvSpPr/>
          <p:nvPr/>
        </p:nvSpPr>
        <p:spPr>
          <a:xfrm>
            <a:off x="10620756" y="2828912"/>
            <a:ext cx="73152" cy="73152"/>
          </a:xfrm>
          <a:prstGeom prst="rect">
            <a:avLst/>
          </a:prstGeom>
          <a:solidFill>
            <a:schemeClr val="accent5">
              <a:alpha val="15000"/>
            </a:schemeClr>
          </a:solidFill>
          <a:ln w="6350">
            <a:solidFill>
              <a:schemeClr val="bg1"/>
            </a:solidFill>
            <a:prstDash val="solid"/>
          </a:ln>
        </p:spPr>
        <p:txBody>
          <a:bodyPr/>
          <a:lstStyle/>
          <a:p>
            <a:endParaRPr lang="ja-JP" altLang="en-US"/>
          </a:p>
        </p:txBody>
      </p:sp>
      <p:sp>
        <p:nvSpPr>
          <p:cNvPr id="198" name="Shape 195"/>
          <p:cNvSpPr/>
          <p:nvPr/>
        </p:nvSpPr>
        <p:spPr>
          <a:xfrm>
            <a:off x="10698480" y="2828912"/>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99" name="Shape 196"/>
          <p:cNvSpPr/>
          <p:nvPr/>
        </p:nvSpPr>
        <p:spPr>
          <a:xfrm>
            <a:off x="10776204" y="2828912"/>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200" name="Shape 197"/>
          <p:cNvSpPr/>
          <p:nvPr/>
        </p:nvSpPr>
        <p:spPr>
          <a:xfrm>
            <a:off x="10543032" y="2906636"/>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201" name="Shape 198"/>
          <p:cNvSpPr/>
          <p:nvPr/>
        </p:nvSpPr>
        <p:spPr>
          <a:xfrm>
            <a:off x="10620756" y="2906636"/>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202" name="Shape 199"/>
          <p:cNvSpPr/>
          <p:nvPr/>
        </p:nvSpPr>
        <p:spPr>
          <a:xfrm>
            <a:off x="10698480" y="2906636"/>
            <a:ext cx="73152" cy="73152"/>
          </a:xfrm>
          <a:prstGeom prst="rect">
            <a:avLst/>
          </a:prstGeom>
          <a:solidFill>
            <a:schemeClr val="accent5">
              <a:alpha val="15000"/>
            </a:schemeClr>
          </a:solidFill>
          <a:ln w="6350">
            <a:solidFill>
              <a:schemeClr val="bg1"/>
            </a:solidFill>
            <a:prstDash val="solid"/>
          </a:ln>
        </p:spPr>
        <p:txBody>
          <a:bodyPr/>
          <a:lstStyle/>
          <a:p>
            <a:endParaRPr lang="ja-JP" altLang="en-US"/>
          </a:p>
        </p:txBody>
      </p:sp>
      <p:sp>
        <p:nvSpPr>
          <p:cNvPr id="203" name="Shape 200"/>
          <p:cNvSpPr/>
          <p:nvPr/>
        </p:nvSpPr>
        <p:spPr>
          <a:xfrm>
            <a:off x="10776204" y="2906636"/>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204" name="Shape 201"/>
          <p:cNvSpPr/>
          <p:nvPr/>
        </p:nvSpPr>
        <p:spPr>
          <a:xfrm>
            <a:off x="10543032" y="2984360"/>
            <a:ext cx="73152" cy="73152"/>
          </a:xfrm>
          <a:prstGeom prst="rect">
            <a:avLst/>
          </a:prstGeom>
          <a:solidFill>
            <a:schemeClr val="accent5">
              <a:alpha val="15000"/>
            </a:schemeClr>
          </a:solidFill>
          <a:ln w="6350">
            <a:solidFill>
              <a:schemeClr val="bg1"/>
            </a:solidFill>
            <a:prstDash val="solid"/>
          </a:ln>
        </p:spPr>
        <p:txBody>
          <a:bodyPr/>
          <a:lstStyle/>
          <a:p>
            <a:endParaRPr lang="ja-JP" altLang="en-US"/>
          </a:p>
        </p:txBody>
      </p:sp>
      <p:sp>
        <p:nvSpPr>
          <p:cNvPr id="205" name="Shape 202"/>
          <p:cNvSpPr/>
          <p:nvPr/>
        </p:nvSpPr>
        <p:spPr>
          <a:xfrm>
            <a:off x="10620756" y="2984360"/>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206" name="Shape 203"/>
          <p:cNvSpPr/>
          <p:nvPr/>
        </p:nvSpPr>
        <p:spPr>
          <a:xfrm>
            <a:off x="10698480" y="2984360"/>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207" name="Shape 204"/>
          <p:cNvSpPr/>
          <p:nvPr/>
        </p:nvSpPr>
        <p:spPr>
          <a:xfrm>
            <a:off x="10776204" y="2984360"/>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208" name="Shape 205"/>
          <p:cNvSpPr/>
          <p:nvPr/>
        </p:nvSpPr>
        <p:spPr>
          <a:xfrm>
            <a:off x="10543032" y="3062084"/>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209" name="Shape 206"/>
          <p:cNvSpPr/>
          <p:nvPr/>
        </p:nvSpPr>
        <p:spPr>
          <a:xfrm>
            <a:off x="10620756" y="3062084"/>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210" name="Shape 207"/>
          <p:cNvSpPr/>
          <p:nvPr/>
        </p:nvSpPr>
        <p:spPr>
          <a:xfrm>
            <a:off x="10698480" y="3062084"/>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211" name="Shape 208"/>
          <p:cNvSpPr/>
          <p:nvPr/>
        </p:nvSpPr>
        <p:spPr>
          <a:xfrm>
            <a:off x="10776204" y="3062084"/>
            <a:ext cx="73152" cy="73152"/>
          </a:xfrm>
          <a:prstGeom prst="rect">
            <a:avLst/>
          </a:prstGeom>
          <a:solidFill>
            <a:schemeClr val="accent5">
              <a:alpha val="15000"/>
            </a:schemeClr>
          </a:solidFill>
          <a:ln w="6350">
            <a:solidFill>
              <a:schemeClr val="bg1"/>
            </a:solidFill>
            <a:prstDash val="solid"/>
          </a:ln>
        </p:spPr>
        <p:txBody>
          <a:bodyPr/>
          <a:lstStyle/>
          <a:p>
            <a:endParaRPr lang="ja-JP" altLang="en-US"/>
          </a:p>
        </p:txBody>
      </p:sp>
      <p:sp>
        <p:nvSpPr>
          <p:cNvPr id="212" name="Shape 209"/>
          <p:cNvSpPr/>
          <p:nvPr/>
        </p:nvSpPr>
        <p:spPr>
          <a:xfrm>
            <a:off x="10881360" y="2828912"/>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213" name="Shape 210"/>
          <p:cNvSpPr/>
          <p:nvPr/>
        </p:nvSpPr>
        <p:spPr>
          <a:xfrm>
            <a:off x="10959084" y="2828912"/>
            <a:ext cx="73152" cy="73152"/>
          </a:xfrm>
          <a:prstGeom prst="rect">
            <a:avLst/>
          </a:prstGeom>
          <a:solidFill>
            <a:schemeClr val="accent5">
              <a:alpha val="15000"/>
            </a:schemeClr>
          </a:solidFill>
          <a:ln w="6350">
            <a:solidFill>
              <a:schemeClr val="bg1"/>
            </a:solidFill>
            <a:prstDash val="solid"/>
          </a:ln>
        </p:spPr>
        <p:txBody>
          <a:bodyPr/>
          <a:lstStyle/>
          <a:p>
            <a:endParaRPr lang="ja-JP" altLang="en-US"/>
          </a:p>
        </p:txBody>
      </p:sp>
      <p:sp>
        <p:nvSpPr>
          <p:cNvPr id="214" name="Shape 211"/>
          <p:cNvSpPr/>
          <p:nvPr/>
        </p:nvSpPr>
        <p:spPr>
          <a:xfrm>
            <a:off x="11036808" y="2828912"/>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215" name="Shape 212"/>
          <p:cNvSpPr/>
          <p:nvPr/>
        </p:nvSpPr>
        <p:spPr>
          <a:xfrm>
            <a:off x="11114532" y="2828912"/>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216" name="Shape 213"/>
          <p:cNvSpPr/>
          <p:nvPr/>
        </p:nvSpPr>
        <p:spPr>
          <a:xfrm>
            <a:off x="10881360" y="2906636"/>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217" name="Shape 214"/>
          <p:cNvSpPr/>
          <p:nvPr/>
        </p:nvSpPr>
        <p:spPr>
          <a:xfrm>
            <a:off x="10959084" y="2906636"/>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218" name="Shape 215"/>
          <p:cNvSpPr/>
          <p:nvPr/>
        </p:nvSpPr>
        <p:spPr>
          <a:xfrm>
            <a:off x="11036808" y="2906636"/>
            <a:ext cx="73152" cy="73152"/>
          </a:xfrm>
          <a:prstGeom prst="rect">
            <a:avLst/>
          </a:prstGeom>
          <a:solidFill>
            <a:schemeClr val="accent5">
              <a:alpha val="15000"/>
            </a:schemeClr>
          </a:solidFill>
          <a:ln w="6350">
            <a:solidFill>
              <a:schemeClr val="bg1"/>
            </a:solidFill>
            <a:prstDash val="solid"/>
          </a:ln>
        </p:spPr>
        <p:txBody>
          <a:bodyPr/>
          <a:lstStyle/>
          <a:p>
            <a:endParaRPr lang="ja-JP" altLang="en-US"/>
          </a:p>
        </p:txBody>
      </p:sp>
      <p:sp>
        <p:nvSpPr>
          <p:cNvPr id="219" name="Shape 216"/>
          <p:cNvSpPr/>
          <p:nvPr/>
        </p:nvSpPr>
        <p:spPr>
          <a:xfrm>
            <a:off x="11114532" y="2906636"/>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220" name="Shape 217"/>
          <p:cNvSpPr/>
          <p:nvPr/>
        </p:nvSpPr>
        <p:spPr>
          <a:xfrm>
            <a:off x="10881360" y="2984360"/>
            <a:ext cx="73152" cy="73152"/>
          </a:xfrm>
          <a:prstGeom prst="rect">
            <a:avLst/>
          </a:prstGeom>
          <a:solidFill>
            <a:schemeClr val="accent5">
              <a:alpha val="15000"/>
            </a:schemeClr>
          </a:solidFill>
          <a:ln w="6350">
            <a:solidFill>
              <a:schemeClr val="bg1"/>
            </a:solidFill>
            <a:prstDash val="solid"/>
          </a:ln>
        </p:spPr>
        <p:txBody>
          <a:bodyPr/>
          <a:lstStyle/>
          <a:p>
            <a:endParaRPr lang="ja-JP" altLang="en-US"/>
          </a:p>
        </p:txBody>
      </p:sp>
      <p:sp>
        <p:nvSpPr>
          <p:cNvPr id="221" name="Shape 218"/>
          <p:cNvSpPr/>
          <p:nvPr/>
        </p:nvSpPr>
        <p:spPr>
          <a:xfrm>
            <a:off x="10959084" y="2984360"/>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222" name="Shape 219"/>
          <p:cNvSpPr/>
          <p:nvPr/>
        </p:nvSpPr>
        <p:spPr>
          <a:xfrm>
            <a:off x="11036808" y="2984360"/>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223" name="Shape 220"/>
          <p:cNvSpPr/>
          <p:nvPr/>
        </p:nvSpPr>
        <p:spPr>
          <a:xfrm>
            <a:off x="11114532" y="2984360"/>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224" name="Shape 221"/>
          <p:cNvSpPr/>
          <p:nvPr/>
        </p:nvSpPr>
        <p:spPr>
          <a:xfrm>
            <a:off x="10881360" y="3062084"/>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225" name="Shape 222"/>
          <p:cNvSpPr/>
          <p:nvPr/>
        </p:nvSpPr>
        <p:spPr>
          <a:xfrm>
            <a:off x="10959084" y="3062084"/>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226" name="Shape 223"/>
          <p:cNvSpPr/>
          <p:nvPr/>
        </p:nvSpPr>
        <p:spPr>
          <a:xfrm>
            <a:off x="11036808" y="3062084"/>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227" name="Shape 224"/>
          <p:cNvSpPr/>
          <p:nvPr/>
        </p:nvSpPr>
        <p:spPr>
          <a:xfrm>
            <a:off x="11114532" y="3062084"/>
            <a:ext cx="73152" cy="73152"/>
          </a:xfrm>
          <a:prstGeom prst="rect">
            <a:avLst/>
          </a:prstGeom>
          <a:solidFill>
            <a:schemeClr val="accent5">
              <a:alpha val="15000"/>
            </a:schemeClr>
          </a:solidFill>
          <a:ln w="6350">
            <a:solidFill>
              <a:schemeClr val="bg1"/>
            </a:solidFill>
            <a:prstDash val="solid"/>
          </a:ln>
        </p:spPr>
        <p:txBody>
          <a:bodyPr/>
          <a:lstStyle/>
          <a:p>
            <a:endParaRPr lang="ja-JP" altLang="en-US"/>
          </a:p>
        </p:txBody>
      </p:sp>
      <p:sp>
        <p:nvSpPr>
          <p:cNvPr id="228" name="Shape 225"/>
          <p:cNvSpPr/>
          <p:nvPr/>
        </p:nvSpPr>
        <p:spPr>
          <a:xfrm>
            <a:off x="11219688" y="2828912"/>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229" name="Shape 226"/>
          <p:cNvSpPr/>
          <p:nvPr/>
        </p:nvSpPr>
        <p:spPr>
          <a:xfrm>
            <a:off x="11297412" y="2828912"/>
            <a:ext cx="73152" cy="73152"/>
          </a:xfrm>
          <a:prstGeom prst="rect">
            <a:avLst/>
          </a:prstGeom>
          <a:solidFill>
            <a:schemeClr val="accent5">
              <a:alpha val="15000"/>
            </a:schemeClr>
          </a:solidFill>
          <a:ln w="6350">
            <a:solidFill>
              <a:schemeClr val="bg1"/>
            </a:solidFill>
            <a:prstDash val="solid"/>
          </a:ln>
        </p:spPr>
        <p:txBody>
          <a:bodyPr/>
          <a:lstStyle/>
          <a:p>
            <a:endParaRPr lang="ja-JP" altLang="en-US"/>
          </a:p>
        </p:txBody>
      </p:sp>
      <p:sp>
        <p:nvSpPr>
          <p:cNvPr id="230" name="Shape 227"/>
          <p:cNvSpPr/>
          <p:nvPr/>
        </p:nvSpPr>
        <p:spPr>
          <a:xfrm>
            <a:off x="11375136" y="2828912"/>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231" name="Shape 228"/>
          <p:cNvSpPr/>
          <p:nvPr/>
        </p:nvSpPr>
        <p:spPr>
          <a:xfrm>
            <a:off x="11452860" y="2828912"/>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232" name="Shape 229"/>
          <p:cNvSpPr/>
          <p:nvPr/>
        </p:nvSpPr>
        <p:spPr>
          <a:xfrm>
            <a:off x="11219688" y="2906636"/>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233" name="Shape 230"/>
          <p:cNvSpPr/>
          <p:nvPr/>
        </p:nvSpPr>
        <p:spPr>
          <a:xfrm>
            <a:off x="11297412" y="2906636"/>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234" name="Shape 231"/>
          <p:cNvSpPr/>
          <p:nvPr/>
        </p:nvSpPr>
        <p:spPr>
          <a:xfrm>
            <a:off x="11375136" y="2906636"/>
            <a:ext cx="73152" cy="73152"/>
          </a:xfrm>
          <a:prstGeom prst="rect">
            <a:avLst/>
          </a:prstGeom>
          <a:solidFill>
            <a:schemeClr val="accent5">
              <a:alpha val="15000"/>
            </a:schemeClr>
          </a:solidFill>
          <a:ln w="6350">
            <a:solidFill>
              <a:schemeClr val="bg1"/>
            </a:solidFill>
            <a:prstDash val="solid"/>
          </a:ln>
        </p:spPr>
        <p:txBody>
          <a:bodyPr/>
          <a:lstStyle/>
          <a:p>
            <a:endParaRPr lang="ja-JP" altLang="en-US"/>
          </a:p>
        </p:txBody>
      </p:sp>
      <p:sp>
        <p:nvSpPr>
          <p:cNvPr id="235" name="Shape 232"/>
          <p:cNvSpPr/>
          <p:nvPr/>
        </p:nvSpPr>
        <p:spPr>
          <a:xfrm>
            <a:off x="11452860" y="2906636"/>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236" name="Shape 233"/>
          <p:cNvSpPr/>
          <p:nvPr/>
        </p:nvSpPr>
        <p:spPr>
          <a:xfrm>
            <a:off x="11219688" y="2984360"/>
            <a:ext cx="73152" cy="73152"/>
          </a:xfrm>
          <a:prstGeom prst="rect">
            <a:avLst/>
          </a:prstGeom>
          <a:solidFill>
            <a:schemeClr val="accent5">
              <a:alpha val="15000"/>
            </a:schemeClr>
          </a:solidFill>
          <a:ln w="6350">
            <a:solidFill>
              <a:schemeClr val="bg1"/>
            </a:solidFill>
            <a:prstDash val="solid"/>
          </a:ln>
        </p:spPr>
        <p:txBody>
          <a:bodyPr/>
          <a:lstStyle/>
          <a:p>
            <a:endParaRPr lang="ja-JP" altLang="en-US"/>
          </a:p>
        </p:txBody>
      </p:sp>
      <p:sp>
        <p:nvSpPr>
          <p:cNvPr id="237" name="Shape 234"/>
          <p:cNvSpPr/>
          <p:nvPr/>
        </p:nvSpPr>
        <p:spPr>
          <a:xfrm>
            <a:off x="11297412" y="2984360"/>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238" name="Shape 235"/>
          <p:cNvSpPr/>
          <p:nvPr/>
        </p:nvSpPr>
        <p:spPr>
          <a:xfrm>
            <a:off x="11375136" y="2984360"/>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239" name="Shape 236"/>
          <p:cNvSpPr/>
          <p:nvPr/>
        </p:nvSpPr>
        <p:spPr>
          <a:xfrm>
            <a:off x="11452860" y="2984360"/>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240" name="Shape 237"/>
          <p:cNvSpPr/>
          <p:nvPr/>
        </p:nvSpPr>
        <p:spPr>
          <a:xfrm>
            <a:off x="11219688" y="3062084"/>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241" name="Shape 238"/>
          <p:cNvSpPr/>
          <p:nvPr/>
        </p:nvSpPr>
        <p:spPr>
          <a:xfrm>
            <a:off x="11297412" y="3062084"/>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242" name="Shape 239"/>
          <p:cNvSpPr/>
          <p:nvPr/>
        </p:nvSpPr>
        <p:spPr>
          <a:xfrm>
            <a:off x="11375136" y="3062084"/>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243" name="Shape 240"/>
          <p:cNvSpPr/>
          <p:nvPr/>
        </p:nvSpPr>
        <p:spPr>
          <a:xfrm>
            <a:off x="11452860" y="3062084"/>
            <a:ext cx="73152" cy="73152"/>
          </a:xfrm>
          <a:prstGeom prst="rect">
            <a:avLst/>
          </a:prstGeom>
          <a:solidFill>
            <a:schemeClr val="accent5">
              <a:alpha val="15000"/>
            </a:schemeClr>
          </a:solidFill>
          <a:ln w="6350">
            <a:solidFill>
              <a:schemeClr val="bg1"/>
            </a:solidFill>
            <a:prstDash val="solid"/>
          </a:ln>
        </p:spPr>
        <p:txBody>
          <a:bodyPr/>
          <a:lstStyle/>
          <a:p>
            <a:endParaRPr lang="ja-JP" altLang="en-US"/>
          </a:p>
        </p:txBody>
      </p:sp>
      <p:sp>
        <p:nvSpPr>
          <p:cNvPr id="244" name="Text 241"/>
          <p:cNvSpPr txBox="1"/>
          <p:nvPr/>
        </p:nvSpPr>
        <p:spPr>
          <a:xfrm>
            <a:off x="2916936" y="4424540"/>
            <a:ext cx="6949440" cy="1645920"/>
          </a:xfrm>
          <a:prstGeom prst="rect">
            <a:avLst/>
          </a:prstGeom>
          <a:noFill/>
          <a:ln/>
        </p:spPr>
        <p:txBody>
          <a:bodyPr wrap="square" lIns="0" tIns="0" rIns="0" bIns="0" rtlCol="0" anchor="t"/>
          <a:lstStyle/>
          <a:p>
            <a:pPr marL="342900" indent="-342900">
              <a:spcAft>
                <a:spcPts val="600"/>
              </a:spcAft>
              <a:buSzPct val="100000"/>
              <a:buFont typeface="Wingdings" pitchFamily="2" charset="2"/>
              <a:buChar char="Ø"/>
            </a:pPr>
            <a:r>
              <a:rPr lang="en-US" sz="2000" dirty="0" err="1">
                <a:solidFill>
                  <a:schemeClr val="tx1"/>
                </a:solidFill>
              </a:rPr>
              <a:t>各クラスに対する説明が個別で出力される</a:t>
            </a:r>
            <a:br>
              <a:rPr lang="en-US" sz="2000" dirty="0">
                <a:solidFill>
                  <a:schemeClr val="tx1"/>
                </a:solidFill>
              </a:rPr>
            </a:br>
            <a:r>
              <a:rPr lang="en-US" dirty="0">
                <a:solidFill>
                  <a:schemeClr val="tx2"/>
                </a:solidFill>
              </a:rPr>
              <a:t>0の確率，1の確率，…，9の確率をそれぞれ線形回帰する</a:t>
            </a:r>
            <a:endParaRPr lang="en-US" sz="2000" dirty="0"/>
          </a:p>
          <a:p>
            <a:pPr marL="342900" indent="-342900">
              <a:spcAft>
                <a:spcPts val="600"/>
              </a:spcAft>
              <a:buSzPct val="100000"/>
              <a:buFont typeface="Wingdings" pitchFamily="2" charset="2"/>
              <a:buChar char="Ø"/>
            </a:pPr>
            <a:r>
              <a:rPr lang="en-US" sz="2000" dirty="0">
                <a:solidFill>
                  <a:schemeClr val="tx1"/>
                </a:solidFill>
              </a:rPr>
              <a:t>結果として，クラスごとのヒートマップが10枚できる</a:t>
            </a:r>
            <a:endParaRPr lang="en-US" sz="2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a:spLocks noGrp="1"/>
          </p:cNvSpPr>
          <p:nvPr>
            <p:ph type="title" idx="101"/>
          </p:nvPr>
        </p:nvSpPr>
        <p:spPr>
          <a:prstGeom prst="rect">
            <a:avLst/>
          </a:prstGeom>
          <a:noFill/>
          <a:ln/>
        </p:spPr>
        <p:txBody>
          <a:bodyPr wrap="square" lIns="0" tIns="0" rIns="0" bIns="0" rtlCol="0" anchor="ctr"/>
          <a:lstStyle/>
          <a:p>
            <a:pPr marL="0" indent="0" algn="l">
              <a:buNone/>
            </a:pPr>
            <a:r>
              <a:rPr lang="en-US" sz="3000" b="1" dirty="0">
                <a:solidFill>
                  <a:schemeClr val="tx1"/>
                </a:solidFill>
              </a:rPr>
              <a:t>問題点</a:t>
            </a:r>
            <a:endParaRPr lang="en-US" sz="3000" dirty="0"/>
          </a:p>
        </p:txBody>
      </p:sp>
      <p:sp>
        <p:nvSpPr>
          <p:cNvPr id="3"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5"/>
                </a:solidFill>
              </a:defRPr>
            </a:lvl1pPr>
          </a:lstStyle>
          <a:p>
            <a:pPr algn="r"/>
            <a:fld id="{F7021451-1387-4CA6-816F-3879F97B5CBC}" type="slidenum">
              <a:rPr lang="en-US" b="0"/>
              <a:t>8</a:t>
            </a:fld>
            <a:endParaRPr lang="en-US"/>
          </a:p>
        </p:txBody>
      </p:sp>
      <p:sp>
        <p:nvSpPr>
          <p:cNvPr id="4" name="Shape 1"/>
          <p:cNvSpPr/>
          <p:nvPr/>
        </p:nvSpPr>
        <p:spPr>
          <a:xfrm>
            <a:off x="548640" y="1280160"/>
            <a:ext cx="5349240" cy="4846320"/>
          </a:xfrm>
          <a:prstGeom prst="roundRect">
            <a:avLst>
              <a:gd name="adj" fmla="val 2264"/>
            </a:avLst>
          </a:prstGeom>
          <a:ln w="38100"/>
        </p:spPr>
        <p:style>
          <a:lnRef idx="2">
            <a:schemeClr val="dk1"/>
          </a:lnRef>
          <a:fillRef idx="1">
            <a:schemeClr val="lt1"/>
          </a:fillRef>
          <a:effectRef idx="0">
            <a:schemeClr val="dk1"/>
          </a:effectRef>
          <a:fontRef idx="minor">
            <a:schemeClr val="dk1"/>
          </a:fontRef>
        </p:style>
        <p:txBody>
          <a:bodyPr/>
          <a:lstStyle/>
          <a:p>
            <a:endParaRPr lang="ja-JP" altLang="en-US"/>
          </a:p>
        </p:txBody>
      </p:sp>
      <p:sp>
        <p:nvSpPr>
          <p:cNvPr id="5" name="Shape 2"/>
          <p:cNvSpPr/>
          <p:nvPr/>
        </p:nvSpPr>
        <p:spPr>
          <a:xfrm>
            <a:off x="6263640" y="1280160"/>
            <a:ext cx="5349240" cy="4846320"/>
          </a:xfrm>
          <a:prstGeom prst="roundRect">
            <a:avLst>
              <a:gd name="adj" fmla="val 2264"/>
            </a:avLst>
          </a:prstGeom>
          <a:ln w="38100"/>
        </p:spPr>
        <p:style>
          <a:lnRef idx="2">
            <a:schemeClr val="dk1"/>
          </a:lnRef>
          <a:fillRef idx="1">
            <a:schemeClr val="lt1"/>
          </a:fillRef>
          <a:effectRef idx="0">
            <a:schemeClr val="dk1"/>
          </a:effectRef>
          <a:fontRef idx="minor">
            <a:schemeClr val="dk1"/>
          </a:fontRef>
        </p:style>
        <p:txBody>
          <a:bodyPr/>
          <a:lstStyle/>
          <a:p>
            <a:endParaRPr lang="ja-JP" altLang="en-US"/>
          </a:p>
        </p:txBody>
      </p:sp>
      <p:sp>
        <p:nvSpPr>
          <p:cNvPr id="6" name="Shape 3"/>
          <p:cNvSpPr/>
          <p:nvPr/>
        </p:nvSpPr>
        <p:spPr>
          <a:xfrm>
            <a:off x="777240" y="1508760"/>
            <a:ext cx="457200" cy="457200"/>
          </a:xfrm>
          <a:prstGeom prst="ellipse">
            <a:avLst/>
          </a:prstGeom>
          <a:solidFill>
            <a:schemeClr val="accent1"/>
          </a:solidFill>
          <a:ln w="12700">
            <a:solidFill>
              <a:schemeClr val="accent1"/>
            </a:solidFill>
            <a:prstDash val="solid"/>
          </a:ln>
        </p:spPr>
        <p:txBody>
          <a:bodyPr/>
          <a:lstStyle/>
          <a:p>
            <a:endParaRPr lang="ja-JP" altLang="en-US"/>
          </a:p>
        </p:txBody>
      </p:sp>
      <p:sp>
        <p:nvSpPr>
          <p:cNvPr id="7" name="Text 4"/>
          <p:cNvSpPr txBox="1"/>
          <p:nvPr/>
        </p:nvSpPr>
        <p:spPr>
          <a:xfrm>
            <a:off x="777240" y="1508760"/>
            <a:ext cx="457200" cy="457200"/>
          </a:xfrm>
          <a:prstGeom prst="rect">
            <a:avLst/>
          </a:prstGeom>
          <a:noFill/>
          <a:ln/>
        </p:spPr>
        <p:txBody>
          <a:bodyPr wrap="square" lIns="0" tIns="0" rIns="0" bIns="0" rtlCol="0" anchor="ctr"/>
          <a:lstStyle/>
          <a:p>
            <a:pPr marL="0" indent="0" algn="ctr">
              <a:buNone/>
            </a:pPr>
            <a:r>
              <a:rPr lang="en-US" sz="1600" b="1" dirty="0">
                <a:solidFill>
                  <a:schemeClr val="bg1"/>
                </a:solidFill>
              </a:rPr>
              <a:t>1</a:t>
            </a:r>
            <a:endParaRPr lang="en-US" sz="1600" dirty="0"/>
          </a:p>
        </p:txBody>
      </p:sp>
      <p:sp>
        <p:nvSpPr>
          <p:cNvPr id="8" name="Text 5"/>
          <p:cNvSpPr txBox="1"/>
          <p:nvPr/>
        </p:nvSpPr>
        <p:spPr>
          <a:xfrm>
            <a:off x="1371600" y="1508760"/>
            <a:ext cx="4343400" cy="457200"/>
          </a:xfrm>
          <a:prstGeom prst="rect">
            <a:avLst/>
          </a:prstGeom>
          <a:noFill/>
          <a:ln/>
        </p:spPr>
        <p:txBody>
          <a:bodyPr wrap="square" lIns="0" tIns="0" rIns="0" bIns="0" rtlCol="0" anchor="ctr"/>
          <a:lstStyle/>
          <a:p>
            <a:pPr marL="0" indent="0">
              <a:buNone/>
            </a:pPr>
            <a:r>
              <a:rPr lang="en-US" sz="2000" b="1" dirty="0">
                <a:solidFill>
                  <a:schemeClr val="tx1"/>
                </a:solidFill>
              </a:rPr>
              <a:t>比べるクラスを，人が決めている</a:t>
            </a:r>
            <a:endParaRPr lang="en-US" sz="2000" dirty="0"/>
          </a:p>
        </p:txBody>
      </p:sp>
      <p:sp>
        <p:nvSpPr>
          <p:cNvPr id="9" name="Text 6"/>
          <p:cNvSpPr txBox="1"/>
          <p:nvPr/>
        </p:nvSpPr>
        <p:spPr>
          <a:xfrm>
            <a:off x="822960" y="3703321"/>
            <a:ext cx="4800600" cy="237744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chemeClr val="tx1"/>
                </a:solidFill>
              </a:rPr>
              <a:t>実際には10枚すべては見ず，確率の高い6と0だけを見ることが多い</a:t>
            </a:r>
            <a:endParaRPr lang="en-US" sz="1600" dirty="0"/>
          </a:p>
          <a:p>
            <a:pPr marL="342900" indent="-342900">
              <a:spcAft>
                <a:spcPts val="600"/>
              </a:spcAft>
              <a:buSzPct val="100000"/>
              <a:buChar char="•"/>
            </a:pPr>
            <a:r>
              <a:rPr lang="en-US" sz="1600" dirty="0">
                <a:solidFill>
                  <a:schemeClr val="tx1"/>
                </a:solidFill>
              </a:rPr>
              <a:t>選び方は人任せなので，一緒に動いている9は見落とす</a:t>
            </a:r>
            <a:endParaRPr lang="en-US" sz="1600" dirty="0"/>
          </a:p>
          <a:p>
            <a:pPr marL="342900" indent="-342900">
              <a:spcAft>
                <a:spcPts val="600"/>
              </a:spcAft>
              <a:buSzPct val="100000"/>
              <a:buChar char="•"/>
            </a:pPr>
            <a:r>
              <a:rPr lang="en-US" sz="1600" dirty="0" err="1">
                <a:solidFill>
                  <a:schemeClr val="tx1"/>
                </a:solidFill>
              </a:rPr>
              <a:t>確率は高くても，近傍ではほとんど動かないクラスを選んでしまうこともある</a:t>
            </a:r>
            <a:br>
              <a:rPr lang="en-US" sz="1600" dirty="0">
                <a:solidFill>
                  <a:schemeClr val="tx1"/>
                </a:solidFill>
              </a:rPr>
            </a:br>
            <a:r>
              <a:rPr lang="en-US" sz="1600" dirty="0">
                <a:solidFill>
                  <a:schemeClr val="accent1"/>
                </a:solidFill>
              </a:rPr>
              <a:t>[1, 2]</a:t>
            </a:r>
            <a:endParaRPr lang="en-US" sz="1600" dirty="0"/>
          </a:p>
        </p:txBody>
      </p:sp>
      <p:sp>
        <p:nvSpPr>
          <p:cNvPr id="19" name="Shape 16"/>
          <p:cNvSpPr/>
          <p:nvPr/>
        </p:nvSpPr>
        <p:spPr>
          <a:xfrm>
            <a:off x="6492240" y="1508760"/>
            <a:ext cx="457200" cy="457200"/>
          </a:xfrm>
          <a:prstGeom prst="ellipse">
            <a:avLst/>
          </a:prstGeom>
          <a:solidFill>
            <a:schemeClr val="accent1"/>
          </a:solidFill>
          <a:ln w="12700">
            <a:solidFill>
              <a:schemeClr val="accent1"/>
            </a:solidFill>
            <a:prstDash val="solid"/>
          </a:ln>
        </p:spPr>
        <p:txBody>
          <a:bodyPr/>
          <a:lstStyle/>
          <a:p>
            <a:endParaRPr lang="ja-JP" altLang="en-US"/>
          </a:p>
        </p:txBody>
      </p:sp>
      <p:sp>
        <p:nvSpPr>
          <p:cNvPr id="20" name="Text 17"/>
          <p:cNvSpPr txBox="1"/>
          <p:nvPr/>
        </p:nvSpPr>
        <p:spPr>
          <a:xfrm>
            <a:off x="6492240" y="1508760"/>
            <a:ext cx="457200" cy="457200"/>
          </a:xfrm>
          <a:prstGeom prst="rect">
            <a:avLst/>
          </a:prstGeom>
          <a:noFill/>
          <a:ln/>
        </p:spPr>
        <p:txBody>
          <a:bodyPr wrap="square" lIns="0" tIns="0" rIns="0" bIns="0" rtlCol="0" anchor="ctr"/>
          <a:lstStyle/>
          <a:p>
            <a:pPr marL="0" indent="0" algn="ctr">
              <a:buNone/>
            </a:pPr>
            <a:r>
              <a:rPr lang="en-US" sz="1600" b="1" dirty="0">
                <a:solidFill>
                  <a:schemeClr val="bg1"/>
                </a:solidFill>
              </a:rPr>
              <a:t>2</a:t>
            </a:r>
            <a:endParaRPr lang="en-US" sz="1600" dirty="0"/>
          </a:p>
        </p:txBody>
      </p:sp>
      <p:sp>
        <p:nvSpPr>
          <p:cNvPr id="21" name="Text 18"/>
          <p:cNvSpPr txBox="1"/>
          <p:nvPr/>
        </p:nvSpPr>
        <p:spPr>
          <a:xfrm>
            <a:off x="7086600" y="1508760"/>
            <a:ext cx="4343400" cy="457200"/>
          </a:xfrm>
          <a:prstGeom prst="rect">
            <a:avLst/>
          </a:prstGeom>
          <a:noFill/>
          <a:ln/>
        </p:spPr>
        <p:txBody>
          <a:bodyPr wrap="square" lIns="0" tIns="0" rIns="0" bIns="0" rtlCol="0" anchor="ctr"/>
          <a:lstStyle/>
          <a:p>
            <a:pPr marL="0" indent="0">
              <a:buNone/>
            </a:pPr>
            <a:r>
              <a:rPr lang="en-US" sz="2000" b="1" dirty="0">
                <a:solidFill>
                  <a:schemeClr val="tx1"/>
                </a:solidFill>
              </a:rPr>
              <a:t>クラス間の関係が見えない</a:t>
            </a:r>
            <a:endParaRPr lang="en-US" sz="2000" dirty="0"/>
          </a:p>
        </p:txBody>
      </p:sp>
      <p:sp>
        <p:nvSpPr>
          <p:cNvPr id="22" name="Text 19"/>
          <p:cNvSpPr txBox="1"/>
          <p:nvPr/>
        </p:nvSpPr>
        <p:spPr>
          <a:xfrm>
            <a:off x="6537960" y="3383280"/>
            <a:ext cx="4800600" cy="123444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chemeClr val="tx1"/>
                </a:solidFill>
              </a:rPr>
              <a:t>「0ではなくて6である理由」を知りたくても</a:t>
            </a:r>
            <a:br>
              <a:rPr lang="en-US" sz="1600" dirty="0">
                <a:solidFill>
                  <a:schemeClr val="tx1"/>
                </a:solidFill>
              </a:rPr>
            </a:br>
            <a:r>
              <a:rPr lang="en-US" sz="1600" dirty="0">
                <a:solidFill>
                  <a:schemeClr val="tx1"/>
                </a:solidFill>
              </a:rPr>
              <a:t>「6かそれ以外かの理由」でしかない</a:t>
            </a:r>
            <a:endParaRPr lang="en-US" sz="1600" dirty="0"/>
          </a:p>
          <a:p>
            <a:pPr marL="342900" indent="-342900">
              <a:spcAft>
                <a:spcPts val="600"/>
              </a:spcAft>
              <a:buSzPct val="100000"/>
              <a:buChar char="•"/>
            </a:pPr>
            <a:r>
              <a:rPr lang="en-US" sz="1600" dirty="0">
                <a:solidFill>
                  <a:schemeClr val="tx1"/>
                </a:solidFill>
              </a:rPr>
              <a:t>通常のLIMEでは，6のマップと0のマップを人が見比べて差を読むしかない</a:t>
            </a:r>
            <a:r>
              <a:rPr>
                <a:solidFill>
                  <a:schemeClr val="accent1"/>
                </a:solidFill>
              </a:rPr>
              <a:t> [2, 3]</a:t>
            </a:r>
            <a:endParaRPr lang="en-US" sz="1600" dirty="0"/>
          </a:p>
        </p:txBody>
      </p:sp>
      <p:sp>
        <p:nvSpPr>
          <p:cNvPr id="23" name="Shape 20"/>
          <p:cNvSpPr/>
          <p:nvPr/>
        </p:nvSpPr>
        <p:spPr>
          <a:xfrm>
            <a:off x="7598069" y="4526280"/>
            <a:ext cx="128016" cy="128016"/>
          </a:xfrm>
          <a:prstGeom prst="rect">
            <a:avLst/>
          </a:prstGeom>
          <a:solidFill>
            <a:schemeClr val="accent1">
              <a:alpha val="0"/>
            </a:schemeClr>
          </a:solidFill>
          <a:ln w="6350">
            <a:solidFill>
              <a:schemeClr val="bg1"/>
            </a:solidFill>
            <a:prstDash val="solid"/>
          </a:ln>
        </p:spPr>
        <p:txBody>
          <a:bodyPr/>
          <a:lstStyle/>
          <a:p>
            <a:endParaRPr lang="ja-JP" altLang="en-US"/>
          </a:p>
        </p:txBody>
      </p:sp>
      <p:sp>
        <p:nvSpPr>
          <p:cNvPr id="24" name="Shape 21"/>
          <p:cNvSpPr/>
          <p:nvPr/>
        </p:nvSpPr>
        <p:spPr>
          <a:xfrm>
            <a:off x="7735229" y="4526280"/>
            <a:ext cx="128016" cy="128016"/>
          </a:xfrm>
          <a:prstGeom prst="rect">
            <a:avLst/>
          </a:prstGeom>
          <a:solidFill>
            <a:schemeClr val="accent1">
              <a:alpha val="0"/>
            </a:schemeClr>
          </a:solidFill>
          <a:ln w="6350">
            <a:solidFill>
              <a:schemeClr val="bg1"/>
            </a:solidFill>
            <a:prstDash val="solid"/>
          </a:ln>
        </p:spPr>
        <p:txBody>
          <a:bodyPr/>
          <a:lstStyle/>
          <a:p>
            <a:endParaRPr lang="ja-JP" altLang="en-US"/>
          </a:p>
        </p:txBody>
      </p:sp>
      <p:sp>
        <p:nvSpPr>
          <p:cNvPr id="25" name="Shape 22"/>
          <p:cNvSpPr/>
          <p:nvPr/>
        </p:nvSpPr>
        <p:spPr>
          <a:xfrm>
            <a:off x="7872389" y="4526280"/>
            <a:ext cx="128016" cy="128016"/>
          </a:xfrm>
          <a:prstGeom prst="rect">
            <a:avLst/>
          </a:prstGeom>
          <a:solidFill>
            <a:schemeClr val="accent1">
              <a:alpha val="4000"/>
            </a:schemeClr>
          </a:solidFill>
          <a:ln w="6350">
            <a:solidFill>
              <a:schemeClr val="bg1"/>
            </a:solidFill>
            <a:prstDash val="solid"/>
          </a:ln>
        </p:spPr>
        <p:txBody>
          <a:bodyPr/>
          <a:lstStyle/>
          <a:p>
            <a:endParaRPr lang="ja-JP" altLang="en-US"/>
          </a:p>
        </p:txBody>
      </p:sp>
      <p:sp>
        <p:nvSpPr>
          <p:cNvPr id="26" name="Shape 23"/>
          <p:cNvSpPr/>
          <p:nvPr/>
        </p:nvSpPr>
        <p:spPr>
          <a:xfrm>
            <a:off x="8009549" y="4526280"/>
            <a:ext cx="128016" cy="128016"/>
          </a:xfrm>
          <a:prstGeom prst="rect">
            <a:avLst/>
          </a:prstGeom>
          <a:solidFill>
            <a:schemeClr val="accent1">
              <a:alpha val="69000"/>
            </a:schemeClr>
          </a:solidFill>
          <a:ln w="6350">
            <a:solidFill>
              <a:schemeClr val="bg1"/>
            </a:solidFill>
            <a:prstDash val="solid"/>
          </a:ln>
        </p:spPr>
        <p:txBody>
          <a:bodyPr/>
          <a:lstStyle/>
          <a:p>
            <a:endParaRPr lang="ja-JP" altLang="en-US"/>
          </a:p>
        </p:txBody>
      </p:sp>
      <p:sp>
        <p:nvSpPr>
          <p:cNvPr id="27" name="Shape 24"/>
          <p:cNvSpPr/>
          <p:nvPr/>
        </p:nvSpPr>
        <p:spPr>
          <a:xfrm>
            <a:off x="8146709" y="4526280"/>
            <a:ext cx="128016" cy="128016"/>
          </a:xfrm>
          <a:prstGeom prst="rect">
            <a:avLst/>
          </a:prstGeom>
          <a:solidFill>
            <a:schemeClr val="accent1">
              <a:alpha val="24000"/>
            </a:schemeClr>
          </a:solidFill>
          <a:ln w="6350">
            <a:solidFill>
              <a:schemeClr val="bg1"/>
            </a:solidFill>
            <a:prstDash val="solid"/>
          </a:ln>
        </p:spPr>
        <p:txBody>
          <a:bodyPr/>
          <a:lstStyle/>
          <a:p>
            <a:endParaRPr lang="ja-JP" altLang="en-US"/>
          </a:p>
        </p:txBody>
      </p:sp>
      <p:sp>
        <p:nvSpPr>
          <p:cNvPr id="28" name="Shape 25"/>
          <p:cNvSpPr/>
          <p:nvPr/>
        </p:nvSpPr>
        <p:spPr>
          <a:xfrm>
            <a:off x="8283869" y="4526280"/>
            <a:ext cx="128016" cy="128016"/>
          </a:xfrm>
          <a:prstGeom prst="rect">
            <a:avLst/>
          </a:prstGeom>
          <a:solidFill>
            <a:schemeClr val="accent1">
              <a:alpha val="7000"/>
            </a:schemeClr>
          </a:solidFill>
          <a:ln w="6350">
            <a:solidFill>
              <a:schemeClr val="bg1"/>
            </a:solidFill>
            <a:prstDash val="solid"/>
          </a:ln>
        </p:spPr>
        <p:txBody>
          <a:bodyPr/>
          <a:lstStyle/>
          <a:p>
            <a:endParaRPr lang="ja-JP" altLang="en-US"/>
          </a:p>
        </p:txBody>
      </p:sp>
      <p:sp>
        <p:nvSpPr>
          <p:cNvPr id="29" name="Shape 26"/>
          <p:cNvSpPr/>
          <p:nvPr/>
        </p:nvSpPr>
        <p:spPr>
          <a:xfrm>
            <a:off x="8421029" y="4526280"/>
            <a:ext cx="128016" cy="128016"/>
          </a:xfrm>
          <a:prstGeom prst="rect">
            <a:avLst/>
          </a:prstGeom>
          <a:solidFill>
            <a:schemeClr val="accent1">
              <a:alpha val="0"/>
            </a:schemeClr>
          </a:solidFill>
          <a:ln w="6350">
            <a:solidFill>
              <a:schemeClr val="bg1"/>
            </a:solidFill>
            <a:prstDash val="solid"/>
          </a:ln>
        </p:spPr>
        <p:txBody>
          <a:bodyPr/>
          <a:lstStyle/>
          <a:p>
            <a:endParaRPr lang="ja-JP" altLang="en-US"/>
          </a:p>
        </p:txBody>
      </p:sp>
      <p:sp>
        <p:nvSpPr>
          <p:cNvPr id="30" name="Shape 27"/>
          <p:cNvSpPr/>
          <p:nvPr/>
        </p:nvSpPr>
        <p:spPr>
          <a:xfrm>
            <a:off x="8558189" y="4526280"/>
            <a:ext cx="128016" cy="128016"/>
          </a:xfrm>
          <a:prstGeom prst="rect">
            <a:avLst/>
          </a:prstGeom>
          <a:solidFill>
            <a:schemeClr val="accent1">
              <a:alpha val="0"/>
            </a:schemeClr>
          </a:solidFill>
          <a:ln w="6350">
            <a:solidFill>
              <a:schemeClr val="bg1"/>
            </a:solidFill>
            <a:prstDash val="solid"/>
          </a:ln>
        </p:spPr>
        <p:txBody>
          <a:bodyPr/>
          <a:lstStyle/>
          <a:p>
            <a:endParaRPr lang="ja-JP" altLang="en-US"/>
          </a:p>
        </p:txBody>
      </p:sp>
      <p:sp>
        <p:nvSpPr>
          <p:cNvPr id="31" name="Shape 28"/>
          <p:cNvSpPr/>
          <p:nvPr/>
        </p:nvSpPr>
        <p:spPr>
          <a:xfrm>
            <a:off x="7598069" y="4663440"/>
            <a:ext cx="128016" cy="128016"/>
          </a:xfrm>
          <a:prstGeom prst="rect">
            <a:avLst/>
          </a:prstGeom>
          <a:solidFill>
            <a:schemeClr val="accent1">
              <a:alpha val="0"/>
            </a:schemeClr>
          </a:solidFill>
          <a:ln w="6350">
            <a:solidFill>
              <a:schemeClr val="bg1"/>
            </a:solidFill>
            <a:prstDash val="solid"/>
          </a:ln>
        </p:spPr>
        <p:txBody>
          <a:bodyPr/>
          <a:lstStyle/>
          <a:p>
            <a:endParaRPr lang="ja-JP" altLang="en-US"/>
          </a:p>
        </p:txBody>
      </p:sp>
      <p:sp>
        <p:nvSpPr>
          <p:cNvPr id="32" name="Shape 29"/>
          <p:cNvSpPr/>
          <p:nvPr/>
        </p:nvSpPr>
        <p:spPr>
          <a:xfrm>
            <a:off x="7735229" y="4663440"/>
            <a:ext cx="128016" cy="128016"/>
          </a:xfrm>
          <a:prstGeom prst="rect">
            <a:avLst/>
          </a:prstGeom>
          <a:solidFill>
            <a:schemeClr val="accent1">
              <a:alpha val="0"/>
            </a:schemeClr>
          </a:solidFill>
          <a:ln w="6350">
            <a:solidFill>
              <a:schemeClr val="bg1"/>
            </a:solidFill>
            <a:prstDash val="solid"/>
          </a:ln>
        </p:spPr>
        <p:txBody>
          <a:bodyPr/>
          <a:lstStyle/>
          <a:p>
            <a:endParaRPr lang="ja-JP" altLang="en-US"/>
          </a:p>
        </p:txBody>
      </p:sp>
      <p:sp>
        <p:nvSpPr>
          <p:cNvPr id="33" name="Shape 30"/>
          <p:cNvSpPr/>
          <p:nvPr/>
        </p:nvSpPr>
        <p:spPr>
          <a:xfrm>
            <a:off x="7872389" y="4663440"/>
            <a:ext cx="128016" cy="128016"/>
          </a:xfrm>
          <a:prstGeom prst="rect">
            <a:avLst/>
          </a:prstGeom>
          <a:solidFill>
            <a:schemeClr val="accent1">
              <a:alpha val="75000"/>
            </a:schemeClr>
          </a:solidFill>
          <a:ln w="6350">
            <a:solidFill>
              <a:schemeClr val="bg1"/>
            </a:solidFill>
            <a:prstDash val="solid"/>
          </a:ln>
        </p:spPr>
        <p:txBody>
          <a:bodyPr/>
          <a:lstStyle/>
          <a:p>
            <a:endParaRPr lang="ja-JP" altLang="en-US"/>
          </a:p>
        </p:txBody>
      </p:sp>
      <p:sp>
        <p:nvSpPr>
          <p:cNvPr id="34" name="Shape 31"/>
          <p:cNvSpPr/>
          <p:nvPr/>
        </p:nvSpPr>
        <p:spPr>
          <a:xfrm>
            <a:off x="8009549" y="4663440"/>
            <a:ext cx="128016" cy="128016"/>
          </a:xfrm>
          <a:prstGeom prst="rect">
            <a:avLst/>
          </a:prstGeom>
          <a:solidFill>
            <a:schemeClr val="accent1"/>
          </a:solidFill>
          <a:ln w="6350">
            <a:solidFill>
              <a:schemeClr val="bg1"/>
            </a:solidFill>
            <a:prstDash val="solid"/>
          </a:ln>
        </p:spPr>
        <p:txBody>
          <a:bodyPr/>
          <a:lstStyle/>
          <a:p>
            <a:endParaRPr lang="ja-JP" altLang="en-US"/>
          </a:p>
        </p:txBody>
      </p:sp>
      <p:sp>
        <p:nvSpPr>
          <p:cNvPr id="35" name="Shape 32"/>
          <p:cNvSpPr/>
          <p:nvPr/>
        </p:nvSpPr>
        <p:spPr>
          <a:xfrm>
            <a:off x="8146709" y="4663440"/>
            <a:ext cx="128016" cy="128016"/>
          </a:xfrm>
          <a:prstGeom prst="rect">
            <a:avLst/>
          </a:prstGeom>
          <a:solidFill>
            <a:schemeClr val="accent1">
              <a:alpha val="24000"/>
            </a:schemeClr>
          </a:solidFill>
          <a:ln w="6350">
            <a:solidFill>
              <a:schemeClr val="bg1"/>
            </a:solidFill>
            <a:prstDash val="solid"/>
          </a:ln>
        </p:spPr>
        <p:txBody>
          <a:bodyPr/>
          <a:lstStyle/>
          <a:p>
            <a:endParaRPr lang="ja-JP" altLang="en-US"/>
          </a:p>
        </p:txBody>
      </p:sp>
      <p:sp>
        <p:nvSpPr>
          <p:cNvPr id="36" name="Shape 33"/>
          <p:cNvSpPr/>
          <p:nvPr/>
        </p:nvSpPr>
        <p:spPr>
          <a:xfrm>
            <a:off x="8283869" y="4663440"/>
            <a:ext cx="128016" cy="128016"/>
          </a:xfrm>
          <a:prstGeom prst="rect">
            <a:avLst/>
          </a:prstGeom>
          <a:solidFill>
            <a:schemeClr val="accent1">
              <a:alpha val="28000"/>
            </a:schemeClr>
          </a:solidFill>
          <a:ln w="6350">
            <a:solidFill>
              <a:schemeClr val="bg1"/>
            </a:solidFill>
            <a:prstDash val="solid"/>
          </a:ln>
        </p:spPr>
        <p:txBody>
          <a:bodyPr/>
          <a:lstStyle/>
          <a:p>
            <a:endParaRPr lang="ja-JP" altLang="en-US"/>
          </a:p>
        </p:txBody>
      </p:sp>
      <p:sp>
        <p:nvSpPr>
          <p:cNvPr id="37" name="Shape 34"/>
          <p:cNvSpPr/>
          <p:nvPr/>
        </p:nvSpPr>
        <p:spPr>
          <a:xfrm>
            <a:off x="8421029" y="4663440"/>
            <a:ext cx="128016" cy="128016"/>
          </a:xfrm>
          <a:prstGeom prst="rect">
            <a:avLst/>
          </a:prstGeom>
          <a:solidFill>
            <a:schemeClr val="accent1">
              <a:alpha val="0"/>
            </a:schemeClr>
          </a:solidFill>
          <a:ln w="6350">
            <a:solidFill>
              <a:schemeClr val="bg1"/>
            </a:solidFill>
            <a:prstDash val="solid"/>
          </a:ln>
        </p:spPr>
        <p:txBody>
          <a:bodyPr/>
          <a:lstStyle/>
          <a:p>
            <a:endParaRPr lang="ja-JP" altLang="en-US"/>
          </a:p>
        </p:txBody>
      </p:sp>
      <p:sp>
        <p:nvSpPr>
          <p:cNvPr id="38" name="Shape 35"/>
          <p:cNvSpPr/>
          <p:nvPr/>
        </p:nvSpPr>
        <p:spPr>
          <a:xfrm>
            <a:off x="8558189" y="4663440"/>
            <a:ext cx="128016" cy="128016"/>
          </a:xfrm>
          <a:prstGeom prst="rect">
            <a:avLst/>
          </a:prstGeom>
          <a:solidFill>
            <a:schemeClr val="accent1">
              <a:alpha val="0"/>
            </a:schemeClr>
          </a:solidFill>
          <a:ln w="6350">
            <a:solidFill>
              <a:schemeClr val="bg1"/>
            </a:solidFill>
            <a:prstDash val="solid"/>
          </a:ln>
        </p:spPr>
        <p:txBody>
          <a:bodyPr/>
          <a:lstStyle/>
          <a:p>
            <a:endParaRPr lang="ja-JP" altLang="en-US"/>
          </a:p>
        </p:txBody>
      </p:sp>
      <p:sp>
        <p:nvSpPr>
          <p:cNvPr id="39" name="Shape 36"/>
          <p:cNvSpPr/>
          <p:nvPr/>
        </p:nvSpPr>
        <p:spPr>
          <a:xfrm>
            <a:off x="7598069" y="4800600"/>
            <a:ext cx="128016" cy="128016"/>
          </a:xfrm>
          <a:prstGeom prst="rect">
            <a:avLst/>
          </a:prstGeom>
          <a:solidFill>
            <a:schemeClr val="accent1">
              <a:alpha val="0"/>
            </a:schemeClr>
          </a:solidFill>
          <a:ln w="6350">
            <a:solidFill>
              <a:schemeClr val="bg1"/>
            </a:solidFill>
            <a:prstDash val="solid"/>
          </a:ln>
        </p:spPr>
        <p:txBody>
          <a:bodyPr/>
          <a:lstStyle/>
          <a:p>
            <a:endParaRPr lang="ja-JP" altLang="en-US"/>
          </a:p>
        </p:txBody>
      </p:sp>
      <p:sp>
        <p:nvSpPr>
          <p:cNvPr id="40" name="Shape 37"/>
          <p:cNvSpPr/>
          <p:nvPr/>
        </p:nvSpPr>
        <p:spPr>
          <a:xfrm>
            <a:off x="7735229" y="4800600"/>
            <a:ext cx="128016" cy="128016"/>
          </a:xfrm>
          <a:prstGeom prst="rect">
            <a:avLst/>
          </a:prstGeom>
          <a:solidFill>
            <a:schemeClr val="accent1">
              <a:alpha val="0"/>
            </a:schemeClr>
          </a:solidFill>
          <a:ln w="6350">
            <a:solidFill>
              <a:schemeClr val="bg1"/>
            </a:solidFill>
            <a:prstDash val="solid"/>
          </a:ln>
        </p:spPr>
        <p:txBody>
          <a:bodyPr/>
          <a:lstStyle/>
          <a:p>
            <a:endParaRPr lang="ja-JP" altLang="en-US"/>
          </a:p>
        </p:txBody>
      </p:sp>
      <p:sp>
        <p:nvSpPr>
          <p:cNvPr id="41" name="Shape 38"/>
          <p:cNvSpPr/>
          <p:nvPr/>
        </p:nvSpPr>
        <p:spPr>
          <a:xfrm>
            <a:off x="7872389" y="4800600"/>
            <a:ext cx="128016" cy="128016"/>
          </a:xfrm>
          <a:prstGeom prst="rect">
            <a:avLst/>
          </a:prstGeom>
          <a:solidFill>
            <a:schemeClr val="accent1"/>
          </a:solidFill>
          <a:ln w="6350">
            <a:solidFill>
              <a:schemeClr val="bg1"/>
            </a:solidFill>
            <a:prstDash val="solid"/>
          </a:ln>
        </p:spPr>
        <p:txBody>
          <a:bodyPr/>
          <a:lstStyle/>
          <a:p>
            <a:endParaRPr lang="ja-JP" altLang="en-US"/>
          </a:p>
        </p:txBody>
      </p:sp>
      <p:sp>
        <p:nvSpPr>
          <p:cNvPr id="42" name="Shape 39"/>
          <p:cNvSpPr/>
          <p:nvPr/>
        </p:nvSpPr>
        <p:spPr>
          <a:xfrm>
            <a:off x="8009549" y="4800600"/>
            <a:ext cx="128016" cy="128016"/>
          </a:xfrm>
          <a:prstGeom prst="rect">
            <a:avLst/>
          </a:prstGeom>
          <a:solidFill>
            <a:schemeClr val="accent1">
              <a:alpha val="56000"/>
            </a:schemeClr>
          </a:solidFill>
          <a:ln w="6350">
            <a:solidFill>
              <a:schemeClr val="bg1"/>
            </a:solidFill>
            <a:prstDash val="solid"/>
          </a:ln>
        </p:spPr>
        <p:txBody>
          <a:bodyPr/>
          <a:lstStyle/>
          <a:p>
            <a:endParaRPr lang="ja-JP" altLang="en-US"/>
          </a:p>
        </p:txBody>
      </p:sp>
      <p:sp>
        <p:nvSpPr>
          <p:cNvPr id="43" name="Shape 40"/>
          <p:cNvSpPr/>
          <p:nvPr/>
        </p:nvSpPr>
        <p:spPr>
          <a:xfrm>
            <a:off x="8146709" y="4800600"/>
            <a:ext cx="128016" cy="128016"/>
          </a:xfrm>
          <a:prstGeom prst="rect">
            <a:avLst/>
          </a:prstGeom>
          <a:solidFill>
            <a:schemeClr val="accent1">
              <a:alpha val="2000"/>
            </a:schemeClr>
          </a:solidFill>
          <a:ln w="6350">
            <a:solidFill>
              <a:schemeClr val="bg1"/>
            </a:solidFill>
            <a:prstDash val="solid"/>
          </a:ln>
        </p:spPr>
        <p:txBody>
          <a:bodyPr/>
          <a:lstStyle/>
          <a:p>
            <a:endParaRPr lang="ja-JP" altLang="en-US"/>
          </a:p>
        </p:txBody>
      </p:sp>
      <p:sp>
        <p:nvSpPr>
          <p:cNvPr id="44" name="Shape 41"/>
          <p:cNvSpPr/>
          <p:nvPr/>
        </p:nvSpPr>
        <p:spPr>
          <a:xfrm>
            <a:off x="8283869" y="4800600"/>
            <a:ext cx="128016" cy="128016"/>
          </a:xfrm>
          <a:prstGeom prst="rect">
            <a:avLst/>
          </a:prstGeom>
          <a:solidFill>
            <a:schemeClr val="accent1">
              <a:alpha val="6000"/>
            </a:schemeClr>
          </a:solidFill>
          <a:ln w="6350">
            <a:solidFill>
              <a:schemeClr val="bg1"/>
            </a:solidFill>
            <a:prstDash val="solid"/>
          </a:ln>
        </p:spPr>
        <p:txBody>
          <a:bodyPr/>
          <a:lstStyle/>
          <a:p>
            <a:endParaRPr lang="ja-JP" altLang="en-US"/>
          </a:p>
        </p:txBody>
      </p:sp>
      <p:sp>
        <p:nvSpPr>
          <p:cNvPr id="45" name="Shape 42"/>
          <p:cNvSpPr/>
          <p:nvPr/>
        </p:nvSpPr>
        <p:spPr>
          <a:xfrm>
            <a:off x="8421029" y="4800600"/>
            <a:ext cx="128016" cy="128016"/>
          </a:xfrm>
          <a:prstGeom prst="rect">
            <a:avLst/>
          </a:prstGeom>
          <a:solidFill>
            <a:schemeClr val="accent1">
              <a:alpha val="0"/>
            </a:schemeClr>
          </a:solidFill>
          <a:ln w="6350">
            <a:solidFill>
              <a:schemeClr val="bg1"/>
            </a:solidFill>
            <a:prstDash val="solid"/>
          </a:ln>
        </p:spPr>
        <p:txBody>
          <a:bodyPr/>
          <a:lstStyle/>
          <a:p>
            <a:endParaRPr lang="ja-JP" altLang="en-US"/>
          </a:p>
        </p:txBody>
      </p:sp>
      <p:sp>
        <p:nvSpPr>
          <p:cNvPr id="46" name="Shape 43"/>
          <p:cNvSpPr/>
          <p:nvPr/>
        </p:nvSpPr>
        <p:spPr>
          <a:xfrm>
            <a:off x="8558189" y="4800600"/>
            <a:ext cx="128016" cy="128016"/>
          </a:xfrm>
          <a:prstGeom prst="rect">
            <a:avLst/>
          </a:prstGeom>
          <a:solidFill>
            <a:schemeClr val="accent1">
              <a:alpha val="0"/>
            </a:schemeClr>
          </a:solidFill>
          <a:ln w="6350">
            <a:solidFill>
              <a:schemeClr val="bg1"/>
            </a:solidFill>
            <a:prstDash val="solid"/>
          </a:ln>
        </p:spPr>
        <p:txBody>
          <a:bodyPr/>
          <a:lstStyle/>
          <a:p>
            <a:endParaRPr lang="ja-JP" altLang="en-US"/>
          </a:p>
        </p:txBody>
      </p:sp>
      <p:sp>
        <p:nvSpPr>
          <p:cNvPr id="47" name="Shape 44"/>
          <p:cNvSpPr/>
          <p:nvPr/>
        </p:nvSpPr>
        <p:spPr>
          <a:xfrm>
            <a:off x="7598069" y="4937760"/>
            <a:ext cx="128016" cy="128016"/>
          </a:xfrm>
          <a:prstGeom prst="rect">
            <a:avLst/>
          </a:prstGeom>
          <a:solidFill>
            <a:schemeClr val="accent1">
              <a:alpha val="0"/>
            </a:schemeClr>
          </a:solidFill>
          <a:ln w="6350">
            <a:solidFill>
              <a:schemeClr val="bg1"/>
            </a:solidFill>
            <a:prstDash val="solid"/>
          </a:ln>
        </p:spPr>
        <p:txBody>
          <a:bodyPr/>
          <a:lstStyle/>
          <a:p>
            <a:endParaRPr lang="ja-JP" altLang="en-US"/>
          </a:p>
        </p:txBody>
      </p:sp>
      <p:sp>
        <p:nvSpPr>
          <p:cNvPr id="48" name="Shape 45"/>
          <p:cNvSpPr/>
          <p:nvPr/>
        </p:nvSpPr>
        <p:spPr>
          <a:xfrm>
            <a:off x="7735229" y="4937760"/>
            <a:ext cx="128016" cy="128016"/>
          </a:xfrm>
          <a:prstGeom prst="rect">
            <a:avLst/>
          </a:prstGeom>
          <a:solidFill>
            <a:schemeClr val="accent1">
              <a:alpha val="25000"/>
            </a:schemeClr>
          </a:solidFill>
          <a:ln w="6350">
            <a:solidFill>
              <a:schemeClr val="bg1"/>
            </a:solidFill>
            <a:prstDash val="solid"/>
          </a:ln>
        </p:spPr>
        <p:txBody>
          <a:bodyPr/>
          <a:lstStyle/>
          <a:p>
            <a:endParaRPr lang="ja-JP" altLang="en-US"/>
          </a:p>
        </p:txBody>
      </p:sp>
      <p:sp>
        <p:nvSpPr>
          <p:cNvPr id="49" name="Shape 46"/>
          <p:cNvSpPr/>
          <p:nvPr/>
        </p:nvSpPr>
        <p:spPr>
          <a:xfrm>
            <a:off x="7872389" y="4937760"/>
            <a:ext cx="128016" cy="128016"/>
          </a:xfrm>
          <a:prstGeom prst="rect">
            <a:avLst/>
          </a:prstGeom>
          <a:solidFill>
            <a:schemeClr val="accent1"/>
          </a:solidFill>
          <a:ln w="6350">
            <a:solidFill>
              <a:schemeClr val="bg1"/>
            </a:solidFill>
            <a:prstDash val="solid"/>
          </a:ln>
        </p:spPr>
        <p:txBody>
          <a:bodyPr/>
          <a:lstStyle/>
          <a:p>
            <a:endParaRPr lang="ja-JP" altLang="en-US"/>
          </a:p>
        </p:txBody>
      </p:sp>
      <p:sp>
        <p:nvSpPr>
          <p:cNvPr id="50" name="Shape 47"/>
          <p:cNvSpPr/>
          <p:nvPr/>
        </p:nvSpPr>
        <p:spPr>
          <a:xfrm>
            <a:off x="8009549" y="4937760"/>
            <a:ext cx="128016" cy="128016"/>
          </a:xfrm>
          <a:prstGeom prst="rect">
            <a:avLst/>
          </a:prstGeom>
          <a:solidFill>
            <a:schemeClr val="accent1">
              <a:alpha val="37000"/>
            </a:schemeClr>
          </a:solidFill>
          <a:ln w="6350">
            <a:solidFill>
              <a:schemeClr val="bg1"/>
            </a:solidFill>
            <a:prstDash val="solid"/>
          </a:ln>
        </p:spPr>
        <p:txBody>
          <a:bodyPr/>
          <a:lstStyle/>
          <a:p>
            <a:endParaRPr lang="ja-JP" altLang="en-US"/>
          </a:p>
        </p:txBody>
      </p:sp>
      <p:sp>
        <p:nvSpPr>
          <p:cNvPr id="51" name="Shape 48"/>
          <p:cNvSpPr/>
          <p:nvPr/>
        </p:nvSpPr>
        <p:spPr>
          <a:xfrm>
            <a:off x="8146709" y="4937760"/>
            <a:ext cx="128016" cy="128016"/>
          </a:xfrm>
          <a:prstGeom prst="rect">
            <a:avLst/>
          </a:prstGeom>
          <a:solidFill>
            <a:schemeClr val="accent1">
              <a:alpha val="26000"/>
            </a:schemeClr>
          </a:solidFill>
          <a:ln w="6350">
            <a:solidFill>
              <a:schemeClr val="bg1"/>
            </a:solidFill>
            <a:prstDash val="solid"/>
          </a:ln>
        </p:spPr>
        <p:txBody>
          <a:bodyPr/>
          <a:lstStyle/>
          <a:p>
            <a:endParaRPr lang="ja-JP" altLang="en-US"/>
          </a:p>
        </p:txBody>
      </p:sp>
      <p:sp>
        <p:nvSpPr>
          <p:cNvPr id="52" name="Shape 49"/>
          <p:cNvSpPr/>
          <p:nvPr/>
        </p:nvSpPr>
        <p:spPr>
          <a:xfrm>
            <a:off x="8283869" y="4937760"/>
            <a:ext cx="128016" cy="128016"/>
          </a:xfrm>
          <a:prstGeom prst="rect">
            <a:avLst/>
          </a:prstGeom>
          <a:solidFill>
            <a:schemeClr val="accent1">
              <a:alpha val="17000"/>
            </a:schemeClr>
          </a:solidFill>
          <a:ln w="6350">
            <a:solidFill>
              <a:schemeClr val="bg1"/>
            </a:solidFill>
            <a:prstDash val="solid"/>
          </a:ln>
        </p:spPr>
        <p:txBody>
          <a:bodyPr/>
          <a:lstStyle/>
          <a:p>
            <a:endParaRPr lang="ja-JP" altLang="en-US"/>
          </a:p>
        </p:txBody>
      </p:sp>
      <p:sp>
        <p:nvSpPr>
          <p:cNvPr id="53" name="Shape 50"/>
          <p:cNvSpPr/>
          <p:nvPr/>
        </p:nvSpPr>
        <p:spPr>
          <a:xfrm>
            <a:off x="8421029" y="4937760"/>
            <a:ext cx="128016" cy="128016"/>
          </a:xfrm>
          <a:prstGeom prst="rect">
            <a:avLst/>
          </a:prstGeom>
          <a:solidFill>
            <a:schemeClr val="accent1">
              <a:alpha val="2000"/>
            </a:schemeClr>
          </a:solidFill>
          <a:ln w="6350">
            <a:solidFill>
              <a:schemeClr val="bg1"/>
            </a:solidFill>
            <a:prstDash val="solid"/>
          </a:ln>
        </p:spPr>
        <p:txBody>
          <a:bodyPr/>
          <a:lstStyle/>
          <a:p>
            <a:endParaRPr lang="ja-JP" altLang="en-US"/>
          </a:p>
        </p:txBody>
      </p:sp>
      <p:sp>
        <p:nvSpPr>
          <p:cNvPr id="54" name="Shape 51"/>
          <p:cNvSpPr/>
          <p:nvPr/>
        </p:nvSpPr>
        <p:spPr>
          <a:xfrm>
            <a:off x="8558189" y="4937760"/>
            <a:ext cx="128016" cy="128016"/>
          </a:xfrm>
          <a:prstGeom prst="rect">
            <a:avLst/>
          </a:prstGeom>
          <a:solidFill>
            <a:schemeClr val="accent1">
              <a:alpha val="0"/>
            </a:schemeClr>
          </a:solidFill>
          <a:ln w="6350">
            <a:solidFill>
              <a:schemeClr val="bg1"/>
            </a:solidFill>
            <a:prstDash val="solid"/>
          </a:ln>
        </p:spPr>
        <p:txBody>
          <a:bodyPr/>
          <a:lstStyle/>
          <a:p>
            <a:endParaRPr lang="ja-JP" altLang="en-US"/>
          </a:p>
        </p:txBody>
      </p:sp>
      <p:sp>
        <p:nvSpPr>
          <p:cNvPr id="55" name="Shape 52"/>
          <p:cNvSpPr/>
          <p:nvPr/>
        </p:nvSpPr>
        <p:spPr>
          <a:xfrm>
            <a:off x="7598069" y="5074920"/>
            <a:ext cx="128016" cy="128016"/>
          </a:xfrm>
          <a:prstGeom prst="rect">
            <a:avLst/>
          </a:prstGeom>
          <a:solidFill>
            <a:schemeClr val="accent1">
              <a:alpha val="0"/>
            </a:schemeClr>
          </a:solidFill>
          <a:ln w="6350">
            <a:solidFill>
              <a:schemeClr val="bg1"/>
            </a:solidFill>
            <a:prstDash val="solid"/>
          </a:ln>
        </p:spPr>
        <p:txBody>
          <a:bodyPr/>
          <a:lstStyle/>
          <a:p>
            <a:endParaRPr lang="ja-JP" altLang="en-US"/>
          </a:p>
        </p:txBody>
      </p:sp>
      <p:sp>
        <p:nvSpPr>
          <p:cNvPr id="56" name="Shape 53"/>
          <p:cNvSpPr/>
          <p:nvPr/>
        </p:nvSpPr>
        <p:spPr>
          <a:xfrm>
            <a:off x="7735229" y="5074920"/>
            <a:ext cx="128016" cy="128016"/>
          </a:xfrm>
          <a:prstGeom prst="rect">
            <a:avLst/>
          </a:prstGeom>
          <a:solidFill>
            <a:schemeClr val="accent1">
              <a:alpha val="44000"/>
            </a:schemeClr>
          </a:solidFill>
          <a:ln w="6350">
            <a:solidFill>
              <a:schemeClr val="bg1"/>
            </a:solidFill>
            <a:prstDash val="solid"/>
          </a:ln>
        </p:spPr>
        <p:txBody>
          <a:bodyPr/>
          <a:lstStyle/>
          <a:p>
            <a:endParaRPr lang="ja-JP" altLang="en-US"/>
          </a:p>
        </p:txBody>
      </p:sp>
      <p:sp>
        <p:nvSpPr>
          <p:cNvPr id="57" name="Shape 54"/>
          <p:cNvSpPr/>
          <p:nvPr/>
        </p:nvSpPr>
        <p:spPr>
          <a:xfrm>
            <a:off x="7872389" y="5074920"/>
            <a:ext cx="128016" cy="128016"/>
          </a:xfrm>
          <a:prstGeom prst="rect">
            <a:avLst/>
          </a:prstGeom>
          <a:solidFill>
            <a:schemeClr val="accent1"/>
          </a:solidFill>
          <a:ln w="6350">
            <a:solidFill>
              <a:schemeClr val="bg1"/>
            </a:solidFill>
            <a:prstDash val="solid"/>
          </a:ln>
        </p:spPr>
        <p:txBody>
          <a:bodyPr/>
          <a:lstStyle/>
          <a:p>
            <a:endParaRPr lang="ja-JP" altLang="en-US"/>
          </a:p>
        </p:txBody>
      </p:sp>
      <p:sp>
        <p:nvSpPr>
          <p:cNvPr id="58" name="Shape 55"/>
          <p:cNvSpPr/>
          <p:nvPr/>
        </p:nvSpPr>
        <p:spPr>
          <a:xfrm>
            <a:off x="8009549" y="5074920"/>
            <a:ext cx="128016" cy="128016"/>
          </a:xfrm>
          <a:prstGeom prst="rect">
            <a:avLst/>
          </a:prstGeom>
          <a:solidFill>
            <a:schemeClr val="accent1"/>
          </a:solidFill>
          <a:ln w="6350">
            <a:solidFill>
              <a:schemeClr val="bg1"/>
            </a:solidFill>
            <a:prstDash val="solid"/>
          </a:ln>
        </p:spPr>
        <p:txBody>
          <a:bodyPr/>
          <a:lstStyle/>
          <a:p>
            <a:endParaRPr lang="ja-JP" altLang="en-US"/>
          </a:p>
        </p:txBody>
      </p:sp>
      <p:sp>
        <p:nvSpPr>
          <p:cNvPr id="59" name="Shape 56"/>
          <p:cNvSpPr/>
          <p:nvPr/>
        </p:nvSpPr>
        <p:spPr>
          <a:xfrm>
            <a:off x="8146709" y="5074920"/>
            <a:ext cx="128016" cy="128016"/>
          </a:xfrm>
          <a:prstGeom prst="rect">
            <a:avLst/>
          </a:prstGeom>
          <a:solidFill>
            <a:schemeClr val="accent1">
              <a:alpha val="30000"/>
            </a:schemeClr>
          </a:solidFill>
          <a:ln w="6350">
            <a:solidFill>
              <a:schemeClr val="bg1"/>
            </a:solidFill>
            <a:prstDash val="solid"/>
          </a:ln>
        </p:spPr>
        <p:txBody>
          <a:bodyPr/>
          <a:lstStyle/>
          <a:p>
            <a:endParaRPr lang="ja-JP" altLang="en-US"/>
          </a:p>
        </p:txBody>
      </p:sp>
      <p:sp>
        <p:nvSpPr>
          <p:cNvPr id="60" name="Shape 57"/>
          <p:cNvSpPr/>
          <p:nvPr/>
        </p:nvSpPr>
        <p:spPr>
          <a:xfrm>
            <a:off x="8283869" y="5074920"/>
            <a:ext cx="128016" cy="128016"/>
          </a:xfrm>
          <a:prstGeom prst="rect">
            <a:avLst/>
          </a:prstGeom>
          <a:solidFill>
            <a:schemeClr val="accent1">
              <a:alpha val="30000"/>
            </a:schemeClr>
          </a:solidFill>
          <a:ln w="6350">
            <a:solidFill>
              <a:schemeClr val="bg1"/>
            </a:solidFill>
            <a:prstDash val="solid"/>
          </a:ln>
        </p:spPr>
        <p:txBody>
          <a:bodyPr/>
          <a:lstStyle/>
          <a:p>
            <a:endParaRPr lang="ja-JP" altLang="en-US"/>
          </a:p>
        </p:txBody>
      </p:sp>
      <p:sp>
        <p:nvSpPr>
          <p:cNvPr id="61" name="Shape 58"/>
          <p:cNvSpPr/>
          <p:nvPr/>
        </p:nvSpPr>
        <p:spPr>
          <a:xfrm>
            <a:off x="8421029" y="5074920"/>
            <a:ext cx="128016" cy="128016"/>
          </a:xfrm>
          <a:prstGeom prst="rect">
            <a:avLst/>
          </a:prstGeom>
          <a:solidFill>
            <a:schemeClr val="accent1">
              <a:alpha val="11000"/>
            </a:schemeClr>
          </a:solidFill>
          <a:ln w="6350">
            <a:solidFill>
              <a:schemeClr val="bg1"/>
            </a:solidFill>
            <a:prstDash val="solid"/>
          </a:ln>
        </p:spPr>
        <p:txBody>
          <a:bodyPr/>
          <a:lstStyle/>
          <a:p>
            <a:endParaRPr lang="ja-JP" altLang="en-US"/>
          </a:p>
        </p:txBody>
      </p:sp>
      <p:sp>
        <p:nvSpPr>
          <p:cNvPr id="62" name="Shape 59"/>
          <p:cNvSpPr/>
          <p:nvPr/>
        </p:nvSpPr>
        <p:spPr>
          <a:xfrm>
            <a:off x="8558189" y="5074920"/>
            <a:ext cx="128016" cy="128016"/>
          </a:xfrm>
          <a:prstGeom prst="rect">
            <a:avLst/>
          </a:prstGeom>
          <a:solidFill>
            <a:schemeClr val="accent1">
              <a:alpha val="0"/>
            </a:schemeClr>
          </a:solidFill>
          <a:ln w="6350">
            <a:solidFill>
              <a:schemeClr val="bg1"/>
            </a:solidFill>
            <a:prstDash val="solid"/>
          </a:ln>
        </p:spPr>
        <p:txBody>
          <a:bodyPr/>
          <a:lstStyle/>
          <a:p>
            <a:endParaRPr lang="ja-JP" altLang="en-US"/>
          </a:p>
        </p:txBody>
      </p:sp>
      <p:sp>
        <p:nvSpPr>
          <p:cNvPr id="63" name="Shape 60"/>
          <p:cNvSpPr/>
          <p:nvPr/>
        </p:nvSpPr>
        <p:spPr>
          <a:xfrm>
            <a:off x="7598069" y="5212080"/>
            <a:ext cx="128016" cy="128016"/>
          </a:xfrm>
          <a:prstGeom prst="rect">
            <a:avLst/>
          </a:prstGeom>
          <a:solidFill>
            <a:schemeClr val="accent1">
              <a:alpha val="0"/>
            </a:schemeClr>
          </a:solidFill>
          <a:ln w="6350">
            <a:solidFill>
              <a:schemeClr val="bg1"/>
            </a:solidFill>
            <a:prstDash val="solid"/>
          </a:ln>
        </p:spPr>
        <p:txBody>
          <a:bodyPr/>
          <a:lstStyle/>
          <a:p>
            <a:endParaRPr lang="ja-JP" altLang="en-US"/>
          </a:p>
        </p:txBody>
      </p:sp>
      <p:sp>
        <p:nvSpPr>
          <p:cNvPr id="64" name="Shape 61"/>
          <p:cNvSpPr/>
          <p:nvPr/>
        </p:nvSpPr>
        <p:spPr>
          <a:xfrm>
            <a:off x="7735229" y="5212080"/>
            <a:ext cx="128016" cy="128016"/>
          </a:xfrm>
          <a:prstGeom prst="rect">
            <a:avLst/>
          </a:prstGeom>
          <a:solidFill>
            <a:schemeClr val="accent1">
              <a:alpha val="2000"/>
            </a:schemeClr>
          </a:solidFill>
          <a:ln w="6350">
            <a:solidFill>
              <a:schemeClr val="bg1"/>
            </a:solidFill>
            <a:prstDash val="solid"/>
          </a:ln>
        </p:spPr>
        <p:txBody>
          <a:bodyPr/>
          <a:lstStyle/>
          <a:p>
            <a:endParaRPr lang="ja-JP" altLang="en-US"/>
          </a:p>
        </p:txBody>
      </p:sp>
      <p:sp>
        <p:nvSpPr>
          <p:cNvPr id="65" name="Shape 62"/>
          <p:cNvSpPr/>
          <p:nvPr/>
        </p:nvSpPr>
        <p:spPr>
          <a:xfrm>
            <a:off x="7872389" y="5212080"/>
            <a:ext cx="128016" cy="128016"/>
          </a:xfrm>
          <a:prstGeom prst="rect">
            <a:avLst/>
          </a:prstGeom>
          <a:solidFill>
            <a:schemeClr val="accent1"/>
          </a:solidFill>
          <a:ln w="6350">
            <a:solidFill>
              <a:schemeClr val="bg1"/>
            </a:solidFill>
            <a:prstDash val="solid"/>
          </a:ln>
        </p:spPr>
        <p:txBody>
          <a:bodyPr/>
          <a:lstStyle/>
          <a:p>
            <a:endParaRPr lang="ja-JP" altLang="en-US"/>
          </a:p>
        </p:txBody>
      </p:sp>
      <p:sp>
        <p:nvSpPr>
          <p:cNvPr id="66" name="Shape 63"/>
          <p:cNvSpPr/>
          <p:nvPr/>
        </p:nvSpPr>
        <p:spPr>
          <a:xfrm>
            <a:off x="8009549" y="5212080"/>
            <a:ext cx="128016" cy="128016"/>
          </a:xfrm>
          <a:prstGeom prst="rect">
            <a:avLst/>
          </a:prstGeom>
          <a:solidFill>
            <a:schemeClr val="accent1">
              <a:alpha val="87000"/>
            </a:schemeClr>
          </a:solidFill>
          <a:ln w="6350">
            <a:solidFill>
              <a:schemeClr val="bg1"/>
            </a:solidFill>
            <a:prstDash val="solid"/>
          </a:ln>
        </p:spPr>
        <p:txBody>
          <a:bodyPr/>
          <a:lstStyle/>
          <a:p>
            <a:endParaRPr lang="ja-JP" altLang="en-US"/>
          </a:p>
        </p:txBody>
      </p:sp>
      <p:sp>
        <p:nvSpPr>
          <p:cNvPr id="67" name="Shape 64"/>
          <p:cNvSpPr/>
          <p:nvPr/>
        </p:nvSpPr>
        <p:spPr>
          <a:xfrm>
            <a:off x="8146709" y="5212080"/>
            <a:ext cx="128016" cy="128016"/>
          </a:xfrm>
          <a:prstGeom prst="rect">
            <a:avLst/>
          </a:prstGeom>
          <a:solidFill>
            <a:schemeClr val="accent1">
              <a:alpha val="7000"/>
            </a:schemeClr>
          </a:solidFill>
          <a:ln w="6350">
            <a:solidFill>
              <a:schemeClr val="bg1"/>
            </a:solidFill>
            <a:prstDash val="solid"/>
          </a:ln>
        </p:spPr>
        <p:txBody>
          <a:bodyPr/>
          <a:lstStyle/>
          <a:p>
            <a:endParaRPr lang="ja-JP" altLang="en-US"/>
          </a:p>
        </p:txBody>
      </p:sp>
      <p:sp>
        <p:nvSpPr>
          <p:cNvPr id="68" name="Shape 65"/>
          <p:cNvSpPr/>
          <p:nvPr/>
        </p:nvSpPr>
        <p:spPr>
          <a:xfrm>
            <a:off x="8283869" y="5212080"/>
            <a:ext cx="128016" cy="128016"/>
          </a:xfrm>
          <a:prstGeom prst="rect">
            <a:avLst/>
          </a:prstGeom>
          <a:solidFill>
            <a:schemeClr val="accent1">
              <a:alpha val="30000"/>
            </a:schemeClr>
          </a:solidFill>
          <a:ln w="6350">
            <a:solidFill>
              <a:schemeClr val="bg1"/>
            </a:solidFill>
            <a:prstDash val="solid"/>
          </a:ln>
        </p:spPr>
        <p:txBody>
          <a:bodyPr/>
          <a:lstStyle/>
          <a:p>
            <a:endParaRPr lang="ja-JP" altLang="en-US"/>
          </a:p>
        </p:txBody>
      </p:sp>
      <p:sp>
        <p:nvSpPr>
          <p:cNvPr id="69" name="Shape 66"/>
          <p:cNvSpPr/>
          <p:nvPr/>
        </p:nvSpPr>
        <p:spPr>
          <a:xfrm>
            <a:off x="8421029" y="5212080"/>
            <a:ext cx="128016" cy="128016"/>
          </a:xfrm>
          <a:prstGeom prst="rect">
            <a:avLst/>
          </a:prstGeom>
          <a:solidFill>
            <a:schemeClr val="accent1">
              <a:alpha val="15000"/>
            </a:schemeClr>
          </a:solidFill>
          <a:ln w="6350">
            <a:solidFill>
              <a:schemeClr val="bg1"/>
            </a:solidFill>
            <a:prstDash val="solid"/>
          </a:ln>
        </p:spPr>
        <p:txBody>
          <a:bodyPr/>
          <a:lstStyle/>
          <a:p>
            <a:endParaRPr lang="ja-JP" altLang="en-US"/>
          </a:p>
        </p:txBody>
      </p:sp>
      <p:sp>
        <p:nvSpPr>
          <p:cNvPr id="70" name="Shape 67"/>
          <p:cNvSpPr/>
          <p:nvPr/>
        </p:nvSpPr>
        <p:spPr>
          <a:xfrm>
            <a:off x="8558189" y="5212080"/>
            <a:ext cx="128016" cy="128016"/>
          </a:xfrm>
          <a:prstGeom prst="rect">
            <a:avLst/>
          </a:prstGeom>
          <a:solidFill>
            <a:schemeClr val="accent1">
              <a:alpha val="0"/>
            </a:schemeClr>
          </a:solidFill>
          <a:ln w="6350">
            <a:solidFill>
              <a:schemeClr val="bg1"/>
            </a:solidFill>
            <a:prstDash val="solid"/>
          </a:ln>
        </p:spPr>
        <p:txBody>
          <a:bodyPr/>
          <a:lstStyle/>
          <a:p>
            <a:endParaRPr lang="ja-JP" altLang="en-US"/>
          </a:p>
        </p:txBody>
      </p:sp>
      <p:sp>
        <p:nvSpPr>
          <p:cNvPr id="71" name="Shape 68"/>
          <p:cNvSpPr/>
          <p:nvPr/>
        </p:nvSpPr>
        <p:spPr>
          <a:xfrm>
            <a:off x="7598069" y="5349240"/>
            <a:ext cx="128016" cy="128016"/>
          </a:xfrm>
          <a:prstGeom prst="rect">
            <a:avLst/>
          </a:prstGeom>
          <a:solidFill>
            <a:schemeClr val="accent1">
              <a:alpha val="0"/>
            </a:schemeClr>
          </a:solidFill>
          <a:ln w="6350">
            <a:solidFill>
              <a:schemeClr val="bg1"/>
            </a:solidFill>
            <a:prstDash val="solid"/>
          </a:ln>
        </p:spPr>
        <p:txBody>
          <a:bodyPr/>
          <a:lstStyle/>
          <a:p>
            <a:endParaRPr lang="ja-JP" altLang="en-US"/>
          </a:p>
        </p:txBody>
      </p:sp>
      <p:sp>
        <p:nvSpPr>
          <p:cNvPr id="72" name="Shape 69"/>
          <p:cNvSpPr/>
          <p:nvPr/>
        </p:nvSpPr>
        <p:spPr>
          <a:xfrm>
            <a:off x="7735229" y="5349240"/>
            <a:ext cx="128016" cy="128016"/>
          </a:xfrm>
          <a:prstGeom prst="rect">
            <a:avLst/>
          </a:prstGeom>
          <a:solidFill>
            <a:schemeClr val="accent1">
              <a:alpha val="0"/>
            </a:schemeClr>
          </a:solidFill>
          <a:ln w="6350">
            <a:solidFill>
              <a:schemeClr val="bg1"/>
            </a:solidFill>
            <a:prstDash val="solid"/>
          </a:ln>
        </p:spPr>
        <p:txBody>
          <a:bodyPr/>
          <a:lstStyle/>
          <a:p>
            <a:endParaRPr lang="ja-JP" altLang="en-US"/>
          </a:p>
        </p:txBody>
      </p:sp>
      <p:sp>
        <p:nvSpPr>
          <p:cNvPr id="73" name="Shape 70"/>
          <p:cNvSpPr/>
          <p:nvPr/>
        </p:nvSpPr>
        <p:spPr>
          <a:xfrm>
            <a:off x="7872389" y="5349240"/>
            <a:ext cx="128016" cy="128016"/>
          </a:xfrm>
          <a:prstGeom prst="rect">
            <a:avLst/>
          </a:prstGeom>
          <a:solidFill>
            <a:schemeClr val="accent1">
              <a:alpha val="75000"/>
            </a:schemeClr>
          </a:solidFill>
          <a:ln w="6350">
            <a:solidFill>
              <a:schemeClr val="bg1"/>
            </a:solidFill>
            <a:prstDash val="solid"/>
          </a:ln>
        </p:spPr>
        <p:txBody>
          <a:bodyPr/>
          <a:lstStyle/>
          <a:p>
            <a:endParaRPr lang="ja-JP" altLang="en-US"/>
          </a:p>
        </p:txBody>
      </p:sp>
      <p:sp>
        <p:nvSpPr>
          <p:cNvPr id="74" name="Shape 71"/>
          <p:cNvSpPr/>
          <p:nvPr/>
        </p:nvSpPr>
        <p:spPr>
          <a:xfrm>
            <a:off x="8009549" y="5349240"/>
            <a:ext cx="128016" cy="128016"/>
          </a:xfrm>
          <a:prstGeom prst="rect">
            <a:avLst/>
          </a:prstGeom>
          <a:solidFill>
            <a:schemeClr val="accent1"/>
          </a:solidFill>
          <a:ln w="6350">
            <a:solidFill>
              <a:schemeClr val="bg1"/>
            </a:solidFill>
            <a:prstDash val="solid"/>
          </a:ln>
        </p:spPr>
        <p:txBody>
          <a:bodyPr/>
          <a:lstStyle/>
          <a:p>
            <a:endParaRPr lang="ja-JP" altLang="en-US"/>
          </a:p>
        </p:txBody>
      </p:sp>
      <p:sp>
        <p:nvSpPr>
          <p:cNvPr id="75" name="Shape 72"/>
          <p:cNvSpPr/>
          <p:nvPr/>
        </p:nvSpPr>
        <p:spPr>
          <a:xfrm>
            <a:off x="8146709" y="5349240"/>
            <a:ext cx="128016" cy="128016"/>
          </a:xfrm>
          <a:prstGeom prst="rect">
            <a:avLst/>
          </a:prstGeom>
          <a:solidFill>
            <a:schemeClr val="accent1">
              <a:alpha val="24000"/>
            </a:schemeClr>
          </a:solidFill>
          <a:ln w="6350">
            <a:solidFill>
              <a:schemeClr val="bg1"/>
            </a:solidFill>
            <a:prstDash val="solid"/>
          </a:ln>
        </p:spPr>
        <p:txBody>
          <a:bodyPr/>
          <a:lstStyle/>
          <a:p>
            <a:endParaRPr lang="ja-JP" altLang="en-US"/>
          </a:p>
        </p:txBody>
      </p:sp>
      <p:sp>
        <p:nvSpPr>
          <p:cNvPr id="76" name="Shape 73"/>
          <p:cNvSpPr/>
          <p:nvPr/>
        </p:nvSpPr>
        <p:spPr>
          <a:xfrm>
            <a:off x="8283869" y="5349240"/>
            <a:ext cx="128016" cy="128016"/>
          </a:xfrm>
          <a:prstGeom prst="rect">
            <a:avLst/>
          </a:prstGeom>
          <a:solidFill>
            <a:schemeClr val="accent1">
              <a:alpha val="30000"/>
            </a:schemeClr>
          </a:solidFill>
          <a:ln w="6350">
            <a:solidFill>
              <a:schemeClr val="bg1"/>
            </a:solidFill>
            <a:prstDash val="solid"/>
          </a:ln>
        </p:spPr>
        <p:txBody>
          <a:bodyPr/>
          <a:lstStyle/>
          <a:p>
            <a:endParaRPr lang="ja-JP" altLang="en-US"/>
          </a:p>
        </p:txBody>
      </p:sp>
      <p:sp>
        <p:nvSpPr>
          <p:cNvPr id="77" name="Shape 74"/>
          <p:cNvSpPr/>
          <p:nvPr/>
        </p:nvSpPr>
        <p:spPr>
          <a:xfrm>
            <a:off x="8421029" y="5349240"/>
            <a:ext cx="128016" cy="128016"/>
          </a:xfrm>
          <a:prstGeom prst="rect">
            <a:avLst/>
          </a:prstGeom>
          <a:solidFill>
            <a:schemeClr val="accent1">
              <a:alpha val="4000"/>
            </a:schemeClr>
          </a:solidFill>
          <a:ln w="6350">
            <a:solidFill>
              <a:schemeClr val="bg1"/>
            </a:solidFill>
            <a:prstDash val="solid"/>
          </a:ln>
        </p:spPr>
        <p:txBody>
          <a:bodyPr/>
          <a:lstStyle/>
          <a:p>
            <a:endParaRPr lang="ja-JP" altLang="en-US"/>
          </a:p>
        </p:txBody>
      </p:sp>
      <p:sp>
        <p:nvSpPr>
          <p:cNvPr id="78" name="Shape 75"/>
          <p:cNvSpPr/>
          <p:nvPr/>
        </p:nvSpPr>
        <p:spPr>
          <a:xfrm>
            <a:off x="8558189" y="5349240"/>
            <a:ext cx="128016" cy="128016"/>
          </a:xfrm>
          <a:prstGeom prst="rect">
            <a:avLst/>
          </a:prstGeom>
          <a:solidFill>
            <a:schemeClr val="accent1">
              <a:alpha val="0"/>
            </a:schemeClr>
          </a:solidFill>
          <a:ln w="6350">
            <a:solidFill>
              <a:schemeClr val="bg1"/>
            </a:solidFill>
            <a:prstDash val="solid"/>
          </a:ln>
        </p:spPr>
        <p:txBody>
          <a:bodyPr/>
          <a:lstStyle/>
          <a:p>
            <a:endParaRPr lang="ja-JP" altLang="en-US"/>
          </a:p>
        </p:txBody>
      </p:sp>
      <p:sp>
        <p:nvSpPr>
          <p:cNvPr id="79" name="Shape 76"/>
          <p:cNvSpPr/>
          <p:nvPr/>
        </p:nvSpPr>
        <p:spPr>
          <a:xfrm>
            <a:off x="7598069" y="5486400"/>
            <a:ext cx="128016" cy="128016"/>
          </a:xfrm>
          <a:prstGeom prst="rect">
            <a:avLst/>
          </a:prstGeom>
          <a:solidFill>
            <a:schemeClr val="accent1">
              <a:alpha val="0"/>
            </a:schemeClr>
          </a:solidFill>
          <a:ln w="6350">
            <a:solidFill>
              <a:schemeClr val="bg1"/>
            </a:solidFill>
            <a:prstDash val="solid"/>
          </a:ln>
        </p:spPr>
        <p:txBody>
          <a:bodyPr/>
          <a:lstStyle/>
          <a:p>
            <a:endParaRPr lang="ja-JP" altLang="en-US"/>
          </a:p>
        </p:txBody>
      </p:sp>
      <p:sp>
        <p:nvSpPr>
          <p:cNvPr id="80" name="Shape 77"/>
          <p:cNvSpPr/>
          <p:nvPr/>
        </p:nvSpPr>
        <p:spPr>
          <a:xfrm>
            <a:off x="7735229" y="5486400"/>
            <a:ext cx="128016" cy="128016"/>
          </a:xfrm>
          <a:prstGeom prst="rect">
            <a:avLst/>
          </a:prstGeom>
          <a:solidFill>
            <a:schemeClr val="accent1">
              <a:alpha val="0"/>
            </a:schemeClr>
          </a:solidFill>
          <a:ln w="6350">
            <a:solidFill>
              <a:schemeClr val="bg1"/>
            </a:solidFill>
            <a:prstDash val="solid"/>
          </a:ln>
        </p:spPr>
        <p:txBody>
          <a:bodyPr/>
          <a:lstStyle/>
          <a:p>
            <a:endParaRPr lang="ja-JP" altLang="en-US"/>
          </a:p>
        </p:txBody>
      </p:sp>
      <p:sp>
        <p:nvSpPr>
          <p:cNvPr id="81" name="Shape 78"/>
          <p:cNvSpPr/>
          <p:nvPr/>
        </p:nvSpPr>
        <p:spPr>
          <a:xfrm>
            <a:off x="7872389" y="5486400"/>
            <a:ext cx="128016" cy="128016"/>
          </a:xfrm>
          <a:prstGeom prst="rect">
            <a:avLst/>
          </a:prstGeom>
          <a:solidFill>
            <a:schemeClr val="accent1">
              <a:alpha val="4000"/>
            </a:schemeClr>
          </a:solidFill>
          <a:ln w="6350">
            <a:solidFill>
              <a:schemeClr val="bg1"/>
            </a:solidFill>
            <a:prstDash val="solid"/>
          </a:ln>
        </p:spPr>
        <p:txBody>
          <a:bodyPr/>
          <a:lstStyle/>
          <a:p>
            <a:endParaRPr lang="ja-JP" altLang="en-US"/>
          </a:p>
        </p:txBody>
      </p:sp>
      <p:sp>
        <p:nvSpPr>
          <p:cNvPr id="82" name="Shape 79"/>
          <p:cNvSpPr/>
          <p:nvPr/>
        </p:nvSpPr>
        <p:spPr>
          <a:xfrm>
            <a:off x="8009549" y="5486400"/>
            <a:ext cx="128016" cy="128016"/>
          </a:xfrm>
          <a:prstGeom prst="rect">
            <a:avLst/>
          </a:prstGeom>
          <a:solidFill>
            <a:schemeClr val="accent1">
              <a:alpha val="62000"/>
            </a:schemeClr>
          </a:solidFill>
          <a:ln w="6350">
            <a:solidFill>
              <a:schemeClr val="bg1"/>
            </a:solidFill>
            <a:prstDash val="solid"/>
          </a:ln>
        </p:spPr>
        <p:txBody>
          <a:bodyPr/>
          <a:lstStyle/>
          <a:p>
            <a:endParaRPr lang="ja-JP" altLang="en-US"/>
          </a:p>
        </p:txBody>
      </p:sp>
      <p:sp>
        <p:nvSpPr>
          <p:cNvPr id="83" name="Shape 80"/>
          <p:cNvSpPr/>
          <p:nvPr/>
        </p:nvSpPr>
        <p:spPr>
          <a:xfrm>
            <a:off x="8146709" y="5486400"/>
            <a:ext cx="128016" cy="128016"/>
          </a:xfrm>
          <a:prstGeom prst="rect">
            <a:avLst/>
          </a:prstGeom>
          <a:solidFill>
            <a:schemeClr val="accent1">
              <a:alpha val="30000"/>
            </a:schemeClr>
          </a:solidFill>
          <a:ln w="6350">
            <a:solidFill>
              <a:schemeClr val="bg1"/>
            </a:solidFill>
            <a:prstDash val="solid"/>
          </a:ln>
        </p:spPr>
        <p:txBody>
          <a:bodyPr/>
          <a:lstStyle/>
          <a:p>
            <a:endParaRPr lang="ja-JP" altLang="en-US"/>
          </a:p>
        </p:txBody>
      </p:sp>
      <p:sp>
        <p:nvSpPr>
          <p:cNvPr id="84" name="Shape 81"/>
          <p:cNvSpPr/>
          <p:nvPr/>
        </p:nvSpPr>
        <p:spPr>
          <a:xfrm>
            <a:off x="8283869" y="5486400"/>
            <a:ext cx="128016" cy="128016"/>
          </a:xfrm>
          <a:prstGeom prst="rect">
            <a:avLst/>
          </a:prstGeom>
          <a:solidFill>
            <a:schemeClr val="accent1">
              <a:alpha val="13000"/>
            </a:schemeClr>
          </a:solidFill>
          <a:ln w="6350">
            <a:solidFill>
              <a:schemeClr val="bg1"/>
            </a:solidFill>
            <a:prstDash val="solid"/>
          </a:ln>
        </p:spPr>
        <p:txBody>
          <a:bodyPr/>
          <a:lstStyle/>
          <a:p>
            <a:endParaRPr lang="ja-JP" altLang="en-US"/>
          </a:p>
        </p:txBody>
      </p:sp>
      <p:sp>
        <p:nvSpPr>
          <p:cNvPr id="85" name="Shape 82"/>
          <p:cNvSpPr/>
          <p:nvPr/>
        </p:nvSpPr>
        <p:spPr>
          <a:xfrm>
            <a:off x="8421029" y="5486400"/>
            <a:ext cx="128016" cy="128016"/>
          </a:xfrm>
          <a:prstGeom prst="rect">
            <a:avLst/>
          </a:prstGeom>
          <a:solidFill>
            <a:schemeClr val="accent1">
              <a:alpha val="0"/>
            </a:schemeClr>
          </a:solidFill>
          <a:ln w="6350">
            <a:solidFill>
              <a:schemeClr val="bg1"/>
            </a:solidFill>
            <a:prstDash val="solid"/>
          </a:ln>
        </p:spPr>
        <p:txBody>
          <a:bodyPr/>
          <a:lstStyle/>
          <a:p>
            <a:endParaRPr lang="ja-JP" altLang="en-US"/>
          </a:p>
        </p:txBody>
      </p:sp>
      <p:sp>
        <p:nvSpPr>
          <p:cNvPr id="86" name="Shape 83"/>
          <p:cNvSpPr/>
          <p:nvPr/>
        </p:nvSpPr>
        <p:spPr>
          <a:xfrm>
            <a:off x="8558189" y="5486400"/>
            <a:ext cx="128016" cy="128016"/>
          </a:xfrm>
          <a:prstGeom prst="rect">
            <a:avLst/>
          </a:prstGeom>
          <a:solidFill>
            <a:schemeClr val="accent1">
              <a:alpha val="0"/>
            </a:schemeClr>
          </a:solidFill>
          <a:ln w="6350">
            <a:solidFill>
              <a:schemeClr val="bg1"/>
            </a:solidFill>
            <a:prstDash val="solid"/>
          </a:ln>
        </p:spPr>
        <p:txBody>
          <a:bodyPr/>
          <a:lstStyle/>
          <a:p>
            <a:endParaRPr lang="ja-JP" altLang="en-US"/>
          </a:p>
        </p:txBody>
      </p:sp>
      <p:sp>
        <p:nvSpPr>
          <p:cNvPr id="87" name="Text 84"/>
          <p:cNvSpPr txBox="1"/>
          <p:nvPr/>
        </p:nvSpPr>
        <p:spPr>
          <a:xfrm>
            <a:off x="7506629" y="5669280"/>
            <a:ext cx="1280160" cy="274320"/>
          </a:xfrm>
          <a:prstGeom prst="rect">
            <a:avLst/>
          </a:prstGeom>
          <a:noFill/>
          <a:ln/>
        </p:spPr>
        <p:txBody>
          <a:bodyPr wrap="square" lIns="0" tIns="0" rIns="0" bIns="0" rtlCol="0" anchor="t"/>
          <a:lstStyle/>
          <a:p>
            <a:pPr marL="0" indent="0" algn="ctr">
              <a:buNone/>
            </a:pPr>
            <a:r>
              <a:rPr lang="en-US" sz="1200" dirty="0">
                <a:solidFill>
                  <a:schemeClr val="tx2"/>
                </a:solidFill>
              </a:rPr>
              <a:t>6のマップ</a:t>
            </a:r>
            <a:endParaRPr lang="en-US" sz="1200" dirty="0"/>
          </a:p>
        </p:txBody>
      </p:sp>
      <p:sp>
        <p:nvSpPr>
          <p:cNvPr id="88" name="Text 85"/>
          <p:cNvSpPr txBox="1"/>
          <p:nvPr/>
        </p:nvSpPr>
        <p:spPr>
          <a:xfrm>
            <a:off x="8786789" y="4754880"/>
            <a:ext cx="548640" cy="640080"/>
          </a:xfrm>
          <a:prstGeom prst="rect">
            <a:avLst/>
          </a:prstGeom>
          <a:noFill/>
          <a:ln/>
        </p:spPr>
        <p:txBody>
          <a:bodyPr wrap="square" lIns="0" tIns="0" rIns="0" bIns="0" rtlCol="0" anchor="t"/>
          <a:lstStyle/>
          <a:p>
            <a:pPr marL="0" indent="0" algn="ctr">
              <a:buNone/>
            </a:pPr>
            <a:r>
              <a:rPr lang="en-US" sz="3600" b="1" dirty="0">
                <a:solidFill>
                  <a:schemeClr val="tx1"/>
                </a:solidFill>
              </a:rPr>
              <a:t>−</a:t>
            </a:r>
            <a:endParaRPr lang="en-US" sz="3600" dirty="0"/>
          </a:p>
        </p:txBody>
      </p:sp>
      <p:sp>
        <p:nvSpPr>
          <p:cNvPr id="89" name="Shape 86"/>
          <p:cNvSpPr/>
          <p:nvPr/>
        </p:nvSpPr>
        <p:spPr>
          <a:xfrm>
            <a:off x="9381149" y="4526280"/>
            <a:ext cx="128016" cy="128016"/>
          </a:xfrm>
          <a:prstGeom prst="rect">
            <a:avLst/>
          </a:prstGeom>
          <a:solidFill>
            <a:schemeClr val="accent2">
              <a:alpha val="0"/>
            </a:schemeClr>
          </a:solidFill>
          <a:ln w="6350">
            <a:solidFill>
              <a:schemeClr val="bg1"/>
            </a:solidFill>
            <a:prstDash val="solid"/>
          </a:ln>
        </p:spPr>
        <p:txBody>
          <a:bodyPr/>
          <a:lstStyle/>
          <a:p>
            <a:endParaRPr lang="ja-JP" altLang="en-US"/>
          </a:p>
        </p:txBody>
      </p:sp>
      <p:sp>
        <p:nvSpPr>
          <p:cNvPr id="90" name="Shape 87"/>
          <p:cNvSpPr/>
          <p:nvPr/>
        </p:nvSpPr>
        <p:spPr>
          <a:xfrm>
            <a:off x="9518309" y="4526280"/>
            <a:ext cx="128016" cy="128016"/>
          </a:xfrm>
          <a:prstGeom prst="rect">
            <a:avLst/>
          </a:prstGeom>
          <a:solidFill>
            <a:schemeClr val="accent2">
              <a:alpha val="0"/>
            </a:schemeClr>
          </a:solidFill>
          <a:ln w="6350">
            <a:solidFill>
              <a:schemeClr val="bg1"/>
            </a:solidFill>
            <a:prstDash val="solid"/>
          </a:ln>
        </p:spPr>
        <p:txBody>
          <a:bodyPr/>
          <a:lstStyle/>
          <a:p>
            <a:endParaRPr lang="ja-JP" altLang="en-US"/>
          </a:p>
        </p:txBody>
      </p:sp>
      <p:sp>
        <p:nvSpPr>
          <p:cNvPr id="91" name="Shape 88"/>
          <p:cNvSpPr/>
          <p:nvPr/>
        </p:nvSpPr>
        <p:spPr>
          <a:xfrm>
            <a:off x="9655469" y="4526280"/>
            <a:ext cx="128016" cy="128016"/>
          </a:xfrm>
          <a:prstGeom prst="rect">
            <a:avLst/>
          </a:prstGeom>
          <a:solidFill>
            <a:schemeClr val="accent2">
              <a:alpha val="4000"/>
            </a:schemeClr>
          </a:solidFill>
          <a:ln w="6350">
            <a:solidFill>
              <a:schemeClr val="bg1"/>
            </a:solidFill>
            <a:prstDash val="solid"/>
          </a:ln>
        </p:spPr>
        <p:txBody>
          <a:bodyPr/>
          <a:lstStyle/>
          <a:p>
            <a:endParaRPr lang="ja-JP" altLang="en-US"/>
          </a:p>
        </p:txBody>
      </p:sp>
      <p:sp>
        <p:nvSpPr>
          <p:cNvPr id="92" name="Shape 89"/>
          <p:cNvSpPr/>
          <p:nvPr/>
        </p:nvSpPr>
        <p:spPr>
          <a:xfrm>
            <a:off x="9792629" y="4526280"/>
            <a:ext cx="128016" cy="128016"/>
          </a:xfrm>
          <a:prstGeom prst="rect">
            <a:avLst/>
          </a:prstGeom>
          <a:solidFill>
            <a:schemeClr val="accent2">
              <a:alpha val="69000"/>
            </a:schemeClr>
          </a:solidFill>
          <a:ln w="6350">
            <a:solidFill>
              <a:schemeClr val="bg1"/>
            </a:solidFill>
            <a:prstDash val="solid"/>
          </a:ln>
        </p:spPr>
        <p:txBody>
          <a:bodyPr/>
          <a:lstStyle/>
          <a:p>
            <a:endParaRPr lang="ja-JP" altLang="en-US"/>
          </a:p>
        </p:txBody>
      </p:sp>
      <p:sp>
        <p:nvSpPr>
          <p:cNvPr id="93" name="Shape 90"/>
          <p:cNvSpPr/>
          <p:nvPr/>
        </p:nvSpPr>
        <p:spPr>
          <a:xfrm>
            <a:off x="9929789" y="4526280"/>
            <a:ext cx="128016" cy="128016"/>
          </a:xfrm>
          <a:prstGeom prst="rect">
            <a:avLst/>
          </a:prstGeom>
          <a:solidFill>
            <a:schemeClr val="accent2">
              <a:alpha val="81000"/>
            </a:schemeClr>
          </a:solidFill>
          <a:ln w="6350">
            <a:solidFill>
              <a:schemeClr val="bg1"/>
            </a:solidFill>
            <a:prstDash val="solid"/>
          </a:ln>
        </p:spPr>
        <p:txBody>
          <a:bodyPr/>
          <a:lstStyle/>
          <a:p>
            <a:endParaRPr lang="ja-JP" altLang="en-US"/>
          </a:p>
        </p:txBody>
      </p:sp>
      <p:sp>
        <p:nvSpPr>
          <p:cNvPr id="94" name="Shape 91"/>
          <p:cNvSpPr/>
          <p:nvPr/>
        </p:nvSpPr>
        <p:spPr>
          <a:xfrm>
            <a:off x="10066949" y="4526280"/>
            <a:ext cx="128016" cy="128016"/>
          </a:xfrm>
          <a:prstGeom prst="rect">
            <a:avLst/>
          </a:prstGeom>
          <a:solidFill>
            <a:schemeClr val="accent2">
              <a:alpha val="25000"/>
            </a:schemeClr>
          </a:solidFill>
          <a:ln w="6350">
            <a:solidFill>
              <a:schemeClr val="bg1"/>
            </a:solidFill>
            <a:prstDash val="solid"/>
          </a:ln>
        </p:spPr>
        <p:txBody>
          <a:bodyPr/>
          <a:lstStyle/>
          <a:p>
            <a:endParaRPr lang="ja-JP" altLang="en-US"/>
          </a:p>
        </p:txBody>
      </p:sp>
      <p:sp>
        <p:nvSpPr>
          <p:cNvPr id="95" name="Shape 92"/>
          <p:cNvSpPr/>
          <p:nvPr/>
        </p:nvSpPr>
        <p:spPr>
          <a:xfrm>
            <a:off x="10204109" y="4526280"/>
            <a:ext cx="128016" cy="128016"/>
          </a:xfrm>
          <a:prstGeom prst="rect">
            <a:avLst/>
          </a:prstGeom>
          <a:solidFill>
            <a:schemeClr val="accent2">
              <a:alpha val="0"/>
            </a:schemeClr>
          </a:solidFill>
          <a:ln w="6350">
            <a:solidFill>
              <a:schemeClr val="bg1"/>
            </a:solidFill>
            <a:prstDash val="solid"/>
          </a:ln>
        </p:spPr>
        <p:txBody>
          <a:bodyPr/>
          <a:lstStyle/>
          <a:p>
            <a:endParaRPr lang="ja-JP" altLang="en-US"/>
          </a:p>
        </p:txBody>
      </p:sp>
      <p:sp>
        <p:nvSpPr>
          <p:cNvPr id="96" name="Shape 93"/>
          <p:cNvSpPr/>
          <p:nvPr/>
        </p:nvSpPr>
        <p:spPr>
          <a:xfrm>
            <a:off x="10341269" y="4526280"/>
            <a:ext cx="128016" cy="128016"/>
          </a:xfrm>
          <a:prstGeom prst="rect">
            <a:avLst/>
          </a:prstGeom>
          <a:solidFill>
            <a:schemeClr val="accent2">
              <a:alpha val="0"/>
            </a:schemeClr>
          </a:solidFill>
          <a:ln w="6350">
            <a:solidFill>
              <a:schemeClr val="bg1"/>
            </a:solidFill>
            <a:prstDash val="solid"/>
          </a:ln>
        </p:spPr>
        <p:txBody>
          <a:bodyPr/>
          <a:lstStyle/>
          <a:p>
            <a:endParaRPr lang="ja-JP" altLang="en-US"/>
          </a:p>
        </p:txBody>
      </p:sp>
      <p:sp>
        <p:nvSpPr>
          <p:cNvPr id="97" name="Shape 94"/>
          <p:cNvSpPr/>
          <p:nvPr/>
        </p:nvSpPr>
        <p:spPr>
          <a:xfrm>
            <a:off x="9381149" y="4663440"/>
            <a:ext cx="128016" cy="128016"/>
          </a:xfrm>
          <a:prstGeom prst="rect">
            <a:avLst/>
          </a:prstGeom>
          <a:solidFill>
            <a:schemeClr val="accent2">
              <a:alpha val="0"/>
            </a:schemeClr>
          </a:solidFill>
          <a:ln w="6350">
            <a:solidFill>
              <a:schemeClr val="bg1"/>
            </a:solidFill>
            <a:prstDash val="solid"/>
          </a:ln>
        </p:spPr>
        <p:txBody>
          <a:bodyPr/>
          <a:lstStyle/>
          <a:p>
            <a:endParaRPr lang="ja-JP" altLang="en-US"/>
          </a:p>
        </p:txBody>
      </p:sp>
      <p:sp>
        <p:nvSpPr>
          <p:cNvPr id="98" name="Shape 95"/>
          <p:cNvSpPr/>
          <p:nvPr/>
        </p:nvSpPr>
        <p:spPr>
          <a:xfrm>
            <a:off x="9518309" y="4663440"/>
            <a:ext cx="128016" cy="128016"/>
          </a:xfrm>
          <a:prstGeom prst="rect">
            <a:avLst/>
          </a:prstGeom>
          <a:solidFill>
            <a:schemeClr val="accent2">
              <a:alpha val="0"/>
            </a:schemeClr>
          </a:solidFill>
          <a:ln w="6350">
            <a:solidFill>
              <a:schemeClr val="bg1"/>
            </a:solidFill>
            <a:prstDash val="solid"/>
          </a:ln>
        </p:spPr>
        <p:txBody>
          <a:bodyPr/>
          <a:lstStyle/>
          <a:p>
            <a:endParaRPr lang="ja-JP" altLang="en-US"/>
          </a:p>
        </p:txBody>
      </p:sp>
      <p:sp>
        <p:nvSpPr>
          <p:cNvPr id="99" name="Shape 96"/>
          <p:cNvSpPr/>
          <p:nvPr/>
        </p:nvSpPr>
        <p:spPr>
          <a:xfrm>
            <a:off x="9655469" y="4663440"/>
            <a:ext cx="128016" cy="128016"/>
          </a:xfrm>
          <a:prstGeom prst="rect">
            <a:avLst/>
          </a:prstGeom>
          <a:solidFill>
            <a:schemeClr val="accent2">
              <a:alpha val="75000"/>
            </a:schemeClr>
          </a:solidFill>
          <a:ln w="6350">
            <a:solidFill>
              <a:schemeClr val="bg1"/>
            </a:solidFill>
            <a:prstDash val="solid"/>
          </a:ln>
        </p:spPr>
        <p:txBody>
          <a:bodyPr/>
          <a:lstStyle/>
          <a:p>
            <a:endParaRPr lang="ja-JP" altLang="en-US"/>
          </a:p>
        </p:txBody>
      </p:sp>
      <p:sp>
        <p:nvSpPr>
          <p:cNvPr id="100" name="Shape 97"/>
          <p:cNvSpPr/>
          <p:nvPr/>
        </p:nvSpPr>
        <p:spPr>
          <a:xfrm>
            <a:off x="9792629" y="4663440"/>
            <a:ext cx="128016" cy="128016"/>
          </a:xfrm>
          <a:prstGeom prst="rect">
            <a:avLst/>
          </a:prstGeom>
          <a:solidFill>
            <a:schemeClr val="accent2"/>
          </a:solidFill>
          <a:ln w="6350">
            <a:solidFill>
              <a:schemeClr val="bg1"/>
            </a:solidFill>
            <a:prstDash val="solid"/>
          </a:ln>
        </p:spPr>
        <p:txBody>
          <a:bodyPr/>
          <a:lstStyle/>
          <a:p>
            <a:endParaRPr lang="ja-JP" altLang="en-US"/>
          </a:p>
        </p:txBody>
      </p:sp>
      <p:sp>
        <p:nvSpPr>
          <p:cNvPr id="101" name="Shape 98"/>
          <p:cNvSpPr/>
          <p:nvPr/>
        </p:nvSpPr>
        <p:spPr>
          <a:xfrm>
            <a:off x="9929789" y="4663440"/>
            <a:ext cx="128016" cy="128016"/>
          </a:xfrm>
          <a:prstGeom prst="rect">
            <a:avLst/>
          </a:prstGeom>
          <a:solidFill>
            <a:schemeClr val="accent2">
              <a:alpha val="81000"/>
            </a:schemeClr>
          </a:solidFill>
          <a:ln w="6350">
            <a:solidFill>
              <a:schemeClr val="bg1"/>
            </a:solidFill>
            <a:prstDash val="solid"/>
          </a:ln>
        </p:spPr>
        <p:txBody>
          <a:bodyPr/>
          <a:lstStyle/>
          <a:p>
            <a:endParaRPr lang="ja-JP" altLang="en-US"/>
          </a:p>
        </p:txBody>
      </p:sp>
      <p:sp>
        <p:nvSpPr>
          <p:cNvPr id="102" name="Shape 99"/>
          <p:cNvSpPr/>
          <p:nvPr/>
        </p:nvSpPr>
        <p:spPr>
          <a:xfrm>
            <a:off x="10066949" y="4663440"/>
            <a:ext cx="128016" cy="128016"/>
          </a:xfrm>
          <a:prstGeom prst="rect">
            <a:avLst/>
          </a:prstGeom>
          <a:solidFill>
            <a:schemeClr val="accent2">
              <a:alpha val="94000"/>
            </a:schemeClr>
          </a:solidFill>
          <a:ln w="6350">
            <a:solidFill>
              <a:schemeClr val="bg1"/>
            </a:solidFill>
            <a:prstDash val="solid"/>
          </a:ln>
        </p:spPr>
        <p:txBody>
          <a:bodyPr/>
          <a:lstStyle/>
          <a:p>
            <a:endParaRPr lang="ja-JP" altLang="en-US"/>
          </a:p>
        </p:txBody>
      </p:sp>
      <p:sp>
        <p:nvSpPr>
          <p:cNvPr id="103" name="Shape 100"/>
          <p:cNvSpPr/>
          <p:nvPr/>
        </p:nvSpPr>
        <p:spPr>
          <a:xfrm>
            <a:off x="10204109" y="4663440"/>
            <a:ext cx="128016" cy="128016"/>
          </a:xfrm>
          <a:prstGeom prst="rect">
            <a:avLst/>
          </a:prstGeom>
          <a:solidFill>
            <a:schemeClr val="accent2">
              <a:alpha val="0"/>
            </a:schemeClr>
          </a:solidFill>
          <a:ln w="6350">
            <a:solidFill>
              <a:schemeClr val="bg1"/>
            </a:solidFill>
            <a:prstDash val="solid"/>
          </a:ln>
        </p:spPr>
        <p:txBody>
          <a:bodyPr/>
          <a:lstStyle/>
          <a:p>
            <a:endParaRPr lang="ja-JP" altLang="en-US"/>
          </a:p>
        </p:txBody>
      </p:sp>
      <p:sp>
        <p:nvSpPr>
          <p:cNvPr id="104" name="Shape 101"/>
          <p:cNvSpPr/>
          <p:nvPr/>
        </p:nvSpPr>
        <p:spPr>
          <a:xfrm>
            <a:off x="10341269" y="4663440"/>
            <a:ext cx="128016" cy="128016"/>
          </a:xfrm>
          <a:prstGeom prst="rect">
            <a:avLst/>
          </a:prstGeom>
          <a:solidFill>
            <a:schemeClr val="accent2">
              <a:alpha val="0"/>
            </a:schemeClr>
          </a:solidFill>
          <a:ln w="6350">
            <a:solidFill>
              <a:schemeClr val="bg1"/>
            </a:solidFill>
            <a:prstDash val="solid"/>
          </a:ln>
        </p:spPr>
        <p:txBody>
          <a:bodyPr/>
          <a:lstStyle/>
          <a:p>
            <a:endParaRPr lang="ja-JP" altLang="en-US"/>
          </a:p>
        </p:txBody>
      </p:sp>
      <p:sp>
        <p:nvSpPr>
          <p:cNvPr id="105" name="Shape 102"/>
          <p:cNvSpPr/>
          <p:nvPr/>
        </p:nvSpPr>
        <p:spPr>
          <a:xfrm>
            <a:off x="9381149" y="4800600"/>
            <a:ext cx="128016" cy="128016"/>
          </a:xfrm>
          <a:prstGeom prst="rect">
            <a:avLst/>
          </a:prstGeom>
          <a:solidFill>
            <a:schemeClr val="accent2">
              <a:alpha val="0"/>
            </a:schemeClr>
          </a:solidFill>
          <a:ln w="6350">
            <a:solidFill>
              <a:schemeClr val="bg1"/>
            </a:solidFill>
            <a:prstDash val="solid"/>
          </a:ln>
        </p:spPr>
        <p:txBody>
          <a:bodyPr/>
          <a:lstStyle/>
          <a:p>
            <a:endParaRPr lang="ja-JP" altLang="en-US"/>
          </a:p>
        </p:txBody>
      </p:sp>
      <p:sp>
        <p:nvSpPr>
          <p:cNvPr id="106" name="Shape 103"/>
          <p:cNvSpPr/>
          <p:nvPr/>
        </p:nvSpPr>
        <p:spPr>
          <a:xfrm>
            <a:off x="9518309" y="4800600"/>
            <a:ext cx="128016" cy="128016"/>
          </a:xfrm>
          <a:prstGeom prst="rect">
            <a:avLst/>
          </a:prstGeom>
          <a:solidFill>
            <a:schemeClr val="accent2">
              <a:alpha val="0"/>
            </a:schemeClr>
          </a:solidFill>
          <a:ln w="6350">
            <a:solidFill>
              <a:schemeClr val="bg1"/>
            </a:solidFill>
            <a:prstDash val="solid"/>
          </a:ln>
        </p:spPr>
        <p:txBody>
          <a:bodyPr/>
          <a:lstStyle/>
          <a:p>
            <a:endParaRPr lang="ja-JP" altLang="en-US"/>
          </a:p>
        </p:txBody>
      </p:sp>
      <p:sp>
        <p:nvSpPr>
          <p:cNvPr id="107" name="Shape 104"/>
          <p:cNvSpPr/>
          <p:nvPr/>
        </p:nvSpPr>
        <p:spPr>
          <a:xfrm>
            <a:off x="9655469" y="4800600"/>
            <a:ext cx="128016" cy="128016"/>
          </a:xfrm>
          <a:prstGeom prst="rect">
            <a:avLst/>
          </a:prstGeom>
          <a:solidFill>
            <a:schemeClr val="accent2"/>
          </a:solidFill>
          <a:ln w="6350">
            <a:solidFill>
              <a:schemeClr val="bg1"/>
            </a:solidFill>
            <a:prstDash val="solid"/>
          </a:ln>
        </p:spPr>
        <p:txBody>
          <a:bodyPr/>
          <a:lstStyle/>
          <a:p>
            <a:endParaRPr lang="ja-JP" altLang="en-US"/>
          </a:p>
        </p:txBody>
      </p:sp>
      <p:sp>
        <p:nvSpPr>
          <p:cNvPr id="108" name="Shape 105"/>
          <p:cNvSpPr/>
          <p:nvPr/>
        </p:nvSpPr>
        <p:spPr>
          <a:xfrm>
            <a:off x="9792629" y="4800600"/>
            <a:ext cx="128016" cy="128016"/>
          </a:xfrm>
          <a:prstGeom prst="rect">
            <a:avLst/>
          </a:prstGeom>
          <a:solidFill>
            <a:schemeClr val="accent2">
              <a:alpha val="56000"/>
            </a:schemeClr>
          </a:solidFill>
          <a:ln w="6350">
            <a:solidFill>
              <a:schemeClr val="bg1"/>
            </a:solidFill>
            <a:prstDash val="solid"/>
          </a:ln>
        </p:spPr>
        <p:txBody>
          <a:bodyPr/>
          <a:lstStyle/>
          <a:p>
            <a:endParaRPr lang="ja-JP" altLang="en-US"/>
          </a:p>
        </p:txBody>
      </p:sp>
      <p:sp>
        <p:nvSpPr>
          <p:cNvPr id="109" name="Shape 106"/>
          <p:cNvSpPr/>
          <p:nvPr/>
        </p:nvSpPr>
        <p:spPr>
          <a:xfrm>
            <a:off x="9929789" y="4800600"/>
            <a:ext cx="128016" cy="128016"/>
          </a:xfrm>
          <a:prstGeom prst="rect">
            <a:avLst/>
          </a:prstGeom>
          <a:solidFill>
            <a:schemeClr val="accent2">
              <a:alpha val="2000"/>
            </a:schemeClr>
          </a:solidFill>
          <a:ln w="6350">
            <a:solidFill>
              <a:schemeClr val="bg1"/>
            </a:solidFill>
            <a:prstDash val="solid"/>
          </a:ln>
        </p:spPr>
        <p:txBody>
          <a:bodyPr/>
          <a:lstStyle/>
          <a:p>
            <a:endParaRPr lang="ja-JP" altLang="en-US"/>
          </a:p>
        </p:txBody>
      </p:sp>
      <p:sp>
        <p:nvSpPr>
          <p:cNvPr id="110" name="Shape 107"/>
          <p:cNvSpPr/>
          <p:nvPr/>
        </p:nvSpPr>
        <p:spPr>
          <a:xfrm>
            <a:off x="10066949" y="4800600"/>
            <a:ext cx="128016" cy="128016"/>
          </a:xfrm>
          <a:prstGeom prst="rect">
            <a:avLst/>
          </a:prstGeom>
          <a:solidFill>
            <a:schemeClr val="accent2">
              <a:alpha val="19000"/>
            </a:schemeClr>
          </a:solidFill>
          <a:ln w="6350">
            <a:solidFill>
              <a:schemeClr val="bg1"/>
            </a:solidFill>
            <a:prstDash val="solid"/>
          </a:ln>
        </p:spPr>
        <p:txBody>
          <a:bodyPr/>
          <a:lstStyle/>
          <a:p>
            <a:endParaRPr lang="ja-JP" altLang="en-US"/>
          </a:p>
        </p:txBody>
      </p:sp>
      <p:sp>
        <p:nvSpPr>
          <p:cNvPr id="111" name="Shape 108"/>
          <p:cNvSpPr/>
          <p:nvPr/>
        </p:nvSpPr>
        <p:spPr>
          <a:xfrm>
            <a:off x="10204109" y="4800600"/>
            <a:ext cx="128016" cy="128016"/>
          </a:xfrm>
          <a:prstGeom prst="rect">
            <a:avLst/>
          </a:prstGeom>
          <a:solidFill>
            <a:schemeClr val="accent2">
              <a:alpha val="0"/>
            </a:schemeClr>
          </a:solidFill>
          <a:ln w="6350">
            <a:solidFill>
              <a:schemeClr val="bg1"/>
            </a:solidFill>
            <a:prstDash val="solid"/>
          </a:ln>
        </p:spPr>
        <p:txBody>
          <a:bodyPr/>
          <a:lstStyle/>
          <a:p>
            <a:endParaRPr lang="ja-JP" altLang="en-US"/>
          </a:p>
        </p:txBody>
      </p:sp>
      <p:sp>
        <p:nvSpPr>
          <p:cNvPr id="112" name="Shape 109"/>
          <p:cNvSpPr/>
          <p:nvPr/>
        </p:nvSpPr>
        <p:spPr>
          <a:xfrm>
            <a:off x="10341269" y="4800600"/>
            <a:ext cx="128016" cy="128016"/>
          </a:xfrm>
          <a:prstGeom prst="rect">
            <a:avLst/>
          </a:prstGeom>
          <a:solidFill>
            <a:schemeClr val="accent2">
              <a:alpha val="0"/>
            </a:schemeClr>
          </a:solidFill>
          <a:ln w="6350">
            <a:solidFill>
              <a:schemeClr val="bg1"/>
            </a:solidFill>
            <a:prstDash val="solid"/>
          </a:ln>
        </p:spPr>
        <p:txBody>
          <a:bodyPr/>
          <a:lstStyle/>
          <a:p>
            <a:endParaRPr lang="ja-JP" altLang="en-US"/>
          </a:p>
        </p:txBody>
      </p:sp>
      <p:sp>
        <p:nvSpPr>
          <p:cNvPr id="113" name="Shape 110"/>
          <p:cNvSpPr/>
          <p:nvPr/>
        </p:nvSpPr>
        <p:spPr>
          <a:xfrm>
            <a:off x="9381149" y="4937760"/>
            <a:ext cx="128016" cy="128016"/>
          </a:xfrm>
          <a:prstGeom prst="rect">
            <a:avLst/>
          </a:prstGeom>
          <a:solidFill>
            <a:schemeClr val="accent2">
              <a:alpha val="0"/>
            </a:schemeClr>
          </a:solidFill>
          <a:ln w="6350">
            <a:solidFill>
              <a:schemeClr val="bg1"/>
            </a:solidFill>
            <a:prstDash val="solid"/>
          </a:ln>
        </p:spPr>
        <p:txBody>
          <a:bodyPr/>
          <a:lstStyle/>
          <a:p>
            <a:endParaRPr lang="ja-JP" altLang="en-US"/>
          </a:p>
        </p:txBody>
      </p:sp>
      <p:sp>
        <p:nvSpPr>
          <p:cNvPr id="114" name="Shape 111"/>
          <p:cNvSpPr/>
          <p:nvPr/>
        </p:nvSpPr>
        <p:spPr>
          <a:xfrm>
            <a:off x="9518309" y="4937760"/>
            <a:ext cx="128016" cy="128016"/>
          </a:xfrm>
          <a:prstGeom prst="rect">
            <a:avLst/>
          </a:prstGeom>
          <a:solidFill>
            <a:schemeClr val="accent2">
              <a:alpha val="7000"/>
            </a:schemeClr>
          </a:solidFill>
          <a:ln w="6350">
            <a:solidFill>
              <a:schemeClr val="bg1"/>
            </a:solidFill>
            <a:prstDash val="solid"/>
          </a:ln>
        </p:spPr>
        <p:txBody>
          <a:bodyPr/>
          <a:lstStyle/>
          <a:p>
            <a:endParaRPr lang="ja-JP" altLang="en-US"/>
          </a:p>
        </p:txBody>
      </p:sp>
      <p:sp>
        <p:nvSpPr>
          <p:cNvPr id="115" name="Shape 112"/>
          <p:cNvSpPr/>
          <p:nvPr/>
        </p:nvSpPr>
        <p:spPr>
          <a:xfrm>
            <a:off x="9655469" y="4937760"/>
            <a:ext cx="128016" cy="128016"/>
          </a:xfrm>
          <a:prstGeom prst="rect">
            <a:avLst/>
          </a:prstGeom>
          <a:solidFill>
            <a:schemeClr val="accent2">
              <a:alpha val="30000"/>
            </a:schemeClr>
          </a:solidFill>
          <a:ln w="6350">
            <a:solidFill>
              <a:schemeClr val="bg1"/>
            </a:solidFill>
            <a:prstDash val="solid"/>
          </a:ln>
        </p:spPr>
        <p:txBody>
          <a:bodyPr/>
          <a:lstStyle/>
          <a:p>
            <a:endParaRPr lang="ja-JP" altLang="en-US"/>
          </a:p>
        </p:txBody>
      </p:sp>
      <p:sp>
        <p:nvSpPr>
          <p:cNvPr id="116" name="Shape 113"/>
          <p:cNvSpPr/>
          <p:nvPr/>
        </p:nvSpPr>
        <p:spPr>
          <a:xfrm>
            <a:off x="9792629" y="4937760"/>
            <a:ext cx="128016" cy="128016"/>
          </a:xfrm>
          <a:prstGeom prst="rect">
            <a:avLst/>
          </a:prstGeom>
          <a:solidFill>
            <a:schemeClr val="accent2">
              <a:alpha val="11000"/>
            </a:schemeClr>
          </a:solidFill>
          <a:ln w="6350">
            <a:solidFill>
              <a:schemeClr val="bg1"/>
            </a:solidFill>
            <a:prstDash val="solid"/>
          </a:ln>
        </p:spPr>
        <p:txBody>
          <a:bodyPr/>
          <a:lstStyle/>
          <a:p>
            <a:endParaRPr lang="ja-JP" altLang="en-US"/>
          </a:p>
        </p:txBody>
      </p:sp>
      <p:sp>
        <p:nvSpPr>
          <p:cNvPr id="117" name="Shape 114"/>
          <p:cNvSpPr/>
          <p:nvPr/>
        </p:nvSpPr>
        <p:spPr>
          <a:xfrm>
            <a:off x="9929789" y="4937760"/>
            <a:ext cx="128016" cy="128016"/>
          </a:xfrm>
          <a:prstGeom prst="rect">
            <a:avLst/>
          </a:prstGeom>
          <a:solidFill>
            <a:schemeClr val="accent2">
              <a:alpha val="87000"/>
            </a:schemeClr>
          </a:solidFill>
          <a:ln w="6350">
            <a:solidFill>
              <a:schemeClr val="bg1"/>
            </a:solidFill>
            <a:prstDash val="solid"/>
          </a:ln>
        </p:spPr>
        <p:txBody>
          <a:bodyPr/>
          <a:lstStyle/>
          <a:p>
            <a:endParaRPr lang="ja-JP" altLang="en-US"/>
          </a:p>
        </p:txBody>
      </p:sp>
      <p:sp>
        <p:nvSpPr>
          <p:cNvPr id="118" name="Shape 115"/>
          <p:cNvSpPr/>
          <p:nvPr/>
        </p:nvSpPr>
        <p:spPr>
          <a:xfrm>
            <a:off x="10066949" y="4937760"/>
            <a:ext cx="128016" cy="128016"/>
          </a:xfrm>
          <a:prstGeom prst="rect">
            <a:avLst/>
          </a:prstGeom>
          <a:solidFill>
            <a:schemeClr val="accent2">
              <a:alpha val="56000"/>
            </a:schemeClr>
          </a:solidFill>
          <a:ln w="6350">
            <a:solidFill>
              <a:schemeClr val="bg1"/>
            </a:solidFill>
            <a:prstDash val="solid"/>
          </a:ln>
        </p:spPr>
        <p:txBody>
          <a:bodyPr/>
          <a:lstStyle/>
          <a:p>
            <a:endParaRPr lang="ja-JP" altLang="en-US"/>
          </a:p>
        </p:txBody>
      </p:sp>
      <p:sp>
        <p:nvSpPr>
          <p:cNvPr id="119" name="Shape 116"/>
          <p:cNvSpPr/>
          <p:nvPr/>
        </p:nvSpPr>
        <p:spPr>
          <a:xfrm>
            <a:off x="10204109" y="4937760"/>
            <a:ext cx="128016" cy="128016"/>
          </a:xfrm>
          <a:prstGeom prst="rect">
            <a:avLst/>
          </a:prstGeom>
          <a:solidFill>
            <a:schemeClr val="accent2">
              <a:alpha val="2000"/>
            </a:schemeClr>
          </a:solidFill>
          <a:ln w="6350">
            <a:solidFill>
              <a:schemeClr val="bg1"/>
            </a:solidFill>
            <a:prstDash val="solid"/>
          </a:ln>
        </p:spPr>
        <p:txBody>
          <a:bodyPr/>
          <a:lstStyle/>
          <a:p>
            <a:endParaRPr lang="ja-JP" altLang="en-US"/>
          </a:p>
        </p:txBody>
      </p:sp>
      <p:sp>
        <p:nvSpPr>
          <p:cNvPr id="120" name="Shape 117"/>
          <p:cNvSpPr/>
          <p:nvPr/>
        </p:nvSpPr>
        <p:spPr>
          <a:xfrm>
            <a:off x="10341269" y="4937760"/>
            <a:ext cx="128016" cy="128016"/>
          </a:xfrm>
          <a:prstGeom prst="rect">
            <a:avLst/>
          </a:prstGeom>
          <a:solidFill>
            <a:schemeClr val="accent2">
              <a:alpha val="0"/>
            </a:schemeClr>
          </a:solidFill>
          <a:ln w="6350">
            <a:solidFill>
              <a:schemeClr val="bg1"/>
            </a:solidFill>
            <a:prstDash val="solid"/>
          </a:ln>
        </p:spPr>
        <p:txBody>
          <a:bodyPr/>
          <a:lstStyle/>
          <a:p>
            <a:endParaRPr lang="ja-JP" altLang="en-US"/>
          </a:p>
        </p:txBody>
      </p:sp>
      <p:sp>
        <p:nvSpPr>
          <p:cNvPr id="121" name="Shape 118"/>
          <p:cNvSpPr/>
          <p:nvPr/>
        </p:nvSpPr>
        <p:spPr>
          <a:xfrm>
            <a:off x="9381149" y="5074920"/>
            <a:ext cx="128016" cy="128016"/>
          </a:xfrm>
          <a:prstGeom prst="rect">
            <a:avLst/>
          </a:prstGeom>
          <a:solidFill>
            <a:schemeClr val="accent2">
              <a:alpha val="0"/>
            </a:schemeClr>
          </a:solidFill>
          <a:ln w="6350">
            <a:solidFill>
              <a:schemeClr val="bg1"/>
            </a:solidFill>
            <a:prstDash val="solid"/>
          </a:ln>
        </p:spPr>
        <p:txBody>
          <a:bodyPr/>
          <a:lstStyle/>
          <a:p>
            <a:endParaRPr lang="ja-JP" altLang="en-US"/>
          </a:p>
        </p:txBody>
      </p:sp>
      <p:sp>
        <p:nvSpPr>
          <p:cNvPr id="122" name="Shape 119"/>
          <p:cNvSpPr/>
          <p:nvPr/>
        </p:nvSpPr>
        <p:spPr>
          <a:xfrm>
            <a:off x="9518309" y="5074920"/>
            <a:ext cx="128016" cy="128016"/>
          </a:xfrm>
          <a:prstGeom prst="rect">
            <a:avLst/>
          </a:prstGeom>
          <a:solidFill>
            <a:schemeClr val="accent2">
              <a:alpha val="13000"/>
            </a:schemeClr>
          </a:solidFill>
          <a:ln w="6350">
            <a:solidFill>
              <a:schemeClr val="bg1"/>
            </a:solidFill>
            <a:prstDash val="solid"/>
          </a:ln>
        </p:spPr>
        <p:txBody>
          <a:bodyPr/>
          <a:lstStyle/>
          <a:p>
            <a:endParaRPr lang="ja-JP" altLang="en-US"/>
          </a:p>
        </p:txBody>
      </p:sp>
      <p:sp>
        <p:nvSpPr>
          <p:cNvPr id="123" name="Shape 120"/>
          <p:cNvSpPr/>
          <p:nvPr/>
        </p:nvSpPr>
        <p:spPr>
          <a:xfrm>
            <a:off x="9655469" y="5074920"/>
            <a:ext cx="128016" cy="128016"/>
          </a:xfrm>
          <a:prstGeom prst="rect">
            <a:avLst/>
          </a:prstGeom>
          <a:solidFill>
            <a:schemeClr val="accent2">
              <a:alpha val="30000"/>
            </a:schemeClr>
          </a:solidFill>
          <a:ln w="6350">
            <a:solidFill>
              <a:schemeClr val="bg1"/>
            </a:solidFill>
            <a:prstDash val="solid"/>
          </a:ln>
        </p:spPr>
        <p:txBody>
          <a:bodyPr/>
          <a:lstStyle/>
          <a:p>
            <a:endParaRPr lang="ja-JP" altLang="en-US"/>
          </a:p>
        </p:txBody>
      </p:sp>
      <p:sp>
        <p:nvSpPr>
          <p:cNvPr id="124" name="Shape 121"/>
          <p:cNvSpPr/>
          <p:nvPr/>
        </p:nvSpPr>
        <p:spPr>
          <a:xfrm>
            <a:off x="9792629" y="5074920"/>
            <a:ext cx="128016" cy="128016"/>
          </a:xfrm>
          <a:prstGeom prst="rect">
            <a:avLst/>
          </a:prstGeom>
          <a:solidFill>
            <a:schemeClr val="accent2">
              <a:alpha val="30000"/>
            </a:schemeClr>
          </a:solidFill>
          <a:ln w="6350">
            <a:solidFill>
              <a:schemeClr val="bg1"/>
            </a:solidFill>
            <a:prstDash val="solid"/>
          </a:ln>
        </p:spPr>
        <p:txBody>
          <a:bodyPr/>
          <a:lstStyle/>
          <a:p>
            <a:endParaRPr lang="ja-JP" altLang="en-US"/>
          </a:p>
        </p:txBody>
      </p:sp>
      <p:sp>
        <p:nvSpPr>
          <p:cNvPr id="125" name="Shape 122"/>
          <p:cNvSpPr/>
          <p:nvPr/>
        </p:nvSpPr>
        <p:spPr>
          <a:xfrm>
            <a:off x="9929789" y="5074920"/>
            <a:ext cx="128016" cy="128016"/>
          </a:xfrm>
          <a:prstGeom prst="rect">
            <a:avLst/>
          </a:prstGeom>
          <a:solidFill>
            <a:schemeClr val="accent2"/>
          </a:solidFill>
          <a:ln w="6350">
            <a:solidFill>
              <a:schemeClr val="bg1"/>
            </a:solidFill>
            <a:prstDash val="solid"/>
          </a:ln>
        </p:spPr>
        <p:txBody>
          <a:bodyPr/>
          <a:lstStyle/>
          <a:p>
            <a:endParaRPr lang="ja-JP" altLang="en-US"/>
          </a:p>
        </p:txBody>
      </p:sp>
      <p:sp>
        <p:nvSpPr>
          <p:cNvPr id="126" name="Shape 123"/>
          <p:cNvSpPr/>
          <p:nvPr/>
        </p:nvSpPr>
        <p:spPr>
          <a:xfrm>
            <a:off x="10066949" y="5074920"/>
            <a:ext cx="128016" cy="128016"/>
          </a:xfrm>
          <a:prstGeom prst="rect">
            <a:avLst/>
          </a:prstGeom>
          <a:solidFill>
            <a:schemeClr val="accent2"/>
          </a:solidFill>
          <a:ln w="6350">
            <a:solidFill>
              <a:schemeClr val="bg1"/>
            </a:solidFill>
            <a:prstDash val="solid"/>
          </a:ln>
        </p:spPr>
        <p:txBody>
          <a:bodyPr/>
          <a:lstStyle/>
          <a:p>
            <a:endParaRPr lang="ja-JP" altLang="en-US"/>
          </a:p>
        </p:txBody>
      </p:sp>
      <p:sp>
        <p:nvSpPr>
          <p:cNvPr id="127" name="Shape 124"/>
          <p:cNvSpPr/>
          <p:nvPr/>
        </p:nvSpPr>
        <p:spPr>
          <a:xfrm>
            <a:off x="10204109" y="5074920"/>
            <a:ext cx="128016" cy="128016"/>
          </a:xfrm>
          <a:prstGeom prst="rect">
            <a:avLst/>
          </a:prstGeom>
          <a:solidFill>
            <a:schemeClr val="accent2">
              <a:alpha val="37000"/>
            </a:schemeClr>
          </a:solidFill>
          <a:ln w="6350">
            <a:solidFill>
              <a:schemeClr val="bg1"/>
            </a:solidFill>
            <a:prstDash val="solid"/>
          </a:ln>
        </p:spPr>
        <p:txBody>
          <a:bodyPr/>
          <a:lstStyle/>
          <a:p>
            <a:endParaRPr lang="ja-JP" altLang="en-US"/>
          </a:p>
        </p:txBody>
      </p:sp>
      <p:sp>
        <p:nvSpPr>
          <p:cNvPr id="128" name="Shape 125"/>
          <p:cNvSpPr/>
          <p:nvPr/>
        </p:nvSpPr>
        <p:spPr>
          <a:xfrm>
            <a:off x="10341269" y="5074920"/>
            <a:ext cx="128016" cy="128016"/>
          </a:xfrm>
          <a:prstGeom prst="rect">
            <a:avLst/>
          </a:prstGeom>
          <a:solidFill>
            <a:schemeClr val="accent2">
              <a:alpha val="0"/>
            </a:schemeClr>
          </a:solidFill>
          <a:ln w="6350">
            <a:solidFill>
              <a:schemeClr val="bg1"/>
            </a:solidFill>
            <a:prstDash val="solid"/>
          </a:ln>
        </p:spPr>
        <p:txBody>
          <a:bodyPr/>
          <a:lstStyle/>
          <a:p>
            <a:endParaRPr lang="ja-JP" altLang="en-US"/>
          </a:p>
        </p:txBody>
      </p:sp>
      <p:sp>
        <p:nvSpPr>
          <p:cNvPr id="129" name="Shape 126"/>
          <p:cNvSpPr/>
          <p:nvPr/>
        </p:nvSpPr>
        <p:spPr>
          <a:xfrm>
            <a:off x="9381149" y="5212080"/>
            <a:ext cx="128016" cy="128016"/>
          </a:xfrm>
          <a:prstGeom prst="rect">
            <a:avLst/>
          </a:prstGeom>
          <a:solidFill>
            <a:schemeClr val="accent2">
              <a:alpha val="0"/>
            </a:schemeClr>
          </a:solidFill>
          <a:ln w="6350">
            <a:solidFill>
              <a:schemeClr val="bg1"/>
            </a:solidFill>
            <a:prstDash val="solid"/>
          </a:ln>
        </p:spPr>
        <p:txBody>
          <a:bodyPr/>
          <a:lstStyle/>
          <a:p>
            <a:endParaRPr lang="ja-JP" altLang="en-US"/>
          </a:p>
        </p:txBody>
      </p:sp>
      <p:sp>
        <p:nvSpPr>
          <p:cNvPr id="130" name="Shape 127"/>
          <p:cNvSpPr/>
          <p:nvPr/>
        </p:nvSpPr>
        <p:spPr>
          <a:xfrm>
            <a:off x="9518309" y="5212080"/>
            <a:ext cx="128016" cy="128016"/>
          </a:xfrm>
          <a:prstGeom prst="rect">
            <a:avLst/>
          </a:prstGeom>
          <a:solidFill>
            <a:schemeClr val="accent2">
              <a:alpha val="2000"/>
            </a:schemeClr>
          </a:solidFill>
          <a:ln w="6350">
            <a:solidFill>
              <a:schemeClr val="bg1"/>
            </a:solidFill>
            <a:prstDash val="solid"/>
          </a:ln>
        </p:spPr>
        <p:txBody>
          <a:bodyPr/>
          <a:lstStyle/>
          <a:p>
            <a:endParaRPr lang="ja-JP" altLang="en-US"/>
          </a:p>
        </p:txBody>
      </p:sp>
      <p:sp>
        <p:nvSpPr>
          <p:cNvPr id="131" name="Shape 128"/>
          <p:cNvSpPr/>
          <p:nvPr/>
        </p:nvSpPr>
        <p:spPr>
          <a:xfrm>
            <a:off x="9655469" y="5212080"/>
            <a:ext cx="128016" cy="128016"/>
          </a:xfrm>
          <a:prstGeom prst="rect">
            <a:avLst/>
          </a:prstGeom>
          <a:solidFill>
            <a:schemeClr val="accent2">
              <a:alpha val="30000"/>
            </a:schemeClr>
          </a:solidFill>
          <a:ln w="6350">
            <a:solidFill>
              <a:schemeClr val="bg1"/>
            </a:solidFill>
            <a:prstDash val="solid"/>
          </a:ln>
        </p:spPr>
        <p:txBody>
          <a:bodyPr/>
          <a:lstStyle/>
          <a:p>
            <a:endParaRPr lang="ja-JP" altLang="en-US"/>
          </a:p>
        </p:txBody>
      </p:sp>
      <p:sp>
        <p:nvSpPr>
          <p:cNvPr id="132" name="Shape 129"/>
          <p:cNvSpPr/>
          <p:nvPr/>
        </p:nvSpPr>
        <p:spPr>
          <a:xfrm>
            <a:off x="9792629" y="5212080"/>
            <a:ext cx="128016" cy="128016"/>
          </a:xfrm>
          <a:prstGeom prst="rect">
            <a:avLst/>
          </a:prstGeom>
          <a:solidFill>
            <a:schemeClr val="accent2">
              <a:alpha val="26000"/>
            </a:schemeClr>
          </a:solidFill>
          <a:ln w="6350">
            <a:solidFill>
              <a:schemeClr val="bg1"/>
            </a:solidFill>
            <a:prstDash val="solid"/>
          </a:ln>
        </p:spPr>
        <p:txBody>
          <a:bodyPr/>
          <a:lstStyle/>
          <a:p>
            <a:endParaRPr lang="ja-JP" altLang="en-US"/>
          </a:p>
        </p:txBody>
      </p:sp>
      <p:sp>
        <p:nvSpPr>
          <p:cNvPr id="133" name="Shape 130"/>
          <p:cNvSpPr/>
          <p:nvPr/>
        </p:nvSpPr>
        <p:spPr>
          <a:xfrm>
            <a:off x="9929789" y="5212080"/>
            <a:ext cx="128016" cy="128016"/>
          </a:xfrm>
          <a:prstGeom prst="rect">
            <a:avLst/>
          </a:prstGeom>
          <a:solidFill>
            <a:schemeClr val="accent2">
              <a:alpha val="25000"/>
            </a:schemeClr>
          </a:solidFill>
          <a:ln w="6350">
            <a:solidFill>
              <a:schemeClr val="bg1"/>
            </a:solidFill>
            <a:prstDash val="solid"/>
          </a:ln>
        </p:spPr>
        <p:txBody>
          <a:bodyPr/>
          <a:lstStyle/>
          <a:p>
            <a:endParaRPr lang="ja-JP" altLang="en-US"/>
          </a:p>
        </p:txBody>
      </p:sp>
      <p:sp>
        <p:nvSpPr>
          <p:cNvPr id="134" name="Shape 131"/>
          <p:cNvSpPr/>
          <p:nvPr/>
        </p:nvSpPr>
        <p:spPr>
          <a:xfrm>
            <a:off x="10066949" y="5212080"/>
            <a:ext cx="128016" cy="128016"/>
          </a:xfrm>
          <a:prstGeom prst="rect">
            <a:avLst/>
          </a:prstGeom>
          <a:solidFill>
            <a:schemeClr val="accent2"/>
          </a:solidFill>
          <a:ln w="6350">
            <a:solidFill>
              <a:schemeClr val="bg1"/>
            </a:solidFill>
            <a:prstDash val="solid"/>
          </a:ln>
        </p:spPr>
        <p:txBody>
          <a:bodyPr/>
          <a:lstStyle/>
          <a:p>
            <a:endParaRPr lang="ja-JP" altLang="en-US"/>
          </a:p>
        </p:txBody>
      </p:sp>
      <p:sp>
        <p:nvSpPr>
          <p:cNvPr id="135" name="Shape 132"/>
          <p:cNvSpPr/>
          <p:nvPr/>
        </p:nvSpPr>
        <p:spPr>
          <a:xfrm>
            <a:off x="10204109" y="5212080"/>
            <a:ext cx="128016" cy="128016"/>
          </a:xfrm>
          <a:prstGeom prst="rect">
            <a:avLst/>
          </a:prstGeom>
          <a:solidFill>
            <a:schemeClr val="accent2">
              <a:alpha val="50000"/>
            </a:schemeClr>
          </a:solidFill>
          <a:ln w="6350">
            <a:solidFill>
              <a:schemeClr val="bg1"/>
            </a:solidFill>
            <a:prstDash val="solid"/>
          </a:ln>
        </p:spPr>
        <p:txBody>
          <a:bodyPr/>
          <a:lstStyle/>
          <a:p>
            <a:endParaRPr lang="ja-JP" altLang="en-US"/>
          </a:p>
        </p:txBody>
      </p:sp>
      <p:sp>
        <p:nvSpPr>
          <p:cNvPr id="136" name="Shape 133"/>
          <p:cNvSpPr/>
          <p:nvPr/>
        </p:nvSpPr>
        <p:spPr>
          <a:xfrm>
            <a:off x="10341269" y="5212080"/>
            <a:ext cx="128016" cy="128016"/>
          </a:xfrm>
          <a:prstGeom prst="rect">
            <a:avLst/>
          </a:prstGeom>
          <a:solidFill>
            <a:schemeClr val="accent2">
              <a:alpha val="0"/>
            </a:schemeClr>
          </a:solidFill>
          <a:ln w="6350">
            <a:solidFill>
              <a:schemeClr val="bg1"/>
            </a:solidFill>
            <a:prstDash val="solid"/>
          </a:ln>
        </p:spPr>
        <p:txBody>
          <a:bodyPr/>
          <a:lstStyle/>
          <a:p>
            <a:endParaRPr lang="ja-JP" altLang="en-US"/>
          </a:p>
        </p:txBody>
      </p:sp>
      <p:sp>
        <p:nvSpPr>
          <p:cNvPr id="137" name="Shape 134"/>
          <p:cNvSpPr/>
          <p:nvPr/>
        </p:nvSpPr>
        <p:spPr>
          <a:xfrm>
            <a:off x="9381149" y="5349240"/>
            <a:ext cx="128016" cy="128016"/>
          </a:xfrm>
          <a:prstGeom prst="rect">
            <a:avLst/>
          </a:prstGeom>
          <a:solidFill>
            <a:schemeClr val="accent2">
              <a:alpha val="0"/>
            </a:schemeClr>
          </a:solidFill>
          <a:ln w="6350">
            <a:solidFill>
              <a:schemeClr val="bg1"/>
            </a:solidFill>
            <a:prstDash val="solid"/>
          </a:ln>
        </p:spPr>
        <p:txBody>
          <a:bodyPr/>
          <a:lstStyle/>
          <a:p>
            <a:endParaRPr lang="ja-JP" altLang="en-US"/>
          </a:p>
        </p:txBody>
      </p:sp>
      <p:sp>
        <p:nvSpPr>
          <p:cNvPr id="138" name="Shape 135"/>
          <p:cNvSpPr/>
          <p:nvPr/>
        </p:nvSpPr>
        <p:spPr>
          <a:xfrm>
            <a:off x="9518309" y="5349240"/>
            <a:ext cx="128016" cy="128016"/>
          </a:xfrm>
          <a:prstGeom prst="rect">
            <a:avLst/>
          </a:prstGeom>
          <a:solidFill>
            <a:schemeClr val="accent2">
              <a:alpha val="0"/>
            </a:schemeClr>
          </a:solidFill>
          <a:ln w="6350">
            <a:solidFill>
              <a:schemeClr val="bg1"/>
            </a:solidFill>
            <a:prstDash val="solid"/>
          </a:ln>
        </p:spPr>
        <p:txBody>
          <a:bodyPr/>
          <a:lstStyle/>
          <a:p>
            <a:endParaRPr lang="ja-JP" altLang="en-US"/>
          </a:p>
        </p:txBody>
      </p:sp>
      <p:sp>
        <p:nvSpPr>
          <p:cNvPr id="139" name="Shape 136"/>
          <p:cNvSpPr/>
          <p:nvPr/>
        </p:nvSpPr>
        <p:spPr>
          <a:xfrm>
            <a:off x="9655469" y="5349240"/>
            <a:ext cx="128016" cy="128016"/>
          </a:xfrm>
          <a:prstGeom prst="rect">
            <a:avLst/>
          </a:prstGeom>
          <a:solidFill>
            <a:schemeClr val="accent2">
              <a:alpha val="22000"/>
            </a:schemeClr>
          </a:solidFill>
          <a:ln w="6350">
            <a:solidFill>
              <a:schemeClr val="bg1"/>
            </a:solidFill>
            <a:prstDash val="solid"/>
          </a:ln>
        </p:spPr>
        <p:txBody>
          <a:bodyPr/>
          <a:lstStyle/>
          <a:p>
            <a:endParaRPr lang="ja-JP" altLang="en-US"/>
          </a:p>
        </p:txBody>
      </p:sp>
      <p:sp>
        <p:nvSpPr>
          <p:cNvPr id="140" name="Shape 137"/>
          <p:cNvSpPr/>
          <p:nvPr/>
        </p:nvSpPr>
        <p:spPr>
          <a:xfrm>
            <a:off x="9792629" y="5349240"/>
            <a:ext cx="128016" cy="128016"/>
          </a:xfrm>
          <a:prstGeom prst="rect">
            <a:avLst/>
          </a:prstGeom>
          <a:solidFill>
            <a:schemeClr val="accent2">
              <a:alpha val="30000"/>
            </a:schemeClr>
          </a:solidFill>
          <a:ln w="6350">
            <a:solidFill>
              <a:schemeClr val="bg1"/>
            </a:solidFill>
            <a:prstDash val="solid"/>
          </a:ln>
        </p:spPr>
        <p:txBody>
          <a:bodyPr/>
          <a:lstStyle/>
          <a:p>
            <a:endParaRPr lang="ja-JP" altLang="en-US"/>
          </a:p>
        </p:txBody>
      </p:sp>
      <p:sp>
        <p:nvSpPr>
          <p:cNvPr id="141" name="Shape 138"/>
          <p:cNvSpPr/>
          <p:nvPr/>
        </p:nvSpPr>
        <p:spPr>
          <a:xfrm>
            <a:off x="9929789" y="5349240"/>
            <a:ext cx="128016" cy="128016"/>
          </a:xfrm>
          <a:prstGeom prst="rect">
            <a:avLst/>
          </a:prstGeom>
          <a:solidFill>
            <a:schemeClr val="accent2">
              <a:alpha val="81000"/>
            </a:schemeClr>
          </a:solidFill>
          <a:ln w="6350">
            <a:solidFill>
              <a:schemeClr val="bg1"/>
            </a:solidFill>
            <a:prstDash val="solid"/>
          </a:ln>
        </p:spPr>
        <p:txBody>
          <a:bodyPr/>
          <a:lstStyle/>
          <a:p>
            <a:endParaRPr lang="ja-JP" altLang="en-US"/>
          </a:p>
        </p:txBody>
      </p:sp>
      <p:sp>
        <p:nvSpPr>
          <p:cNvPr id="142" name="Shape 139"/>
          <p:cNvSpPr/>
          <p:nvPr/>
        </p:nvSpPr>
        <p:spPr>
          <a:xfrm>
            <a:off x="10066949" y="5349240"/>
            <a:ext cx="128016" cy="128016"/>
          </a:xfrm>
          <a:prstGeom prst="rect">
            <a:avLst/>
          </a:prstGeom>
          <a:solidFill>
            <a:schemeClr val="accent2"/>
          </a:solidFill>
          <a:ln w="6350">
            <a:solidFill>
              <a:schemeClr val="bg1"/>
            </a:solidFill>
            <a:prstDash val="solid"/>
          </a:ln>
        </p:spPr>
        <p:txBody>
          <a:bodyPr/>
          <a:lstStyle/>
          <a:p>
            <a:endParaRPr lang="ja-JP" altLang="en-US"/>
          </a:p>
        </p:txBody>
      </p:sp>
      <p:sp>
        <p:nvSpPr>
          <p:cNvPr id="143" name="Shape 140"/>
          <p:cNvSpPr/>
          <p:nvPr/>
        </p:nvSpPr>
        <p:spPr>
          <a:xfrm>
            <a:off x="10204109" y="5349240"/>
            <a:ext cx="128016" cy="128016"/>
          </a:xfrm>
          <a:prstGeom prst="rect">
            <a:avLst/>
          </a:prstGeom>
          <a:solidFill>
            <a:schemeClr val="accent2">
              <a:alpha val="4000"/>
            </a:schemeClr>
          </a:solidFill>
          <a:ln w="6350">
            <a:solidFill>
              <a:schemeClr val="bg1"/>
            </a:solidFill>
            <a:prstDash val="solid"/>
          </a:ln>
        </p:spPr>
        <p:txBody>
          <a:bodyPr/>
          <a:lstStyle/>
          <a:p>
            <a:endParaRPr lang="ja-JP" altLang="en-US"/>
          </a:p>
        </p:txBody>
      </p:sp>
      <p:sp>
        <p:nvSpPr>
          <p:cNvPr id="144" name="Shape 141"/>
          <p:cNvSpPr/>
          <p:nvPr/>
        </p:nvSpPr>
        <p:spPr>
          <a:xfrm>
            <a:off x="10341269" y="5349240"/>
            <a:ext cx="128016" cy="128016"/>
          </a:xfrm>
          <a:prstGeom prst="rect">
            <a:avLst/>
          </a:prstGeom>
          <a:solidFill>
            <a:schemeClr val="accent2">
              <a:alpha val="0"/>
            </a:schemeClr>
          </a:solidFill>
          <a:ln w="6350">
            <a:solidFill>
              <a:schemeClr val="bg1"/>
            </a:solidFill>
            <a:prstDash val="solid"/>
          </a:ln>
        </p:spPr>
        <p:txBody>
          <a:bodyPr/>
          <a:lstStyle/>
          <a:p>
            <a:endParaRPr lang="ja-JP" altLang="en-US"/>
          </a:p>
        </p:txBody>
      </p:sp>
      <p:sp>
        <p:nvSpPr>
          <p:cNvPr id="145" name="Shape 142"/>
          <p:cNvSpPr/>
          <p:nvPr/>
        </p:nvSpPr>
        <p:spPr>
          <a:xfrm>
            <a:off x="9381149" y="5486400"/>
            <a:ext cx="128016" cy="128016"/>
          </a:xfrm>
          <a:prstGeom prst="rect">
            <a:avLst/>
          </a:prstGeom>
          <a:solidFill>
            <a:schemeClr val="accent2">
              <a:alpha val="0"/>
            </a:schemeClr>
          </a:solidFill>
          <a:ln w="6350">
            <a:solidFill>
              <a:schemeClr val="bg1"/>
            </a:solidFill>
            <a:prstDash val="solid"/>
          </a:ln>
        </p:spPr>
        <p:txBody>
          <a:bodyPr/>
          <a:lstStyle/>
          <a:p>
            <a:endParaRPr lang="ja-JP" altLang="en-US"/>
          </a:p>
        </p:txBody>
      </p:sp>
      <p:sp>
        <p:nvSpPr>
          <p:cNvPr id="146" name="Shape 143"/>
          <p:cNvSpPr/>
          <p:nvPr/>
        </p:nvSpPr>
        <p:spPr>
          <a:xfrm>
            <a:off x="9518309" y="5486400"/>
            <a:ext cx="128016" cy="128016"/>
          </a:xfrm>
          <a:prstGeom prst="rect">
            <a:avLst/>
          </a:prstGeom>
          <a:solidFill>
            <a:schemeClr val="accent2">
              <a:alpha val="0"/>
            </a:schemeClr>
          </a:solidFill>
          <a:ln w="6350">
            <a:solidFill>
              <a:schemeClr val="bg1"/>
            </a:solidFill>
            <a:prstDash val="solid"/>
          </a:ln>
        </p:spPr>
        <p:txBody>
          <a:bodyPr/>
          <a:lstStyle/>
          <a:p>
            <a:endParaRPr lang="ja-JP" altLang="en-US"/>
          </a:p>
        </p:txBody>
      </p:sp>
      <p:sp>
        <p:nvSpPr>
          <p:cNvPr id="147" name="Shape 144"/>
          <p:cNvSpPr/>
          <p:nvPr/>
        </p:nvSpPr>
        <p:spPr>
          <a:xfrm>
            <a:off x="9655469" y="5486400"/>
            <a:ext cx="128016" cy="128016"/>
          </a:xfrm>
          <a:prstGeom prst="rect">
            <a:avLst/>
          </a:prstGeom>
          <a:solidFill>
            <a:schemeClr val="accent2">
              <a:alpha val="4000"/>
            </a:schemeClr>
          </a:solidFill>
          <a:ln w="6350">
            <a:solidFill>
              <a:schemeClr val="bg1"/>
            </a:solidFill>
            <a:prstDash val="solid"/>
          </a:ln>
        </p:spPr>
        <p:txBody>
          <a:bodyPr/>
          <a:lstStyle/>
          <a:p>
            <a:endParaRPr lang="ja-JP" altLang="en-US"/>
          </a:p>
        </p:txBody>
      </p:sp>
      <p:sp>
        <p:nvSpPr>
          <p:cNvPr id="148" name="Shape 145"/>
          <p:cNvSpPr/>
          <p:nvPr/>
        </p:nvSpPr>
        <p:spPr>
          <a:xfrm>
            <a:off x="9792629" y="5486400"/>
            <a:ext cx="128016" cy="128016"/>
          </a:xfrm>
          <a:prstGeom prst="rect">
            <a:avLst/>
          </a:prstGeom>
          <a:solidFill>
            <a:schemeClr val="accent2">
              <a:alpha val="19000"/>
            </a:schemeClr>
          </a:solidFill>
          <a:ln w="6350">
            <a:solidFill>
              <a:schemeClr val="bg1"/>
            </a:solidFill>
            <a:prstDash val="solid"/>
          </a:ln>
        </p:spPr>
        <p:txBody>
          <a:bodyPr/>
          <a:lstStyle/>
          <a:p>
            <a:endParaRPr lang="ja-JP" altLang="en-US"/>
          </a:p>
        </p:txBody>
      </p:sp>
      <p:sp>
        <p:nvSpPr>
          <p:cNvPr id="149" name="Shape 146"/>
          <p:cNvSpPr/>
          <p:nvPr/>
        </p:nvSpPr>
        <p:spPr>
          <a:xfrm>
            <a:off x="9929789" y="5486400"/>
            <a:ext cx="128016" cy="128016"/>
          </a:xfrm>
          <a:prstGeom prst="rect">
            <a:avLst/>
          </a:prstGeom>
          <a:solidFill>
            <a:schemeClr val="accent2"/>
          </a:solidFill>
          <a:ln w="6350">
            <a:solidFill>
              <a:schemeClr val="bg1"/>
            </a:solidFill>
            <a:prstDash val="solid"/>
          </a:ln>
        </p:spPr>
        <p:txBody>
          <a:bodyPr/>
          <a:lstStyle/>
          <a:p>
            <a:endParaRPr lang="ja-JP" altLang="en-US"/>
          </a:p>
        </p:txBody>
      </p:sp>
      <p:sp>
        <p:nvSpPr>
          <p:cNvPr id="150" name="Shape 147"/>
          <p:cNvSpPr/>
          <p:nvPr/>
        </p:nvSpPr>
        <p:spPr>
          <a:xfrm>
            <a:off x="10066949" y="5486400"/>
            <a:ext cx="128016" cy="128016"/>
          </a:xfrm>
          <a:prstGeom prst="rect">
            <a:avLst/>
          </a:prstGeom>
          <a:solidFill>
            <a:schemeClr val="accent2">
              <a:alpha val="44000"/>
            </a:schemeClr>
          </a:solidFill>
          <a:ln w="6350">
            <a:solidFill>
              <a:schemeClr val="bg1"/>
            </a:solidFill>
            <a:prstDash val="solid"/>
          </a:ln>
        </p:spPr>
        <p:txBody>
          <a:bodyPr/>
          <a:lstStyle/>
          <a:p>
            <a:endParaRPr lang="ja-JP" altLang="en-US"/>
          </a:p>
        </p:txBody>
      </p:sp>
      <p:sp>
        <p:nvSpPr>
          <p:cNvPr id="151" name="Shape 148"/>
          <p:cNvSpPr/>
          <p:nvPr/>
        </p:nvSpPr>
        <p:spPr>
          <a:xfrm>
            <a:off x="10204109" y="5486400"/>
            <a:ext cx="128016" cy="128016"/>
          </a:xfrm>
          <a:prstGeom prst="rect">
            <a:avLst/>
          </a:prstGeom>
          <a:solidFill>
            <a:schemeClr val="accent2">
              <a:alpha val="0"/>
            </a:schemeClr>
          </a:solidFill>
          <a:ln w="6350">
            <a:solidFill>
              <a:schemeClr val="bg1"/>
            </a:solidFill>
            <a:prstDash val="solid"/>
          </a:ln>
        </p:spPr>
        <p:txBody>
          <a:bodyPr/>
          <a:lstStyle/>
          <a:p>
            <a:endParaRPr lang="ja-JP" altLang="en-US"/>
          </a:p>
        </p:txBody>
      </p:sp>
      <p:sp>
        <p:nvSpPr>
          <p:cNvPr id="152" name="Shape 149"/>
          <p:cNvSpPr/>
          <p:nvPr/>
        </p:nvSpPr>
        <p:spPr>
          <a:xfrm>
            <a:off x="10341269" y="5486400"/>
            <a:ext cx="128016" cy="128016"/>
          </a:xfrm>
          <a:prstGeom prst="rect">
            <a:avLst/>
          </a:prstGeom>
          <a:solidFill>
            <a:schemeClr val="accent2">
              <a:alpha val="0"/>
            </a:schemeClr>
          </a:solidFill>
          <a:ln w="6350">
            <a:solidFill>
              <a:schemeClr val="bg1"/>
            </a:solidFill>
            <a:prstDash val="solid"/>
          </a:ln>
        </p:spPr>
        <p:txBody>
          <a:bodyPr/>
          <a:lstStyle/>
          <a:p>
            <a:endParaRPr lang="ja-JP" altLang="en-US"/>
          </a:p>
        </p:txBody>
      </p:sp>
      <p:sp>
        <p:nvSpPr>
          <p:cNvPr id="153" name="Text 150"/>
          <p:cNvSpPr txBox="1"/>
          <p:nvPr/>
        </p:nvSpPr>
        <p:spPr>
          <a:xfrm>
            <a:off x="9289709" y="5669280"/>
            <a:ext cx="1280160" cy="274320"/>
          </a:xfrm>
          <a:prstGeom prst="rect">
            <a:avLst/>
          </a:prstGeom>
          <a:noFill/>
          <a:ln/>
        </p:spPr>
        <p:txBody>
          <a:bodyPr wrap="square" lIns="0" tIns="0" rIns="0" bIns="0" rtlCol="0" anchor="t"/>
          <a:lstStyle/>
          <a:p>
            <a:pPr marL="0" indent="0" algn="ctr">
              <a:buNone/>
            </a:pPr>
            <a:r>
              <a:rPr lang="en-US" sz="1200" dirty="0">
                <a:solidFill>
                  <a:schemeClr val="tx2"/>
                </a:solidFill>
              </a:rPr>
              <a:t>0のマップ</a:t>
            </a:r>
            <a:endParaRPr lang="en-US" sz="1200" dirty="0"/>
          </a:p>
        </p:txBody>
      </p:sp>
      <p:graphicFrame>
        <p:nvGraphicFramePr>
          <p:cNvPr id="155" name="Chart 0">
            <a:extLst>
              <a:ext uri="{FF2B5EF4-FFF2-40B4-BE49-F238E27FC236}">
                <a16:creationId xmlns:a16="http://schemas.microsoft.com/office/drawing/2014/main" id="{FDC15218-2FD6-B821-330B-3CA79754680E}"/>
              </a:ext>
            </a:extLst>
          </p:cNvPr>
          <p:cNvGraphicFramePr/>
          <p:nvPr>
            <p:extLst>
              <p:ext uri="{D42A27DB-BD31-4B8C-83A1-F6EECF244321}">
                <p14:modId xmlns:p14="http://schemas.microsoft.com/office/powerpoint/2010/main" val="1025046532"/>
              </p:ext>
            </p:extLst>
          </p:nvPr>
        </p:nvGraphicFramePr>
        <p:xfrm>
          <a:off x="1551530" y="1952245"/>
          <a:ext cx="3343459" cy="1581912"/>
        </p:xfrm>
        <a:graphic>
          <a:graphicData uri="http://schemas.openxmlformats.org/drawingml/2006/chart">
            <c:chart xmlns:c="http://schemas.openxmlformats.org/drawingml/2006/chart" xmlns:r="http://schemas.openxmlformats.org/officeDocument/2006/relationships" r:id="rId3"/>
          </a:graphicData>
        </a:graphic>
      </p:graphicFrame>
      <p:grpSp>
        <p:nvGrpSpPr>
          <p:cNvPr id="156" name="グループ化 155">
            <a:extLst>
              <a:ext uri="{FF2B5EF4-FFF2-40B4-BE49-F238E27FC236}">
                <a16:creationId xmlns:a16="http://schemas.microsoft.com/office/drawing/2014/main" id="{3B390D40-666A-7278-11AF-3D58FEAB2377}"/>
              </a:ext>
            </a:extLst>
          </p:cNvPr>
          <p:cNvGrpSpPr/>
          <p:nvPr/>
        </p:nvGrpSpPr>
        <p:grpSpPr>
          <a:xfrm>
            <a:off x="8285028" y="1998528"/>
            <a:ext cx="1306463" cy="1306463"/>
            <a:chOff x="3688324" y="3016341"/>
            <a:chExt cx="3803904" cy="3803904"/>
          </a:xfrm>
        </p:grpSpPr>
        <p:sp>
          <p:nvSpPr>
            <p:cNvPr id="157" name="Shape 11">
              <a:extLst>
                <a:ext uri="{FF2B5EF4-FFF2-40B4-BE49-F238E27FC236}">
                  <a16:creationId xmlns:a16="http://schemas.microsoft.com/office/drawing/2014/main" id="{B34B1BD7-2582-2D3D-B2C4-96CD9271C669}"/>
                </a:ext>
              </a:extLst>
            </p:cNvPr>
            <p:cNvSpPr/>
            <p:nvPr/>
          </p:nvSpPr>
          <p:spPr>
            <a:xfrm>
              <a:off x="3688324" y="3016341"/>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158" name="Shape 12">
              <a:extLst>
                <a:ext uri="{FF2B5EF4-FFF2-40B4-BE49-F238E27FC236}">
                  <a16:creationId xmlns:a16="http://schemas.microsoft.com/office/drawing/2014/main" id="{BB2E47B7-BA5D-EB0B-5CF0-FCB53CA57D2F}"/>
                </a:ext>
              </a:extLst>
            </p:cNvPr>
            <p:cNvSpPr/>
            <p:nvPr/>
          </p:nvSpPr>
          <p:spPr>
            <a:xfrm>
              <a:off x="4163812" y="3016341"/>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159" name="Shape 13">
              <a:extLst>
                <a:ext uri="{FF2B5EF4-FFF2-40B4-BE49-F238E27FC236}">
                  <a16:creationId xmlns:a16="http://schemas.microsoft.com/office/drawing/2014/main" id="{F8DA3228-12CF-6C9E-7A0A-11187C3A1F79}"/>
                </a:ext>
              </a:extLst>
            </p:cNvPr>
            <p:cNvSpPr/>
            <p:nvPr/>
          </p:nvSpPr>
          <p:spPr>
            <a:xfrm>
              <a:off x="4639300" y="3016341"/>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160" name="Shape 14">
              <a:extLst>
                <a:ext uri="{FF2B5EF4-FFF2-40B4-BE49-F238E27FC236}">
                  <a16:creationId xmlns:a16="http://schemas.microsoft.com/office/drawing/2014/main" id="{738E9C81-F926-E6BA-7A20-F41439CBC40B}"/>
                </a:ext>
              </a:extLst>
            </p:cNvPr>
            <p:cNvSpPr/>
            <p:nvPr/>
          </p:nvSpPr>
          <p:spPr>
            <a:xfrm>
              <a:off x="4724888" y="3101929"/>
              <a:ext cx="304312" cy="304312"/>
            </a:xfrm>
            <a:prstGeom prst="rect">
              <a:avLst/>
            </a:prstGeom>
            <a:solidFill>
              <a:schemeClr val="tx1">
                <a:alpha val="12000"/>
              </a:schemeClr>
            </a:solidFill>
            <a:ln w="12700">
              <a:solidFill>
                <a:schemeClr val="tx1">
                  <a:alpha val="0"/>
                </a:schemeClr>
              </a:solidFill>
              <a:prstDash val="solid"/>
            </a:ln>
          </p:spPr>
          <p:txBody>
            <a:bodyPr/>
            <a:lstStyle/>
            <a:p>
              <a:endParaRPr lang="ja-JP" altLang="en-US"/>
            </a:p>
          </p:txBody>
        </p:sp>
        <p:sp>
          <p:nvSpPr>
            <p:cNvPr id="161" name="Shape 15">
              <a:extLst>
                <a:ext uri="{FF2B5EF4-FFF2-40B4-BE49-F238E27FC236}">
                  <a16:creationId xmlns:a16="http://schemas.microsoft.com/office/drawing/2014/main" id="{903851DF-2157-E19A-0D71-ABD7F2A97FCD}"/>
                </a:ext>
              </a:extLst>
            </p:cNvPr>
            <p:cNvSpPr/>
            <p:nvPr/>
          </p:nvSpPr>
          <p:spPr>
            <a:xfrm>
              <a:off x="5114788" y="3016341"/>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162" name="Shape 16">
              <a:extLst>
                <a:ext uri="{FF2B5EF4-FFF2-40B4-BE49-F238E27FC236}">
                  <a16:creationId xmlns:a16="http://schemas.microsoft.com/office/drawing/2014/main" id="{1440EF8B-5647-BDD3-B20D-8091DE954045}"/>
                </a:ext>
              </a:extLst>
            </p:cNvPr>
            <p:cNvSpPr/>
            <p:nvPr/>
          </p:nvSpPr>
          <p:spPr>
            <a:xfrm>
              <a:off x="5200376" y="3101929"/>
              <a:ext cx="304312" cy="304312"/>
            </a:xfrm>
            <a:prstGeom prst="rect">
              <a:avLst/>
            </a:prstGeom>
            <a:solidFill>
              <a:schemeClr val="tx1">
                <a:alpha val="69000"/>
              </a:schemeClr>
            </a:solidFill>
            <a:ln w="12700">
              <a:solidFill>
                <a:schemeClr val="tx1">
                  <a:alpha val="0"/>
                </a:schemeClr>
              </a:solidFill>
              <a:prstDash val="solid"/>
            </a:ln>
          </p:spPr>
          <p:txBody>
            <a:bodyPr/>
            <a:lstStyle/>
            <a:p>
              <a:endParaRPr lang="ja-JP" altLang="en-US"/>
            </a:p>
          </p:txBody>
        </p:sp>
        <p:sp>
          <p:nvSpPr>
            <p:cNvPr id="163" name="Shape 17">
              <a:extLst>
                <a:ext uri="{FF2B5EF4-FFF2-40B4-BE49-F238E27FC236}">
                  <a16:creationId xmlns:a16="http://schemas.microsoft.com/office/drawing/2014/main" id="{BA0CB392-6577-0612-7A2B-715996953AE5}"/>
                </a:ext>
              </a:extLst>
            </p:cNvPr>
            <p:cNvSpPr/>
            <p:nvPr/>
          </p:nvSpPr>
          <p:spPr>
            <a:xfrm>
              <a:off x="5590276" y="3016341"/>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164" name="Shape 18">
              <a:extLst>
                <a:ext uri="{FF2B5EF4-FFF2-40B4-BE49-F238E27FC236}">
                  <a16:creationId xmlns:a16="http://schemas.microsoft.com/office/drawing/2014/main" id="{687D209F-25B2-3503-EC6E-08755036BFDA}"/>
                </a:ext>
              </a:extLst>
            </p:cNvPr>
            <p:cNvSpPr/>
            <p:nvPr/>
          </p:nvSpPr>
          <p:spPr>
            <a:xfrm>
              <a:off x="5675864" y="3101929"/>
              <a:ext cx="304312" cy="304312"/>
            </a:xfrm>
            <a:prstGeom prst="rect">
              <a:avLst/>
            </a:prstGeom>
            <a:solidFill>
              <a:schemeClr val="tx1">
                <a:alpha val="81000"/>
              </a:schemeClr>
            </a:solidFill>
            <a:ln w="12700">
              <a:solidFill>
                <a:schemeClr val="tx1">
                  <a:alpha val="0"/>
                </a:schemeClr>
              </a:solidFill>
              <a:prstDash val="solid"/>
            </a:ln>
          </p:spPr>
          <p:txBody>
            <a:bodyPr/>
            <a:lstStyle/>
            <a:p>
              <a:endParaRPr lang="ja-JP" altLang="en-US"/>
            </a:p>
          </p:txBody>
        </p:sp>
        <p:sp>
          <p:nvSpPr>
            <p:cNvPr id="165" name="Shape 19">
              <a:extLst>
                <a:ext uri="{FF2B5EF4-FFF2-40B4-BE49-F238E27FC236}">
                  <a16:creationId xmlns:a16="http://schemas.microsoft.com/office/drawing/2014/main" id="{4F2A829C-DAC6-9FB9-81C3-D42B87601A93}"/>
                </a:ext>
              </a:extLst>
            </p:cNvPr>
            <p:cNvSpPr/>
            <p:nvPr/>
          </p:nvSpPr>
          <p:spPr>
            <a:xfrm>
              <a:off x="6065764" y="3016341"/>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166" name="Shape 20">
              <a:extLst>
                <a:ext uri="{FF2B5EF4-FFF2-40B4-BE49-F238E27FC236}">
                  <a16:creationId xmlns:a16="http://schemas.microsoft.com/office/drawing/2014/main" id="{E0DEE162-CD26-AB62-E428-CA0507858CB6}"/>
                </a:ext>
              </a:extLst>
            </p:cNvPr>
            <p:cNvSpPr/>
            <p:nvPr/>
          </p:nvSpPr>
          <p:spPr>
            <a:xfrm>
              <a:off x="6151352" y="3101929"/>
              <a:ext cx="304312" cy="304312"/>
            </a:xfrm>
            <a:prstGeom prst="rect">
              <a:avLst/>
            </a:prstGeom>
            <a:solidFill>
              <a:schemeClr val="tx1">
                <a:alpha val="25000"/>
              </a:schemeClr>
            </a:solidFill>
            <a:ln w="12700">
              <a:solidFill>
                <a:schemeClr val="tx1">
                  <a:alpha val="0"/>
                </a:schemeClr>
              </a:solidFill>
              <a:prstDash val="solid"/>
            </a:ln>
          </p:spPr>
          <p:txBody>
            <a:bodyPr/>
            <a:lstStyle/>
            <a:p>
              <a:endParaRPr lang="ja-JP" altLang="en-US"/>
            </a:p>
          </p:txBody>
        </p:sp>
        <p:sp>
          <p:nvSpPr>
            <p:cNvPr id="167" name="Shape 21">
              <a:extLst>
                <a:ext uri="{FF2B5EF4-FFF2-40B4-BE49-F238E27FC236}">
                  <a16:creationId xmlns:a16="http://schemas.microsoft.com/office/drawing/2014/main" id="{7D27D181-75EE-2631-7609-7B5E7314FD74}"/>
                </a:ext>
              </a:extLst>
            </p:cNvPr>
            <p:cNvSpPr/>
            <p:nvPr/>
          </p:nvSpPr>
          <p:spPr>
            <a:xfrm>
              <a:off x="6541252" y="3016341"/>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168" name="Shape 22">
              <a:extLst>
                <a:ext uri="{FF2B5EF4-FFF2-40B4-BE49-F238E27FC236}">
                  <a16:creationId xmlns:a16="http://schemas.microsoft.com/office/drawing/2014/main" id="{7F2ABDFB-AE59-1062-ADA8-4E5F81D6BE1E}"/>
                </a:ext>
              </a:extLst>
            </p:cNvPr>
            <p:cNvSpPr/>
            <p:nvPr/>
          </p:nvSpPr>
          <p:spPr>
            <a:xfrm>
              <a:off x="7016740" y="3016341"/>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169" name="Shape 23">
              <a:extLst>
                <a:ext uri="{FF2B5EF4-FFF2-40B4-BE49-F238E27FC236}">
                  <a16:creationId xmlns:a16="http://schemas.microsoft.com/office/drawing/2014/main" id="{68C67175-C361-7E54-2B47-FB06C0F58B5E}"/>
                </a:ext>
              </a:extLst>
            </p:cNvPr>
            <p:cNvSpPr/>
            <p:nvPr/>
          </p:nvSpPr>
          <p:spPr>
            <a:xfrm>
              <a:off x="3688324" y="3491829"/>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170" name="Shape 24">
              <a:extLst>
                <a:ext uri="{FF2B5EF4-FFF2-40B4-BE49-F238E27FC236}">
                  <a16:creationId xmlns:a16="http://schemas.microsoft.com/office/drawing/2014/main" id="{DDED7D4F-0B72-F369-26C2-33C85960A64C}"/>
                </a:ext>
              </a:extLst>
            </p:cNvPr>
            <p:cNvSpPr/>
            <p:nvPr/>
          </p:nvSpPr>
          <p:spPr>
            <a:xfrm>
              <a:off x="4163812" y="3491829"/>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171" name="Shape 25">
              <a:extLst>
                <a:ext uri="{FF2B5EF4-FFF2-40B4-BE49-F238E27FC236}">
                  <a16:creationId xmlns:a16="http://schemas.microsoft.com/office/drawing/2014/main" id="{CA914843-4A90-968C-6627-3505B57846C7}"/>
                </a:ext>
              </a:extLst>
            </p:cNvPr>
            <p:cNvSpPr/>
            <p:nvPr/>
          </p:nvSpPr>
          <p:spPr>
            <a:xfrm>
              <a:off x="4639300" y="3491829"/>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172" name="Shape 26">
              <a:extLst>
                <a:ext uri="{FF2B5EF4-FFF2-40B4-BE49-F238E27FC236}">
                  <a16:creationId xmlns:a16="http://schemas.microsoft.com/office/drawing/2014/main" id="{16A686FC-5B52-B040-104E-40AAE82E0BF6}"/>
                </a:ext>
              </a:extLst>
            </p:cNvPr>
            <p:cNvSpPr/>
            <p:nvPr/>
          </p:nvSpPr>
          <p:spPr>
            <a:xfrm>
              <a:off x="4724888" y="3577417"/>
              <a:ext cx="304312" cy="304312"/>
            </a:xfrm>
            <a:prstGeom prst="rect">
              <a:avLst/>
            </a:prstGeom>
            <a:solidFill>
              <a:schemeClr val="tx1">
                <a:alpha val="75000"/>
              </a:schemeClr>
            </a:solidFill>
            <a:ln w="12700">
              <a:solidFill>
                <a:schemeClr val="tx1">
                  <a:alpha val="0"/>
                </a:schemeClr>
              </a:solidFill>
              <a:prstDash val="solid"/>
            </a:ln>
          </p:spPr>
          <p:txBody>
            <a:bodyPr/>
            <a:lstStyle/>
            <a:p>
              <a:endParaRPr lang="ja-JP" altLang="en-US"/>
            </a:p>
          </p:txBody>
        </p:sp>
        <p:sp>
          <p:nvSpPr>
            <p:cNvPr id="173" name="Shape 27">
              <a:extLst>
                <a:ext uri="{FF2B5EF4-FFF2-40B4-BE49-F238E27FC236}">
                  <a16:creationId xmlns:a16="http://schemas.microsoft.com/office/drawing/2014/main" id="{ED202108-E84D-D31F-6BBF-1B47A4C3B913}"/>
                </a:ext>
              </a:extLst>
            </p:cNvPr>
            <p:cNvSpPr/>
            <p:nvPr/>
          </p:nvSpPr>
          <p:spPr>
            <a:xfrm>
              <a:off x="5114788" y="3491829"/>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174" name="Shape 28">
              <a:extLst>
                <a:ext uri="{FF2B5EF4-FFF2-40B4-BE49-F238E27FC236}">
                  <a16:creationId xmlns:a16="http://schemas.microsoft.com/office/drawing/2014/main" id="{73CD5EE8-D2B4-7FB1-8010-2B06E24C1A12}"/>
                </a:ext>
              </a:extLst>
            </p:cNvPr>
            <p:cNvSpPr/>
            <p:nvPr/>
          </p:nvSpPr>
          <p:spPr>
            <a:xfrm>
              <a:off x="5200376" y="3577417"/>
              <a:ext cx="304312" cy="304312"/>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175" name="Shape 29">
              <a:extLst>
                <a:ext uri="{FF2B5EF4-FFF2-40B4-BE49-F238E27FC236}">
                  <a16:creationId xmlns:a16="http://schemas.microsoft.com/office/drawing/2014/main" id="{E6999F1B-AB21-CF27-9C38-B10C26AA9F2C}"/>
                </a:ext>
              </a:extLst>
            </p:cNvPr>
            <p:cNvSpPr/>
            <p:nvPr/>
          </p:nvSpPr>
          <p:spPr>
            <a:xfrm>
              <a:off x="5590276" y="3491829"/>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176" name="Shape 30">
              <a:extLst>
                <a:ext uri="{FF2B5EF4-FFF2-40B4-BE49-F238E27FC236}">
                  <a16:creationId xmlns:a16="http://schemas.microsoft.com/office/drawing/2014/main" id="{1EC55F77-5A9A-1995-883A-76C2EEBCA150}"/>
                </a:ext>
              </a:extLst>
            </p:cNvPr>
            <p:cNvSpPr/>
            <p:nvPr/>
          </p:nvSpPr>
          <p:spPr>
            <a:xfrm>
              <a:off x="5675864" y="3577417"/>
              <a:ext cx="304312" cy="304312"/>
            </a:xfrm>
            <a:prstGeom prst="rect">
              <a:avLst/>
            </a:prstGeom>
            <a:solidFill>
              <a:schemeClr val="tx1">
                <a:alpha val="81000"/>
              </a:schemeClr>
            </a:solidFill>
            <a:ln w="12700">
              <a:solidFill>
                <a:schemeClr val="tx1">
                  <a:alpha val="0"/>
                </a:schemeClr>
              </a:solidFill>
              <a:prstDash val="solid"/>
            </a:ln>
          </p:spPr>
          <p:txBody>
            <a:bodyPr/>
            <a:lstStyle/>
            <a:p>
              <a:endParaRPr lang="ja-JP" altLang="en-US"/>
            </a:p>
          </p:txBody>
        </p:sp>
        <p:sp>
          <p:nvSpPr>
            <p:cNvPr id="177" name="Shape 31">
              <a:extLst>
                <a:ext uri="{FF2B5EF4-FFF2-40B4-BE49-F238E27FC236}">
                  <a16:creationId xmlns:a16="http://schemas.microsoft.com/office/drawing/2014/main" id="{654B34ED-9D8E-9C41-B33F-23FF2D1EAF38}"/>
                </a:ext>
              </a:extLst>
            </p:cNvPr>
            <p:cNvSpPr/>
            <p:nvPr/>
          </p:nvSpPr>
          <p:spPr>
            <a:xfrm>
              <a:off x="6065764" y="3491829"/>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178" name="Shape 32">
              <a:extLst>
                <a:ext uri="{FF2B5EF4-FFF2-40B4-BE49-F238E27FC236}">
                  <a16:creationId xmlns:a16="http://schemas.microsoft.com/office/drawing/2014/main" id="{6D4647D5-E1E2-5A56-21DE-9099C99C488A}"/>
                </a:ext>
              </a:extLst>
            </p:cNvPr>
            <p:cNvSpPr/>
            <p:nvPr/>
          </p:nvSpPr>
          <p:spPr>
            <a:xfrm>
              <a:off x="6151352" y="3577417"/>
              <a:ext cx="304312" cy="304312"/>
            </a:xfrm>
            <a:prstGeom prst="rect">
              <a:avLst/>
            </a:prstGeom>
            <a:solidFill>
              <a:schemeClr val="tx1">
                <a:alpha val="94000"/>
              </a:schemeClr>
            </a:solidFill>
            <a:ln w="12700">
              <a:solidFill>
                <a:schemeClr val="tx1">
                  <a:alpha val="0"/>
                </a:schemeClr>
              </a:solidFill>
              <a:prstDash val="solid"/>
            </a:ln>
          </p:spPr>
          <p:txBody>
            <a:bodyPr/>
            <a:lstStyle/>
            <a:p>
              <a:endParaRPr lang="ja-JP" altLang="en-US"/>
            </a:p>
          </p:txBody>
        </p:sp>
        <p:sp>
          <p:nvSpPr>
            <p:cNvPr id="179" name="Shape 33">
              <a:extLst>
                <a:ext uri="{FF2B5EF4-FFF2-40B4-BE49-F238E27FC236}">
                  <a16:creationId xmlns:a16="http://schemas.microsoft.com/office/drawing/2014/main" id="{1EE0D42B-5998-166F-75FB-8A9DEE6A69F6}"/>
                </a:ext>
              </a:extLst>
            </p:cNvPr>
            <p:cNvSpPr/>
            <p:nvPr/>
          </p:nvSpPr>
          <p:spPr>
            <a:xfrm>
              <a:off x="6541252" y="3491829"/>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180" name="Shape 34">
              <a:extLst>
                <a:ext uri="{FF2B5EF4-FFF2-40B4-BE49-F238E27FC236}">
                  <a16:creationId xmlns:a16="http://schemas.microsoft.com/office/drawing/2014/main" id="{AFF561B0-E384-C487-E777-33D5EF4A2D76}"/>
                </a:ext>
              </a:extLst>
            </p:cNvPr>
            <p:cNvSpPr/>
            <p:nvPr/>
          </p:nvSpPr>
          <p:spPr>
            <a:xfrm>
              <a:off x="7016740" y="3491829"/>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181" name="Shape 35">
              <a:extLst>
                <a:ext uri="{FF2B5EF4-FFF2-40B4-BE49-F238E27FC236}">
                  <a16:creationId xmlns:a16="http://schemas.microsoft.com/office/drawing/2014/main" id="{3AA15098-2BE7-24B3-995A-2A832979D3CC}"/>
                </a:ext>
              </a:extLst>
            </p:cNvPr>
            <p:cNvSpPr/>
            <p:nvPr/>
          </p:nvSpPr>
          <p:spPr>
            <a:xfrm>
              <a:off x="3688324" y="3967317"/>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182" name="Shape 36">
              <a:extLst>
                <a:ext uri="{FF2B5EF4-FFF2-40B4-BE49-F238E27FC236}">
                  <a16:creationId xmlns:a16="http://schemas.microsoft.com/office/drawing/2014/main" id="{70DEC68E-B45D-55BE-7454-3094B9565D25}"/>
                </a:ext>
              </a:extLst>
            </p:cNvPr>
            <p:cNvSpPr/>
            <p:nvPr/>
          </p:nvSpPr>
          <p:spPr>
            <a:xfrm>
              <a:off x="4163812" y="3967317"/>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183" name="Shape 37">
              <a:extLst>
                <a:ext uri="{FF2B5EF4-FFF2-40B4-BE49-F238E27FC236}">
                  <a16:creationId xmlns:a16="http://schemas.microsoft.com/office/drawing/2014/main" id="{DAD6CF34-8D89-B82E-2DE7-C33C78A8A5AE}"/>
                </a:ext>
              </a:extLst>
            </p:cNvPr>
            <p:cNvSpPr/>
            <p:nvPr/>
          </p:nvSpPr>
          <p:spPr>
            <a:xfrm>
              <a:off x="4639300" y="3967317"/>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184" name="Shape 38">
              <a:extLst>
                <a:ext uri="{FF2B5EF4-FFF2-40B4-BE49-F238E27FC236}">
                  <a16:creationId xmlns:a16="http://schemas.microsoft.com/office/drawing/2014/main" id="{05EB6AD4-A5FB-F199-B064-64495ACD30D3}"/>
                </a:ext>
              </a:extLst>
            </p:cNvPr>
            <p:cNvSpPr/>
            <p:nvPr/>
          </p:nvSpPr>
          <p:spPr>
            <a:xfrm>
              <a:off x="4724888" y="4052905"/>
              <a:ext cx="304312" cy="304312"/>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185" name="Shape 39">
              <a:extLst>
                <a:ext uri="{FF2B5EF4-FFF2-40B4-BE49-F238E27FC236}">
                  <a16:creationId xmlns:a16="http://schemas.microsoft.com/office/drawing/2014/main" id="{5D3A26FE-3FDD-E2CB-FB92-454E0D01E98C}"/>
                </a:ext>
              </a:extLst>
            </p:cNvPr>
            <p:cNvSpPr/>
            <p:nvPr/>
          </p:nvSpPr>
          <p:spPr>
            <a:xfrm>
              <a:off x="5114788" y="3967317"/>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186" name="Shape 40">
              <a:extLst>
                <a:ext uri="{FF2B5EF4-FFF2-40B4-BE49-F238E27FC236}">
                  <a16:creationId xmlns:a16="http://schemas.microsoft.com/office/drawing/2014/main" id="{291FBB68-1DCA-68A9-DF97-576AD9949EAC}"/>
                </a:ext>
              </a:extLst>
            </p:cNvPr>
            <p:cNvSpPr/>
            <p:nvPr/>
          </p:nvSpPr>
          <p:spPr>
            <a:xfrm>
              <a:off x="5200376" y="4052905"/>
              <a:ext cx="304312" cy="304312"/>
            </a:xfrm>
            <a:prstGeom prst="rect">
              <a:avLst/>
            </a:prstGeom>
            <a:solidFill>
              <a:schemeClr val="tx1">
                <a:alpha val="56000"/>
              </a:schemeClr>
            </a:solidFill>
            <a:ln w="12700">
              <a:solidFill>
                <a:schemeClr val="tx1">
                  <a:alpha val="0"/>
                </a:schemeClr>
              </a:solidFill>
              <a:prstDash val="solid"/>
            </a:ln>
          </p:spPr>
          <p:txBody>
            <a:bodyPr/>
            <a:lstStyle/>
            <a:p>
              <a:endParaRPr lang="ja-JP" altLang="en-US"/>
            </a:p>
          </p:txBody>
        </p:sp>
        <p:sp>
          <p:nvSpPr>
            <p:cNvPr id="187" name="Shape 41">
              <a:extLst>
                <a:ext uri="{FF2B5EF4-FFF2-40B4-BE49-F238E27FC236}">
                  <a16:creationId xmlns:a16="http://schemas.microsoft.com/office/drawing/2014/main" id="{993941FE-6BAF-C49A-F439-E44B534D5B2D}"/>
                </a:ext>
              </a:extLst>
            </p:cNvPr>
            <p:cNvSpPr/>
            <p:nvPr/>
          </p:nvSpPr>
          <p:spPr>
            <a:xfrm>
              <a:off x="5590276" y="3967317"/>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188" name="Shape 42">
              <a:extLst>
                <a:ext uri="{FF2B5EF4-FFF2-40B4-BE49-F238E27FC236}">
                  <a16:creationId xmlns:a16="http://schemas.microsoft.com/office/drawing/2014/main" id="{0153275E-F31C-B721-C8B4-90E85D1944F3}"/>
                </a:ext>
              </a:extLst>
            </p:cNvPr>
            <p:cNvSpPr/>
            <p:nvPr/>
          </p:nvSpPr>
          <p:spPr>
            <a:xfrm>
              <a:off x="5675864" y="4052905"/>
              <a:ext cx="304312" cy="304312"/>
            </a:xfrm>
            <a:prstGeom prst="rect">
              <a:avLst/>
            </a:prstGeom>
            <a:solidFill>
              <a:schemeClr val="tx1">
                <a:alpha val="6000"/>
              </a:schemeClr>
            </a:solidFill>
            <a:ln w="12700">
              <a:solidFill>
                <a:schemeClr val="tx1">
                  <a:alpha val="0"/>
                </a:schemeClr>
              </a:solidFill>
              <a:prstDash val="solid"/>
            </a:ln>
          </p:spPr>
          <p:txBody>
            <a:bodyPr/>
            <a:lstStyle/>
            <a:p>
              <a:endParaRPr lang="ja-JP" altLang="en-US"/>
            </a:p>
          </p:txBody>
        </p:sp>
        <p:sp>
          <p:nvSpPr>
            <p:cNvPr id="189" name="Shape 43">
              <a:extLst>
                <a:ext uri="{FF2B5EF4-FFF2-40B4-BE49-F238E27FC236}">
                  <a16:creationId xmlns:a16="http://schemas.microsoft.com/office/drawing/2014/main" id="{D5BF38E1-0F84-2FD3-F8CC-DCCF211871DB}"/>
                </a:ext>
              </a:extLst>
            </p:cNvPr>
            <p:cNvSpPr/>
            <p:nvPr/>
          </p:nvSpPr>
          <p:spPr>
            <a:xfrm>
              <a:off x="6065764" y="3967317"/>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190" name="Shape 44">
              <a:extLst>
                <a:ext uri="{FF2B5EF4-FFF2-40B4-BE49-F238E27FC236}">
                  <a16:creationId xmlns:a16="http://schemas.microsoft.com/office/drawing/2014/main" id="{4FA5F2B8-6E2C-5088-6220-51E4D31A5A9A}"/>
                </a:ext>
              </a:extLst>
            </p:cNvPr>
            <p:cNvSpPr/>
            <p:nvPr/>
          </p:nvSpPr>
          <p:spPr>
            <a:xfrm>
              <a:off x="6151352" y="4052905"/>
              <a:ext cx="304312" cy="304312"/>
            </a:xfrm>
            <a:prstGeom prst="rect">
              <a:avLst/>
            </a:prstGeom>
            <a:solidFill>
              <a:schemeClr val="tx1">
                <a:alpha val="19000"/>
              </a:schemeClr>
            </a:solidFill>
            <a:ln w="12700">
              <a:solidFill>
                <a:schemeClr val="tx1">
                  <a:alpha val="0"/>
                </a:schemeClr>
              </a:solidFill>
              <a:prstDash val="solid"/>
            </a:ln>
          </p:spPr>
          <p:txBody>
            <a:bodyPr/>
            <a:lstStyle/>
            <a:p>
              <a:endParaRPr lang="ja-JP" altLang="en-US"/>
            </a:p>
          </p:txBody>
        </p:sp>
        <p:sp>
          <p:nvSpPr>
            <p:cNvPr id="191" name="Shape 45">
              <a:extLst>
                <a:ext uri="{FF2B5EF4-FFF2-40B4-BE49-F238E27FC236}">
                  <a16:creationId xmlns:a16="http://schemas.microsoft.com/office/drawing/2014/main" id="{68939F43-B257-79A2-1505-BC65501AD601}"/>
                </a:ext>
              </a:extLst>
            </p:cNvPr>
            <p:cNvSpPr/>
            <p:nvPr/>
          </p:nvSpPr>
          <p:spPr>
            <a:xfrm>
              <a:off x="6541252" y="3967317"/>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192" name="Shape 46">
              <a:extLst>
                <a:ext uri="{FF2B5EF4-FFF2-40B4-BE49-F238E27FC236}">
                  <a16:creationId xmlns:a16="http://schemas.microsoft.com/office/drawing/2014/main" id="{1FBDA80F-1433-F1C2-B228-04DD46CFE7F6}"/>
                </a:ext>
              </a:extLst>
            </p:cNvPr>
            <p:cNvSpPr/>
            <p:nvPr/>
          </p:nvSpPr>
          <p:spPr>
            <a:xfrm>
              <a:off x="7016740" y="3967317"/>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193" name="Shape 47">
              <a:extLst>
                <a:ext uri="{FF2B5EF4-FFF2-40B4-BE49-F238E27FC236}">
                  <a16:creationId xmlns:a16="http://schemas.microsoft.com/office/drawing/2014/main" id="{B1668469-57B6-D218-AB12-0CAEA3CCAA4B}"/>
                </a:ext>
              </a:extLst>
            </p:cNvPr>
            <p:cNvSpPr/>
            <p:nvPr/>
          </p:nvSpPr>
          <p:spPr>
            <a:xfrm>
              <a:off x="3688324" y="4442805"/>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194" name="Shape 48">
              <a:extLst>
                <a:ext uri="{FF2B5EF4-FFF2-40B4-BE49-F238E27FC236}">
                  <a16:creationId xmlns:a16="http://schemas.microsoft.com/office/drawing/2014/main" id="{57C59E30-7B7D-F596-365D-5C0C10A8F38E}"/>
                </a:ext>
              </a:extLst>
            </p:cNvPr>
            <p:cNvSpPr/>
            <p:nvPr/>
          </p:nvSpPr>
          <p:spPr>
            <a:xfrm>
              <a:off x="4163812" y="4442805"/>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195" name="Shape 49">
              <a:extLst>
                <a:ext uri="{FF2B5EF4-FFF2-40B4-BE49-F238E27FC236}">
                  <a16:creationId xmlns:a16="http://schemas.microsoft.com/office/drawing/2014/main" id="{70F01BA2-9F44-0024-8131-142FF2D528D0}"/>
                </a:ext>
              </a:extLst>
            </p:cNvPr>
            <p:cNvSpPr/>
            <p:nvPr/>
          </p:nvSpPr>
          <p:spPr>
            <a:xfrm>
              <a:off x="4249400" y="4528393"/>
              <a:ext cx="304312" cy="304312"/>
            </a:xfrm>
            <a:prstGeom prst="rect">
              <a:avLst/>
            </a:prstGeom>
            <a:solidFill>
              <a:schemeClr val="tx1">
                <a:alpha val="25000"/>
              </a:schemeClr>
            </a:solidFill>
            <a:ln w="12700">
              <a:solidFill>
                <a:schemeClr val="tx1">
                  <a:alpha val="0"/>
                </a:schemeClr>
              </a:solidFill>
              <a:prstDash val="solid"/>
            </a:ln>
          </p:spPr>
          <p:txBody>
            <a:bodyPr/>
            <a:lstStyle/>
            <a:p>
              <a:endParaRPr lang="ja-JP" altLang="en-US"/>
            </a:p>
          </p:txBody>
        </p:sp>
        <p:sp>
          <p:nvSpPr>
            <p:cNvPr id="196" name="Shape 50">
              <a:extLst>
                <a:ext uri="{FF2B5EF4-FFF2-40B4-BE49-F238E27FC236}">
                  <a16:creationId xmlns:a16="http://schemas.microsoft.com/office/drawing/2014/main" id="{9AB63941-327D-A82B-15DF-C9CD0F9717E4}"/>
                </a:ext>
              </a:extLst>
            </p:cNvPr>
            <p:cNvSpPr/>
            <p:nvPr/>
          </p:nvSpPr>
          <p:spPr>
            <a:xfrm>
              <a:off x="4639300" y="4442805"/>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197" name="Shape 51">
              <a:extLst>
                <a:ext uri="{FF2B5EF4-FFF2-40B4-BE49-F238E27FC236}">
                  <a16:creationId xmlns:a16="http://schemas.microsoft.com/office/drawing/2014/main" id="{EE68A138-9E09-2AA7-6F7A-6753BDF9243A}"/>
                </a:ext>
              </a:extLst>
            </p:cNvPr>
            <p:cNvSpPr/>
            <p:nvPr/>
          </p:nvSpPr>
          <p:spPr>
            <a:xfrm>
              <a:off x="4724888" y="4528393"/>
              <a:ext cx="304312" cy="304312"/>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198" name="Shape 52">
              <a:extLst>
                <a:ext uri="{FF2B5EF4-FFF2-40B4-BE49-F238E27FC236}">
                  <a16:creationId xmlns:a16="http://schemas.microsoft.com/office/drawing/2014/main" id="{DFCBC226-1FE7-1476-ADC7-10D00490BF08}"/>
                </a:ext>
              </a:extLst>
            </p:cNvPr>
            <p:cNvSpPr/>
            <p:nvPr/>
          </p:nvSpPr>
          <p:spPr>
            <a:xfrm>
              <a:off x="5114788" y="4442805"/>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199" name="Shape 53">
              <a:extLst>
                <a:ext uri="{FF2B5EF4-FFF2-40B4-BE49-F238E27FC236}">
                  <a16:creationId xmlns:a16="http://schemas.microsoft.com/office/drawing/2014/main" id="{FE32CD8E-DFDD-5CA3-A80F-DDB10D28FF82}"/>
                </a:ext>
              </a:extLst>
            </p:cNvPr>
            <p:cNvSpPr/>
            <p:nvPr/>
          </p:nvSpPr>
          <p:spPr>
            <a:xfrm>
              <a:off x="5200376" y="4528393"/>
              <a:ext cx="304312" cy="304312"/>
            </a:xfrm>
            <a:prstGeom prst="rect">
              <a:avLst/>
            </a:prstGeom>
            <a:solidFill>
              <a:schemeClr val="tx1">
                <a:alpha val="37000"/>
              </a:schemeClr>
            </a:solidFill>
            <a:ln w="12700">
              <a:solidFill>
                <a:schemeClr val="tx1">
                  <a:alpha val="0"/>
                </a:schemeClr>
              </a:solidFill>
              <a:prstDash val="solid"/>
            </a:ln>
          </p:spPr>
          <p:txBody>
            <a:bodyPr/>
            <a:lstStyle/>
            <a:p>
              <a:endParaRPr lang="ja-JP" altLang="en-US"/>
            </a:p>
          </p:txBody>
        </p:sp>
        <p:sp>
          <p:nvSpPr>
            <p:cNvPr id="200" name="Shape 54">
              <a:extLst>
                <a:ext uri="{FF2B5EF4-FFF2-40B4-BE49-F238E27FC236}">
                  <a16:creationId xmlns:a16="http://schemas.microsoft.com/office/drawing/2014/main" id="{4DE70724-8833-D71E-7942-561EFC909A07}"/>
                </a:ext>
              </a:extLst>
            </p:cNvPr>
            <p:cNvSpPr/>
            <p:nvPr/>
          </p:nvSpPr>
          <p:spPr>
            <a:xfrm>
              <a:off x="5590276" y="4442805"/>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201" name="Shape 55">
              <a:extLst>
                <a:ext uri="{FF2B5EF4-FFF2-40B4-BE49-F238E27FC236}">
                  <a16:creationId xmlns:a16="http://schemas.microsoft.com/office/drawing/2014/main" id="{4C9F3EC9-D00C-1688-F7A5-185B015248AE}"/>
                </a:ext>
              </a:extLst>
            </p:cNvPr>
            <p:cNvSpPr/>
            <p:nvPr/>
          </p:nvSpPr>
          <p:spPr>
            <a:xfrm>
              <a:off x="5675864" y="4528393"/>
              <a:ext cx="304312" cy="304312"/>
            </a:xfrm>
            <a:prstGeom prst="rect">
              <a:avLst/>
            </a:prstGeom>
            <a:solidFill>
              <a:schemeClr val="tx1">
                <a:alpha val="87000"/>
              </a:schemeClr>
            </a:solidFill>
            <a:ln w="12700">
              <a:solidFill>
                <a:schemeClr val="tx1">
                  <a:alpha val="0"/>
                </a:schemeClr>
              </a:solidFill>
              <a:prstDash val="solid"/>
            </a:ln>
          </p:spPr>
          <p:txBody>
            <a:bodyPr/>
            <a:lstStyle/>
            <a:p>
              <a:endParaRPr lang="ja-JP" altLang="en-US"/>
            </a:p>
          </p:txBody>
        </p:sp>
        <p:sp>
          <p:nvSpPr>
            <p:cNvPr id="202" name="Shape 56">
              <a:extLst>
                <a:ext uri="{FF2B5EF4-FFF2-40B4-BE49-F238E27FC236}">
                  <a16:creationId xmlns:a16="http://schemas.microsoft.com/office/drawing/2014/main" id="{CB248D06-DF1E-7790-9633-E2BCFB388534}"/>
                </a:ext>
              </a:extLst>
            </p:cNvPr>
            <p:cNvSpPr/>
            <p:nvPr/>
          </p:nvSpPr>
          <p:spPr>
            <a:xfrm>
              <a:off x="6065764" y="4442805"/>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203" name="Shape 57">
              <a:extLst>
                <a:ext uri="{FF2B5EF4-FFF2-40B4-BE49-F238E27FC236}">
                  <a16:creationId xmlns:a16="http://schemas.microsoft.com/office/drawing/2014/main" id="{177BF622-7AAD-CFEA-7BAD-6B08C513205C}"/>
                </a:ext>
              </a:extLst>
            </p:cNvPr>
            <p:cNvSpPr/>
            <p:nvPr/>
          </p:nvSpPr>
          <p:spPr>
            <a:xfrm>
              <a:off x="6151352" y="4528393"/>
              <a:ext cx="304312" cy="304312"/>
            </a:xfrm>
            <a:prstGeom prst="rect">
              <a:avLst/>
            </a:prstGeom>
            <a:solidFill>
              <a:schemeClr val="tx1">
                <a:alpha val="56000"/>
              </a:schemeClr>
            </a:solidFill>
            <a:ln w="12700">
              <a:solidFill>
                <a:schemeClr val="tx1">
                  <a:alpha val="0"/>
                </a:schemeClr>
              </a:solidFill>
              <a:prstDash val="solid"/>
            </a:ln>
          </p:spPr>
          <p:txBody>
            <a:bodyPr/>
            <a:lstStyle/>
            <a:p>
              <a:endParaRPr lang="ja-JP" altLang="en-US"/>
            </a:p>
          </p:txBody>
        </p:sp>
        <p:sp>
          <p:nvSpPr>
            <p:cNvPr id="204" name="Shape 58">
              <a:extLst>
                <a:ext uri="{FF2B5EF4-FFF2-40B4-BE49-F238E27FC236}">
                  <a16:creationId xmlns:a16="http://schemas.microsoft.com/office/drawing/2014/main" id="{CE985A99-B1F4-E349-9634-A71BDB0FFCCD}"/>
                </a:ext>
              </a:extLst>
            </p:cNvPr>
            <p:cNvSpPr/>
            <p:nvPr/>
          </p:nvSpPr>
          <p:spPr>
            <a:xfrm>
              <a:off x="6541252" y="4442805"/>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205" name="Shape 59">
              <a:extLst>
                <a:ext uri="{FF2B5EF4-FFF2-40B4-BE49-F238E27FC236}">
                  <a16:creationId xmlns:a16="http://schemas.microsoft.com/office/drawing/2014/main" id="{6BAA16C7-A374-860D-4BA9-EF375F54519E}"/>
                </a:ext>
              </a:extLst>
            </p:cNvPr>
            <p:cNvSpPr/>
            <p:nvPr/>
          </p:nvSpPr>
          <p:spPr>
            <a:xfrm>
              <a:off x="6626840" y="4528393"/>
              <a:ext cx="304312" cy="304312"/>
            </a:xfrm>
            <a:prstGeom prst="rect">
              <a:avLst/>
            </a:prstGeom>
            <a:solidFill>
              <a:schemeClr val="tx1">
                <a:alpha val="6000"/>
              </a:schemeClr>
            </a:solidFill>
            <a:ln w="12700">
              <a:solidFill>
                <a:schemeClr val="tx1">
                  <a:alpha val="0"/>
                </a:schemeClr>
              </a:solidFill>
              <a:prstDash val="solid"/>
            </a:ln>
          </p:spPr>
          <p:txBody>
            <a:bodyPr/>
            <a:lstStyle/>
            <a:p>
              <a:endParaRPr lang="ja-JP" altLang="en-US"/>
            </a:p>
          </p:txBody>
        </p:sp>
        <p:sp>
          <p:nvSpPr>
            <p:cNvPr id="206" name="Shape 60">
              <a:extLst>
                <a:ext uri="{FF2B5EF4-FFF2-40B4-BE49-F238E27FC236}">
                  <a16:creationId xmlns:a16="http://schemas.microsoft.com/office/drawing/2014/main" id="{C51406D7-B385-63D7-AC60-0F7D5C364965}"/>
                </a:ext>
              </a:extLst>
            </p:cNvPr>
            <p:cNvSpPr/>
            <p:nvPr/>
          </p:nvSpPr>
          <p:spPr>
            <a:xfrm>
              <a:off x="7016740" y="4442805"/>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207" name="Shape 61">
              <a:extLst>
                <a:ext uri="{FF2B5EF4-FFF2-40B4-BE49-F238E27FC236}">
                  <a16:creationId xmlns:a16="http://schemas.microsoft.com/office/drawing/2014/main" id="{2399F7EC-ACA4-8B5C-6A99-CB75AAE915FD}"/>
                </a:ext>
              </a:extLst>
            </p:cNvPr>
            <p:cNvSpPr/>
            <p:nvPr/>
          </p:nvSpPr>
          <p:spPr>
            <a:xfrm>
              <a:off x="3688324" y="4918293"/>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208" name="Shape 62">
              <a:extLst>
                <a:ext uri="{FF2B5EF4-FFF2-40B4-BE49-F238E27FC236}">
                  <a16:creationId xmlns:a16="http://schemas.microsoft.com/office/drawing/2014/main" id="{51D8AE7A-3BF8-BE45-34C7-0D3365C4A467}"/>
                </a:ext>
              </a:extLst>
            </p:cNvPr>
            <p:cNvSpPr/>
            <p:nvPr/>
          </p:nvSpPr>
          <p:spPr>
            <a:xfrm>
              <a:off x="4163812" y="4918293"/>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209" name="Shape 63">
              <a:extLst>
                <a:ext uri="{FF2B5EF4-FFF2-40B4-BE49-F238E27FC236}">
                  <a16:creationId xmlns:a16="http://schemas.microsoft.com/office/drawing/2014/main" id="{2C248682-E085-7367-72E5-6B81066FA19D}"/>
                </a:ext>
              </a:extLst>
            </p:cNvPr>
            <p:cNvSpPr/>
            <p:nvPr/>
          </p:nvSpPr>
          <p:spPr>
            <a:xfrm>
              <a:off x="4249400" y="5003881"/>
              <a:ext cx="304312" cy="304312"/>
            </a:xfrm>
            <a:prstGeom prst="rect">
              <a:avLst/>
            </a:prstGeom>
            <a:solidFill>
              <a:schemeClr val="tx1">
                <a:alpha val="44000"/>
              </a:schemeClr>
            </a:solidFill>
            <a:ln w="12700">
              <a:solidFill>
                <a:schemeClr val="tx1">
                  <a:alpha val="0"/>
                </a:schemeClr>
              </a:solidFill>
              <a:prstDash val="solid"/>
            </a:ln>
          </p:spPr>
          <p:txBody>
            <a:bodyPr/>
            <a:lstStyle/>
            <a:p>
              <a:endParaRPr lang="ja-JP" altLang="en-US"/>
            </a:p>
          </p:txBody>
        </p:sp>
        <p:sp>
          <p:nvSpPr>
            <p:cNvPr id="210" name="Shape 64">
              <a:extLst>
                <a:ext uri="{FF2B5EF4-FFF2-40B4-BE49-F238E27FC236}">
                  <a16:creationId xmlns:a16="http://schemas.microsoft.com/office/drawing/2014/main" id="{7E6BC4C7-C770-5DC9-BAD0-41242043A826}"/>
                </a:ext>
              </a:extLst>
            </p:cNvPr>
            <p:cNvSpPr/>
            <p:nvPr/>
          </p:nvSpPr>
          <p:spPr>
            <a:xfrm>
              <a:off x="4639300" y="4918293"/>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211" name="Shape 65">
              <a:extLst>
                <a:ext uri="{FF2B5EF4-FFF2-40B4-BE49-F238E27FC236}">
                  <a16:creationId xmlns:a16="http://schemas.microsoft.com/office/drawing/2014/main" id="{B4189CA9-6A9A-3CA0-4D4D-ED2546442BB4}"/>
                </a:ext>
              </a:extLst>
            </p:cNvPr>
            <p:cNvSpPr/>
            <p:nvPr/>
          </p:nvSpPr>
          <p:spPr>
            <a:xfrm>
              <a:off x="4724888" y="5003881"/>
              <a:ext cx="304312" cy="304312"/>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212" name="Shape 66">
              <a:extLst>
                <a:ext uri="{FF2B5EF4-FFF2-40B4-BE49-F238E27FC236}">
                  <a16:creationId xmlns:a16="http://schemas.microsoft.com/office/drawing/2014/main" id="{B4359699-DBA1-0D5D-5234-1B5E383F24D7}"/>
                </a:ext>
              </a:extLst>
            </p:cNvPr>
            <p:cNvSpPr/>
            <p:nvPr/>
          </p:nvSpPr>
          <p:spPr>
            <a:xfrm>
              <a:off x="5114788" y="4918293"/>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213" name="Shape 67">
              <a:extLst>
                <a:ext uri="{FF2B5EF4-FFF2-40B4-BE49-F238E27FC236}">
                  <a16:creationId xmlns:a16="http://schemas.microsoft.com/office/drawing/2014/main" id="{F05FC827-5E5F-440D-6876-54E6A2AFBB12}"/>
                </a:ext>
              </a:extLst>
            </p:cNvPr>
            <p:cNvSpPr/>
            <p:nvPr/>
          </p:nvSpPr>
          <p:spPr>
            <a:xfrm>
              <a:off x="5200376" y="5003881"/>
              <a:ext cx="304312" cy="304312"/>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214" name="Shape 68">
              <a:extLst>
                <a:ext uri="{FF2B5EF4-FFF2-40B4-BE49-F238E27FC236}">
                  <a16:creationId xmlns:a16="http://schemas.microsoft.com/office/drawing/2014/main" id="{3FFF9573-0669-9D7D-67AB-69B1180DF237}"/>
                </a:ext>
              </a:extLst>
            </p:cNvPr>
            <p:cNvSpPr/>
            <p:nvPr/>
          </p:nvSpPr>
          <p:spPr>
            <a:xfrm>
              <a:off x="5590276" y="4918293"/>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215" name="Shape 69">
              <a:extLst>
                <a:ext uri="{FF2B5EF4-FFF2-40B4-BE49-F238E27FC236}">
                  <a16:creationId xmlns:a16="http://schemas.microsoft.com/office/drawing/2014/main" id="{BD25EF50-F414-C93F-D03D-3D2730E2D3A5}"/>
                </a:ext>
              </a:extLst>
            </p:cNvPr>
            <p:cNvSpPr/>
            <p:nvPr/>
          </p:nvSpPr>
          <p:spPr>
            <a:xfrm>
              <a:off x="5675864" y="5003881"/>
              <a:ext cx="304312" cy="304312"/>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216" name="Shape 70">
              <a:extLst>
                <a:ext uri="{FF2B5EF4-FFF2-40B4-BE49-F238E27FC236}">
                  <a16:creationId xmlns:a16="http://schemas.microsoft.com/office/drawing/2014/main" id="{B32D09EA-111F-4B1B-8DE5-0B583396C696}"/>
                </a:ext>
              </a:extLst>
            </p:cNvPr>
            <p:cNvSpPr/>
            <p:nvPr/>
          </p:nvSpPr>
          <p:spPr>
            <a:xfrm>
              <a:off x="6065764" y="4918293"/>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217" name="Shape 71">
              <a:extLst>
                <a:ext uri="{FF2B5EF4-FFF2-40B4-BE49-F238E27FC236}">
                  <a16:creationId xmlns:a16="http://schemas.microsoft.com/office/drawing/2014/main" id="{D7A9CDF8-9056-931F-7379-88DFCBF47413}"/>
                </a:ext>
              </a:extLst>
            </p:cNvPr>
            <p:cNvSpPr/>
            <p:nvPr/>
          </p:nvSpPr>
          <p:spPr>
            <a:xfrm>
              <a:off x="6151352" y="5003881"/>
              <a:ext cx="304312" cy="304312"/>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218" name="Shape 72">
              <a:extLst>
                <a:ext uri="{FF2B5EF4-FFF2-40B4-BE49-F238E27FC236}">
                  <a16:creationId xmlns:a16="http://schemas.microsoft.com/office/drawing/2014/main" id="{B6543F1A-0AE1-DB9A-DF05-82597F592FEF}"/>
                </a:ext>
              </a:extLst>
            </p:cNvPr>
            <p:cNvSpPr/>
            <p:nvPr/>
          </p:nvSpPr>
          <p:spPr>
            <a:xfrm>
              <a:off x="6541252" y="4918293"/>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219" name="Shape 73">
              <a:extLst>
                <a:ext uri="{FF2B5EF4-FFF2-40B4-BE49-F238E27FC236}">
                  <a16:creationId xmlns:a16="http://schemas.microsoft.com/office/drawing/2014/main" id="{7FA75B0D-C8C5-E06E-B61B-B7E31AD99952}"/>
                </a:ext>
              </a:extLst>
            </p:cNvPr>
            <p:cNvSpPr/>
            <p:nvPr/>
          </p:nvSpPr>
          <p:spPr>
            <a:xfrm>
              <a:off x="6626840" y="5003881"/>
              <a:ext cx="304312" cy="304312"/>
            </a:xfrm>
            <a:prstGeom prst="rect">
              <a:avLst/>
            </a:prstGeom>
            <a:solidFill>
              <a:schemeClr val="tx1">
                <a:alpha val="37000"/>
              </a:schemeClr>
            </a:solidFill>
            <a:ln w="12700">
              <a:solidFill>
                <a:schemeClr val="tx1">
                  <a:alpha val="0"/>
                </a:schemeClr>
              </a:solidFill>
              <a:prstDash val="solid"/>
            </a:ln>
          </p:spPr>
          <p:txBody>
            <a:bodyPr/>
            <a:lstStyle/>
            <a:p>
              <a:endParaRPr lang="ja-JP" altLang="en-US"/>
            </a:p>
          </p:txBody>
        </p:sp>
        <p:sp>
          <p:nvSpPr>
            <p:cNvPr id="220" name="Shape 74">
              <a:extLst>
                <a:ext uri="{FF2B5EF4-FFF2-40B4-BE49-F238E27FC236}">
                  <a16:creationId xmlns:a16="http://schemas.microsoft.com/office/drawing/2014/main" id="{C4E7756B-BD14-F626-DBDD-1E8AECC63CA1}"/>
                </a:ext>
              </a:extLst>
            </p:cNvPr>
            <p:cNvSpPr/>
            <p:nvPr/>
          </p:nvSpPr>
          <p:spPr>
            <a:xfrm>
              <a:off x="7016740" y="4918293"/>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221" name="Shape 75">
              <a:extLst>
                <a:ext uri="{FF2B5EF4-FFF2-40B4-BE49-F238E27FC236}">
                  <a16:creationId xmlns:a16="http://schemas.microsoft.com/office/drawing/2014/main" id="{238A9B61-098E-B9C2-2531-D3B7E10E7FE8}"/>
                </a:ext>
              </a:extLst>
            </p:cNvPr>
            <p:cNvSpPr/>
            <p:nvPr/>
          </p:nvSpPr>
          <p:spPr>
            <a:xfrm>
              <a:off x="3688324" y="5393781"/>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222" name="Shape 76">
              <a:extLst>
                <a:ext uri="{FF2B5EF4-FFF2-40B4-BE49-F238E27FC236}">
                  <a16:creationId xmlns:a16="http://schemas.microsoft.com/office/drawing/2014/main" id="{C62D3474-9E00-9FB2-DE7A-90786E6432B4}"/>
                </a:ext>
              </a:extLst>
            </p:cNvPr>
            <p:cNvSpPr/>
            <p:nvPr/>
          </p:nvSpPr>
          <p:spPr>
            <a:xfrm>
              <a:off x="4163812" y="5393781"/>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223" name="Shape 77">
              <a:extLst>
                <a:ext uri="{FF2B5EF4-FFF2-40B4-BE49-F238E27FC236}">
                  <a16:creationId xmlns:a16="http://schemas.microsoft.com/office/drawing/2014/main" id="{C1912EE1-38D8-21BE-B93E-A43D83DBB097}"/>
                </a:ext>
              </a:extLst>
            </p:cNvPr>
            <p:cNvSpPr/>
            <p:nvPr/>
          </p:nvSpPr>
          <p:spPr>
            <a:xfrm>
              <a:off x="4249400" y="5479369"/>
              <a:ext cx="304312" cy="304312"/>
            </a:xfrm>
            <a:prstGeom prst="rect">
              <a:avLst/>
            </a:prstGeom>
            <a:solidFill>
              <a:schemeClr val="tx1">
                <a:alpha val="6000"/>
              </a:schemeClr>
            </a:solidFill>
            <a:ln w="12700">
              <a:solidFill>
                <a:schemeClr val="tx1">
                  <a:alpha val="0"/>
                </a:schemeClr>
              </a:solidFill>
              <a:prstDash val="solid"/>
            </a:ln>
          </p:spPr>
          <p:txBody>
            <a:bodyPr/>
            <a:lstStyle/>
            <a:p>
              <a:endParaRPr lang="ja-JP" altLang="en-US"/>
            </a:p>
          </p:txBody>
        </p:sp>
        <p:sp>
          <p:nvSpPr>
            <p:cNvPr id="224" name="Shape 78">
              <a:extLst>
                <a:ext uri="{FF2B5EF4-FFF2-40B4-BE49-F238E27FC236}">
                  <a16:creationId xmlns:a16="http://schemas.microsoft.com/office/drawing/2014/main" id="{07EF4994-082E-B6AE-1486-2C6245CA979D}"/>
                </a:ext>
              </a:extLst>
            </p:cNvPr>
            <p:cNvSpPr/>
            <p:nvPr/>
          </p:nvSpPr>
          <p:spPr>
            <a:xfrm>
              <a:off x="4639300" y="5393781"/>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225" name="Shape 79">
              <a:extLst>
                <a:ext uri="{FF2B5EF4-FFF2-40B4-BE49-F238E27FC236}">
                  <a16:creationId xmlns:a16="http://schemas.microsoft.com/office/drawing/2014/main" id="{47501EB1-418A-486E-C484-3C78F6EFD32D}"/>
                </a:ext>
              </a:extLst>
            </p:cNvPr>
            <p:cNvSpPr/>
            <p:nvPr/>
          </p:nvSpPr>
          <p:spPr>
            <a:xfrm>
              <a:off x="4724888" y="5479369"/>
              <a:ext cx="304312" cy="304312"/>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226" name="Shape 80">
              <a:extLst>
                <a:ext uri="{FF2B5EF4-FFF2-40B4-BE49-F238E27FC236}">
                  <a16:creationId xmlns:a16="http://schemas.microsoft.com/office/drawing/2014/main" id="{23640DEA-A4F0-7553-3D56-10DCE5282679}"/>
                </a:ext>
              </a:extLst>
            </p:cNvPr>
            <p:cNvSpPr/>
            <p:nvPr/>
          </p:nvSpPr>
          <p:spPr>
            <a:xfrm>
              <a:off x="5114788" y="5393781"/>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227" name="Shape 81">
              <a:extLst>
                <a:ext uri="{FF2B5EF4-FFF2-40B4-BE49-F238E27FC236}">
                  <a16:creationId xmlns:a16="http://schemas.microsoft.com/office/drawing/2014/main" id="{37A380F8-5C1A-E558-5D76-ECDE5ED72A28}"/>
                </a:ext>
              </a:extLst>
            </p:cNvPr>
            <p:cNvSpPr/>
            <p:nvPr/>
          </p:nvSpPr>
          <p:spPr>
            <a:xfrm>
              <a:off x="5200376" y="5479369"/>
              <a:ext cx="304312" cy="304312"/>
            </a:xfrm>
            <a:prstGeom prst="rect">
              <a:avLst/>
            </a:prstGeom>
            <a:solidFill>
              <a:schemeClr val="tx1">
                <a:alpha val="87000"/>
              </a:schemeClr>
            </a:solidFill>
            <a:ln w="12700">
              <a:solidFill>
                <a:schemeClr val="tx1">
                  <a:alpha val="0"/>
                </a:schemeClr>
              </a:solidFill>
              <a:prstDash val="solid"/>
            </a:ln>
          </p:spPr>
          <p:txBody>
            <a:bodyPr/>
            <a:lstStyle/>
            <a:p>
              <a:endParaRPr lang="ja-JP" altLang="en-US"/>
            </a:p>
          </p:txBody>
        </p:sp>
        <p:sp>
          <p:nvSpPr>
            <p:cNvPr id="228" name="Shape 82">
              <a:extLst>
                <a:ext uri="{FF2B5EF4-FFF2-40B4-BE49-F238E27FC236}">
                  <a16:creationId xmlns:a16="http://schemas.microsoft.com/office/drawing/2014/main" id="{E8B34F01-BBB5-0E2F-437B-B21836827FC1}"/>
                </a:ext>
              </a:extLst>
            </p:cNvPr>
            <p:cNvSpPr/>
            <p:nvPr/>
          </p:nvSpPr>
          <p:spPr>
            <a:xfrm>
              <a:off x="5590276" y="5393781"/>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229" name="Shape 83">
              <a:extLst>
                <a:ext uri="{FF2B5EF4-FFF2-40B4-BE49-F238E27FC236}">
                  <a16:creationId xmlns:a16="http://schemas.microsoft.com/office/drawing/2014/main" id="{CDDEC59A-529B-86D4-BBA9-7FDFA2103160}"/>
                </a:ext>
              </a:extLst>
            </p:cNvPr>
            <p:cNvSpPr/>
            <p:nvPr/>
          </p:nvSpPr>
          <p:spPr>
            <a:xfrm>
              <a:off x="5675864" y="5479369"/>
              <a:ext cx="304312" cy="304312"/>
            </a:xfrm>
            <a:prstGeom prst="rect">
              <a:avLst/>
            </a:prstGeom>
            <a:solidFill>
              <a:schemeClr val="tx1">
                <a:alpha val="25000"/>
              </a:schemeClr>
            </a:solidFill>
            <a:ln w="12700">
              <a:solidFill>
                <a:schemeClr val="tx1">
                  <a:alpha val="0"/>
                </a:schemeClr>
              </a:solidFill>
              <a:prstDash val="solid"/>
            </a:ln>
          </p:spPr>
          <p:txBody>
            <a:bodyPr/>
            <a:lstStyle/>
            <a:p>
              <a:endParaRPr lang="ja-JP" altLang="en-US"/>
            </a:p>
          </p:txBody>
        </p:sp>
        <p:sp>
          <p:nvSpPr>
            <p:cNvPr id="230" name="Shape 84">
              <a:extLst>
                <a:ext uri="{FF2B5EF4-FFF2-40B4-BE49-F238E27FC236}">
                  <a16:creationId xmlns:a16="http://schemas.microsoft.com/office/drawing/2014/main" id="{F99CFE4E-6D5D-087D-3A13-5E3AD17AD53C}"/>
                </a:ext>
              </a:extLst>
            </p:cNvPr>
            <p:cNvSpPr/>
            <p:nvPr/>
          </p:nvSpPr>
          <p:spPr>
            <a:xfrm>
              <a:off x="6065764" y="5393781"/>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231" name="Shape 85">
              <a:extLst>
                <a:ext uri="{FF2B5EF4-FFF2-40B4-BE49-F238E27FC236}">
                  <a16:creationId xmlns:a16="http://schemas.microsoft.com/office/drawing/2014/main" id="{63D69056-C3AB-BEC9-28A1-995620FF7CC1}"/>
                </a:ext>
              </a:extLst>
            </p:cNvPr>
            <p:cNvSpPr/>
            <p:nvPr/>
          </p:nvSpPr>
          <p:spPr>
            <a:xfrm>
              <a:off x="6151352" y="5479369"/>
              <a:ext cx="304312" cy="304312"/>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232" name="Shape 86">
              <a:extLst>
                <a:ext uri="{FF2B5EF4-FFF2-40B4-BE49-F238E27FC236}">
                  <a16:creationId xmlns:a16="http://schemas.microsoft.com/office/drawing/2014/main" id="{A1ED4251-362E-3B8D-D1CB-94891138F945}"/>
                </a:ext>
              </a:extLst>
            </p:cNvPr>
            <p:cNvSpPr/>
            <p:nvPr/>
          </p:nvSpPr>
          <p:spPr>
            <a:xfrm>
              <a:off x="6541252" y="5393781"/>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233" name="Shape 87">
              <a:extLst>
                <a:ext uri="{FF2B5EF4-FFF2-40B4-BE49-F238E27FC236}">
                  <a16:creationId xmlns:a16="http://schemas.microsoft.com/office/drawing/2014/main" id="{0082DF1D-DFA6-0F32-C407-EA462C8C22C3}"/>
                </a:ext>
              </a:extLst>
            </p:cNvPr>
            <p:cNvSpPr/>
            <p:nvPr/>
          </p:nvSpPr>
          <p:spPr>
            <a:xfrm>
              <a:off x="6626840" y="5479369"/>
              <a:ext cx="304312" cy="304312"/>
            </a:xfrm>
            <a:prstGeom prst="rect">
              <a:avLst/>
            </a:prstGeom>
            <a:solidFill>
              <a:schemeClr val="tx1">
                <a:alpha val="50000"/>
              </a:schemeClr>
            </a:solidFill>
            <a:ln w="12700">
              <a:solidFill>
                <a:schemeClr val="tx1">
                  <a:alpha val="0"/>
                </a:schemeClr>
              </a:solidFill>
              <a:prstDash val="solid"/>
            </a:ln>
          </p:spPr>
          <p:txBody>
            <a:bodyPr/>
            <a:lstStyle/>
            <a:p>
              <a:endParaRPr lang="ja-JP" altLang="en-US"/>
            </a:p>
          </p:txBody>
        </p:sp>
        <p:sp>
          <p:nvSpPr>
            <p:cNvPr id="234" name="Shape 88">
              <a:extLst>
                <a:ext uri="{FF2B5EF4-FFF2-40B4-BE49-F238E27FC236}">
                  <a16:creationId xmlns:a16="http://schemas.microsoft.com/office/drawing/2014/main" id="{3790C5C3-F3F7-BCE9-D66C-EBA6B6805CA4}"/>
                </a:ext>
              </a:extLst>
            </p:cNvPr>
            <p:cNvSpPr/>
            <p:nvPr/>
          </p:nvSpPr>
          <p:spPr>
            <a:xfrm>
              <a:off x="7016740" y="5393781"/>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235" name="Shape 89">
              <a:extLst>
                <a:ext uri="{FF2B5EF4-FFF2-40B4-BE49-F238E27FC236}">
                  <a16:creationId xmlns:a16="http://schemas.microsoft.com/office/drawing/2014/main" id="{AE0A64DC-C8CF-2441-B658-F666F7A57AFD}"/>
                </a:ext>
              </a:extLst>
            </p:cNvPr>
            <p:cNvSpPr/>
            <p:nvPr/>
          </p:nvSpPr>
          <p:spPr>
            <a:xfrm>
              <a:off x="3688324" y="5869269"/>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236" name="Shape 90">
              <a:extLst>
                <a:ext uri="{FF2B5EF4-FFF2-40B4-BE49-F238E27FC236}">
                  <a16:creationId xmlns:a16="http://schemas.microsoft.com/office/drawing/2014/main" id="{2B2D80B5-D756-0ECB-7087-3EC3F52D495E}"/>
                </a:ext>
              </a:extLst>
            </p:cNvPr>
            <p:cNvSpPr/>
            <p:nvPr/>
          </p:nvSpPr>
          <p:spPr>
            <a:xfrm>
              <a:off x="4163812" y="5869269"/>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237" name="Shape 91">
              <a:extLst>
                <a:ext uri="{FF2B5EF4-FFF2-40B4-BE49-F238E27FC236}">
                  <a16:creationId xmlns:a16="http://schemas.microsoft.com/office/drawing/2014/main" id="{F461593C-3BA5-1CFD-0F16-6F90110A42AD}"/>
                </a:ext>
              </a:extLst>
            </p:cNvPr>
            <p:cNvSpPr/>
            <p:nvPr/>
          </p:nvSpPr>
          <p:spPr>
            <a:xfrm>
              <a:off x="4639300" y="5869269"/>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238" name="Shape 92">
              <a:extLst>
                <a:ext uri="{FF2B5EF4-FFF2-40B4-BE49-F238E27FC236}">
                  <a16:creationId xmlns:a16="http://schemas.microsoft.com/office/drawing/2014/main" id="{A5DBDE10-ED65-A01A-F2CE-FB47945A94AC}"/>
                </a:ext>
              </a:extLst>
            </p:cNvPr>
            <p:cNvSpPr/>
            <p:nvPr/>
          </p:nvSpPr>
          <p:spPr>
            <a:xfrm>
              <a:off x="4724888" y="5954857"/>
              <a:ext cx="304312" cy="304312"/>
            </a:xfrm>
            <a:prstGeom prst="rect">
              <a:avLst/>
            </a:prstGeom>
            <a:solidFill>
              <a:schemeClr val="tx1">
                <a:alpha val="75000"/>
              </a:schemeClr>
            </a:solidFill>
            <a:ln w="12700">
              <a:solidFill>
                <a:schemeClr val="tx1">
                  <a:alpha val="0"/>
                </a:schemeClr>
              </a:solidFill>
              <a:prstDash val="solid"/>
            </a:ln>
          </p:spPr>
          <p:txBody>
            <a:bodyPr/>
            <a:lstStyle/>
            <a:p>
              <a:endParaRPr lang="ja-JP" altLang="en-US"/>
            </a:p>
          </p:txBody>
        </p:sp>
        <p:sp>
          <p:nvSpPr>
            <p:cNvPr id="239" name="Shape 93">
              <a:extLst>
                <a:ext uri="{FF2B5EF4-FFF2-40B4-BE49-F238E27FC236}">
                  <a16:creationId xmlns:a16="http://schemas.microsoft.com/office/drawing/2014/main" id="{1B8F8EF7-FF99-A3C5-86B2-6F08FC4F06C2}"/>
                </a:ext>
              </a:extLst>
            </p:cNvPr>
            <p:cNvSpPr/>
            <p:nvPr/>
          </p:nvSpPr>
          <p:spPr>
            <a:xfrm>
              <a:off x="5114788" y="5869269"/>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240" name="Shape 94">
              <a:extLst>
                <a:ext uri="{FF2B5EF4-FFF2-40B4-BE49-F238E27FC236}">
                  <a16:creationId xmlns:a16="http://schemas.microsoft.com/office/drawing/2014/main" id="{3C4DB0AC-99FB-4060-BAA5-9D98F6C1AC09}"/>
                </a:ext>
              </a:extLst>
            </p:cNvPr>
            <p:cNvSpPr/>
            <p:nvPr/>
          </p:nvSpPr>
          <p:spPr>
            <a:xfrm>
              <a:off x="5200376" y="5954857"/>
              <a:ext cx="304312" cy="304312"/>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241" name="Shape 95">
              <a:extLst>
                <a:ext uri="{FF2B5EF4-FFF2-40B4-BE49-F238E27FC236}">
                  <a16:creationId xmlns:a16="http://schemas.microsoft.com/office/drawing/2014/main" id="{1310A7EE-F809-6E04-E9C0-3DD88761BC6B}"/>
                </a:ext>
              </a:extLst>
            </p:cNvPr>
            <p:cNvSpPr/>
            <p:nvPr/>
          </p:nvSpPr>
          <p:spPr>
            <a:xfrm>
              <a:off x="5590276" y="5869269"/>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242" name="Shape 96">
              <a:extLst>
                <a:ext uri="{FF2B5EF4-FFF2-40B4-BE49-F238E27FC236}">
                  <a16:creationId xmlns:a16="http://schemas.microsoft.com/office/drawing/2014/main" id="{6A0DB439-9220-B7E7-C08F-3FBB816940EA}"/>
                </a:ext>
              </a:extLst>
            </p:cNvPr>
            <p:cNvSpPr/>
            <p:nvPr/>
          </p:nvSpPr>
          <p:spPr>
            <a:xfrm>
              <a:off x="5675864" y="5954857"/>
              <a:ext cx="304312" cy="304312"/>
            </a:xfrm>
            <a:prstGeom prst="rect">
              <a:avLst/>
            </a:prstGeom>
            <a:solidFill>
              <a:schemeClr val="tx1">
                <a:alpha val="81000"/>
              </a:schemeClr>
            </a:solidFill>
            <a:ln w="12700">
              <a:solidFill>
                <a:schemeClr val="tx1">
                  <a:alpha val="0"/>
                </a:schemeClr>
              </a:solidFill>
              <a:prstDash val="solid"/>
            </a:ln>
          </p:spPr>
          <p:txBody>
            <a:bodyPr/>
            <a:lstStyle/>
            <a:p>
              <a:endParaRPr lang="ja-JP" altLang="en-US"/>
            </a:p>
          </p:txBody>
        </p:sp>
        <p:sp>
          <p:nvSpPr>
            <p:cNvPr id="243" name="Shape 97">
              <a:extLst>
                <a:ext uri="{FF2B5EF4-FFF2-40B4-BE49-F238E27FC236}">
                  <a16:creationId xmlns:a16="http://schemas.microsoft.com/office/drawing/2014/main" id="{60E3004D-D1F2-A0AD-F552-4675CE414493}"/>
                </a:ext>
              </a:extLst>
            </p:cNvPr>
            <p:cNvSpPr/>
            <p:nvPr/>
          </p:nvSpPr>
          <p:spPr>
            <a:xfrm>
              <a:off x="6065764" y="5869269"/>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244" name="Shape 98">
              <a:extLst>
                <a:ext uri="{FF2B5EF4-FFF2-40B4-BE49-F238E27FC236}">
                  <a16:creationId xmlns:a16="http://schemas.microsoft.com/office/drawing/2014/main" id="{2B525248-41D8-BB61-9AF9-4AB0E69C3199}"/>
                </a:ext>
              </a:extLst>
            </p:cNvPr>
            <p:cNvSpPr/>
            <p:nvPr/>
          </p:nvSpPr>
          <p:spPr>
            <a:xfrm>
              <a:off x="6151352" y="5954857"/>
              <a:ext cx="304312" cy="304312"/>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245" name="Shape 99">
              <a:extLst>
                <a:ext uri="{FF2B5EF4-FFF2-40B4-BE49-F238E27FC236}">
                  <a16:creationId xmlns:a16="http://schemas.microsoft.com/office/drawing/2014/main" id="{5D46BFB1-4143-0B1A-BF33-D6B8634161EF}"/>
                </a:ext>
              </a:extLst>
            </p:cNvPr>
            <p:cNvSpPr/>
            <p:nvPr/>
          </p:nvSpPr>
          <p:spPr>
            <a:xfrm>
              <a:off x="6541252" y="5869269"/>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246" name="Shape 100">
              <a:extLst>
                <a:ext uri="{FF2B5EF4-FFF2-40B4-BE49-F238E27FC236}">
                  <a16:creationId xmlns:a16="http://schemas.microsoft.com/office/drawing/2014/main" id="{76D5ACCC-276E-A4FB-70A5-D5F7A6445F8D}"/>
                </a:ext>
              </a:extLst>
            </p:cNvPr>
            <p:cNvSpPr/>
            <p:nvPr/>
          </p:nvSpPr>
          <p:spPr>
            <a:xfrm>
              <a:off x="6626840" y="5954857"/>
              <a:ext cx="304312" cy="304312"/>
            </a:xfrm>
            <a:prstGeom prst="rect">
              <a:avLst/>
            </a:prstGeom>
            <a:solidFill>
              <a:schemeClr val="tx1">
                <a:alpha val="12000"/>
              </a:schemeClr>
            </a:solidFill>
            <a:ln w="12700">
              <a:solidFill>
                <a:schemeClr val="tx1">
                  <a:alpha val="0"/>
                </a:schemeClr>
              </a:solidFill>
              <a:prstDash val="solid"/>
            </a:ln>
          </p:spPr>
          <p:txBody>
            <a:bodyPr/>
            <a:lstStyle/>
            <a:p>
              <a:endParaRPr lang="ja-JP" altLang="en-US"/>
            </a:p>
          </p:txBody>
        </p:sp>
        <p:sp>
          <p:nvSpPr>
            <p:cNvPr id="247" name="Shape 101">
              <a:extLst>
                <a:ext uri="{FF2B5EF4-FFF2-40B4-BE49-F238E27FC236}">
                  <a16:creationId xmlns:a16="http://schemas.microsoft.com/office/drawing/2014/main" id="{78DE1384-E5C8-54DB-138A-8A3687163627}"/>
                </a:ext>
              </a:extLst>
            </p:cNvPr>
            <p:cNvSpPr/>
            <p:nvPr/>
          </p:nvSpPr>
          <p:spPr>
            <a:xfrm>
              <a:off x="7016740" y="5869269"/>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248" name="Shape 102">
              <a:extLst>
                <a:ext uri="{FF2B5EF4-FFF2-40B4-BE49-F238E27FC236}">
                  <a16:creationId xmlns:a16="http://schemas.microsoft.com/office/drawing/2014/main" id="{B665CF26-ED9A-D1ED-68D3-FA0173051C0F}"/>
                </a:ext>
              </a:extLst>
            </p:cNvPr>
            <p:cNvSpPr/>
            <p:nvPr/>
          </p:nvSpPr>
          <p:spPr>
            <a:xfrm>
              <a:off x="3688324" y="6344757"/>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249" name="Shape 103">
              <a:extLst>
                <a:ext uri="{FF2B5EF4-FFF2-40B4-BE49-F238E27FC236}">
                  <a16:creationId xmlns:a16="http://schemas.microsoft.com/office/drawing/2014/main" id="{B94D8F6F-BE90-55E1-F18A-389FEFBD3C9B}"/>
                </a:ext>
              </a:extLst>
            </p:cNvPr>
            <p:cNvSpPr/>
            <p:nvPr/>
          </p:nvSpPr>
          <p:spPr>
            <a:xfrm>
              <a:off x="4163812" y="6344757"/>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250" name="Shape 104">
              <a:extLst>
                <a:ext uri="{FF2B5EF4-FFF2-40B4-BE49-F238E27FC236}">
                  <a16:creationId xmlns:a16="http://schemas.microsoft.com/office/drawing/2014/main" id="{8E812470-9726-78B8-865B-3EADFD16F03B}"/>
                </a:ext>
              </a:extLst>
            </p:cNvPr>
            <p:cNvSpPr/>
            <p:nvPr/>
          </p:nvSpPr>
          <p:spPr>
            <a:xfrm>
              <a:off x="4639300" y="6344757"/>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251" name="Shape 105">
              <a:extLst>
                <a:ext uri="{FF2B5EF4-FFF2-40B4-BE49-F238E27FC236}">
                  <a16:creationId xmlns:a16="http://schemas.microsoft.com/office/drawing/2014/main" id="{3B38628A-7F4B-0830-668D-DBCE633AD7A4}"/>
                </a:ext>
              </a:extLst>
            </p:cNvPr>
            <p:cNvSpPr/>
            <p:nvPr/>
          </p:nvSpPr>
          <p:spPr>
            <a:xfrm>
              <a:off x="4724888" y="6430345"/>
              <a:ext cx="304312" cy="304312"/>
            </a:xfrm>
            <a:prstGeom prst="rect">
              <a:avLst/>
            </a:prstGeom>
            <a:solidFill>
              <a:schemeClr val="tx1">
                <a:alpha val="12000"/>
              </a:schemeClr>
            </a:solidFill>
            <a:ln w="12700">
              <a:solidFill>
                <a:schemeClr val="tx1">
                  <a:alpha val="0"/>
                </a:schemeClr>
              </a:solidFill>
              <a:prstDash val="solid"/>
            </a:ln>
          </p:spPr>
          <p:txBody>
            <a:bodyPr/>
            <a:lstStyle/>
            <a:p>
              <a:endParaRPr lang="ja-JP" altLang="en-US"/>
            </a:p>
          </p:txBody>
        </p:sp>
        <p:sp>
          <p:nvSpPr>
            <p:cNvPr id="252" name="Shape 106">
              <a:extLst>
                <a:ext uri="{FF2B5EF4-FFF2-40B4-BE49-F238E27FC236}">
                  <a16:creationId xmlns:a16="http://schemas.microsoft.com/office/drawing/2014/main" id="{FCFCF07A-2E7E-C264-6652-50C0C6388016}"/>
                </a:ext>
              </a:extLst>
            </p:cNvPr>
            <p:cNvSpPr/>
            <p:nvPr/>
          </p:nvSpPr>
          <p:spPr>
            <a:xfrm>
              <a:off x="5114788" y="6344757"/>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253" name="Shape 107">
              <a:extLst>
                <a:ext uri="{FF2B5EF4-FFF2-40B4-BE49-F238E27FC236}">
                  <a16:creationId xmlns:a16="http://schemas.microsoft.com/office/drawing/2014/main" id="{7182869D-E0DD-3E0F-B744-39AC44383EA2}"/>
                </a:ext>
              </a:extLst>
            </p:cNvPr>
            <p:cNvSpPr/>
            <p:nvPr/>
          </p:nvSpPr>
          <p:spPr>
            <a:xfrm>
              <a:off x="5200376" y="6430345"/>
              <a:ext cx="304312" cy="304312"/>
            </a:xfrm>
            <a:prstGeom prst="rect">
              <a:avLst/>
            </a:prstGeom>
            <a:solidFill>
              <a:schemeClr val="tx1">
                <a:alpha val="62000"/>
              </a:schemeClr>
            </a:solidFill>
            <a:ln w="12700">
              <a:solidFill>
                <a:schemeClr val="tx1">
                  <a:alpha val="0"/>
                </a:schemeClr>
              </a:solidFill>
              <a:prstDash val="solid"/>
            </a:ln>
          </p:spPr>
          <p:txBody>
            <a:bodyPr/>
            <a:lstStyle/>
            <a:p>
              <a:endParaRPr lang="ja-JP" altLang="en-US"/>
            </a:p>
          </p:txBody>
        </p:sp>
        <p:sp>
          <p:nvSpPr>
            <p:cNvPr id="254" name="Shape 108">
              <a:extLst>
                <a:ext uri="{FF2B5EF4-FFF2-40B4-BE49-F238E27FC236}">
                  <a16:creationId xmlns:a16="http://schemas.microsoft.com/office/drawing/2014/main" id="{8ED528F8-9D6D-2C9A-718F-346E0ED0CFD3}"/>
                </a:ext>
              </a:extLst>
            </p:cNvPr>
            <p:cNvSpPr/>
            <p:nvPr/>
          </p:nvSpPr>
          <p:spPr>
            <a:xfrm>
              <a:off x="5590276" y="6344757"/>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255" name="Shape 109">
              <a:extLst>
                <a:ext uri="{FF2B5EF4-FFF2-40B4-BE49-F238E27FC236}">
                  <a16:creationId xmlns:a16="http://schemas.microsoft.com/office/drawing/2014/main" id="{2309CB43-2BF8-5D8A-84DE-35E28087C9D6}"/>
                </a:ext>
              </a:extLst>
            </p:cNvPr>
            <p:cNvSpPr/>
            <p:nvPr/>
          </p:nvSpPr>
          <p:spPr>
            <a:xfrm>
              <a:off x="5675864" y="6430345"/>
              <a:ext cx="304312" cy="304312"/>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256" name="Shape 110">
              <a:extLst>
                <a:ext uri="{FF2B5EF4-FFF2-40B4-BE49-F238E27FC236}">
                  <a16:creationId xmlns:a16="http://schemas.microsoft.com/office/drawing/2014/main" id="{A3D3C37F-57F9-954D-0EBF-A17130D58538}"/>
                </a:ext>
              </a:extLst>
            </p:cNvPr>
            <p:cNvSpPr/>
            <p:nvPr/>
          </p:nvSpPr>
          <p:spPr>
            <a:xfrm>
              <a:off x="6065764" y="6344757"/>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257" name="Shape 111">
              <a:extLst>
                <a:ext uri="{FF2B5EF4-FFF2-40B4-BE49-F238E27FC236}">
                  <a16:creationId xmlns:a16="http://schemas.microsoft.com/office/drawing/2014/main" id="{87FB547E-DF63-9F34-7FBA-94FDFCD9D6AD}"/>
                </a:ext>
              </a:extLst>
            </p:cNvPr>
            <p:cNvSpPr/>
            <p:nvPr/>
          </p:nvSpPr>
          <p:spPr>
            <a:xfrm>
              <a:off x="6151352" y="6430345"/>
              <a:ext cx="304312" cy="304312"/>
            </a:xfrm>
            <a:prstGeom prst="rect">
              <a:avLst/>
            </a:prstGeom>
            <a:solidFill>
              <a:schemeClr val="tx1">
                <a:alpha val="44000"/>
              </a:schemeClr>
            </a:solidFill>
            <a:ln w="12700">
              <a:solidFill>
                <a:schemeClr val="tx1">
                  <a:alpha val="0"/>
                </a:schemeClr>
              </a:solidFill>
              <a:prstDash val="solid"/>
            </a:ln>
          </p:spPr>
          <p:txBody>
            <a:bodyPr/>
            <a:lstStyle/>
            <a:p>
              <a:endParaRPr lang="ja-JP" altLang="en-US"/>
            </a:p>
          </p:txBody>
        </p:sp>
        <p:sp>
          <p:nvSpPr>
            <p:cNvPr id="258" name="Shape 112">
              <a:extLst>
                <a:ext uri="{FF2B5EF4-FFF2-40B4-BE49-F238E27FC236}">
                  <a16:creationId xmlns:a16="http://schemas.microsoft.com/office/drawing/2014/main" id="{D6087C56-294B-A3F3-6E94-3DEBB23CA67D}"/>
                </a:ext>
              </a:extLst>
            </p:cNvPr>
            <p:cNvSpPr/>
            <p:nvPr/>
          </p:nvSpPr>
          <p:spPr>
            <a:xfrm>
              <a:off x="6541252" y="6344757"/>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259" name="Shape 113">
              <a:extLst>
                <a:ext uri="{FF2B5EF4-FFF2-40B4-BE49-F238E27FC236}">
                  <a16:creationId xmlns:a16="http://schemas.microsoft.com/office/drawing/2014/main" id="{901DB2E5-C6A2-8F0B-2F74-F0A44AD1565A}"/>
                </a:ext>
              </a:extLst>
            </p:cNvPr>
            <p:cNvSpPr/>
            <p:nvPr/>
          </p:nvSpPr>
          <p:spPr>
            <a:xfrm>
              <a:off x="7016740" y="6344757"/>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260" name="Shape 114">
              <a:extLst>
                <a:ext uri="{FF2B5EF4-FFF2-40B4-BE49-F238E27FC236}">
                  <a16:creationId xmlns:a16="http://schemas.microsoft.com/office/drawing/2014/main" id="{B1866134-A86F-B775-0F64-7280AE33BC30}"/>
                </a:ext>
              </a:extLst>
            </p:cNvPr>
            <p:cNvSpPr/>
            <p:nvPr/>
          </p:nvSpPr>
          <p:spPr>
            <a:xfrm>
              <a:off x="4163812" y="4680549"/>
              <a:ext cx="523037" cy="523037"/>
            </a:xfrm>
            <a:prstGeom prst="ellipse">
              <a:avLst/>
            </a:prstGeom>
            <a:solidFill>
              <a:schemeClr val="bg1"/>
            </a:solidFill>
            <a:ln w="12700">
              <a:solidFill>
                <a:schemeClr val="tx1"/>
              </a:solidFill>
              <a:prstDash val="solid"/>
            </a:ln>
          </p:spPr>
          <p:txBody>
            <a:bodyPr/>
            <a:lstStyle/>
            <a:p>
              <a:endParaRPr lang="ja-JP" altLang="en-US"/>
            </a:p>
          </p:txBody>
        </p:sp>
        <p:sp>
          <p:nvSpPr>
            <p:cNvPr id="261" name="Text 115">
              <a:extLst>
                <a:ext uri="{FF2B5EF4-FFF2-40B4-BE49-F238E27FC236}">
                  <a16:creationId xmlns:a16="http://schemas.microsoft.com/office/drawing/2014/main" id="{9F69C524-26BD-6C0D-12BB-D7C9629DF0CE}"/>
                </a:ext>
              </a:extLst>
            </p:cNvPr>
            <p:cNvSpPr txBox="1"/>
            <p:nvPr/>
          </p:nvSpPr>
          <p:spPr>
            <a:xfrm>
              <a:off x="4163812" y="4680549"/>
              <a:ext cx="523037" cy="523037"/>
            </a:xfrm>
            <a:prstGeom prst="rect">
              <a:avLst/>
            </a:prstGeom>
            <a:noFill/>
            <a:ln/>
          </p:spPr>
          <p:txBody>
            <a:bodyPr wrap="square" lIns="0" tIns="0" rIns="0" bIns="0" rtlCol="0" anchor="ctr"/>
            <a:lstStyle/>
            <a:p>
              <a:pPr marL="0" indent="0" algn="ctr">
                <a:buNone/>
              </a:pPr>
              <a:r>
                <a:rPr lang="en-US" sz="1100" b="1" dirty="0">
                  <a:solidFill>
                    <a:schemeClr val="tx1"/>
                  </a:solidFill>
                </a:rPr>
                <a:t>A</a:t>
              </a:r>
              <a:endParaRPr lang="en-US" sz="1100" dirty="0"/>
            </a:p>
          </p:txBody>
        </p:sp>
        <p:sp>
          <p:nvSpPr>
            <p:cNvPr id="262" name="Shape 116">
              <a:extLst>
                <a:ext uri="{FF2B5EF4-FFF2-40B4-BE49-F238E27FC236}">
                  <a16:creationId xmlns:a16="http://schemas.microsoft.com/office/drawing/2014/main" id="{A4685F9E-53D5-79CD-856A-D42D988C6F4D}"/>
                </a:ext>
              </a:extLst>
            </p:cNvPr>
            <p:cNvSpPr/>
            <p:nvPr/>
          </p:nvSpPr>
          <p:spPr>
            <a:xfrm>
              <a:off x="6065764" y="3729573"/>
              <a:ext cx="523037" cy="523037"/>
            </a:xfrm>
            <a:prstGeom prst="ellipse">
              <a:avLst/>
            </a:prstGeom>
            <a:solidFill>
              <a:schemeClr val="bg1"/>
            </a:solidFill>
            <a:ln w="12700">
              <a:solidFill>
                <a:schemeClr val="tx1"/>
              </a:solidFill>
              <a:prstDash val="solid"/>
            </a:ln>
          </p:spPr>
          <p:txBody>
            <a:bodyPr/>
            <a:lstStyle/>
            <a:p>
              <a:endParaRPr lang="ja-JP" altLang="en-US"/>
            </a:p>
          </p:txBody>
        </p:sp>
        <p:sp>
          <p:nvSpPr>
            <p:cNvPr id="263" name="Text 117">
              <a:extLst>
                <a:ext uri="{FF2B5EF4-FFF2-40B4-BE49-F238E27FC236}">
                  <a16:creationId xmlns:a16="http://schemas.microsoft.com/office/drawing/2014/main" id="{FD117E6D-B6D6-6799-BF5C-E3A4AE470B42}"/>
                </a:ext>
              </a:extLst>
            </p:cNvPr>
            <p:cNvSpPr txBox="1"/>
            <p:nvPr/>
          </p:nvSpPr>
          <p:spPr>
            <a:xfrm>
              <a:off x="6065764" y="3729573"/>
              <a:ext cx="523037" cy="523037"/>
            </a:xfrm>
            <a:prstGeom prst="rect">
              <a:avLst/>
            </a:prstGeom>
            <a:noFill/>
            <a:ln/>
          </p:spPr>
          <p:txBody>
            <a:bodyPr wrap="square" lIns="0" tIns="0" rIns="0" bIns="0" rtlCol="0" anchor="ctr"/>
            <a:lstStyle/>
            <a:p>
              <a:pPr marL="0" indent="0" algn="ctr">
                <a:buNone/>
              </a:pPr>
              <a:r>
                <a:rPr lang="en-US" sz="1100" b="1" dirty="0">
                  <a:solidFill>
                    <a:schemeClr val="tx1"/>
                  </a:solidFill>
                </a:rPr>
                <a:t>B</a:t>
              </a:r>
              <a:endParaRPr lang="en-US" sz="1100" dirty="0"/>
            </a:p>
          </p:txBody>
        </p:sp>
        <p:sp>
          <p:nvSpPr>
            <p:cNvPr id="264" name="Shape 118">
              <a:extLst>
                <a:ext uri="{FF2B5EF4-FFF2-40B4-BE49-F238E27FC236}">
                  <a16:creationId xmlns:a16="http://schemas.microsoft.com/office/drawing/2014/main" id="{BA8BF5D6-7C1C-EC22-E36E-D3D836357ED0}"/>
                </a:ext>
              </a:extLst>
            </p:cNvPr>
            <p:cNvSpPr/>
            <p:nvPr/>
          </p:nvSpPr>
          <p:spPr>
            <a:xfrm>
              <a:off x="6065764" y="5679074"/>
              <a:ext cx="523037" cy="523037"/>
            </a:xfrm>
            <a:prstGeom prst="ellipse">
              <a:avLst/>
            </a:prstGeom>
            <a:solidFill>
              <a:schemeClr val="bg1"/>
            </a:solidFill>
            <a:ln w="12700">
              <a:solidFill>
                <a:schemeClr val="tx1"/>
              </a:solidFill>
              <a:prstDash val="solid"/>
            </a:ln>
          </p:spPr>
          <p:txBody>
            <a:bodyPr/>
            <a:lstStyle/>
            <a:p>
              <a:endParaRPr lang="ja-JP" altLang="en-US"/>
            </a:p>
          </p:txBody>
        </p:sp>
        <p:sp>
          <p:nvSpPr>
            <p:cNvPr id="265" name="Text 119">
              <a:extLst>
                <a:ext uri="{FF2B5EF4-FFF2-40B4-BE49-F238E27FC236}">
                  <a16:creationId xmlns:a16="http://schemas.microsoft.com/office/drawing/2014/main" id="{7AECEB0E-5AEB-3194-2E44-873CD26AE617}"/>
                </a:ext>
              </a:extLst>
            </p:cNvPr>
            <p:cNvSpPr txBox="1"/>
            <p:nvPr/>
          </p:nvSpPr>
          <p:spPr>
            <a:xfrm>
              <a:off x="6065764" y="5679074"/>
              <a:ext cx="523037" cy="523037"/>
            </a:xfrm>
            <a:prstGeom prst="rect">
              <a:avLst/>
            </a:prstGeom>
            <a:noFill/>
            <a:ln/>
          </p:spPr>
          <p:txBody>
            <a:bodyPr wrap="square" lIns="0" tIns="0" rIns="0" bIns="0" rtlCol="0" anchor="ctr"/>
            <a:lstStyle/>
            <a:p>
              <a:pPr marL="0" indent="0" algn="ctr">
                <a:buNone/>
              </a:pPr>
              <a:r>
                <a:rPr lang="en-US" sz="1100" b="1" dirty="0">
                  <a:solidFill>
                    <a:schemeClr val="tx1"/>
                  </a:solidFill>
                </a:rPr>
                <a:t>C</a:t>
              </a:r>
              <a:endParaRPr lang="en-US" sz="1100" dirty="0"/>
            </a:p>
          </p:txBody>
        </p:sp>
      </p:grpSp>
      <p:sp>
        <p:nvSpPr>
          <p:cNvPr id="266" name="TextBox 265"/>
          <p:cNvSpPr txBox="1"/>
          <p:nvPr/>
        </p:nvSpPr>
        <p:spPr>
          <a:xfrm>
            <a:off x="39509" y="6455664"/>
            <a:ext cx="11735395" cy="369332"/>
          </a:xfrm>
          <a:prstGeom prst="rect">
            <a:avLst/>
          </a:prstGeom>
          <a:noFill/>
        </p:spPr>
        <p:txBody>
          <a:bodyPr wrap="square" lIns="0" tIns="0" rIns="0" bIns="0" anchor="t">
            <a:spAutoFit/>
          </a:bodyPr>
          <a:lstStyle/>
          <a:p>
            <a:pPr algn="l"/>
            <a:r>
              <a:rPr sz="800" b="0" dirty="0">
                <a:solidFill>
                  <a:schemeClr val="tx1"/>
                </a:solidFill>
              </a:rPr>
              <a:t>[1] M. T. Ribeiro, S. Singh, C. </a:t>
            </a:r>
            <a:r>
              <a:rPr sz="800" b="0" dirty="0" err="1">
                <a:solidFill>
                  <a:schemeClr val="tx1"/>
                </a:solidFill>
              </a:rPr>
              <a:t>Guestrin</a:t>
            </a:r>
            <a:r>
              <a:rPr sz="800" b="0" dirty="0">
                <a:solidFill>
                  <a:schemeClr val="tx1"/>
                </a:solidFill>
              </a:rPr>
              <a:t>, “Why Should I Trust You?”: Explaining the Predictions of Any Classifier, KDD 2016.（上位3クラスをクラスごとに別々に説明，Fig. 4）</a:t>
            </a:r>
          </a:p>
          <a:p>
            <a:pPr algn="l"/>
            <a:r>
              <a:rPr sz="800" b="0" dirty="0">
                <a:solidFill>
                  <a:schemeClr val="tx1"/>
                </a:solidFill>
              </a:rPr>
              <a:t>[2] K. Sokol, P. Flach, LIMETREE: Consistent and Faithful Surrogate Explanations of Multiple Classes, Electronics 14, 929, 2025.（各クラスの説明を個別に解釈するしかない，Sec. 3）</a:t>
            </a:r>
          </a:p>
          <a:p>
            <a:pPr algn="l"/>
            <a:r>
              <a:rPr sz="800" b="0" dirty="0">
                <a:solidFill>
                  <a:schemeClr val="tx1"/>
                </a:solidFill>
              </a:rPr>
              <a:t>[3] P. Nanavati, R. Prasad, CLIMAX: An Exploration of Classifier-Based Contrastive Explanations, IEEE </a:t>
            </a:r>
            <a:r>
              <a:rPr sz="800" b="0" dirty="0" err="1">
                <a:solidFill>
                  <a:schemeClr val="tx1"/>
                </a:solidFill>
              </a:rPr>
              <a:t>CogMI</a:t>
            </a:r>
            <a:r>
              <a:rPr sz="800" b="0" dirty="0">
                <a:solidFill>
                  <a:schemeClr val="tx1"/>
                </a:solidFill>
              </a:rPr>
              <a:t> 2023.（既存手法は予測クラスを正当化するが，他のクラスとの違いは保証しない）</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a:spLocks noGrp="1"/>
          </p:cNvSpPr>
          <p:nvPr>
            <p:ph type="title" idx="101"/>
          </p:nvPr>
        </p:nvSpPr>
        <p:spPr>
          <a:prstGeom prst="rect">
            <a:avLst/>
          </a:prstGeom>
          <a:noFill/>
          <a:ln/>
        </p:spPr>
        <p:txBody>
          <a:bodyPr wrap="square" lIns="0" tIns="0" rIns="0" bIns="0" rtlCol="0" anchor="ctr"/>
          <a:lstStyle/>
          <a:p>
            <a:pPr marL="0" indent="0" algn="l">
              <a:buNone/>
            </a:pPr>
            <a:r>
              <a:rPr lang="en-US" sz="3000" b="1" dirty="0">
                <a:solidFill>
                  <a:schemeClr val="tx1"/>
                </a:solidFill>
              </a:rPr>
              <a:t>説明をまとめる2つの方向</a:t>
            </a:r>
            <a:endParaRPr lang="en-US" sz="3000" dirty="0"/>
          </a:p>
        </p:txBody>
      </p:sp>
      <p:sp>
        <p:nvSpPr>
          <p:cNvPr id="3" name="Slide Number Placeholder 0"/>
          <p:cNvSpPr>
            <a:spLocks noGrp="1"/>
          </p:cNvSpPr>
          <p:nvPr>
            <p:ph type="sldNum" sz="quarter" idx="4294967295"/>
          </p:nvPr>
        </p:nvSpPr>
        <p:spPr>
          <a:xfrm>
            <a:off x="11064240" y="5515694"/>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5"/>
                </a:solidFill>
              </a:defRPr>
            </a:lvl1pPr>
          </a:lstStyle>
          <a:p>
            <a:pPr algn="r"/>
            <a:fld id="{F7021451-1387-4CA6-816F-3879F97B5CBC}" type="slidenum">
              <a:rPr lang="en-US" b="0"/>
              <a:t>9</a:t>
            </a:fld>
            <a:endParaRPr lang="en-US"/>
          </a:p>
        </p:txBody>
      </p:sp>
      <p:sp>
        <p:nvSpPr>
          <p:cNvPr id="35" name="Shape 32"/>
          <p:cNvSpPr/>
          <p:nvPr/>
        </p:nvSpPr>
        <p:spPr>
          <a:xfrm>
            <a:off x="6400800" y="4133087"/>
            <a:ext cx="5212080" cy="2148840"/>
          </a:xfrm>
          <a:prstGeom prst="roundRect">
            <a:avLst>
              <a:gd name="adj" fmla="val 5581"/>
            </a:avLst>
          </a:prstGeom>
          <a:ln/>
        </p:spPr>
        <p:style>
          <a:lnRef idx="2">
            <a:schemeClr val="accent2"/>
          </a:lnRef>
          <a:fillRef idx="1">
            <a:schemeClr val="lt1"/>
          </a:fillRef>
          <a:effectRef idx="0">
            <a:schemeClr val="accent2"/>
          </a:effectRef>
          <a:fontRef idx="minor">
            <a:schemeClr val="dk1"/>
          </a:fontRef>
        </p:style>
        <p:txBody>
          <a:bodyPr/>
          <a:lstStyle/>
          <a:p>
            <a:endParaRPr lang="ja-JP" altLang="en-US"/>
          </a:p>
        </p:txBody>
      </p:sp>
      <p:sp>
        <p:nvSpPr>
          <p:cNvPr id="36" name="Text 33"/>
          <p:cNvSpPr txBox="1"/>
          <p:nvPr/>
        </p:nvSpPr>
        <p:spPr>
          <a:xfrm>
            <a:off x="6629400" y="4279392"/>
            <a:ext cx="4846320" cy="411480"/>
          </a:xfrm>
          <a:prstGeom prst="rect">
            <a:avLst/>
          </a:prstGeom>
          <a:noFill/>
          <a:ln/>
        </p:spPr>
        <p:txBody>
          <a:bodyPr wrap="square" lIns="0" tIns="0" rIns="0" bIns="0" rtlCol="0" anchor="t"/>
          <a:lstStyle/>
          <a:p>
            <a:pPr marL="0" indent="0">
              <a:buNone/>
            </a:pPr>
            <a:r>
              <a:rPr lang="en-US" sz="1800" b="1" dirty="0" err="1">
                <a:solidFill>
                  <a:schemeClr val="accent1"/>
                </a:solidFill>
              </a:rPr>
              <a:t>クラスをまとめる　この研究の方向</a:t>
            </a:r>
            <a:r>
              <a:rPr lang="en-US" sz="1800" b="1" dirty="0">
                <a:solidFill>
                  <a:schemeClr val="accent1"/>
                </a:solidFill>
              </a:rPr>
              <a:t/>
            </a:r>
            <a:endParaRPr lang="en-US" sz="1800" dirty="0"/>
          </a:p>
        </p:txBody>
      </p:sp>
      <p:sp>
        <p:nvSpPr>
          <p:cNvPr id="37" name="Text 34"/>
          <p:cNvSpPr txBox="1"/>
          <p:nvPr/>
        </p:nvSpPr>
        <p:spPr>
          <a:xfrm>
            <a:off x="6629400" y="4681728"/>
            <a:ext cx="4846320" cy="640080"/>
          </a:xfrm>
          <a:prstGeom prst="rect">
            <a:avLst/>
          </a:prstGeom>
          <a:noFill/>
          <a:ln/>
        </p:spPr>
        <p:txBody>
          <a:bodyPr wrap="square" lIns="0" tIns="0" rIns="0" bIns="0" rtlCol="0" anchor="t"/>
          <a:lstStyle/>
          <a:p>
            <a:pPr marL="0" indent="0">
              <a:buNone/>
            </a:pPr>
            <a:r>
              <a:rPr lang="en-US" sz="1500" dirty="0">
                <a:solidFill>
                  <a:schemeClr val="tx1"/>
                </a:solidFill>
              </a:rPr>
              <a:t>例　クラス0とクラス6を「0から6への移動」にまとめる</a:t>
            </a:r>
            <a:endParaRPr lang="en-US" sz="1500" dirty="0"/>
          </a:p>
        </p:txBody>
      </p:sp>
      <p:sp>
        <p:nvSpPr>
          <p:cNvPr id="38" name="Text 35"/>
          <p:cNvSpPr txBox="1"/>
          <p:nvPr/>
        </p:nvSpPr>
        <p:spPr>
          <a:xfrm>
            <a:off x="6629400" y="5321808"/>
            <a:ext cx="4846320" cy="640080"/>
          </a:xfrm>
          <a:prstGeom prst="rect">
            <a:avLst/>
          </a:prstGeom>
          <a:noFill/>
          <a:ln/>
        </p:spPr>
        <p:txBody>
          <a:bodyPr wrap="square" lIns="0" tIns="0" rIns="0" bIns="0" rtlCol="0" anchor="t"/>
          <a:lstStyle/>
          <a:p>
            <a:pPr marL="0" indent="0">
              <a:buNone/>
            </a:pPr>
            <a:r>
              <a:rPr lang="en-US" sz="1300" dirty="0">
                <a:solidFill>
                  <a:schemeClr val="tx2"/>
                </a:solidFill>
              </a:rPr>
              <a:t>特徴は元のままなので，どの領域が効いたかという読み方は変わらない</a:t>
            </a:r>
            <a:endParaRPr lang="en-US" sz="1300" dirty="0"/>
          </a:p>
        </p:txBody>
      </p:sp>
      <p:sp>
        <p:nvSpPr>
          <p:cNvPr id="39" name="Shape 36"/>
          <p:cNvSpPr/>
          <p:nvPr/>
        </p:nvSpPr>
        <p:spPr>
          <a:xfrm>
            <a:off x="6400800" y="1600200"/>
            <a:ext cx="5212080" cy="1783080"/>
          </a:xfrm>
          <a:prstGeom prst="roundRect">
            <a:avLst>
              <a:gd name="adj" fmla="val 6154"/>
            </a:avLst>
          </a:prstGeom>
          <a:noFill/>
          <a:ln w="12700">
            <a:solidFill>
              <a:schemeClr val="tx1"/>
            </a:solidFill>
            <a:prstDash val="solid"/>
          </a:ln>
        </p:spPr>
        <p:txBody>
          <a:bodyPr/>
          <a:lstStyle/>
          <a:p>
            <a:endParaRPr lang="ja-JP" altLang="en-US"/>
          </a:p>
        </p:txBody>
      </p:sp>
      <p:sp>
        <p:nvSpPr>
          <p:cNvPr id="40" name="Text 37"/>
          <p:cNvSpPr txBox="1"/>
          <p:nvPr/>
        </p:nvSpPr>
        <p:spPr>
          <a:xfrm>
            <a:off x="6629400" y="1737360"/>
            <a:ext cx="4846320" cy="411480"/>
          </a:xfrm>
          <a:prstGeom prst="rect">
            <a:avLst/>
          </a:prstGeom>
          <a:noFill/>
          <a:ln/>
        </p:spPr>
        <p:txBody>
          <a:bodyPr wrap="square" lIns="0" tIns="0" rIns="0" bIns="0" rtlCol="0" anchor="t"/>
          <a:lstStyle/>
          <a:p>
            <a:pPr marL="0" indent="0">
              <a:buNone/>
            </a:pPr>
            <a:r>
              <a:rPr lang="en-US" sz="1800" b="1" dirty="0" err="1">
                <a:solidFill>
                  <a:schemeClr val="tx2"/>
                </a:solidFill>
              </a:rPr>
              <a:t>特徴をまとめる</a:t>
            </a:r>
            <a:r>
              <a:rPr lang="en-US" sz="1800" b="1" dirty="0">
                <a:solidFill>
                  <a:schemeClr val="tx2"/>
                </a:solidFill>
              </a:rPr>
              <a:t>　</a:t>
            </a:r>
            <a:endParaRPr lang="en-US" sz="1800" dirty="0"/>
          </a:p>
        </p:txBody>
      </p:sp>
      <p:sp>
        <p:nvSpPr>
          <p:cNvPr id="41" name="Text 38"/>
          <p:cNvSpPr txBox="1"/>
          <p:nvPr/>
        </p:nvSpPr>
        <p:spPr>
          <a:xfrm>
            <a:off x="6629400" y="2240280"/>
            <a:ext cx="4846320" cy="914400"/>
          </a:xfrm>
          <a:prstGeom prst="rect">
            <a:avLst/>
          </a:prstGeom>
          <a:noFill/>
          <a:ln/>
        </p:spPr>
        <p:txBody>
          <a:bodyPr wrap="square" lIns="0" tIns="0" rIns="0" bIns="0" rtlCol="0" anchor="t"/>
          <a:lstStyle/>
          <a:p>
            <a:pPr marL="0" indent="0">
              <a:buNone/>
            </a:pPr>
            <a:r>
              <a:rPr lang="en-US" sz="1500" dirty="0" err="1">
                <a:solidFill>
                  <a:schemeClr val="tx1"/>
                </a:solidFill>
              </a:rPr>
              <a:t>例</a:t>
            </a:r>
            <a:r>
              <a:rPr lang="en-US" sz="1500" dirty="0">
                <a:solidFill>
                  <a:schemeClr val="tx1"/>
                </a:solidFill>
              </a:rPr>
              <a:t>　</a:t>
            </a:r>
            <a:br>
              <a:rPr lang="en-US" sz="1500" dirty="0">
                <a:solidFill>
                  <a:schemeClr val="tx1"/>
                </a:solidFill>
              </a:rPr>
            </a:br>
            <a:r>
              <a:rPr lang="en-US" sz="1500" dirty="0" err="1">
                <a:solidFill>
                  <a:schemeClr val="tx1"/>
                </a:solidFill>
              </a:rPr>
              <a:t>ピクセルをスーパーピクセルにまとめる</a:t>
            </a:r>
            <a:r>
              <a:rPr lang="en-US" sz="1500" dirty="0">
                <a:solidFill>
                  <a:schemeClr val="tx1"/>
                </a:solidFill>
              </a:rPr>
              <a:t>，</a:t>
            </a:r>
            <a:br>
              <a:rPr lang="en-US" sz="1500" dirty="0">
                <a:solidFill>
                  <a:schemeClr val="tx1"/>
                </a:solidFill>
              </a:rPr>
            </a:br>
            <a:r>
              <a:rPr lang="en-US" sz="1500" dirty="0" err="1">
                <a:solidFill>
                  <a:schemeClr val="tx1"/>
                </a:solidFill>
              </a:rPr>
              <a:t>科目を「理系科目」にまとめる</a:t>
            </a:r>
            <a:endParaRPr lang="en-US" sz="1500" dirty="0"/>
          </a:p>
        </p:txBody>
      </p:sp>
      <p:grpSp>
        <p:nvGrpSpPr>
          <p:cNvPr id="105" name="グループ化 104">
            <a:extLst>
              <a:ext uri="{FF2B5EF4-FFF2-40B4-BE49-F238E27FC236}">
                <a16:creationId xmlns:a16="http://schemas.microsoft.com/office/drawing/2014/main" id="{906947F5-6C85-90B1-6862-50AFD500D113}"/>
              </a:ext>
            </a:extLst>
          </p:cNvPr>
          <p:cNvGrpSpPr/>
          <p:nvPr/>
        </p:nvGrpSpPr>
        <p:grpSpPr>
          <a:xfrm>
            <a:off x="579120" y="1668780"/>
            <a:ext cx="1645920" cy="1645920"/>
            <a:chOff x="-3163824" y="2258568"/>
            <a:chExt cx="3044952" cy="3044952"/>
          </a:xfrm>
        </p:grpSpPr>
        <p:sp>
          <p:nvSpPr>
            <p:cNvPr id="4" name="Shape 2">
              <a:extLst>
                <a:ext uri="{FF2B5EF4-FFF2-40B4-BE49-F238E27FC236}">
                  <a16:creationId xmlns:a16="http://schemas.microsoft.com/office/drawing/2014/main" id="{64231F97-7E62-F54E-A970-05CB02CE9F47}"/>
                </a:ext>
              </a:extLst>
            </p:cNvPr>
            <p:cNvSpPr/>
            <p:nvPr/>
          </p:nvSpPr>
          <p:spPr>
            <a:xfrm>
              <a:off x="-3163824" y="2258568"/>
              <a:ext cx="356616" cy="356616"/>
            </a:xfrm>
            <a:prstGeom prst="rect">
              <a:avLst/>
            </a:prstGeom>
            <a:solidFill>
              <a:schemeClr val="tx1">
                <a:alpha val="0"/>
              </a:schemeClr>
            </a:solidFill>
            <a:ln w="6350">
              <a:solidFill>
                <a:schemeClr val="bg1"/>
              </a:solidFill>
              <a:prstDash val="solid"/>
            </a:ln>
          </p:spPr>
          <p:txBody>
            <a:bodyPr/>
            <a:lstStyle/>
            <a:p>
              <a:endParaRPr lang="ja-JP" altLang="en-US"/>
            </a:p>
          </p:txBody>
        </p:sp>
        <p:sp>
          <p:nvSpPr>
            <p:cNvPr id="42" name="Shape 3">
              <a:extLst>
                <a:ext uri="{FF2B5EF4-FFF2-40B4-BE49-F238E27FC236}">
                  <a16:creationId xmlns:a16="http://schemas.microsoft.com/office/drawing/2014/main" id="{FEE11916-77DB-FB6E-6A78-2289103C0F55}"/>
                </a:ext>
              </a:extLst>
            </p:cNvPr>
            <p:cNvSpPr/>
            <p:nvPr/>
          </p:nvSpPr>
          <p:spPr>
            <a:xfrm>
              <a:off x="-2779776" y="2258568"/>
              <a:ext cx="356616" cy="356616"/>
            </a:xfrm>
            <a:prstGeom prst="rect">
              <a:avLst/>
            </a:prstGeom>
            <a:solidFill>
              <a:schemeClr val="tx1">
                <a:alpha val="0"/>
              </a:schemeClr>
            </a:solidFill>
            <a:ln w="6350">
              <a:solidFill>
                <a:schemeClr val="bg1"/>
              </a:solidFill>
              <a:prstDash val="solid"/>
            </a:ln>
          </p:spPr>
          <p:txBody>
            <a:bodyPr/>
            <a:lstStyle/>
            <a:p>
              <a:endParaRPr lang="ja-JP" altLang="en-US"/>
            </a:p>
          </p:txBody>
        </p:sp>
        <p:sp>
          <p:nvSpPr>
            <p:cNvPr id="43" name="Shape 4">
              <a:extLst>
                <a:ext uri="{FF2B5EF4-FFF2-40B4-BE49-F238E27FC236}">
                  <a16:creationId xmlns:a16="http://schemas.microsoft.com/office/drawing/2014/main" id="{AE019B4F-4154-541E-A2B2-A006105C4962}"/>
                </a:ext>
              </a:extLst>
            </p:cNvPr>
            <p:cNvSpPr/>
            <p:nvPr/>
          </p:nvSpPr>
          <p:spPr>
            <a:xfrm>
              <a:off x="-2395728" y="2258568"/>
              <a:ext cx="356616" cy="356616"/>
            </a:xfrm>
            <a:prstGeom prst="rect">
              <a:avLst/>
            </a:prstGeom>
            <a:solidFill>
              <a:schemeClr val="tx2">
                <a:lumMod val="75000"/>
                <a:lumOff val="25000"/>
              </a:schemeClr>
            </a:solidFill>
            <a:ln w="6350">
              <a:solidFill>
                <a:schemeClr val="bg1"/>
              </a:solidFill>
              <a:prstDash val="solid"/>
            </a:ln>
          </p:spPr>
          <p:txBody>
            <a:bodyPr/>
            <a:lstStyle/>
            <a:p>
              <a:endParaRPr lang="ja-JP" altLang="en-US"/>
            </a:p>
          </p:txBody>
        </p:sp>
        <p:sp>
          <p:nvSpPr>
            <p:cNvPr id="44" name="Shape 5">
              <a:extLst>
                <a:ext uri="{FF2B5EF4-FFF2-40B4-BE49-F238E27FC236}">
                  <a16:creationId xmlns:a16="http://schemas.microsoft.com/office/drawing/2014/main" id="{25594611-FAD9-EF7A-9463-F87822790C55}"/>
                </a:ext>
              </a:extLst>
            </p:cNvPr>
            <p:cNvSpPr/>
            <p:nvPr/>
          </p:nvSpPr>
          <p:spPr>
            <a:xfrm>
              <a:off x="-2011680" y="2258568"/>
              <a:ext cx="356616" cy="356616"/>
            </a:xfrm>
            <a:prstGeom prst="rect">
              <a:avLst/>
            </a:prstGeom>
            <a:solidFill>
              <a:schemeClr val="accent2"/>
            </a:solidFill>
            <a:ln w="6350">
              <a:solidFill>
                <a:schemeClr val="bg1"/>
              </a:solidFill>
              <a:prstDash val="solid"/>
            </a:ln>
          </p:spPr>
          <p:txBody>
            <a:bodyPr/>
            <a:lstStyle/>
            <a:p>
              <a:endParaRPr lang="ja-JP" altLang="en-US"/>
            </a:p>
          </p:txBody>
        </p:sp>
        <p:sp>
          <p:nvSpPr>
            <p:cNvPr id="45" name="Shape 6">
              <a:extLst>
                <a:ext uri="{FF2B5EF4-FFF2-40B4-BE49-F238E27FC236}">
                  <a16:creationId xmlns:a16="http://schemas.microsoft.com/office/drawing/2014/main" id="{D764C8C5-A6A6-C794-FCCB-0990CE08629D}"/>
                </a:ext>
              </a:extLst>
            </p:cNvPr>
            <p:cNvSpPr/>
            <p:nvPr/>
          </p:nvSpPr>
          <p:spPr>
            <a:xfrm>
              <a:off x="-1627632" y="2258568"/>
              <a:ext cx="356616" cy="356616"/>
            </a:xfrm>
            <a:prstGeom prst="rect">
              <a:avLst/>
            </a:prstGeom>
            <a:solidFill>
              <a:schemeClr val="accent2"/>
            </a:solidFill>
            <a:ln w="6350">
              <a:solidFill>
                <a:schemeClr val="bg1"/>
              </a:solidFill>
              <a:prstDash val="solid"/>
            </a:ln>
          </p:spPr>
          <p:txBody>
            <a:bodyPr/>
            <a:lstStyle/>
            <a:p>
              <a:endParaRPr lang="ja-JP" altLang="en-US"/>
            </a:p>
          </p:txBody>
        </p:sp>
        <p:sp>
          <p:nvSpPr>
            <p:cNvPr id="46" name="Shape 7">
              <a:extLst>
                <a:ext uri="{FF2B5EF4-FFF2-40B4-BE49-F238E27FC236}">
                  <a16:creationId xmlns:a16="http://schemas.microsoft.com/office/drawing/2014/main" id="{ED7602DB-12B9-5F13-5E7C-7A683CCC98F2}"/>
                </a:ext>
              </a:extLst>
            </p:cNvPr>
            <p:cNvSpPr/>
            <p:nvPr/>
          </p:nvSpPr>
          <p:spPr>
            <a:xfrm>
              <a:off x="-1243584" y="2258568"/>
              <a:ext cx="356616" cy="356616"/>
            </a:xfrm>
            <a:prstGeom prst="rect">
              <a:avLst/>
            </a:prstGeom>
            <a:solidFill>
              <a:schemeClr val="accent2"/>
            </a:solidFill>
            <a:ln w="6350">
              <a:solidFill>
                <a:schemeClr val="bg1"/>
              </a:solidFill>
              <a:prstDash val="solid"/>
            </a:ln>
          </p:spPr>
          <p:txBody>
            <a:bodyPr/>
            <a:lstStyle/>
            <a:p>
              <a:endParaRPr lang="ja-JP" altLang="en-US"/>
            </a:p>
          </p:txBody>
        </p:sp>
        <p:sp>
          <p:nvSpPr>
            <p:cNvPr id="47" name="Shape 8">
              <a:extLst>
                <a:ext uri="{FF2B5EF4-FFF2-40B4-BE49-F238E27FC236}">
                  <a16:creationId xmlns:a16="http://schemas.microsoft.com/office/drawing/2014/main" id="{08B129EE-68F7-4701-D28C-FEDBAB64E347}"/>
                </a:ext>
              </a:extLst>
            </p:cNvPr>
            <p:cNvSpPr/>
            <p:nvPr/>
          </p:nvSpPr>
          <p:spPr>
            <a:xfrm>
              <a:off x="-859536" y="2258568"/>
              <a:ext cx="356616" cy="356616"/>
            </a:xfrm>
            <a:prstGeom prst="rect">
              <a:avLst/>
            </a:prstGeom>
            <a:solidFill>
              <a:schemeClr val="tx1">
                <a:alpha val="0"/>
              </a:schemeClr>
            </a:solidFill>
            <a:ln w="6350">
              <a:solidFill>
                <a:schemeClr val="bg1"/>
              </a:solidFill>
              <a:prstDash val="solid"/>
            </a:ln>
          </p:spPr>
          <p:txBody>
            <a:bodyPr/>
            <a:lstStyle/>
            <a:p>
              <a:endParaRPr lang="ja-JP" altLang="en-US"/>
            </a:p>
          </p:txBody>
        </p:sp>
        <p:sp>
          <p:nvSpPr>
            <p:cNvPr id="48" name="Shape 9">
              <a:extLst>
                <a:ext uri="{FF2B5EF4-FFF2-40B4-BE49-F238E27FC236}">
                  <a16:creationId xmlns:a16="http://schemas.microsoft.com/office/drawing/2014/main" id="{E8F968D3-C7FF-21A4-5010-DC357EF5B6A0}"/>
                </a:ext>
              </a:extLst>
            </p:cNvPr>
            <p:cNvSpPr/>
            <p:nvPr/>
          </p:nvSpPr>
          <p:spPr>
            <a:xfrm>
              <a:off x="-475488" y="2258568"/>
              <a:ext cx="356616" cy="356616"/>
            </a:xfrm>
            <a:prstGeom prst="rect">
              <a:avLst/>
            </a:prstGeom>
            <a:solidFill>
              <a:schemeClr val="tx1">
                <a:alpha val="0"/>
              </a:schemeClr>
            </a:solidFill>
            <a:ln w="6350">
              <a:solidFill>
                <a:schemeClr val="bg1"/>
              </a:solidFill>
              <a:prstDash val="solid"/>
            </a:ln>
          </p:spPr>
          <p:txBody>
            <a:bodyPr/>
            <a:lstStyle/>
            <a:p>
              <a:endParaRPr lang="ja-JP" altLang="en-US"/>
            </a:p>
          </p:txBody>
        </p:sp>
        <p:sp>
          <p:nvSpPr>
            <p:cNvPr id="49" name="Shape 10">
              <a:extLst>
                <a:ext uri="{FF2B5EF4-FFF2-40B4-BE49-F238E27FC236}">
                  <a16:creationId xmlns:a16="http://schemas.microsoft.com/office/drawing/2014/main" id="{E9118F6A-6B24-09AC-7A4A-BAE76A12FCB4}"/>
                </a:ext>
              </a:extLst>
            </p:cNvPr>
            <p:cNvSpPr/>
            <p:nvPr/>
          </p:nvSpPr>
          <p:spPr>
            <a:xfrm>
              <a:off x="-3163824" y="2642616"/>
              <a:ext cx="356616" cy="356616"/>
            </a:xfrm>
            <a:prstGeom prst="rect">
              <a:avLst/>
            </a:prstGeom>
            <a:solidFill>
              <a:schemeClr val="tx1">
                <a:alpha val="0"/>
              </a:schemeClr>
            </a:solidFill>
            <a:ln w="6350">
              <a:solidFill>
                <a:schemeClr val="bg1"/>
              </a:solidFill>
              <a:prstDash val="solid"/>
            </a:ln>
          </p:spPr>
          <p:txBody>
            <a:bodyPr/>
            <a:lstStyle/>
            <a:p>
              <a:endParaRPr lang="ja-JP" altLang="en-US"/>
            </a:p>
          </p:txBody>
        </p:sp>
        <p:sp>
          <p:nvSpPr>
            <p:cNvPr id="50" name="Shape 11">
              <a:extLst>
                <a:ext uri="{FF2B5EF4-FFF2-40B4-BE49-F238E27FC236}">
                  <a16:creationId xmlns:a16="http://schemas.microsoft.com/office/drawing/2014/main" id="{24081B71-8983-DFE9-8A83-20378831EF9E}"/>
                </a:ext>
              </a:extLst>
            </p:cNvPr>
            <p:cNvSpPr/>
            <p:nvPr/>
          </p:nvSpPr>
          <p:spPr>
            <a:xfrm>
              <a:off x="-2779776" y="2642616"/>
              <a:ext cx="356616" cy="356616"/>
            </a:xfrm>
            <a:prstGeom prst="rect">
              <a:avLst/>
            </a:prstGeom>
            <a:solidFill>
              <a:schemeClr val="tx1">
                <a:alpha val="0"/>
              </a:schemeClr>
            </a:solidFill>
            <a:ln w="6350">
              <a:solidFill>
                <a:schemeClr val="bg1"/>
              </a:solidFill>
              <a:prstDash val="solid"/>
            </a:ln>
          </p:spPr>
          <p:txBody>
            <a:bodyPr/>
            <a:lstStyle/>
            <a:p>
              <a:endParaRPr lang="ja-JP" altLang="en-US"/>
            </a:p>
          </p:txBody>
        </p:sp>
        <p:sp>
          <p:nvSpPr>
            <p:cNvPr id="51" name="Shape 12">
              <a:extLst>
                <a:ext uri="{FF2B5EF4-FFF2-40B4-BE49-F238E27FC236}">
                  <a16:creationId xmlns:a16="http://schemas.microsoft.com/office/drawing/2014/main" id="{1F1B9034-C243-ED30-1C60-E14806664CEB}"/>
                </a:ext>
              </a:extLst>
            </p:cNvPr>
            <p:cNvSpPr/>
            <p:nvPr/>
          </p:nvSpPr>
          <p:spPr>
            <a:xfrm>
              <a:off x="-2395728" y="2642616"/>
              <a:ext cx="356616" cy="356616"/>
            </a:xfrm>
            <a:prstGeom prst="rect">
              <a:avLst/>
            </a:prstGeom>
            <a:solidFill>
              <a:schemeClr val="accent2">
                <a:lumMod val="75000"/>
              </a:schemeClr>
            </a:solidFill>
            <a:ln w="6350">
              <a:solidFill>
                <a:schemeClr val="bg1"/>
              </a:solidFill>
              <a:prstDash val="solid"/>
            </a:ln>
          </p:spPr>
          <p:txBody>
            <a:bodyPr/>
            <a:lstStyle/>
            <a:p>
              <a:endParaRPr lang="ja-JP" altLang="en-US"/>
            </a:p>
          </p:txBody>
        </p:sp>
        <p:sp>
          <p:nvSpPr>
            <p:cNvPr id="52" name="Shape 13">
              <a:extLst>
                <a:ext uri="{FF2B5EF4-FFF2-40B4-BE49-F238E27FC236}">
                  <a16:creationId xmlns:a16="http://schemas.microsoft.com/office/drawing/2014/main" id="{DE5A8726-E777-C377-936A-F69EA0050C6B}"/>
                </a:ext>
              </a:extLst>
            </p:cNvPr>
            <p:cNvSpPr/>
            <p:nvPr/>
          </p:nvSpPr>
          <p:spPr>
            <a:xfrm>
              <a:off x="-2011680" y="2642616"/>
              <a:ext cx="356616" cy="356616"/>
            </a:xfrm>
            <a:prstGeom prst="rect">
              <a:avLst/>
            </a:prstGeom>
            <a:solidFill>
              <a:schemeClr val="tx2">
                <a:lumMod val="75000"/>
                <a:lumOff val="25000"/>
              </a:schemeClr>
            </a:solidFill>
            <a:ln w="6350">
              <a:solidFill>
                <a:schemeClr val="bg1"/>
              </a:solidFill>
              <a:prstDash val="solid"/>
            </a:ln>
          </p:spPr>
          <p:txBody>
            <a:bodyPr/>
            <a:lstStyle/>
            <a:p>
              <a:endParaRPr lang="ja-JP" altLang="en-US"/>
            </a:p>
          </p:txBody>
        </p:sp>
        <p:sp>
          <p:nvSpPr>
            <p:cNvPr id="53" name="Shape 14">
              <a:extLst>
                <a:ext uri="{FF2B5EF4-FFF2-40B4-BE49-F238E27FC236}">
                  <a16:creationId xmlns:a16="http://schemas.microsoft.com/office/drawing/2014/main" id="{E54BB9D7-481B-06EF-1846-39369E2207B8}"/>
                </a:ext>
              </a:extLst>
            </p:cNvPr>
            <p:cNvSpPr/>
            <p:nvPr/>
          </p:nvSpPr>
          <p:spPr>
            <a:xfrm>
              <a:off x="-1627632" y="2642616"/>
              <a:ext cx="356616" cy="356616"/>
            </a:xfrm>
            <a:prstGeom prst="rect">
              <a:avLst/>
            </a:prstGeom>
            <a:solidFill>
              <a:schemeClr val="tx2">
                <a:lumMod val="75000"/>
                <a:lumOff val="25000"/>
              </a:schemeClr>
            </a:solidFill>
            <a:ln w="6350">
              <a:solidFill>
                <a:schemeClr val="bg1"/>
              </a:solidFill>
              <a:prstDash val="solid"/>
            </a:ln>
          </p:spPr>
          <p:txBody>
            <a:bodyPr/>
            <a:lstStyle/>
            <a:p>
              <a:endParaRPr lang="ja-JP" altLang="en-US"/>
            </a:p>
          </p:txBody>
        </p:sp>
        <p:sp>
          <p:nvSpPr>
            <p:cNvPr id="54" name="Shape 15">
              <a:extLst>
                <a:ext uri="{FF2B5EF4-FFF2-40B4-BE49-F238E27FC236}">
                  <a16:creationId xmlns:a16="http://schemas.microsoft.com/office/drawing/2014/main" id="{F37E270D-9044-36EA-227A-31E5AF620A4B}"/>
                </a:ext>
              </a:extLst>
            </p:cNvPr>
            <p:cNvSpPr/>
            <p:nvPr/>
          </p:nvSpPr>
          <p:spPr>
            <a:xfrm>
              <a:off x="-1243584" y="2642616"/>
              <a:ext cx="356616" cy="356616"/>
            </a:xfrm>
            <a:prstGeom prst="rect">
              <a:avLst/>
            </a:prstGeom>
            <a:solidFill>
              <a:schemeClr val="accent2"/>
            </a:solidFill>
            <a:ln w="6350">
              <a:solidFill>
                <a:schemeClr val="bg1"/>
              </a:solidFill>
              <a:prstDash val="solid"/>
            </a:ln>
          </p:spPr>
          <p:txBody>
            <a:bodyPr/>
            <a:lstStyle/>
            <a:p>
              <a:endParaRPr lang="ja-JP" altLang="en-US"/>
            </a:p>
          </p:txBody>
        </p:sp>
        <p:sp>
          <p:nvSpPr>
            <p:cNvPr id="55" name="Shape 16">
              <a:extLst>
                <a:ext uri="{FF2B5EF4-FFF2-40B4-BE49-F238E27FC236}">
                  <a16:creationId xmlns:a16="http://schemas.microsoft.com/office/drawing/2014/main" id="{D2805A79-A8D6-CA4E-B7F2-155A6285385B}"/>
                </a:ext>
              </a:extLst>
            </p:cNvPr>
            <p:cNvSpPr/>
            <p:nvPr/>
          </p:nvSpPr>
          <p:spPr>
            <a:xfrm>
              <a:off x="-859536" y="2642616"/>
              <a:ext cx="356616" cy="356616"/>
            </a:xfrm>
            <a:prstGeom prst="rect">
              <a:avLst/>
            </a:prstGeom>
            <a:solidFill>
              <a:schemeClr val="tx1">
                <a:alpha val="0"/>
              </a:schemeClr>
            </a:solidFill>
            <a:ln w="6350">
              <a:solidFill>
                <a:schemeClr val="bg1"/>
              </a:solidFill>
              <a:prstDash val="solid"/>
            </a:ln>
          </p:spPr>
          <p:txBody>
            <a:bodyPr/>
            <a:lstStyle/>
            <a:p>
              <a:endParaRPr lang="ja-JP" altLang="en-US"/>
            </a:p>
          </p:txBody>
        </p:sp>
        <p:sp>
          <p:nvSpPr>
            <p:cNvPr id="56" name="Shape 17">
              <a:extLst>
                <a:ext uri="{FF2B5EF4-FFF2-40B4-BE49-F238E27FC236}">
                  <a16:creationId xmlns:a16="http://schemas.microsoft.com/office/drawing/2014/main" id="{131ECB79-9FFC-58F3-1FC2-9CB75CEE5617}"/>
                </a:ext>
              </a:extLst>
            </p:cNvPr>
            <p:cNvSpPr/>
            <p:nvPr/>
          </p:nvSpPr>
          <p:spPr>
            <a:xfrm>
              <a:off x="-475488" y="2642616"/>
              <a:ext cx="356616" cy="356616"/>
            </a:xfrm>
            <a:prstGeom prst="rect">
              <a:avLst/>
            </a:prstGeom>
            <a:solidFill>
              <a:schemeClr val="tx1">
                <a:alpha val="0"/>
              </a:schemeClr>
            </a:solidFill>
            <a:ln w="6350">
              <a:solidFill>
                <a:schemeClr val="bg1"/>
              </a:solidFill>
              <a:prstDash val="solid"/>
            </a:ln>
          </p:spPr>
          <p:txBody>
            <a:bodyPr/>
            <a:lstStyle/>
            <a:p>
              <a:endParaRPr lang="ja-JP" altLang="en-US"/>
            </a:p>
          </p:txBody>
        </p:sp>
        <p:sp>
          <p:nvSpPr>
            <p:cNvPr id="57" name="Shape 18">
              <a:extLst>
                <a:ext uri="{FF2B5EF4-FFF2-40B4-BE49-F238E27FC236}">
                  <a16:creationId xmlns:a16="http://schemas.microsoft.com/office/drawing/2014/main" id="{A38D4CC3-4792-7D4F-22C0-5859CBF24293}"/>
                </a:ext>
              </a:extLst>
            </p:cNvPr>
            <p:cNvSpPr/>
            <p:nvPr/>
          </p:nvSpPr>
          <p:spPr>
            <a:xfrm>
              <a:off x="-3163824" y="3026664"/>
              <a:ext cx="356616" cy="356616"/>
            </a:xfrm>
            <a:prstGeom prst="rect">
              <a:avLst/>
            </a:prstGeom>
            <a:solidFill>
              <a:schemeClr val="tx1">
                <a:alpha val="0"/>
              </a:schemeClr>
            </a:solidFill>
            <a:ln w="6350">
              <a:solidFill>
                <a:schemeClr val="bg1"/>
              </a:solidFill>
              <a:prstDash val="solid"/>
            </a:ln>
          </p:spPr>
          <p:txBody>
            <a:bodyPr/>
            <a:lstStyle/>
            <a:p>
              <a:endParaRPr lang="ja-JP" altLang="en-US"/>
            </a:p>
          </p:txBody>
        </p:sp>
        <p:sp>
          <p:nvSpPr>
            <p:cNvPr id="58" name="Shape 19">
              <a:extLst>
                <a:ext uri="{FF2B5EF4-FFF2-40B4-BE49-F238E27FC236}">
                  <a16:creationId xmlns:a16="http://schemas.microsoft.com/office/drawing/2014/main" id="{8AE219C5-CF25-1EEF-467F-71BD4A16ED05}"/>
                </a:ext>
              </a:extLst>
            </p:cNvPr>
            <p:cNvSpPr/>
            <p:nvPr/>
          </p:nvSpPr>
          <p:spPr>
            <a:xfrm>
              <a:off x="-2779776" y="3026664"/>
              <a:ext cx="356616" cy="356616"/>
            </a:xfrm>
            <a:prstGeom prst="rect">
              <a:avLst/>
            </a:prstGeom>
            <a:solidFill>
              <a:schemeClr val="tx1">
                <a:alpha val="0"/>
              </a:schemeClr>
            </a:solidFill>
            <a:ln w="6350">
              <a:solidFill>
                <a:schemeClr val="bg1"/>
              </a:solidFill>
              <a:prstDash val="solid"/>
            </a:ln>
          </p:spPr>
          <p:txBody>
            <a:bodyPr/>
            <a:lstStyle/>
            <a:p>
              <a:endParaRPr lang="ja-JP" altLang="en-US"/>
            </a:p>
          </p:txBody>
        </p:sp>
        <p:sp>
          <p:nvSpPr>
            <p:cNvPr id="59" name="Shape 20">
              <a:extLst>
                <a:ext uri="{FF2B5EF4-FFF2-40B4-BE49-F238E27FC236}">
                  <a16:creationId xmlns:a16="http://schemas.microsoft.com/office/drawing/2014/main" id="{48504825-9275-D6EA-617D-909A31FAF939}"/>
                </a:ext>
              </a:extLst>
            </p:cNvPr>
            <p:cNvSpPr/>
            <p:nvPr/>
          </p:nvSpPr>
          <p:spPr>
            <a:xfrm>
              <a:off x="-2395728" y="3026664"/>
              <a:ext cx="356616" cy="356616"/>
            </a:xfrm>
            <a:prstGeom prst="rect">
              <a:avLst/>
            </a:prstGeom>
            <a:solidFill>
              <a:schemeClr val="accent2">
                <a:lumMod val="40000"/>
                <a:lumOff val="60000"/>
              </a:schemeClr>
            </a:solidFill>
            <a:ln w="6350">
              <a:solidFill>
                <a:schemeClr val="bg1"/>
              </a:solidFill>
              <a:prstDash val="solid"/>
            </a:ln>
          </p:spPr>
          <p:txBody>
            <a:bodyPr/>
            <a:lstStyle/>
            <a:p>
              <a:endParaRPr lang="ja-JP" altLang="en-US"/>
            </a:p>
          </p:txBody>
        </p:sp>
        <p:sp>
          <p:nvSpPr>
            <p:cNvPr id="60" name="Shape 21">
              <a:extLst>
                <a:ext uri="{FF2B5EF4-FFF2-40B4-BE49-F238E27FC236}">
                  <a16:creationId xmlns:a16="http://schemas.microsoft.com/office/drawing/2014/main" id="{4F8F3FCE-D381-7C76-1A5E-E1E1FDCE2A3D}"/>
                </a:ext>
              </a:extLst>
            </p:cNvPr>
            <p:cNvSpPr/>
            <p:nvPr/>
          </p:nvSpPr>
          <p:spPr>
            <a:xfrm>
              <a:off x="-2011680" y="3026664"/>
              <a:ext cx="356616" cy="356616"/>
            </a:xfrm>
            <a:prstGeom prst="rect">
              <a:avLst/>
            </a:prstGeom>
            <a:solidFill>
              <a:schemeClr val="accent2">
                <a:lumMod val="60000"/>
                <a:lumOff val="40000"/>
                <a:alpha val="56000"/>
              </a:schemeClr>
            </a:solidFill>
            <a:ln w="6350">
              <a:solidFill>
                <a:schemeClr val="bg1"/>
              </a:solidFill>
              <a:prstDash val="solid"/>
            </a:ln>
          </p:spPr>
          <p:txBody>
            <a:bodyPr/>
            <a:lstStyle/>
            <a:p>
              <a:endParaRPr lang="ja-JP" altLang="en-US"/>
            </a:p>
          </p:txBody>
        </p:sp>
        <p:sp>
          <p:nvSpPr>
            <p:cNvPr id="61" name="Shape 22">
              <a:extLst>
                <a:ext uri="{FF2B5EF4-FFF2-40B4-BE49-F238E27FC236}">
                  <a16:creationId xmlns:a16="http://schemas.microsoft.com/office/drawing/2014/main" id="{411B245E-1FC9-9853-022F-50DDB07F69DB}"/>
                </a:ext>
              </a:extLst>
            </p:cNvPr>
            <p:cNvSpPr/>
            <p:nvPr/>
          </p:nvSpPr>
          <p:spPr>
            <a:xfrm>
              <a:off x="-1627632" y="3026664"/>
              <a:ext cx="356616" cy="356616"/>
            </a:xfrm>
            <a:prstGeom prst="rect">
              <a:avLst/>
            </a:prstGeom>
            <a:solidFill>
              <a:schemeClr val="tx1">
                <a:alpha val="6000"/>
              </a:schemeClr>
            </a:solidFill>
            <a:ln w="6350">
              <a:solidFill>
                <a:schemeClr val="bg1"/>
              </a:solidFill>
              <a:prstDash val="solid"/>
            </a:ln>
          </p:spPr>
          <p:txBody>
            <a:bodyPr/>
            <a:lstStyle/>
            <a:p>
              <a:endParaRPr lang="ja-JP" altLang="en-US"/>
            </a:p>
          </p:txBody>
        </p:sp>
        <p:sp>
          <p:nvSpPr>
            <p:cNvPr id="62" name="Shape 23">
              <a:extLst>
                <a:ext uri="{FF2B5EF4-FFF2-40B4-BE49-F238E27FC236}">
                  <a16:creationId xmlns:a16="http://schemas.microsoft.com/office/drawing/2014/main" id="{78702B51-1E6D-7D2D-D0ED-9E765F56C64B}"/>
                </a:ext>
              </a:extLst>
            </p:cNvPr>
            <p:cNvSpPr/>
            <p:nvPr/>
          </p:nvSpPr>
          <p:spPr>
            <a:xfrm>
              <a:off x="-1243584" y="3026664"/>
              <a:ext cx="356616" cy="356616"/>
            </a:xfrm>
            <a:prstGeom prst="rect">
              <a:avLst/>
            </a:prstGeom>
            <a:solidFill>
              <a:schemeClr val="accent1">
                <a:lumMod val="60000"/>
                <a:lumOff val="40000"/>
              </a:schemeClr>
            </a:solidFill>
            <a:ln w="6350">
              <a:solidFill>
                <a:schemeClr val="bg1"/>
              </a:solidFill>
              <a:prstDash val="solid"/>
            </a:ln>
          </p:spPr>
          <p:txBody>
            <a:bodyPr/>
            <a:lstStyle/>
            <a:p>
              <a:endParaRPr lang="ja-JP" altLang="en-US"/>
            </a:p>
          </p:txBody>
        </p:sp>
        <p:sp>
          <p:nvSpPr>
            <p:cNvPr id="63" name="Shape 24">
              <a:extLst>
                <a:ext uri="{FF2B5EF4-FFF2-40B4-BE49-F238E27FC236}">
                  <a16:creationId xmlns:a16="http://schemas.microsoft.com/office/drawing/2014/main" id="{CD7E8353-6BAD-6C7D-D63F-9D89744A7524}"/>
                </a:ext>
              </a:extLst>
            </p:cNvPr>
            <p:cNvSpPr/>
            <p:nvPr/>
          </p:nvSpPr>
          <p:spPr>
            <a:xfrm>
              <a:off x="-859536" y="3026664"/>
              <a:ext cx="356616" cy="356616"/>
            </a:xfrm>
            <a:prstGeom prst="rect">
              <a:avLst/>
            </a:prstGeom>
            <a:solidFill>
              <a:schemeClr val="tx1">
                <a:alpha val="0"/>
              </a:schemeClr>
            </a:solidFill>
            <a:ln w="6350">
              <a:solidFill>
                <a:schemeClr val="bg1"/>
              </a:solidFill>
              <a:prstDash val="solid"/>
            </a:ln>
          </p:spPr>
          <p:txBody>
            <a:bodyPr/>
            <a:lstStyle/>
            <a:p>
              <a:endParaRPr lang="ja-JP" altLang="en-US"/>
            </a:p>
          </p:txBody>
        </p:sp>
        <p:sp>
          <p:nvSpPr>
            <p:cNvPr id="64" name="Shape 25">
              <a:extLst>
                <a:ext uri="{FF2B5EF4-FFF2-40B4-BE49-F238E27FC236}">
                  <a16:creationId xmlns:a16="http://schemas.microsoft.com/office/drawing/2014/main" id="{0E8F5E0B-D1DB-BC84-72AB-29CA9AC3E767}"/>
                </a:ext>
              </a:extLst>
            </p:cNvPr>
            <p:cNvSpPr/>
            <p:nvPr/>
          </p:nvSpPr>
          <p:spPr>
            <a:xfrm>
              <a:off x="-475488" y="3026664"/>
              <a:ext cx="356616" cy="356616"/>
            </a:xfrm>
            <a:prstGeom prst="rect">
              <a:avLst/>
            </a:prstGeom>
            <a:solidFill>
              <a:schemeClr val="tx1">
                <a:alpha val="0"/>
              </a:schemeClr>
            </a:solidFill>
            <a:ln w="6350">
              <a:solidFill>
                <a:schemeClr val="bg1"/>
              </a:solidFill>
              <a:prstDash val="solid"/>
            </a:ln>
          </p:spPr>
          <p:txBody>
            <a:bodyPr/>
            <a:lstStyle/>
            <a:p>
              <a:endParaRPr lang="ja-JP" altLang="en-US"/>
            </a:p>
          </p:txBody>
        </p:sp>
        <p:sp>
          <p:nvSpPr>
            <p:cNvPr id="65" name="Shape 26">
              <a:extLst>
                <a:ext uri="{FF2B5EF4-FFF2-40B4-BE49-F238E27FC236}">
                  <a16:creationId xmlns:a16="http://schemas.microsoft.com/office/drawing/2014/main" id="{DA495841-E396-3C30-6AEB-232232737D6F}"/>
                </a:ext>
              </a:extLst>
            </p:cNvPr>
            <p:cNvSpPr/>
            <p:nvPr/>
          </p:nvSpPr>
          <p:spPr>
            <a:xfrm>
              <a:off x="-3163824" y="3410712"/>
              <a:ext cx="356616" cy="356616"/>
            </a:xfrm>
            <a:prstGeom prst="rect">
              <a:avLst/>
            </a:prstGeom>
            <a:solidFill>
              <a:schemeClr val="tx1">
                <a:alpha val="0"/>
              </a:schemeClr>
            </a:solidFill>
            <a:ln w="6350">
              <a:solidFill>
                <a:schemeClr val="bg1"/>
              </a:solidFill>
              <a:prstDash val="solid"/>
            </a:ln>
          </p:spPr>
          <p:txBody>
            <a:bodyPr/>
            <a:lstStyle/>
            <a:p>
              <a:endParaRPr lang="ja-JP" altLang="en-US"/>
            </a:p>
          </p:txBody>
        </p:sp>
        <p:sp>
          <p:nvSpPr>
            <p:cNvPr id="66" name="Shape 27">
              <a:extLst>
                <a:ext uri="{FF2B5EF4-FFF2-40B4-BE49-F238E27FC236}">
                  <a16:creationId xmlns:a16="http://schemas.microsoft.com/office/drawing/2014/main" id="{06A83330-A0E1-5C3B-1DC5-087DD2893FC9}"/>
                </a:ext>
              </a:extLst>
            </p:cNvPr>
            <p:cNvSpPr/>
            <p:nvPr/>
          </p:nvSpPr>
          <p:spPr>
            <a:xfrm>
              <a:off x="-2779776" y="3410712"/>
              <a:ext cx="356616" cy="356616"/>
            </a:xfrm>
            <a:prstGeom prst="rect">
              <a:avLst/>
            </a:prstGeom>
            <a:solidFill>
              <a:schemeClr val="tx2">
                <a:lumMod val="75000"/>
                <a:lumOff val="25000"/>
              </a:schemeClr>
            </a:solidFill>
            <a:ln w="6350">
              <a:solidFill>
                <a:schemeClr val="bg1"/>
              </a:solidFill>
              <a:prstDash val="solid"/>
            </a:ln>
          </p:spPr>
          <p:txBody>
            <a:bodyPr/>
            <a:lstStyle/>
            <a:p>
              <a:endParaRPr lang="ja-JP" altLang="en-US"/>
            </a:p>
          </p:txBody>
        </p:sp>
        <p:sp>
          <p:nvSpPr>
            <p:cNvPr id="67" name="Shape 28">
              <a:extLst>
                <a:ext uri="{FF2B5EF4-FFF2-40B4-BE49-F238E27FC236}">
                  <a16:creationId xmlns:a16="http://schemas.microsoft.com/office/drawing/2014/main" id="{2EAAAFDC-FA39-019F-6E87-8C8F3462B887}"/>
                </a:ext>
              </a:extLst>
            </p:cNvPr>
            <p:cNvSpPr/>
            <p:nvPr/>
          </p:nvSpPr>
          <p:spPr>
            <a:xfrm>
              <a:off x="-2395728" y="3410712"/>
              <a:ext cx="356616" cy="356616"/>
            </a:xfrm>
            <a:prstGeom prst="rect">
              <a:avLst/>
            </a:prstGeom>
            <a:solidFill>
              <a:schemeClr val="accent1">
                <a:lumMod val="40000"/>
                <a:lumOff val="60000"/>
              </a:schemeClr>
            </a:solidFill>
            <a:ln w="6350">
              <a:solidFill>
                <a:schemeClr val="bg1"/>
              </a:solidFill>
              <a:prstDash val="solid"/>
            </a:ln>
          </p:spPr>
          <p:txBody>
            <a:bodyPr/>
            <a:lstStyle/>
            <a:p>
              <a:endParaRPr lang="ja-JP" altLang="en-US"/>
            </a:p>
          </p:txBody>
        </p:sp>
        <p:sp>
          <p:nvSpPr>
            <p:cNvPr id="68" name="Shape 29">
              <a:extLst>
                <a:ext uri="{FF2B5EF4-FFF2-40B4-BE49-F238E27FC236}">
                  <a16:creationId xmlns:a16="http://schemas.microsoft.com/office/drawing/2014/main" id="{F2588CCB-E0CF-DCE0-E40C-A178C4465D10}"/>
                </a:ext>
              </a:extLst>
            </p:cNvPr>
            <p:cNvSpPr/>
            <p:nvPr/>
          </p:nvSpPr>
          <p:spPr>
            <a:xfrm>
              <a:off x="-2011680" y="3410712"/>
              <a:ext cx="356616" cy="356616"/>
            </a:xfrm>
            <a:prstGeom prst="rect">
              <a:avLst/>
            </a:prstGeom>
            <a:solidFill>
              <a:schemeClr val="tx2">
                <a:lumMod val="75000"/>
                <a:lumOff val="25000"/>
              </a:schemeClr>
            </a:solidFill>
            <a:ln w="6350">
              <a:solidFill>
                <a:schemeClr val="bg1"/>
              </a:solidFill>
              <a:prstDash val="solid"/>
            </a:ln>
          </p:spPr>
          <p:txBody>
            <a:bodyPr/>
            <a:lstStyle/>
            <a:p>
              <a:endParaRPr lang="ja-JP" altLang="en-US"/>
            </a:p>
          </p:txBody>
        </p:sp>
        <p:sp>
          <p:nvSpPr>
            <p:cNvPr id="69" name="Shape 30">
              <a:extLst>
                <a:ext uri="{FF2B5EF4-FFF2-40B4-BE49-F238E27FC236}">
                  <a16:creationId xmlns:a16="http://schemas.microsoft.com/office/drawing/2014/main" id="{0B6DE84D-15D6-D08C-723E-27FB393A7269}"/>
                </a:ext>
              </a:extLst>
            </p:cNvPr>
            <p:cNvSpPr/>
            <p:nvPr/>
          </p:nvSpPr>
          <p:spPr>
            <a:xfrm>
              <a:off x="-1627632" y="3410712"/>
              <a:ext cx="356616" cy="356616"/>
            </a:xfrm>
            <a:prstGeom prst="rect">
              <a:avLst/>
            </a:prstGeom>
            <a:solidFill>
              <a:schemeClr val="accent2">
                <a:lumMod val="40000"/>
                <a:lumOff val="60000"/>
              </a:schemeClr>
            </a:solidFill>
            <a:ln w="6350">
              <a:solidFill>
                <a:schemeClr val="bg1"/>
              </a:solidFill>
              <a:prstDash val="solid"/>
            </a:ln>
          </p:spPr>
          <p:txBody>
            <a:bodyPr/>
            <a:lstStyle/>
            <a:p>
              <a:endParaRPr lang="ja-JP" altLang="en-US"/>
            </a:p>
          </p:txBody>
        </p:sp>
        <p:sp>
          <p:nvSpPr>
            <p:cNvPr id="70" name="Shape 31">
              <a:extLst>
                <a:ext uri="{FF2B5EF4-FFF2-40B4-BE49-F238E27FC236}">
                  <a16:creationId xmlns:a16="http://schemas.microsoft.com/office/drawing/2014/main" id="{24F7CCAE-062E-C52E-F787-1587CF10ABA0}"/>
                </a:ext>
              </a:extLst>
            </p:cNvPr>
            <p:cNvSpPr/>
            <p:nvPr/>
          </p:nvSpPr>
          <p:spPr>
            <a:xfrm>
              <a:off x="-1243584" y="3410712"/>
              <a:ext cx="356616" cy="356616"/>
            </a:xfrm>
            <a:prstGeom prst="rect">
              <a:avLst/>
            </a:prstGeom>
            <a:solidFill>
              <a:schemeClr val="accent1">
                <a:lumMod val="60000"/>
                <a:lumOff val="40000"/>
              </a:schemeClr>
            </a:solidFill>
            <a:ln w="6350">
              <a:solidFill>
                <a:schemeClr val="bg1"/>
              </a:solidFill>
              <a:prstDash val="solid"/>
            </a:ln>
          </p:spPr>
          <p:txBody>
            <a:bodyPr/>
            <a:lstStyle/>
            <a:p>
              <a:endParaRPr lang="ja-JP" altLang="en-US"/>
            </a:p>
          </p:txBody>
        </p:sp>
        <p:sp>
          <p:nvSpPr>
            <p:cNvPr id="71" name="Shape 32">
              <a:extLst>
                <a:ext uri="{FF2B5EF4-FFF2-40B4-BE49-F238E27FC236}">
                  <a16:creationId xmlns:a16="http://schemas.microsoft.com/office/drawing/2014/main" id="{38F97B85-F458-C0A2-75EB-0863A5113A7E}"/>
                </a:ext>
              </a:extLst>
            </p:cNvPr>
            <p:cNvSpPr/>
            <p:nvPr/>
          </p:nvSpPr>
          <p:spPr>
            <a:xfrm>
              <a:off x="-859536" y="3410712"/>
              <a:ext cx="356616" cy="356616"/>
            </a:xfrm>
            <a:prstGeom prst="rect">
              <a:avLst/>
            </a:prstGeom>
            <a:solidFill>
              <a:schemeClr val="tx2">
                <a:lumMod val="75000"/>
                <a:lumOff val="25000"/>
              </a:schemeClr>
            </a:solidFill>
            <a:ln w="6350">
              <a:solidFill>
                <a:schemeClr val="bg1"/>
              </a:solidFill>
              <a:prstDash val="solid"/>
            </a:ln>
          </p:spPr>
          <p:txBody>
            <a:bodyPr/>
            <a:lstStyle/>
            <a:p>
              <a:endParaRPr lang="ja-JP" altLang="en-US"/>
            </a:p>
          </p:txBody>
        </p:sp>
        <p:sp>
          <p:nvSpPr>
            <p:cNvPr id="72" name="Shape 33">
              <a:extLst>
                <a:ext uri="{FF2B5EF4-FFF2-40B4-BE49-F238E27FC236}">
                  <a16:creationId xmlns:a16="http://schemas.microsoft.com/office/drawing/2014/main" id="{6CAF7304-3E49-1549-D266-33DB6C55FC88}"/>
                </a:ext>
              </a:extLst>
            </p:cNvPr>
            <p:cNvSpPr/>
            <p:nvPr/>
          </p:nvSpPr>
          <p:spPr>
            <a:xfrm>
              <a:off x="-475488" y="3410712"/>
              <a:ext cx="356616" cy="356616"/>
            </a:xfrm>
            <a:prstGeom prst="rect">
              <a:avLst/>
            </a:prstGeom>
            <a:solidFill>
              <a:schemeClr val="tx1">
                <a:alpha val="0"/>
              </a:schemeClr>
            </a:solidFill>
            <a:ln w="6350">
              <a:solidFill>
                <a:schemeClr val="bg1"/>
              </a:solidFill>
              <a:prstDash val="solid"/>
            </a:ln>
          </p:spPr>
          <p:txBody>
            <a:bodyPr/>
            <a:lstStyle/>
            <a:p>
              <a:endParaRPr lang="ja-JP" altLang="en-US"/>
            </a:p>
          </p:txBody>
        </p:sp>
        <p:sp>
          <p:nvSpPr>
            <p:cNvPr id="73" name="Shape 34">
              <a:extLst>
                <a:ext uri="{FF2B5EF4-FFF2-40B4-BE49-F238E27FC236}">
                  <a16:creationId xmlns:a16="http://schemas.microsoft.com/office/drawing/2014/main" id="{2C10CC35-AC9B-D417-5D42-D1F7A3E32ABC}"/>
                </a:ext>
              </a:extLst>
            </p:cNvPr>
            <p:cNvSpPr/>
            <p:nvPr/>
          </p:nvSpPr>
          <p:spPr>
            <a:xfrm>
              <a:off x="-3163824" y="3794760"/>
              <a:ext cx="356616" cy="356616"/>
            </a:xfrm>
            <a:prstGeom prst="rect">
              <a:avLst/>
            </a:prstGeom>
            <a:solidFill>
              <a:schemeClr val="tx1">
                <a:alpha val="0"/>
              </a:schemeClr>
            </a:solidFill>
            <a:ln w="6350">
              <a:solidFill>
                <a:schemeClr val="bg1"/>
              </a:solidFill>
              <a:prstDash val="solid"/>
            </a:ln>
          </p:spPr>
          <p:txBody>
            <a:bodyPr/>
            <a:lstStyle/>
            <a:p>
              <a:endParaRPr lang="ja-JP" altLang="en-US"/>
            </a:p>
          </p:txBody>
        </p:sp>
        <p:sp>
          <p:nvSpPr>
            <p:cNvPr id="74" name="Shape 35">
              <a:extLst>
                <a:ext uri="{FF2B5EF4-FFF2-40B4-BE49-F238E27FC236}">
                  <a16:creationId xmlns:a16="http://schemas.microsoft.com/office/drawing/2014/main" id="{5B105EF4-FFB6-D95D-EB29-C85F8B31616F}"/>
                </a:ext>
              </a:extLst>
            </p:cNvPr>
            <p:cNvSpPr/>
            <p:nvPr/>
          </p:nvSpPr>
          <p:spPr>
            <a:xfrm>
              <a:off x="-2779776" y="3794760"/>
              <a:ext cx="356616" cy="356616"/>
            </a:xfrm>
            <a:prstGeom prst="rect">
              <a:avLst/>
            </a:prstGeom>
            <a:solidFill>
              <a:schemeClr val="accent2">
                <a:lumMod val="40000"/>
                <a:lumOff val="60000"/>
              </a:schemeClr>
            </a:solidFill>
            <a:ln w="6350">
              <a:solidFill>
                <a:schemeClr val="bg1"/>
              </a:solidFill>
              <a:prstDash val="solid"/>
            </a:ln>
          </p:spPr>
          <p:txBody>
            <a:bodyPr/>
            <a:lstStyle/>
            <a:p>
              <a:endParaRPr lang="ja-JP" altLang="en-US"/>
            </a:p>
          </p:txBody>
        </p:sp>
        <p:sp>
          <p:nvSpPr>
            <p:cNvPr id="75" name="Shape 36">
              <a:extLst>
                <a:ext uri="{FF2B5EF4-FFF2-40B4-BE49-F238E27FC236}">
                  <a16:creationId xmlns:a16="http://schemas.microsoft.com/office/drawing/2014/main" id="{3B14181B-4D7C-13F7-FF66-4E49B4880D7E}"/>
                </a:ext>
              </a:extLst>
            </p:cNvPr>
            <p:cNvSpPr/>
            <p:nvPr/>
          </p:nvSpPr>
          <p:spPr>
            <a:xfrm>
              <a:off x="-2395728" y="3794760"/>
              <a:ext cx="356616" cy="356616"/>
            </a:xfrm>
            <a:prstGeom prst="rect">
              <a:avLst/>
            </a:prstGeom>
            <a:solidFill>
              <a:schemeClr val="accent2">
                <a:lumMod val="50000"/>
              </a:schemeClr>
            </a:solidFill>
            <a:ln w="6350">
              <a:solidFill>
                <a:schemeClr val="bg1"/>
              </a:solidFill>
              <a:prstDash val="solid"/>
            </a:ln>
          </p:spPr>
          <p:txBody>
            <a:bodyPr/>
            <a:lstStyle/>
            <a:p>
              <a:endParaRPr lang="ja-JP" altLang="en-US"/>
            </a:p>
          </p:txBody>
        </p:sp>
        <p:sp>
          <p:nvSpPr>
            <p:cNvPr id="76" name="Shape 37">
              <a:extLst>
                <a:ext uri="{FF2B5EF4-FFF2-40B4-BE49-F238E27FC236}">
                  <a16:creationId xmlns:a16="http://schemas.microsoft.com/office/drawing/2014/main" id="{EBD0A34C-9EBE-1997-8EE4-BAC601D3EF76}"/>
                </a:ext>
              </a:extLst>
            </p:cNvPr>
            <p:cNvSpPr/>
            <p:nvPr/>
          </p:nvSpPr>
          <p:spPr>
            <a:xfrm>
              <a:off x="-2011680" y="3794760"/>
              <a:ext cx="356616" cy="356616"/>
            </a:xfrm>
            <a:prstGeom prst="rect">
              <a:avLst/>
            </a:prstGeom>
            <a:solidFill>
              <a:schemeClr val="accent2">
                <a:lumMod val="60000"/>
                <a:lumOff val="40000"/>
              </a:schemeClr>
            </a:solidFill>
            <a:ln w="6350">
              <a:solidFill>
                <a:schemeClr val="bg1"/>
              </a:solidFill>
              <a:prstDash val="solid"/>
            </a:ln>
          </p:spPr>
          <p:txBody>
            <a:bodyPr/>
            <a:lstStyle/>
            <a:p>
              <a:endParaRPr lang="ja-JP" altLang="en-US"/>
            </a:p>
          </p:txBody>
        </p:sp>
        <p:sp>
          <p:nvSpPr>
            <p:cNvPr id="77" name="Shape 38">
              <a:extLst>
                <a:ext uri="{FF2B5EF4-FFF2-40B4-BE49-F238E27FC236}">
                  <a16:creationId xmlns:a16="http://schemas.microsoft.com/office/drawing/2014/main" id="{1FDC9142-7322-9229-8AC8-141B2ABD66DB}"/>
                </a:ext>
              </a:extLst>
            </p:cNvPr>
            <p:cNvSpPr/>
            <p:nvPr/>
          </p:nvSpPr>
          <p:spPr>
            <a:xfrm>
              <a:off x="-1627632" y="3794760"/>
              <a:ext cx="356616" cy="356616"/>
            </a:xfrm>
            <a:prstGeom prst="rect">
              <a:avLst/>
            </a:prstGeom>
            <a:solidFill>
              <a:schemeClr val="accent2">
                <a:lumMod val="40000"/>
                <a:lumOff val="60000"/>
              </a:schemeClr>
            </a:solidFill>
            <a:ln w="6350">
              <a:solidFill>
                <a:schemeClr val="bg1"/>
              </a:solidFill>
              <a:prstDash val="solid"/>
            </a:ln>
          </p:spPr>
          <p:txBody>
            <a:bodyPr/>
            <a:lstStyle/>
            <a:p>
              <a:endParaRPr lang="ja-JP" altLang="en-US"/>
            </a:p>
          </p:txBody>
        </p:sp>
        <p:sp>
          <p:nvSpPr>
            <p:cNvPr id="78" name="Shape 39">
              <a:extLst>
                <a:ext uri="{FF2B5EF4-FFF2-40B4-BE49-F238E27FC236}">
                  <a16:creationId xmlns:a16="http://schemas.microsoft.com/office/drawing/2014/main" id="{B15C7A61-E448-9974-EB84-4ED7FAE12802}"/>
                </a:ext>
              </a:extLst>
            </p:cNvPr>
            <p:cNvSpPr/>
            <p:nvPr/>
          </p:nvSpPr>
          <p:spPr>
            <a:xfrm>
              <a:off x="-1243584" y="3794760"/>
              <a:ext cx="356616" cy="356616"/>
            </a:xfrm>
            <a:prstGeom prst="rect">
              <a:avLst/>
            </a:prstGeom>
            <a:solidFill>
              <a:schemeClr val="accent2">
                <a:lumMod val="75000"/>
              </a:schemeClr>
            </a:solidFill>
            <a:ln w="6350">
              <a:solidFill>
                <a:schemeClr val="bg1"/>
              </a:solidFill>
              <a:prstDash val="solid"/>
            </a:ln>
          </p:spPr>
          <p:txBody>
            <a:bodyPr/>
            <a:lstStyle/>
            <a:p>
              <a:endParaRPr lang="ja-JP" altLang="en-US"/>
            </a:p>
          </p:txBody>
        </p:sp>
        <p:sp>
          <p:nvSpPr>
            <p:cNvPr id="79" name="Shape 40">
              <a:extLst>
                <a:ext uri="{FF2B5EF4-FFF2-40B4-BE49-F238E27FC236}">
                  <a16:creationId xmlns:a16="http://schemas.microsoft.com/office/drawing/2014/main" id="{B16AD103-4BFB-9267-E022-514363332FC0}"/>
                </a:ext>
              </a:extLst>
            </p:cNvPr>
            <p:cNvSpPr/>
            <p:nvPr/>
          </p:nvSpPr>
          <p:spPr>
            <a:xfrm>
              <a:off x="-859536" y="3794760"/>
              <a:ext cx="356616" cy="356616"/>
            </a:xfrm>
            <a:prstGeom prst="rect">
              <a:avLst/>
            </a:prstGeom>
            <a:solidFill>
              <a:schemeClr val="accent1">
                <a:lumMod val="40000"/>
                <a:lumOff val="60000"/>
                <a:alpha val="37000"/>
              </a:schemeClr>
            </a:solidFill>
            <a:ln w="6350">
              <a:solidFill>
                <a:schemeClr val="bg1"/>
              </a:solidFill>
              <a:prstDash val="solid"/>
            </a:ln>
          </p:spPr>
          <p:txBody>
            <a:bodyPr/>
            <a:lstStyle/>
            <a:p>
              <a:endParaRPr lang="ja-JP" altLang="en-US"/>
            </a:p>
          </p:txBody>
        </p:sp>
        <p:sp>
          <p:nvSpPr>
            <p:cNvPr id="80" name="Shape 41">
              <a:extLst>
                <a:ext uri="{FF2B5EF4-FFF2-40B4-BE49-F238E27FC236}">
                  <a16:creationId xmlns:a16="http://schemas.microsoft.com/office/drawing/2014/main" id="{90221664-9420-1BEC-6AE4-4EDCF027201D}"/>
                </a:ext>
              </a:extLst>
            </p:cNvPr>
            <p:cNvSpPr/>
            <p:nvPr/>
          </p:nvSpPr>
          <p:spPr>
            <a:xfrm>
              <a:off x="-475488" y="3794760"/>
              <a:ext cx="356616" cy="356616"/>
            </a:xfrm>
            <a:prstGeom prst="rect">
              <a:avLst/>
            </a:prstGeom>
            <a:solidFill>
              <a:schemeClr val="tx1">
                <a:alpha val="0"/>
              </a:schemeClr>
            </a:solidFill>
            <a:ln w="6350">
              <a:solidFill>
                <a:schemeClr val="bg1"/>
              </a:solidFill>
              <a:prstDash val="solid"/>
            </a:ln>
          </p:spPr>
          <p:txBody>
            <a:bodyPr/>
            <a:lstStyle/>
            <a:p>
              <a:endParaRPr lang="ja-JP" altLang="en-US"/>
            </a:p>
          </p:txBody>
        </p:sp>
        <p:sp>
          <p:nvSpPr>
            <p:cNvPr id="81" name="Shape 42">
              <a:extLst>
                <a:ext uri="{FF2B5EF4-FFF2-40B4-BE49-F238E27FC236}">
                  <a16:creationId xmlns:a16="http://schemas.microsoft.com/office/drawing/2014/main" id="{FCAEB84C-00F1-4E63-733B-104B588ACF09}"/>
                </a:ext>
              </a:extLst>
            </p:cNvPr>
            <p:cNvSpPr/>
            <p:nvPr/>
          </p:nvSpPr>
          <p:spPr>
            <a:xfrm>
              <a:off x="-3163824" y="4178808"/>
              <a:ext cx="356616" cy="356616"/>
            </a:xfrm>
            <a:prstGeom prst="rect">
              <a:avLst/>
            </a:prstGeom>
            <a:solidFill>
              <a:schemeClr val="tx1">
                <a:alpha val="0"/>
              </a:schemeClr>
            </a:solidFill>
            <a:ln w="6350">
              <a:solidFill>
                <a:schemeClr val="bg1"/>
              </a:solidFill>
              <a:prstDash val="solid"/>
            </a:ln>
          </p:spPr>
          <p:txBody>
            <a:bodyPr/>
            <a:lstStyle/>
            <a:p>
              <a:endParaRPr lang="ja-JP" altLang="en-US"/>
            </a:p>
          </p:txBody>
        </p:sp>
        <p:sp>
          <p:nvSpPr>
            <p:cNvPr id="82" name="Shape 43">
              <a:extLst>
                <a:ext uri="{FF2B5EF4-FFF2-40B4-BE49-F238E27FC236}">
                  <a16:creationId xmlns:a16="http://schemas.microsoft.com/office/drawing/2014/main" id="{014E779B-7A75-E048-0929-54F7A0556AB7}"/>
                </a:ext>
              </a:extLst>
            </p:cNvPr>
            <p:cNvSpPr/>
            <p:nvPr/>
          </p:nvSpPr>
          <p:spPr>
            <a:xfrm>
              <a:off x="-2779776" y="4178808"/>
              <a:ext cx="356616" cy="356616"/>
            </a:xfrm>
            <a:prstGeom prst="rect">
              <a:avLst/>
            </a:prstGeom>
            <a:solidFill>
              <a:schemeClr val="tx2">
                <a:lumMod val="75000"/>
                <a:lumOff val="25000"/>
              </a:schemeClr>
            </a:solidFill>
            <a:ln w="6350">
              <a:solidFill>
                <a:schemeClr val="bg1"/>
              </a:solidFill>
              <a:prstDash val="solid"/>
            </a:ln>
          </p:spPr>
          <p:txBody>
            <a:bodyPr/>
            <a:lstStyle/>
            <a:p>
              <a:endParaRPr lang="ja-JP" altLang="en-US"/>
            </a:p>
          </p:txBody>
        </p:sp>
        <p:sp>
          <p:nvSpPr>
            <p:cNvPr id="83" name="Shape 44">
              <a:extLst>
                <a:ext uri="{FF2B5EF4-FFF2-40B4-BE49-F238E27FC236}">
                  <a16:creationId xmlns:a16="http://schemas.microsoft.com/office/drawing/2014/main" id="{13BE5FF1-BA29-E37D-E6EC-EB1FE77F3DDB}"/>
                </a:ext>
              </a:extLst>
            </p:cNvPr>
            <p:cNvSpPr/>
            <p:nvPr/>
          </p:nvSpPr>
          <p:spPr>
            <a:xfrm>
              <a:off x="-2395728" y="4178808"/>
              <a:ext cx="356616" cy="356616"/>
            </a:xfrm>
            <a:prstGeom prst="rect">
              <a:avLst/>
            </a:prstGeom>
            <a:solidFill>
              <a:schemeClr val="accent2">
                <a:lumMod val="40000"/>
                <a:lumOff val="60000"/>
              </a:schemeClr>
            </a:solidFill>
            <a:ln w="6350">
              <a:solidFill>
                <a:schemeClr val="bg1"/>
              </a:solidFill>
              <a:prstDash val="solid"/>
            </a:ln>
          </p:spPr>
          <p:txBody>
            <a:bodyPr/>
            <a:lstStyle/>
            <a:p>
              <a:endParaRPr lang="ja-JP" altLang="en-US"/>
            </a:p>
          </p:txBody>
        </p:sp>
        <p:sp>
          <p:nvSpPr>
            <p:cNvPr id="84" name="Shape 45">
              <a:extLst>
                <a:ext uri="{FF2B5EF4-FFF2-40B4-BE49-F238E27FC236}">
                  <a16:creationId xmlns:a16="http://schemas.microsoft.com/office/drawing/2014/main" id="{DA2ED797-C7B7-CCEC-3012-2FB36A830FDD}"/>
                </a:ext>
              </a:extLst>
            </p:cNvPr>
            <p:cNvSpPr/>
            <p:nvPr/>
          </p:nvSpPr>
          <p:spPr>
            <a:xfrm>
              <a:off x="-2011680" y="4178808"/>
              <a:ext cx="356616" cy="356616"/>
            </a:xfrm>
            <a:prstGeom prst="rect">
              <a:avLst/>
            </a:prstGeom>
            <a:solidFill>
              <a:schemeClr val="accent2">
                <a:lumMod val="75000"/>
              </a:schemeClr>
            </a:solidFill>
            <a:ln w="6350">
              <a:solidFill>
                <a:schemeClr val="bg1"/>
              </a:solidFill>
              <a:prstDash val="solid"/>
            </a:ln>
          </p:spPr>
          <p:txBody>
            <a:bodyPr/>
            <a:lstStyle/>
            <a:p>
              <a:endParaRPr lang="ja-JP" altLang="en-US"/>
            </a:p>
          </p:txBody>
        </p:sp>
        <p:sp>
          <p:nvSpPr>
            <p:cNvPr id="85" name="Shape 46">
              <a:extLst>
                <a:ext uri="{FF2B5EF4-FFF2-40B4-BE49-F238E27FC236}">
                  <a16:creationId xmlns:a16="http://schemas.microsoft.com/office/drawing/2014/main" id="{250C7EEA-D2BA-9062-DB89-5C325D4E5073}"/>
                </a:ext>
              </a:extLst>
            </p:cNvPr>
            <p:cNvSpPr/>
            <p:nvPr/>
          </p:nvSpPr>
          <p:spPr>
            <a:xfrm>
              <a:off x="-1627632" y="4178808"/>
              <a:ext cx="356616" cy="356616"/>
            </a:xfrm>
            <a:prstGeom prst="rect">
              <a:avLst/>
            </a:prstGeom>
            <a:solidFill>
              <a:schemeClr val="accent1">
                <a:lumMod val="60000"/>
                <a:lumOff val="40000"/>
              </a:schemeClr>
            </a:solidFill>
            <a:ln w="6350">
              <a:solidFill>
                <a:schemeClr val="bg1"/>
              </a:solidFill>
              <a:prstDash val="solid"/>
            </a:ln>
          </p:spPr>
          <p:txBody>
            <a:bodyPr/>
            <a:lstStyle/>
            <a:p>
              <a:endParaRPr lang="ja-JP" altLang="en-US"/>
            </a:p>
          </p:txBody>
        </p:sp>
        <p:sp>
          <p:nvSpPr>
            <p:cNvPr id="86" name="Shape 47">
              <a:extLst>
                <a:ext uri="{FF2B5EF4-FFF2-40B4-BE49-F238E27FC236}">
                  <a16:creationId xmlns:a16="http://schemas.microsoft.com/office/drawing/2014/main" id="{1AF0504F-072E-07E8-CAFE-848D55B06A6F}"/>
                </a:ext>
              </a:extLst>
            </p:cNvPr>
            <p:cNvSpPr/>
            <p:nvPr/>
          </p:nvSpPr>
          <p:spPr>
            <a:xfrm>
              <a:off x="-1243584" y="4178808"/>
              <a:ext cx="356616" cy="356616"/>
            </a:xfrm>
            <a:prstGeom prst="rect">
              <a:avLst/>
            </a:prstGeom>
            <a:solidFill>
              <a:schemeClr val="accent2">
                <a:lumMod val="50000"/>
              </a:schemeClr>
            </a:solidFill>
            <a:ln w="6350">
              <a:solidFill>
                <a:schemeClr val="bg1"/>
              </a:solidFill>
              <a:prstDash val="solid"/>
            </a:ln>
          </p:spPr>
          <p:txBody>
            <a:bodyPr/>
            <a:lstStyle/>
            <a:p>
              <a:endParaRPr lang="ja-JP" altLang="en-US"/>
            </a:p>
          </p:txBody>
        </p:sp>
        <p:sp>
          <p:nvSpPr>
            <p:cNvPr id="87" name="Shape 48">
              <a:extLst>
                <a:ext uri="{FF2B5EF4-FFF2-40B4-BE49-F238E27FC236}">
                  <a16:creationId xmlns:a16="http://schemas.microsoft.com/office/drawing/2014/main" id="{91D1F0C9-889C-82CD-1202-4731198D9F96}"/>
                </a:ext>
              </a:extLst>
            </p:cNvPr>
            <p:cNvSpPr/>
            <p:nvPr/>
          </p:nvSpPr>
          <p:spPr>
            <a:xfrm>
              <a:off x="-859536" y="4178808"/>
              <a:ext cx="356616" cy="356616"/>
            </a:xfrm>
            <a:prstGeom prst="rect">
              <a:avLst/>
            </a:prstGeom>
            <a:solidFill>
              <a:schemeClr val="accent2">
                <a:lumMod val="40000"/>
                <a:lumOff val="60000"/>
              </a:schemeClr>
            </a:solidFill>
            <a:ln w="6350">
              <a:solidFill>
                <a:schemeClr val="bg1"/>
              </a:solidFill>
              <a:prstDash val="solid"/>
            </a:ln>
          </p:spPr>
          <p:txBody>
            <a:bodyPr/>
            <a:lstStyle/>
            <a:p>
              <a:endParaRPr lang="ja-JP" altLang="en-US"/>
            </a:p>
          </p:txBody>
        </p:sp>
        <p:sp>
          <p:nvSpPr>
            <p:cNvPr id="88" name="Shape 49">
              <a:extLst>
                <a:ext uri="{FF2B5EF4-FFF2-40B4-BE49-F238E27FC236}">
                  <a16:creationId xmlns:a16="http://schemas.microsoft.com/office/drawing/2014/main" id="{53078B93-005A-5485-9364-1116604865D7}"/>
                </a:ext>
              </a:extLst>
            </p:cNvPr>
            <p:cNvSpPr/>
            <p:nvPr/>
          </p:nvSpPr>
          <p:spPr>
            <a:xfrm>
              <a:off x="-475488" y="4178808"/>
              <a:ext cx="356616" cy="356616"/>
            </a:xfrm>
            <a:prstGeom prst="rect">
              <a:avLst/>
            </a:prstGeom>
            <a:solidFill>
              <a:schemeClr val="tx1">
                <a:alpha val="0"/>
              </a:schemeClr>
            </a:solidFill>
            <a:ln w="6350">
              <a:solidFill>
                <a:schemeClr val="bg1"/>
              </a:solidFill>
              <a:prstDash val="solid"/>
            </a:ln>
          </p:spPr>
          <p:txBody>
            <a:bodyPr/>
            <a:lstStyle/>
            <a:p>
              <a:endParaRPr lang="ja-JP" altLang="en-US"/>
            </a:p>
          </p:txBody>
        </p:sp>
        <p:sp>
          <p:nvSpPr>
            <p:cNvPr id="89" name="Shape 50">
              <a:extLst>
                <a:ext uri="{FF2B5EF4-FFF2-40B4-BE49-F238E27FC236}">
                  <a16:creationId xmlns:a16="http://schemas.microsoft.com/office/drawing/2014/main" id="{DDE47D91-2DED-E67D-B207-FF717A965D6B}"/>
                </a:ext>
              </a:extLst>
            </p:cNvPr>
            <p:cNvSpPr/>
            <p:nvPr/>
          </p:nvSpPr>
          <p:spPr>
            <a:xfrm>
              <a:off x="-3163824" y="4562856"/>
              <a:ext cx="356616" cy="356616"/>
            </a:xfrm>
            <a:prstGeom prst="rect">
              <a:avLst/>
            </a:prstGeom>
            <a:solidFill>
              <a:schemeClr val="tx1">
                <a:alpha val="0"/>
              </a:schemeClr>
            </a:solidFill>
            <a:ln w="6350">
              <a:solidFill>
                <a:schemeClr val="bg1"/>
              </a:solidFill>
              <a:prstDash val="solid"/>
            </a:ln>
          </p:spPr>
          <p:txBody>
            <a:bodyPr/>
            <a:lstStyle/>
            <a:p>
              <a:endParaRPr lang="ja-JP" altLang="en-US"/>
            </a:p>
          </p:txBody>
        </p:sp>
        <p:sp>
          <p:nvSpPr>
            <p:cNvPr id="90" name="Shape 51">
              <a:extLst>
                <a:ext uri="{FF2B5EF4-FFF2-40B4-BE49-F238E27FC236}">
                  <a16:creationId xmlns:a16="http://schemas.microsoft.com/office/drawing/2014/main" id="{10149196-DF12-1E1D-9302-24CBF3B79C46}"/>
                </a:ext>
              </a:extLst>
            </p:cNvPr>
            <p:cNvSpPr/>
            <p:nvPr/>
          </p:nvSpPr>
          <p:spPr>
            <a:xfrm>
              <a:off x="-2779776" y="4562856"/>
              <a:ext cx="356616" cy="356616"/>
            </a:xfrm>
            <a:prstGeom prst="rect">
              <a:avLst/>
            </a:prstGeom>
            <a:solidFill>
              <a:schemeClr val="tx1">
                <a:alpha val="0"/>
              </a:schemeClr>
            </a:solidFill>
            <a:ln w="6350">
              <a:solidFill>
                <a:schemeClr val="bg1"/>
              </a:solidFill>
              <a:prstDash val="solid"/>
            </a:ln>
          </p:spPr>
          <p:txBody>
            <a:bodyPr/>
            <a:lstStyle/>
            <a:p>
              <a:endParaRPr lang="ja-JP" altLang="en-US"/>
            </a:p>
          </p:txBody>
        </p:sp>
        <p:sp>
          <p:nvSpPr>
            <p:cNvPr id="91" name="Shape 52">
              <a:extLst>
                <a:ext uri="{FF2B5EF4-FFF2-40B4-BE49-F238E27FC236}">
                  <a16:creationId xmlns:a16="http://schemas.microsoft.com/office/drawing/2014/main" id="{F56A2989-1B80-21DB-E01D-1F18B24C57D0}"/>
                </a:ext>
              </a:extLst>
            </p:cNvPr>
            <p:cNvSpPr/>
            <p:nvPr/>
          </p:nvSpPr>
          <p:spPr>
            <a:xfrm>
              <a:off x="-2395728" y="4562856"/>
              <a:ext cx="356616" cy="356616"/>
            </a:xfrm>
            <a:prstGeom prst="rect">
              <a:avLst/>
            </a:prstGeom>
            <a:solidFill>
              <a:schemeClr val="accent1">
                <a:lumMod val="40000"/>
                <a:lumOff val="60000"/>
              </a:schemeClr>
            </a:solidFill>
            <a:ln w="6350">
              <a:solidFill>
                <a:schemeClr val="bg1"/>
              </a:solidFill>
              <a:prstDash val="solid"/>
            </a:ln>
          </p:spPr>
          <p:txBody>
            <a:bodyPr/>
            <a:lstStyle/>
            <a:p>
              <a:endParaRPr lang="ja-JP" altLang="en-US"/>
            </a:p>
          </p:txBody>
        </p:sp>
        <p:sp>
          <p:nvSpPr>
            <p:cNvPr id="92" name="Shape 53">
              <a:extLst>
                <a:ext uri="{FF2B5EF4-FFF2-40B4-BE49-F238E27FC236}">
                  <a16:creationId xmlns:a16="http://schemas.microsoft.com/office/drawing/2014/main" id="{01B3479D-1399-1D0F-FF42-8F9E23422135}"/>
                </a:ext>
              </a:extLst>
            </p:cNvPr>
            <p:cNvSpPr/>
            <p:nvPr/>
          </p:nvSpPr>
          <p:spPr>
            <a:xfrm>
              <a:off x="-2011680" y="4562856"/>
              <a:ext cx="356616" cy="356616"/>
            </a:xfrm>
            <a:prstGeom prst="rect">
              <a:avLst/>
            </a:prstGeom>
            <a:solidFill>
              <a:schemeClr val="accent2">
                <a:lumMod val="50000"/>
              </a:schemeClr>
            </a:solidFill>
            <a:ln w="6350">
              <a:solidFill>
                <a:schemeClr val="bg1"/>
              </a:solidFill>
              <a:prstDash val="solid"/>
            </a:ln>
          </p:spPr>
          <p:txBody>
            <a:bodyPr/>
            <a:lstStyle/>
            <a:p>
              <a:endParaRPr lang="ja-JP" altLang="en-US"/>
            </a:p>
          </p:txBody>
        </p:sp>
        <p:sp>
          <p:nvSpPr>
            <p:cNvPr id="93" name="Shape 54">
              <a:extLst>
                <a:ext uri="{FF2B5EF4-FFF2-40B4-BE49-F238E27FC236}">
                  <a16:creationId xmlns:a16="http://schemas.microsoft.com/office/drawing/2014/main" id="{83199C48-176F-087E-CAC5-D1A2AC387C64}"/>
                </a:ext>
              </a:extLst>
            </p:cNvPr>
            <p:cNvSpPr/>
            <p:nvPr/>
          </p:nvSpPr>
          <p:spPr>
            <a:xfrm>
              <a:off x="-1627632" y="4562856"/>
              <a:ext cx="356616" cy="356616"/>
            </a:xfrm>
            <a:prstGeom prst="rect">
              <a:avLst/>
            </a:prstGeom>
            <a:solidFill>
              <a:schemeClr val="accent1">
                <a:lumMod val="60000"/>
                <a:lumOff val="40000"/>
              </a:schemeClr>
            </a:solidFill>
            <a:ln w="6350">
              <a:solidFill>
                <a:schemeClr val="bg1"/>
              </a:solidFill>
              <a:prstDash val="solid"/>
            </a:ln>
          </p:spPr>
          <p:txBody>
            <a:bodyPr/>
            <a:lstStyle/>
            <a:p>
              <a:endParaRPr lang="ja-JP" altLang="en-US"/>
            </a:p>
          </p:txBody>
        </p:sp>
        <p:sp>
          <p:nvSpPr>
            <p:cNvPr id="94" name="Shape 55">
              <a:extLst>
                <a:ext uri="{FF2B5EF4-FFF2-40B4-BE49-F238E27FC236}">
                  <a16:creationId xmlns:a16="http://schemas.microsoft.com/office/drawing/2014/main" id="{0D45CE94-D3F6-6E75-E9B8-80CE0BF4C299}"/>
                </a:ext>
              </a:extLst>
            </p:cNvPr>
            <p:cNvSpPr/>
            <p:nvPr/>
          </p:nvSpPr>
          <p:spPr>
            <a:xfrm>
              <a:off x="-1243584" y="4562856"/>
              <a:ext cx="356616" cy="356616"/>
            </a:xfrm>
            <a:prstGeom prst="rect">
              <a:avLst/>
            </a:prstGeom>
            <a:solidFill>
              <a:schemeClr val="accent2">
                <a:lumMod val="50000"/>
              </a:schemeClr>
            </a:solidFill>
            <a:ln w="6350">
              <a:solidFill>
                <a:schemeClr val="bg1"/>
              </a:solidFill>
              <a:prstDash val="solid"/>
            </a:ln>
          </p:spPr>
          <p:txBody>
            <a:bodyPr/>
            <a:lstStyle/>
            <a:p>
              <a:endParaRPr lang="ja-JP" altLang="en-US"/>
            </a:p>
          </p:txBody>
        </p:sp>
        <p:sp>
          <p:nvSpPr>
            <p:cNvPr id="95" name="Shape 56">
              <a:extLst>
                <a:ext uri="{FF2B5EF4-FFF2-40B4-BE49-F238E27FC236}">
                  <a16:creationId xmlns:a16="http://schemas.microsoft.com/office/drawing/2014/main" id="{3DB6FDAC-D4C0-95FC-7E61-F4BB6584CDB1}"/>
                </a:ext>
              </a:extLst>
            </p:cNvPr>
            <p:cNvSpPr/>
            <p:nvPr/>
          </p:nvSpPr>
          <p:spPr>
            <a:xfrm>
              <a:off x="-859536" y="4562856"/>
              <a:ext cx="356616" cy="356616"/>
            </a:xfrm>
            <a:prstGeom prst="rect">
              <a:avLst/>
            </a:prstGeom>
            <a:solidFill>
              <a:schemeClr val="accent1">
                <a:lumMod val="60000"/>
                <a:lumOff val="40000"/>
              </a:schemeClr>
            </a:solidFill>
            <a:ln w="6350">
              <a:solidFill>
                <a:schemeClr val="bg1"/>
              </a:solidFill>
              <a:prstDash val="solid"/>
            </a:ln>
          </p:spPr>
          <p:txBody>
            <a:bodyPr/>
            <a:lstStyle/>
            <a:p>
              <a:endParaRPr lang="ja-JP" altLang="en-US"/>
            </a:p>
          </p:txBody>
        </p:sp>
        <p:sp>
          <p:nvSpPr>
            <p:cNvPr id="96" name="Shape 57">
              <a:extLst>
                <a:ext uri="{FF2B5EF4-FFF2-40B4-BE49-F238E27FC236}">
                  <a16:creationId xmlns:a16="http://schemas.microsoft.com/office/drawing/2014/main" id="{13293D0D-DF4C-7F43-32FF-DD23AC05B0B5}"/>
                </a:ext>
              </a:extLst>
            </p:cNvPr>
            <p:cNvSpPr/>
            <p:nvPr/>
          </p:nvSpPr>
          <p:spPr>
            <a:xfrm>
              <a:off x="-475488" y="4562856"/>
              <a:ext cx="356616" cy="356616"/>
            </a:xfrm>
            <a:prstGeom prst="rect">
              <a:avLst/>
            </a:prstGeom>
            <a:solidFill>
              <a:schemeClr val="tx1">
                <a:alpha val="0"/>
              </a:schemeClr>
            </a:solidFill>
            <a:ln w="6350">
              <a:solidFill>
                <a:schemeClr val="bg1"/>
              </a:solidFill>
              <a:prstDash val="solid"/>
            </a:ln>
          </p:spPr>
          <p:txBody>
            <a:bodyPr/>
            <a:lstStyle/>
            <a:p>
              <a:endParaRPr lang="ja-JP" altLang="en-US"/>
            </a:p>
          </p:txBody>
        </p:sp>
        <p:sp>
          <p:nvSpPr>
            <p:cNvPr id="97" name="Shape 58">
              <a:extLst>
                <a:ext uri="{FF2B5EF4-FFF2-40B4-BE49-F238E27FC236}">
                  <a16:creationId xmlns:a16="http://schemas.microsoft.com/office/drawing/2014/main" id="{30C310DB-D081-7A8E-F6CB-8FE36E02EC18}"/>
                </a:ext>
              </a:extLst>
            </p:cNvPr>
            <p:cNvSpPr/>
            <p:nvPr/>
          </p:nvSpPr>
          <p:spPr>
            <a:xfrm>
              <a:off x="-3163824" y="4946904"/>
              <a:ext cx="356616" cy="356616"/>
            </a:xfrm>
            <a:prstGeom prst="rect">
              <a:avLst/>
            </a:prstGeom>
            <a:solidFill>
              <a:schemeClr val="tx1">
                <a:alpha val="0"/>
              </a:schemeClr>
            </a:solidFill>
            <a:ln w="6350">
              <a:solidFill>
                <a:schemeClr val="bg1"/>
              </a:solidFill>
              <a:prstDash val="solid"/>
            </a:ln>
          </p:spPr>
          <p:txBody>
            <a:bodyPr/>
            <a:lstStyle/>
            <a:p>
              <a:endParaRPr lang="ja-JP" altLang="en-US"/>
            </a:p>
          </p:txBody>
        </p:sp>
        <p:sp>
          <p:nvSpPr>
            <p:cNvPr id="98" name="Shape 59">
              <a:extLst>
                <a:ext uri="{FF2B5EF4-FFF2-40B4-BE49-F238E27FC236}">
                  <a16:creationId xmlns:a16="http://schemas.microsoft.com/office/drawing/2014/main" id="{C96E39DE-02F2-F3C0-6F80-DEEF61A26DAC}"/>
                </a:ext>
              </a:extLst>
            </p:cNvPr>
            <p:cNvSpPr/>
            <p:nvPr/>
          </p:nvSpPr>
          <p:spPr>
            <a:xfrm>
              <a:off x="-2779776" y="4946904"/>
              <a:ext cx="356616" cy="356616"/>
            </a:xfrm>
            <a:prstGeom prst="rect">
              <a:avLst/>
            </a:prstGeom>
            <a:solidFill>
              <a:schemeClr val="tx1">
                <a:alpha val="0"/>
              </a:schemeClr>
            </a:solidFill>
            <a:ln w="6350">
              <a:solidFill>
                <a:schemeClr val="bg1"/>
              </a:solidFill>
              <a:prstDash val="solid"/>
            </a:ln>
          </p:spPr>
          <p:txBody>
            <a:bodyPr/>
            <a:lstStyle/>
            <a:p>
              <a:endParaRPr lang="ja-JP" altLang="en-US"/>
            </a:p>
          </p:txBody>
        </p:sp>
        <p:sp>
          <p:nvSpPr>
            <p:cNvPr id="99" name="Shape 60">
              <a:extLst>
                <a:ext uri="{FF2B5EF4-FFF2-40B4-BE49-F238E27FC236}">
                  <a16:creationId xmlns:a16="http://schemas.microsoft.com/office/drawing/2014/main" id="{75267E5C-897F-3B2B-87B6-C49F363F7780}"/>
                </a:ext>
              </a:extLst>
            </p:cNvPr>
            <p:cNvSpPr/>
            <p:nvPr/>
          </p:nvSpPr>
          <p:spPr>
            <a:xfrm>
              <a:off x="-2395728" y="4946904"/>
              <a:ext cx="356616" cy="356616"/>
            </a:xfrm>
            <a:prstGeom prst="rect">
              <a:avLst/>
            </a:prstGeom>
            <a:solidFill>
              <a:schemeClr val="accent1">
                <a:lumMod val="40000"/>
                <a:lumOff val="60000"/>
              </a:schemeClr>
            </a:solidFill>
            <a:ln w="6350">
              <a:solidFill>
                <a:schemeClr val="bg1"/>
              </a:solidFill>
              <a:prstDash val="solid"/>
            </a:ln>
          </p:spPr>
          <p:txBody>
            <a:bodyPr/>
            <a:lstStyle/>
            <a:p>
              <a:endParaRPr lang="ja-JP" altLang="en-US"/>
            </a:p>
          </p:txBody>
        </p:sp>
        <p:sp>
          <p:nvSpPr>
            <p:cNvPr id="100" name="Shape 61">
              <a:extLst>
                <a:ext uri="{FF2B5EF4-FFF2-40B4-BE49-F238E27FC236}">
                  <a16:creationId xmlns:a16="http://schemas.microsoft.com/office/drawing/2014/main" id="{DD17D359-E6D3-DE22-1D34-E6C971C55218}"/>
                </a:ext>
              </a:extLst>
            </p:cNvPr>
            <p:cNvSpPr/>
            <p:nvPr/>
          </p:nvSpPr>
          <p:spPr>
            <a:xfrm>
              <a:off x="-2011680" y="4946904"/>
              <a:ext cx="356616" cy="356616"/>
            </a:xfrm>
            <a:prstGeom prst="rect">
              <a:avLst/>
            </a:prstGeom>
            <a:solidFill>
              <a:schemeClr val="accent2">
                <a:lumMod val="50000"/>
              </a:schemeClr>
            </a:solidFill>
            <a:ln w="6350">
              <a:solidFill>
                <a:schemeClr val="bg1"/>
              </a:solidFill>
              <a:prstDash val="solid"/>
            </a:ln>
          </p:spPr>
          <p:txBody>
            <a:bodyPr/>
            <a:lstStyle/>
            <a:p>
              <a:endParaRPr lang="ja-JP" altLang="en-US"/>
            </a:p>
          </p:txBody>
        </p:sp>
        <p:sp>
          <p:nvSpPr>
            <p:cNvPr id="101" name="Shape 62">
              <a:extLst>
                <a:ext uri="{FF2B5EF4-FFF2-40B4-BE49-F238E27FC236}">
                  <a16:creationId xmlns:a16="http://schemas.microsoft.com/office/drawing/2014/main" id="{951E88B9-4FCF-1FCC-D6E1-8FAC158A3E9A}"/>
                </a:ext>
              </a:extLst>
            </p:cNvPr>
            <p:cNvSpPr/>
            <p:nvPr/>
          </p:nvSpPr>
          <p:spPr>
            <a:xfrm>
              <a:off x="-1627632" y="4946904"/>
              <a:ext cx="356616" cy="356616"/>
            </a:xfrm>
            <a:prstGeom prst="rect">
              <a:avLst/>
            </a:prstGeom>
            <a:solidFill>
              <a:schemeClr val="accent2">
                <a:lumMod val="75000"/>
              </a:schemeClr>
            </a:solidFill>
            <a:ln w="6350">
              <a:solidFill>
                <a:schemeClr val="bg1"/>
              </a:solidFill>
              <a:prstDash val="solid"/>
            </a:ln>
          </p:spPr>
          <p:txBody>
            <a:bodyPr/>
            <a:lstStyle/>
            <a:p>
              <a:endParaRPr lang="ja-JP" altLang="en-US"/>
            </a:p>
          </p:txBody>
        </p:sp>
        <p:sp>
          <p:nvSpPr>
            <p:cNvPr id="102" name="Shape 63">
              <a:extLst>
                <a:ext uri="{FF2B5EF4-FFF2-40B4-BE49-F238E27FC236}">
                  <a16:creationId xmlns:a16="http://schemas.microsoft.com/office/drawing/2014/main" id="{B7581845-89D6-4A46-E0B1-2423467B2320}"/>
                </a:ext>
              </a:extLst>
            </p:cNvPr>
            <p:cNvSpPr/>
            <p:nvPr/>
          </p:nvSpPr>
          <p:spPr>
            <a:xfrm>
              <a:off x="-1243584" y="4946904"/>
              <a:ext cx="356616" cy="356616"/>
            </a:xfrm>
            <a:prstGeom prst="rect">
              <a:avLst/>
            </a:prstGeom>
            <a:solidFill>
              <a:schemeClr val="accent2">
                <a:lumMod val="40000"/>
                <a:lumOff val="60000"/>
              </a:schemeClr>
            </a:solidFill>
            <a:ln w="6350">
              <a:solidFill>
                <a:schemeClr val="bg1"/>
              </a:solidFill>
              <a:prstDash val="solid"/>
            </a:ln>
          </p:spPr>
          <p:txBody>
            <a:bodyPr/>
            <a:lstStyle/>
            <a:p>
              <a:endParaRPr lang="ja-JP" altLang="en-US"/>
            </a:p>
          </p:txBody>
        </p:sp>
        <p:sp>
          <p:nvSpPr>
            <p:cNvPr id="103" name="Shape 64">
              <a:extLst>
                <a:ext uri="{FF2B5EF4-FFF2-40B4-BE49-F238E27FC236}">
                  <a16:creationId xmlns:a16="http://schemas.microsoft.com/office/drawing/2014/main" id="{04F7D851-676A-1699-2AEB-6BA991A2B750}"/>
                </a:ext>
              </a:extLst>
            </p:cNvPr>
            <p:cNvSpPr/>
            <p:nvPr/>
          </p:nvSpPr>
          <p:spPr>
            <a:xfrm>
              <a:off x="-859536" y="4946904"/>
              <a:ext cx="356616" cy="356616"/>
            </a:xfrm>
            <a:prstGeom prst="rect">
              <a:avLst/>
            </a:prstGeom>
            <a:solidFill>
              <a:schemeClr val="tx1">
                <a:alpha val="0"/>
              </a:schemeClr>
            </a:solidFill>
            <a:ln w="6350">
              <a:solidFill>
                <a:schemeClr val="bg1"/>
              </a:solidFill>
              <a:prstDash val="solid"/>
            </a:ln>
          </p:spPr>
          <p:txBody>
            <a:bodyPr/>
            <a:lstStyle/>
            <a:p>
              <a:endParaRPr lang="ja-JP" altLang="en-US"/>
            </a:p>
          </p:txBody>
        </p:sp>
        <p:sp>
          <p:nvSpPr>
            <p:cNvPr id="104" name="Shape 65">
              <a:extLst>
                <a:ext uri="{FF2B5EF4-FFF2-40B4-BE49-F238E27FC236}">
                  <a16:creationId xmlns:a16="http://schemas.microsoft.com/office/drawing/2014/main" id="{2304B1F3-4C72-FAB2-8FA6-2053DD959E4B}"/>
                </a:ext>
              </a:extLst>
            </p:cNvPr>
            <p:cNvSpPr/>
            <p:nvPr/>
          </p:nvSpPr>
          <p:spPr>
            <a:xfrm>
              <a:off x="-475488" y="4946904"/>
              <a:ext cx="356616" cy="356616"/>
            </a:xfrm>
            <a:prstGeom prst="rect">
              <a:avLst/>
            </a:prstGeom>
            <a:solidFill>
              <a:schemeClr val="accent1">
                <a:lumMod val="40000"/>
                <a:lumOff val="60000"/>
                <a:alpha val="0"/>
              </a:schemeClr>
            </a:solidFill>
            <a:ln w="6350">
              <a:solidFill>
                <a:schemeClr val="bg1"/>
              </a:solidFill>
              <a:prstDash val="solid"/>
            </a:ln>
          </p:spPr>
          <p:txBody>
            <a:bodyPr/>
            <a:lstStyle/>
            <a:p>
              <a:endParaRPr lang="ja-JP" altLang="en-US"/>
            </a:p>
          </p:txBody>
        </p:sp>
      </p:grpSp>
      <p:grpSp>
        <p:nvGrpSpPr>
          <p:cNvPr id="215" name="グループ化 214">
            <a:extLst>
              <a:ext uri="{FF2B5EF4-FFF2-40B4-BE49-F238E27FC236}">
                <a16:creationId xmlns:a16="http://schemas.microsoft.com/office/drawing/2014/main" id="{632D4953-505B-BDE6-F9E9-89967615C520}"/>
              </a:ext>
            </a:extLst>
          </p:cNvPr>
          <p:cNvGrpSpPr/>
          <p:nvPr/>
        </p:nvGrpSpPr>
        <p:grpSpPr>
          <a:xfrm>
            <a:off x="3386163" y="1539034"/>
            <a:ext cx="1783080" cy="1783080"/>
            <a:chOff x="-4420794" y="1398898"/>
            <a:chExt cx="3803904" cy="3803904"/>
          </a:xfrm>
        </p:grpSpPr>
        <p:sp>
          <p:nvSpPr>
            <p:cNvPr id="106" name="Shape 11">
              <a:extLst>
                <a:ext uri="{FF2B5EF4-FFF2-40B4-BE49-F238E27FC236}">
                  <a16:creationId xmlns:a16="http://schemas.microsoft.com/office/drawing/2014/main" id="{7920B71C-0882-F59A-1FA0-863B2D9831A1}"/>
                </a:ext>
              </a:extLst>
            </p:cNvPr>
            <p:cNvSpPr/>
            <p:nvPr/>
          </p:nvSpPr>
          <p:spPr>
            <a:xfrm>
              <a:off x="-4420794" y="1398898"/>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107" name="Shape 12">
              <a:extLst>
                <a:ext uri="{FF2B5EF4-FFF2-40B4-BE49-F238E27FC236}">
                  <a16:creationId xmlns:a16="http://schemas.microsoft.com/office/drawing/2014/main" id="{D89318E0-63B2-5B8D-198B-94FFDA31066F}"/>
                </a:ext>
              </a:extLst>
            </p:cNvPr>
            <p:cNvSpPr/>
            <p:nvPr/>
          </p:nvSpPr>
          <p:spPr>
            <a:xfrm>
              <a:off x="-3945306" y="1398898"/>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108" name="Shape 13">
              <a:extLst>
                <a:ext uri="{FF2B5EF4-FFF2-40B4-BE49-F238E27FC236}">
                  <a16:creationId xmlns:a16="http://schemas.microsoft.com/office/drawing/2014/main" id="{A7B44A61-A304-B25D-22CF-FBD0F49054BD}"/>
                </a:ext>
              </a:extLst>
            </p:cNvPr>
            <p:cNvSpPr/>
            <p:nvPr/>
          </p:nvSpPr>
          <p:spPr>
            <a:xfrm>
              <a:off x="-3469818" y="1398898"/>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109" name="Shape 14">
              <a:extLst>
                <a:ext uri="{FF2B5EF4-FFF2-40B4-BE49-F238E27FC236}">
                  <a16:creationId xmlns:a16="http://schemas.microsoft.com/office/drawing/2014/main" id="{E17FE9E4-0EEB-E6AD-37DB-04AAAC1594F8}"/>
                </a:ext>
              </a:extLst>
            </p:cNvPr>
            <p:cNvSpPr/>
            <p:nvPr/>
          </p:nvSpPr>
          <p:spPr>
            <a:xfrm>
              <a:off x="-3384230" y="1484486"/>
              <a:ext cx="304312" cy="304312"/>
            </a:xfrm>
            <a:prstGeom prst="rect">
              <a:avLst/>
            </a:prstGeom>
            <a:solidFill>
              <a:schemeClr val="tx1">
                <a:alpha val="12000"/>
              </a:schemeClr>
            </a:solidFill>
            <a:ln w="12700">
              <a:solidFill>
                <a:schemeClr val="tx1">
                  <a:alpha val="0"/>
                </a:schemeClr>
              </a:solidFill>
              <a:prstDash val="solid"/>
            </a:ln>
          </p:spPr>
          <p:txBody>
            <a:bodyPr/>
            <a:lstStyle/>
            <a:p>
              <a:endParaRPr lang="ja-JP" altLang="en-US"/>
            </a:p>
          </p:txBody>
        </p:sp>
        <p:sp>
          <p:nvSpPr>
            <p:cNvPr id="110" name="Shape 15">
              <a:extLst>
                <a:ext uri="{FF2B5EF4-FFF2-40B4-BE49-F238E27FC236}">
                  <a16:creationId xmlns:a16="http://schemas.microsoft.com/office/drawing/2014/main" id="{E8DFC889-C951-3C13-0056-6C1B0D5EAFC0}"/>
                </a:ext>
              </a:extLst>
            </p:cNvPr>
            <p:cNvSpPr/>
            <p:nvPr/>
          </p:nvSpPr>
          <p:spPr>
            <a:xfrm>
              <a:off x="-2994330" y="1398898"/>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111" name="Shape 16">
              <a:extLst>
                <a:ext uri="{FF2B5EF4-FFF2-40B4-BE49-F238E27FC236}">
                  <a16:creationId xmlns:a16="http://schemas.microsoft.com/office/drawing/2014/main" id="{E74E3D05-3147-B876-2EE4-6C9174AEDA39}"/>
                </a:ext>
              </a:extLst>
            </p:cNvPr>
            <p:cNvSpPr/>
            <p:nvPr/>
          </p:nvSpPr>
          <p:spPr>
            <a:xfrm>
              <a:off x="-2908742" y="1484486"/>
              <a:ext cx="304312" cy="304312"/>
            </a:xfrm>
            <a:prstGeom prst="rect">
              <a:avLst/>
            </a:prstGeom>
            <a:solidFill>
              <a:schemeClr val="tx1">
                <a:alpha val="69000"/>
              </a:schemeClr>
            </a:solidFill>
            <a:ln w="12700">
              <a:solidFill>
                <a:schemeClr val="tx1">
                  <a:alpha val="0"/>
                </a:schemeClr>
              </a:solidFill>
              <a:prstDash val="solid"/>
            </a:ln>
          </p:spPr>
          <p:txBody>
            <a:bodyPr/>
            <a:lstStyle/>
            <a:p>
              <a:endParaRPr lang="ja-JP" altLang="en-US"/>
            </a:p>
          </p:txBody>
        </p:sp>
        <p:sp>
          <p:nvSpPr>
            <p:cNvPr id="112" name="Shape 17">
              <a:extLst>
                <a:ext uri="{FF2B5EF4-FFF2-40B4-BE49-F238E27FC236}">
                  <a16:creationId xmlns:a16="http://schemas.microsoft.com/office/drawing/2014/main" id="{60FD779C-EC87-18CF-04BE-DD40A81F5864}"/>
                </a:ext>
              </a:extLst>
            </p:cNvPr>
            <p:cNvSpPr/>
            <p:nvPr/>
          </p:nvSpPr>
          <p:spPr>
            <a:xfrm>
              <a:off x="-2518842" y="1398898"/>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113" name="Shape 18">
              <a:extLst>
                <a:ext uri="{FF2B5EF4-FFF2-40B4-BE49-F238E27FC236}">
                  <a16:creationId xmlns:a16="http://schemas.microsoft.com/office/drawing/2014/main" id="{D01F3390-BD48-D2B6-1F44-9D2CCF177F4F}"/>
                </a:ext>
              </a:extLst>
            </p:cNvPr>
            <p:cNvSpPr/>
            <p:nvPr/>
          </p:nvSpPr>
          <p:spPr>
            <a:xfrm>
              <a:off x="-2433254" y="1484486"/>
              <a:ext cx="304312" cy="304312"/>
            </a:xfrm>
            <a:prstGeom prst="rect">
              <a:avLst/>
            </a:prstGeom>
            <a:solidFill>
              <a:schemeClr val="tx1">
                <a:alpha val="81000"/>
              </a:schemeClr>
            </a:solidFill>
            <a:ln w="12700">
              <a:solidFill>
                <a:schemeClr val="tx1">
                  <a:alpha val="0"/>
                </a:schemeClr>
              </a:solidFill>
              <a:prstDash val="solid"/>
            </a:ln>
          </p:spPr>
          <p:txBody>
            <a:bodyPr/>
            <a:lstStyle/>
            <a:p>
              <a:endParaRPr lang="ja-JP" altLang="en-US"/>
            </a:p>
          </p:txBody>
        </p:sp>
        <p:sp>
          <p:nvSpPr>
            <p:cNvPr id="114" name="Shape 19">
              <a:extLst>
                <a:ext uri="{FF2B5EF4-FFF2-40B4-BE49-F238E27FC236}">
                  <a16:creationId xmlns:a16="http://schemas.microsoft.com/office/drawing/2014/main" id="{79E851D9-F928-CF4F-83E1-96727D101868}"/>
                </a:ext>
              </a:extLst>
            </p:cNvPr>
            <p:cNvSpPr/>
            <p:nvPr/>
          </p:nvSpPr>
          <p:spPr>
            <a:xfrm>
              <a:off x="-2043354" y="1398898"/>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115" name="Shape 20">
              <a:extLst>
                <a:ext uri="{FF2B5EF4-FFF2-40B4-BE49-F238E27FC236}">
                  <a16:creationId xmlns:a16="http://schemas.microsoft.com/office/drawing/2014/main" id="{5EC3F3FA-311E-5113-3557-B7C675A6939A}"/>
                </a:ext>
              </a:extLst>
            </p:cNvPr>
            <p:cNvSpPr/>
            <p:nvPr/>
          </p:nvSpPr>
          <p:spPr>
            <a:xfrm>
              <a:off x="-1957766" y="1484486"/>
              <a:ext cx="304312" cy="304312"/>
            </a:xfrm>
            <a:prstGeom prst="rect">
              <a:avLst/>
            </a:prstGeom>
            <a:solidFill>
              <a:schemeClr val="tx1">
                <a:alpha val="25000"/>
              </a:schemeClr>
            </a:solidFill>
            <a:ln w="12700">
              <a:solidFill>
                <a:schemeClr val="tx1">
                  <a:alpha val="0"/>
                </a:schemeClr>
              </a:solidFill>
              <a:prstDash val="solid"/>
            </a:ln>
          </p:spPr>
          <p:txBody>
            <a:bodyPr/>
            <a:lstStyle/>
            <a:p>
              <a:endParaRPr lang="ja-JP" altLang="en-US"/>
            </a:p>
          </p:txBody>
        </p:sp>
        <p:sp>
          <p:nvSpPr>
            <p:cNvPr id="116" name="Shape 21">
              <a:extLst>
                <a:ext uri="{FF2B5EF4-FFF2-40B4-BE49-F238E27FC236}">
                  <a16:creationId xmlns:a16="http://schemas.microsoft.com/office/drawing/2014/main" id="{C6B35C26-1226-B2BE-A5F3-E786416C1AB0}"/>
                </a:ext>
              </a:extLst>
            </p:cNvPr>
            <p:cNvSpPr/>
            <p:nvPr/>
          </p:nvSpPr>
          <p:spPr>
            <a:xfrm>
              <a:off x="-1567866" y="1398898"/>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117" name="Shape 22">
              <a:extLst>
                <a:ext uri="{FF2B5EF4-FFF2-40B4-BE49-F238E27FC236}">
                  <a16:creationId xmlns:a16="http://schemas.microsoft.com/office/drawing/2014/main" id="{F7F89272-D73F-5116-AED7-B3815DF0B740}"/>
                </a:ext>
              </a:extLst>
            </p:cNvPr>
            <p:cNvSpPr/>
            <p:nvPr/>
          </p:nvSpPr>
          <p:spPr>
            <a:xfrm>
              <a:off x="-1092378" y="1398898"/>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118" name="Shape 23">
              <a:extLst>
                <a:ext uri="{FF2B5EF4-FFF2-40B4-BE49-F238E27FC236}">
                  <a16:creationId xmlns:a16="http://schemas.microsoft.com/office/drawing/2014/main" id="{9BFE4C19-7E7D-70E5-40CC-2D369253198A}"/>
                </a:ext>
              </a:extLst>
            </p:cNvPr>
            <p:cNvSpPr/>
            <p:nvPr/>
          </p:nvSpPr>
          <p:spPr>
            <a:xfrm>
              <a:off x="-4420794" y="1874386"/>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119" name="Shape 24">
              <a:extLst>
                <a:ext uri="{FF2B5EF4-FFF2-40B4-BE49-F238E27FC236}">
                  <a16:creationId xmlns:a16="http://schemas.microsoft.com/office/drawing/2014/main" id="{94CCE13F-6C68-17BE-67A4-66C8494A790E}"/>
                </a:ext>
              </a:extLst>
            </p:cNvPr>
            <p:cNvSpPr/>
            <p:nvPr/>
          </p:nvSpPr>
          <p:spPr>
            <a:xfrm>
              <a:off x="-3945306" y="1874386"/>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120" name="Shape 25">
              <a:extLst>
                <a:ext uri="{FF2B5EF4-FFF2-40B4-BE49-F238E27FC236}">
                  <a16:creationId xmlns:a16="http://schemas.microsoft.com/office/drawing/2014/main" id="{9BD3F00E-95C9-438C-D1BF-FDCB6B8287B5}"/>
                </a:ext>
              </a:extLst>
            </p:cNvPr>
            <p:cNvSpPr/>
            <p:nvPr/>
          </p:nvSpPr>
          <p:spPr>
            <a:xfrm>
              <a:off x="-3469818" y="1874386"/>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121" name="Shape 26">
              <a:extLst>
                <a:ext uri="{FF2B5EF4-FFF2-40B4-BE49-F238E27FC236}">
                  <a16:creationId xmlns:a16="http://schemas.microsoft.com/office/drawing/2014/main" id="{B6C6ED52-DF59-373D-9A96-688FE440AC4E}"/>
                </a:ext>
              </a:extLst>
            </p:cNvPr>
            <p:cNvSpPr/>
            <p:nvPr/>
          </p:nvSpPr>
          <p:spPr>
            <a:xfrm>
              <a:off x="-3384230" y="1959974"/>
              <a:ext cx="304312" cy="304312"/>
            </a:xfrm>
            <a:prstGeom prst="rect">
              <a:avLst/>
            </a:prstGeom>
            <a:solidFill>
              <a:schemeClr val="tx1">
                <a:alpha val="75000"/>
              </a:schemeClr>
            </a:solidFill>
            <a:ln w="12700">
              <a:solidFill>
                <a:schemeClr val="tx1">
                  <a:alpha val="0"/>
                </a:schemeClr>
              </a:solidFill>
              <a:prstDash val="solid"/>
            </a:ln>
          </p:spPr>
          <p:txBody>
            <a:bodyPr/>
            <a:lstStyle/>
            <a:p>
              <a:endParaRPr lang="ja-JP" altLang="en-US"/>
            </a:p>
          </p:txBody>
        </p:sp>
        <p:sp>
          <p:nvSpPr>
            <p:cNvPr id="122" name="Shape 27">
              <a:extLst>
                <a:ext uri="{FF2B5EF4-FFF2-40B4-BE49-F238E27FC236}">
                  <a16:creationId xmlns:a16="http://schemas.microsoft.com/office/drawing/2014/main" id="{1E885FEF-C240-63D4-6A77-266DB13BA6D6}"/>
                </a:ext>
              </a:extLst>
            </p:cNvPr>
            <p:cNvSpPr/>
            <p:nvPr/>
          </p:nvSpPr>
          <p:spPr>
            <a:xfrm>
              <a:off x="-2994330" y="1874386"/>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123" name="Shape 28">
              <a:extLst>
                <a:ext uri="{FF2B5EF4-FFF2-40B4-BE49-F238E27FC236}">
                  <a16:creationId xmlns:a16="http://schemas.microsoft.com/office/drawing/2014/main" id="{EDDBF537-AA66-F3DE-B3D3-7D8D1BCDB35E}"/>
                </a:ext>
              </a:extLst>
            </p:cNvPr>
            <p:cNvSpPr/>
            <p:nvPr/>
          </p:nvSpPr>
          <p:spPr>
            <a:xfrm>
              <a:off x="-2908742" y="1959974"/>
              <a:ext cx="304312" cy="304312"/>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124" name="Shape 29">
              <a:extLst>
                <a:ext uri="{FF2B5EF4-FFF2-40B4-BE49-F238E27FC236}">
                  <a16:creationId xmlns:a16="http://schemas.microsoft.com/office/drawing/2014/main" id="{13724783-F1F2-EB61-D3C0-2FC3F683CC8A}"/>
                </a:ext>
              </a:extLst>
            </p:cNvPr>
            <p:cNvSpPr/>
            <p:nvPr/>
          </p:nvSpPr>
          <p:spPr>
            <a:xfrm>
              <a:off x="-2518842" y="1874386"/>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125" name="Shape 30">
              <a:extLst>
                <a:ext uri="{FF2B5EF4-FFF2-40B4-BE49-F238E27FC236}">
                  <a16:creationId xmlns:a16="http://schemas.microsoft.com/office/drawing/2014/main" id="{503B5960-0040-3A51-CF1B-2606084A2012}"/>
                </a:ext>
              </a:extLst>
            </p:cNvPr>
            <p:cNvSpPr/>
            <p:nvPr/>
          </p:nvSpPr>
          <p:spPr>
            <a:xfrm>
              <a:off x="-2433254" y="1959974"/>
              <a:ext cx="304312" cy="304312"/>
            </a:xfrm>
            <a:prstGeom prst="rect">
              <a:avLst/>
            </a:prstGeom>
            <a:solidFill>
              <a:schemeClr val="tx1">
                <a:alpha val="81000"/>
              </a:schemeClr>
            </a:solidFill>
            <a:ln w="12700">
              <a:solidFill>
                <a:schemeClr val="tx1">
                  <a:alpha val="0"/>
                </a:schemeClr>
              </a:solidFill>
              <a:prstDash val="solid"/>
            </a:ln>
          </p:spPr>
          <p:txBody>
            <a:bodyPr/>
            <a:lstStyle/>
            <a:p>
              <a:endParaRPr lang="ja-JP" altLang="en-US"/>
            </a:p>
          </p:txBody>
        </p:sp>
        <p:sp>
          <p:nvSpPr>
            <p:cNvPr id="126" name="Shape 31">
              <a:extLst>
                <a:ext uri="{FF2B5EF4-FFF2-40B4-BE49-F238E27FC236}">
                  <a16:creationId xmlns:a16="http://schemas.microsoft.com/office/drawing/2014/main" id="{7FA732C5-074E-C46A-4ED3-98D071F140A0}"/>
                </a:ext>
              </a:extLst>
            </p:cNvPr>
            <p:cNvSpPr/>
            <p:nvPr/>
          </p:nvSpPr>
          <p:spPr>
            <a:xfrm>
              <a:off x="-2043354" y="1874386"/>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127" name="Shape 32">
              <a:extLst>
                <a:ext uri="{FF2B5EF4-FFF2-40B4-BE49-F238E27FC236}">
                  <a16:creationId xmlns:a16="http://schemas.microsoft.com/office/drawing/2014/main" id="{B58E2ECF-4647-F432-18E6-6168ACBD94A2}"/>
                </a:ext>
              </a:extLst>
            </p:cNvPr>
            <p:cNvSpPr/>
            <p:nvPr/>
          </p:nvSpPr>
          <p:spPr>
            <a:xfrm>
              <a:off x="-1957766" y="1959974"/>
              <a:ext cx="304312" cy="304312"/>
            </a:xfrm>
            <a:prstGeom prst="rect">
              <a:avLst/>
            </a:prstGeom>
            <a:solidFill>
              <a:schemeClr val="tx1">
                <a:alpha val="94000"/>
              </a:schemeClr>
            </a:solidFill>
            <a:ln w="12700">
              <a:solidFill>
                <a:schemeClr val="tx1">
                  <a:alpha val="0"/>
                </a:schemeClr>
              </a:solidFill>
              <a:prstDash val="solid"/>
            </a:ln>
          </p:spPr>
          <p:txBody>
            <a:bodyPr/>
            <a:lstStyle/>
            <a:p>
              <a:endParaRPr lang="ja-JP" altLang="en-US"/>
            </a:p>
          </p:txBody>
        </p:sp>
        <p:sp>
          <p:nvSpPr>
            <p:cNvPr id="128" name="Shape 33">
              <a:extLst>
                <a:ext uri="{FF2B5EF4-FFF2-40B4-BE49-F238E27FC236}">
                  <a16:creationId xmlns:a16="http://schemas.microsoft.com/office/drawing/2014/main" id="{4B1AB07E-688A-0DD4-1E3B-1F70F0EADCD3}"/>
                </a:ext>
              </a:extLst>
            </p:cNvPr>
            <p:cNvSpPr/>
            <p:nvPr/>
          </p:nvSpPr>
          <p:spPr>
            <a:xfrm>
              <a:off x="-1567866" y="1874386"/>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129" name="Shape 34">
              <a:extLst>
                <a:ext uri="{FF2B5EF4-FFF2-40B4-BE49-F238E27FC236}">
                  <a16:creationId xmlns:a16="http://schemas.microsoft.com/office/drawing/2014/main" id="{D157D64B-5E21-5D2A-2A41-E9C182FD7EE4}"/>
                </a:ext>
              </a:extLst>
            </p:cNvPr>
            <p:cNvSpPr/>
            <p:nvPr/>
          </p:nvSpPr>
          <p:spPr>
            <a:xfrm>
              <a:off x="-1092378" y="1874386"/>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130" name="Shape 35">
              <a:extLst>
                <a:ext uri="{FF2B5EF4-FFF2-40B4-BE49-F238E27FC236}">
                  <a16:creationId xmlns:a16="http://schemas.microsoft.com/office/drawing/2014/main" id="{232CEBEC-2BC0-6162-D8DC-458B15A7D373}"/>
                </a:ext>
              </a:extLst>
            </p:cNvPr>
            <p:cNvSpPr/>
            <p:nvPr/>
          </p:nvSpPr>
          <p:spPr>
            <a:xfrm>
              <a:off x="-4420794" y="2349874"/>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131" name="Shape 36">
              <a:extLst>
                <a:ext uri="{FF2B5EF4-FFF2-40B4-BE49-F238E27FC236}">
                  <a16:creationId xmlns:a16="http://schemas.microsoft.com/office/drawing/2014/main" id="{B7CC960C-F8D8-10E7-C3EB-FCECCC11B2EC}"/>
                </a:ext>
              </a:extLst>
            </p:cNvPr>
            <p:cNvSpPr/>
            <p:nvPr/>
          </p:nvSpPr>
          <p:spPr>
            <a:xfrm>
              <a:off x="-3945306" y="2349874"/>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132" name="Shape 37">
              <a:extLst>
                <a:ext uri="{FF2B5EF4-FFF2-40B4-BE49-F238E27FC236}">
                  <a16:creationId xmlns:a16="http://schemas.microsoft.com/office/drawing/2014/main" id="{D44C17BD-1451-73B5-BE9E-1930CEFF5350}"/>
                </a:ext>
              </a:extLst>
            </p:cNvPr>
            <p:cNvSpPr/>
            <p:nvPr/>
          </p:nvSpPr>
          <p:spPr>
            <a:xfrm>
              <a:off x="-3469818" y="2349874"/>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133" name="Shape 38">
              <a:extLst>
                <a:ext uri="{FF2B5EF4-FFF2-40B4-BE49-F238E27FC236}">
                  <a16:creationId xmlns:a16="http://schemas.microsoft.com/office/drawing/2014/main" id="{8922E35B-DE95-1E0D-946C-5DB1478AB50B}"/>
                </a:ext>
              </a:extLst>
            </p:cNvPr>
            <p:cNvSpPr/>
            <p:nvPr/>
          </p:nvSpPr>
          <p:spPr>
            <a:xfrm>
              <a:off x="-3384230" y="2435462"/>
              <a:ext cx="304312" cy="304312"/>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134" name="Shape 39">
              <a:extLst>
                <a:ext uri="{FF2B5EF4-FFF2-40B4-BE49-F238E27FC236}">
                  <a16:creationId xmlns:a16="http://schemas.microsoft.com/office/drawing/2014/main" id="{8F202E2B-510D-D080-01F0-2004E0757A5A}"/>
                </a:ext>
              </a:extLst>
            </p:cNvPr>
            <p:cNvSpPr/>
            <p:nvPr/>
          </p:nvSpPr>
          <p:spPr>
            <a:xfrm>
              <a:off x="-2994330" y="2349874"/>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135" name="Shape 40">
              <a:extLst>
                <a:ext uri="{FF2B5EF4-FFF2-40B4-BE49-F238E27FC236}">
                  <a16:creationId xmlns:a16="http://schemas.microsoft.com/office/drawing/2014/main" id="{DD03D3CB-D077-C557-6475-91F234F3CF82}"/>
                </a:ext>
              </a:extLst>
            </p:cNvPr>
            <p:cNvSpPr/>
            <p:nvPr/>
          </p:nvSpPr>
          <p:spPr>
            <a:xfrm>
              <a:off x="-2908742" y="2435462"/>
              <a:ext cx="304312" cy="304312"/>
            </a:xfrm>
            <a:prstGeom prst="rect">
              <a:avLst/>
            </a:prstGeom>
            <a:solidFill>
              <a:schemeClr val="tx1">
                <a:alpha val="56000"/>
              </a:schemeClr>
            </a:solidFill>
            <a:ln w="12700">
              <a:solidFill>
                <a:schemeClr val="tx1">
                  <a:alpha val="0"/>
                </a:schemeClr>
              </a:solidFill>
              <a:prstDash val="solid"/>
            </a:ln>
          </p:spPr>
          <p:txBody>
            <a:bodyPr/>
            <a:lstStyle/>
            <a:p>
              <a:endParaRPr lang="ja-JP" altLang="en-US"/>
            </a:p>
          </p:txBody>
        </p:sp>
        <p:sp>
          <p:nvSpPr>
            <p:cNvPr id="136" name="Shape 41">
              <a:extLst>
                <a:ext uri="{FF2B5EF4-FFF2-40B4-BE49-F238E27FC236}">
                  <a16:creationId xmlns:a16="http://schemas.microsoft.com/office/drawing/2014/main" id="{25401068-919D-6719-99C7-C3E1E0188EA9}"/>
                </a:ext>
              </a:extLst>
            </p:cNvPr>
            <p:cNvSpPr/>
            <p:nvPr/>
          </p:nvSpPr>
          <p:spPr>
            <a:xfrm>
              <a:off x="-2518842" y="2349874"/>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137" name="Shape 42">
              <a:extLst>
                <a:ext uri="{FF2B5EF4-FFF2-40B4-BE49-F238E27FC236}">
                  <a16:creationId xmlns:a16="http://schemas.microsoft.com/office/drawing/2014/main" id="{19D1F77F-4FBE-893C-9F04-FB95549471E7}"/>
                </a:ext>
              </a:extLst>
            </p:cNvPr>
            <p:cNvSpPr/>
            <p:nvPr/>
          </p:nvSpPr>
          <p:spPr>
            <a:xfrm>
              <a:off x="-2433254" y="2435462"/>
              <a:ext cx="304312" cy="304312"/>
            </a:xfrm>
            <a:prstGeom prst="rect">
              <a:avLst/>
            </a:prstGeom>
            <a:solidFill>
              <a:schemeClr val="tx1">
                <a:alpha val="6000"/>
              </a:schemeClr>
            </a:solidFill>
            <a:ln w="12700">
              <a:solidFill>
                <a:schemeClr val="tx1">
                  <a:alpha val="0"/>
                </a:schemeClr>
              </a:solidFill>
              <a:prstDash val="solid"/>
            </a:ln>
          </p:spPr>
          <p:txBody>
            <a:bodyPr/>
            <a:lstStyle/>
            <a:p>
              <a:endParaRPr lang="ja-JP" altLang="en-US"/>
            </a:p>
          </p:txBody>
        </p:sp>
        <p:sp>
          <p:nvSpPr>
            <p:cNvPr id="138" name="Shape 43">
              <a:extLst>
                <a:ext uri="{FF2B5EF4-FFF2-40B4-BE49-F238E27FC236}">
                  <a16:creationId xmlns:a16="http://schemas.microsoft.com/office/drawing/2014/main" id="{EB8FC5CA-C685-C59A-15A6-29487FF63574}"/>
                </a:ext>
              </a:extLst>
            </p:cNvPr>
            <p:cNvSpPr/>
            <p:nvPr/>
          </p:nvSpPr>
          <p:spPr>
            <a:xfrm>
              <a:off x="-2043354" y="2349874"/>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139" name="Shape 44">
              <a:extLst>
                <a:ext uri="{FF2B5EF4-FFF2-40B4-BE49-F238E27FC236}">
                  <a16:creationId xmlns:a16="http://schemas.microsoft.com/office/drawing/2014/main" id="{B097C571-D627-2852-BFED-810A87FFD767}"/>
                </a:ext>
              </a:extLst>
            </p:cNvPr>
            <p:cNvSpPr/>
            <p:nvPr/>
          </p:nvSpPr>
          <p:spPr>
            <a:xfrm>
              <a:off x="-1957766" y="2435462"/>
              <a:ext cx="304312" cy="304312"/>
            </a:xfrm>
            <a:prstGeom prst="rect">
              <a:avLst/>
            </a:prstGeom>
            <a:solidFill>
              <a:schemeClr val="tx1">
                <a:alpha val="19000"/>
              </a:schemeClr>
            </a:solidFill>
            <a:ln w="12700">
              <a:solidFill>
                <a:schemeClr val="tx1">
                  <a:alpha val="0"/>
                </a:schemeClr>
              </a:solidFill>
              <a:prstDash val="solid"/>
            </a:ln>
          </p:spPr>
          <p:txBody>
            <a:bodyPr/>
            <a:lstStyle/>
            <a:p>
              <a:endParaRPr lang="ja-JP" altLang="en-US"/>
            </a:p>
          </p:txBody>
        </p:sp>
        <p:sp>
          <p:nvSpPr>
            <p:cNvPr id="140" name="Shape 45">
              <a:extLst>
                <a:ext uri="{FF2B5EF4-FFF2-40B4-BE49-F238E27FC236}">
                  <a16:creationId xmlns:a16="http://schemas.microsoft.com/office/drawing/2014/main" id="{E4ED87D8-0497-7BAB-EF32-1C29EEA68541}"/>
                </a:ext>
              </a:extLst>
            </p:cNvPr>
            <p:cNvSpPr/>
            <p:nvPr/>
          </p:nvSpPr>
          <p:spPr>
            <a:xfrm>
              <a:off x="-1567866" y="2349874"/>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141" name="Shape 46">
              <a:extLst>
                <a:ext uri="{FF2B5EF4-FFF2-40B4-BE49-F238E27FC236}">
                  <a16:creationId xmlns:a16="http://schemas.microsoft.com/office/drawing/2014/main" id="{654ECE24-93C9-08DF-D0E5-EDF5AC8D90D9}"/>
                </a:ext>
              </a:extLst>
            </p:cNvPr>
            <p:cNvSpPr/>
            <p:nvPr/>
          </p:nvSpPr>
          <p:spPr>
            <a:xfrm>
              <a:off x="-1092378" y="2349874"/>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142" name="Shape 47">
              <a:extLst>
                <a:ext uri="{FF2B5EF4-FFF2-40B4-BE49-F238E27FC236}">
                  <a16:creationId xmlns:a16="http://schemas.microsoft.com/office/drawing/2014/main" id="{B1821221-BB5B-F0CC-1720-263E937EC563}"/>
                </a:ext>
              </a:extLst>
            </p:cNvPr>
            <p:cNvSpPr/>
            <p:nvPr/>
          </p:nvSpPr>
          <p:spPr>
            <a:xfrm>
              <a:off x="-4420794" y="2825362"/>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143" name="Shape 48">
              <a:extLst>
                <a:ext uri="{FF2B5EF4-FFF2-40B4-BE49-F238E27FC236}">
                  <a16:creationId xmlns:a16="http://schemas.microsoft.com/office/drawing/2014/main" id="{A8A03CC6-6792-0BC5-5049-BD11212D9D53}"/>
                </a:ext>
              </a:extLst>
            </p:cNvPr>
            <p:cNvSpPr/>
            <p:nvPr/>
          </p:nvSpPr>
          <p:spPr>
            <a:xfrm>
              <a:off x="-3945306" y="2825362"/>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144" name="Shape 49">
              <a:extLst>
                <a:ext uri="{FF2B5EF4-FFF2-40B4-BE49-F238E27FC236}">
                  <a16:creationId xmlns:a16="http://schemas.microsoft.com/office/drawing/2014/main" id="{38E04ED9-CFD7-1464-1903-7D21F0B2D80F}"/>
                </a:ext>
              </a:extLst>
            </p:cNvPr>
            <p:cNvSpPr/>
            <p:nvPr/>
          </p:nvSpPr>
          <p:spPr>
            <a:xfrm>
              <a:off x="-3859718" y="2910950"/>
              <a:ext cx="304312" cy="304312"/>
            </a:xfrm>
            <a:prstGeom prst="rect">
              <a:avLst/>
            </a:prstGeom>
            <a:solidFill>
              <a:schemeClr val="tx1">
                <a:alpha val="25000"/>
              </a:schemeClr>
            </a:solidFill>
            <a:ln w="12700">
              <a:solidFill>
                <a:schemeClr val="tx1">
                  <a:alpha val="0"/>
                </a:schemeClr>
              </a:solidFill>
              <a:prstDash val="solid"/>
            </a:ln>
          </p:spPr>
          <p:txBody>
            <a:bodyPr/>
            <a:lstStyle/>
            <a:p>
              <a:endParaRPr lang="ja-JP" altLang="en-US"/>
            </a:p>
          </p:txBody>
        </p:sp>
        <p:sp>
          <p:nvSpPr>
            <p:cNvPr id="145" name="Shape 50">
              <a:extLst>
                <a:ext uri="{FF2B5EF4-FFF2-40B4-BE49-F238E27FC236}">
                  <a16:creationId xmlns:a16="http://schemas.microsoft.com/office/drawing/2014/main" id="{85364025-FE7F-3821-DCCA-AFEC745C9848}"/>
                </a:ext>
              </a:extLst>
            </p:cNvPr>
            <p:cNvSpPr/>
            <p:nvPr/>
          </p:nvSpPr>
          <p:spPr>
            <a:xfrm>
              <a:off x="-3469818" y="2825362"/>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146" name="Shape 51">
              <a:extLst>
                <a:ext uri="{FF2B5EF4-FFF2-40B4-BE49-F238E27FC236}">
                  <a16:creationId xmlns:a16="http://schemas.microsoft.com/office/drawing/2014/main" id="{5361BBD8-D296-F046-02FD-A8148784763C}"/>
                </a:ext>
              </a:extLst>
            </p:cNvPr>
            <p:cNvSpPr/>
            <p:nvPr/>
          </p:nvSpPr>
          <p:spPr>
            <a:xfrm>
              <a:off x="-3384230" y="2910950"/>
              <a:ext cx="304312" cy="304312"/>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147" name="Shape 52">
              <a:extLst>
                <a:ext uri="{FF2B5EF4-FFF2-40B4-BE49-F238E27FC236}">
                  <a16:creationId xmlns:a16="http://schemas.microsoft.com/office/drawing/2014/main" id="{2C0A599D-F903-654E-98C8-1F3E106E16D1}"/>
                </a:ext>
              </a:extLst>
            </p:cNvPr>
            <p:cNvSpPr/>
            <p:nvPr/>
          </p:nvSpPr>
          <p:spPr>
            <a:xfrm>
              <a:off x="-2994330" y="2825362"/>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148" name="Shape 53">
              <a:extLst>
                <a:ext uri="{FF2B5EF4-FFF2-40B4-BE49-F238E27FC236}">
                  <a16:creationId xmlns:a16="http://schemas.microsoft.com/office/drawing/2014/main" id="{9CA4BBA2-340C-57D3-1CD3-62DE782F9B19}"/>
                </a:ext>
              </a:extLst>
            </p:cNvPr>
            <p:cNvSpPr/>
            <p:nvPr/>
          </p:nvSpPr>
          <p:spPr>
            <a:xfrm>
              <a:off x="-2908742" y="2910950"/>
              <a:ext cx="304312" cy="304312"/>
            </a:xfrm>
            <a:prstGeom prst="rect">
              <a:avLst/>
            </a:prstGeom>
            <a:solidFill>
              <a:schemeClr val="tx1">
                <a:alpha val="37000"/>
              </a:schemeClr>
            </a:solidFill>
            <a:ln w="12700">
              <a:solidFill>
                <a:schemeClr val="tx1">
                  <a:alpha val="0"/>
                </a:schemeClr>
              </a:solidFill>
              <a:prstDash val="solid"/>
            </a:ln>
          </p:spPr>
          <p:txBody>
            <a:bodyPr/>
            <a:lstStyle/>
            <a:p>
              <a:endParaRPr lang="ja-JP" altLang="en-US"/>
            </a:p>
          </p:txBody>
        </p:sp>
        <p:sp>
          <p:nvSpPr>
            <p:cNvPr id="149" name="Shape 54">
              <a:extLst>
                <a:ext uri="{FF2B5EF4-FFF2-40B4-BE49-F238E27FC236}">
                  <a16:creationId xmlns:a16="http://schemas.microsoft.com/office/drawing/2014/main" id="{C864FCE3-0C83-5DB1-E6C8-33428C0B0A94}"/>
                </a:ext>
              </a:extLst>
            </p:cNvPr>
            <p:cNvSpPr/>
            <p:nvPr/>
          </p:nvSpPr>
          <p:spPr>
            <a:xfrm>
              <a:off x="-2518842" y="2825362"/>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150" name="Shape 55">
              <a:extLst>
                <a:ext uri="{FF2B5EF4-FFF2-40B4-BE49-F238E27FC236}">
                  <a16:creationId xmlns:a16="http://schemas.microsoft.com/office/drawing/2014/main" id="{312A281A-59E7-14A8-2844-8D0AB70F4BB2}"/>
                </a:ext>
              </a:extLst>
            </p:cNvPr>
            <p:cNvSpPr/>
            <p:nvPr/>
          </p:nvSpPr>
          <p:spPr>
            <a:xfrm>
              <a:off x="-2433254" y="2910950"/>
              <a:ext cx="304312" cy="304312"/>
            </a:xfrm>
            <a:prstGeom prst="rect">
              <a:avLst/>
            </a:prstGeom>
            <a:solidFill>
              <a:schemeClr val="tx1">
                <a:alpha val="87000"/>
              </a:schemeClr>
            </a:solidFill>
            <a:ln w="12700">
              <a:solidFill>
                <a:schemeClr val="tx1">
                  <a:alpha val="0"/>
                </a:schemeClr>
              </a:solidFill>
              <a:prstDash val="solid"/>
            </a:ln>
          </p:spPr>
          <p:txBody>
            <a:bodyPr/>
            <a:lstStyle/>
            <a:p>
              <a:endParaRPr lang="ja-JP" altLang="en-US"/>
            </a:p>
          </p:txBody>
        </p:sp>
        <p:sp>
          <p:nvSpPr>
            <p:cNvPr id="151" name="Shape 56">
              <a:extLst>
                <a:ext uri="{FF2B5EF4-FFF2-40B4-BE49-F238E27FC236}">
                  <a16:creationId xmlns:a16="http://schemas.microsoft.com/office/drawing/2014/main" id="{995DD6FA-FDC8-0DD0-C5E4-34CC56E222C2}"/>
                </a:ext>
              </a:extLst>
            </p:cNvPr>
            <p:cNvSpPr/>
            <p:nvPr/>
          </p:nvSpPr>
          <p:spPr>
            <a:xfrm>
              <a:off x="-2043354" y="2825362"/>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152" name="Shape 57">
              <a:extLst>
                <a:ext uri="{FF2B5EF4-FFF2-40B4-BE49-F238E27FC236}">
                  <a16:creationId xmlns:a16="http://schemas.microsoft.com/office/drawing/2014/main" id="{A31632F9-E4E8-F8FA-8FBF-9B9D3607C024}"/>
                </a:ext>
              </a:extLst>
            </p:cNvPr>
            <p:cNvSpPr/>
            <p:nvPr/>
          </p:nvSpPr>
          <p:spPr>
            <a:xfrm>
              <a:off x="-1957766" y="2910950"/>
              <a:ext cx="304312" cy="304312"/>
            </a:xfrm>
            <a:prstGeom prst="rect">
              <a:avLst/>
            </a:prstGeom>
            <a:solidFill>
              <a:schemeClr val="tx1">
                <a:alpha val="56000"/>
              </a:schemeClr>
            </a:solidFill>
            <a:ln w="12700">
              <a:solidFill>
                <a:schemeClr val="tx1">
                  <a:alpha val="0"/>
                </a:schemeClr>
              </a:solidFill>
              <a:prstDash val="solid"/>
            </a:ln>
          </p:spPr>
          <p:txBody>
            <a:bodyPr/>
            <a:lstStyle/>
            <a:p>
              <a:endParaRPr lang="ja-JP" altLang="en-US"/>
            </a:p>
          </p:txBody>
        </p:sp>
        <p:sp>
          <p:nvSpPr>
            <p:cNvPr id="153" name="Shape 58">
              <a:extLst>
                <a:ext uri="{FF2B5EF4-FFF2-40B4-BE49-F238E27FC236}">
                  <a16:creationId xmlns:a16="http://schemas.microsoft.com/office/drawing/2014/main" id="{A14B3F6C-8F69-77E3-A530-36953351CB77}"/>
                </a:ext>
              </a:extLst>
            </p:cNvPr>
            <p:cNvSpPr/>
            <p:nvPr/>
          </p:nvSpPr>
          <p:spPr>
            <a:xfrm>
              <a:off x="-1567866" y="2825362"/>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154" name="Shape 59">
              <a:extLst>
                <a:ext uri="{FF2B5EF4-FFF2-40B4-BE49-F238E27FC236}">
                  <a16:creationId xmlns:a16="http://schemas.microsoft.com/office/drawing/2014/main" id="{C00DFB6E-5498-A88B-C180-7A8872A78E78}"/>
                </a:ext>
              </a:extLst>
            </p:cNvPr>
            <p:cNvSpPr/>
            <p:nvPr/>
          </p:nvSpPr>
          <p:spPr>
            <a:xfrm>
              <a:off x="-1482278" y="2910950"/>
              <a:ext cx="304312" cy="304312"/>
            </a:xfrm>
            <a:prstGeom prst="rect">
              <a:avLst/>
            </a:prstGeom>
            <a:solidFill>
              <a:schemeClr val="tx1">
                <a:alpha val="6000"/>
              </a:schemeClr>
            </a:solidFill>
            <a:ln w="12700">
              <a:solidFill>
                <a:schemeClr val="tx1">
                  <a:alpha val="0"/>
                </a:schemeClr>
              </a:solidFill>
              <a:prstDash val="solid"/>
            </a:ln>
          </p:spPr>
          <p:txBody>
            <a:bodyPr/>
            <a:lstStyle/>
            <a:p>
              <a:endParaRPr lang="ja-JP" altLang="en-US"/>
            </a:p>
          </p:txBody>
        </p:sp>
        <p:sp>
          <p:nvSpPr>
            <p:cNvPr id="155" name="Shape 60">
              <a:extLst>
                <a:ext uri="{FF2B5EF4-FFF2-40B4-BE49-F238E27FC236}">
                  <a16:creationId xmlns:a16="http://schemas.microsoft.com/office/drawing/2014/main" id="{DB611970-6FF1-5201-B77C-8051C32932B8}"/>
                </a:ext>
              </a:extLst>
            </p:cNvPr>
            <p:cNvSpPr/>
            <p:nvPr/>
          </p:nvSpPr>
          <p:spPr>
            <a:xfrm>
              <a:off x="-1092378" y="2825362"/>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156" name="Shape 61">
              <a:extLst>
                <a:ext uri="{FF2B5EF4-FFF2-40B4-BE49-F238E27FC236}">
                  <a16:creationId xmlns:a16="http://schemas.microsoft.com/office/drawing/2014/main" id="{54CC4D2A-9090-41D1-898A-49929F5AB57F}"/>
                </a:ext>
              </a:extLst>
            </p:cNvPr>
            <p:cNvSpPr/>
            <p:nvPr/>
          </p:nvSpPr>
          <p:spPr>
            <a:xfrm>
              <a:off x="-4420794" y="3300850"/>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157" name="Shape 62">
              <a:extLst>
                <a:ext uri="{FF2B5EF4-FFF2-40B4-BE49-F238E27FC236}">
                  <a16:creationId xmlns:a16="http://schemas.microsoft.com/office/drawing/2014/main" id="{189C6283-B5E9-DFC8-1CAB-C7B6782A8D73}"/>
                </a:ext>
              </a:extLst>
            </p:cNvPr>
            <p:cNvSpPr/>
            <p:nvPr/>
          </p:nvSpPr>
          <p:spPr>
            <a:xfrm>
              <a:off x="-3945306" y="3300850"/>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158" name="Shape 63">
              <a:extLst>
                <a:ext uri="{FF2B5EF4-FFF2-40B4-BE49-F238E27FC236}">
                  <a16:creationId xmlns:a16="http://schemas.microsoft.com/office/drawing/2014/main" id="{211E534C-0D04-DA5A-3672-6A380B899B71}"/>
                </a:ext>
              </a:extLst>
            </p:cNvPr>
            <p:cNvSpPr/>
            <p:nvPr/>
          </p:nvSpPr>
          <p:spPr>
            <a:xfrm>
              <a:off x="-3859718" y="3386438"/>
              <a:ext cx="304312" cy="304312"/>
            </a:xfrm>
            <a:prstGeom prst="rect">
              <a:avLst/>
            </a:prstGeom>
            <a:solidFill>
              <a:schemeClr val="tx1">
                <a:alpha val="44000"/>
              </a:schemeClr>
            </a:solidFill>
            <a:ln w="12700">
              <a:solidFill>
                <a:schemeClr val="tx1">
                  <a:alpha val="0"/>
                </a:schemeClr>
              </a:solidFill>
              <a:prstDash val="solid"/>
            </a:ln>
          </p:spPr>
          <p:txBody>
            <a:bodyPr/>
            <a:lstStyle/>
            <a:p>
              <a:endParaRPr lang="ja-JP" altLang="en-US"/>
            </a:p>
          </p:txBody>
        </p:sp>
        <p:sp>
          <p:nvSpPr>
            <p:cNvPr id="159" name="Shape 64">
              <a:extLst>
                <a:ext uri="{FF2B5EF4-FFF2-40B4-BE49-F238E27FC236}">
                  <a16:creationId xmlns:a16="http://schemas.microsoft.com/office/drawing/2014/main" id="{E196FD10-1836-698C-53AD-067335E6869C}"/>
                </a:ext>
              </a:extLst>
            </p:cNvPr>
            <p:cNvSpPr/>
            <p:nvPr/>
          </p:nvSpPr>
          <p:spPr>
            <a:xfrm>
              <a:off x="-3469818" y="3300850"/>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160" name="Shape 65">
              <a:extLst>
                <a:ext uri="{FF2B5EF4-FFF2-40B4-BE49-F238E27FC236}">
                  <a16:creationId xmlns:a16="http://schemas.microsoft.com/office/drawing/2014/main" id="{BF16F8D4-084C-E35C-AEE0-E8C7444EEE28}"/>
                </a:ext>
              </a:extLst>
            </p:cNvPr>
            <p:cNvSpPr/>
            <p:nvPr/>
          </p:nvSpPr>
          <p:spPr>
            <a:xfrm>
              <a:off x="-3384230" y="3386438"/>
              <a:ext cx="304312" cy="304312"/>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161" name="Shape 66">
              <a:extLst>
                <a:ext uri="{FF2B5EF4-FFF2-40B4-BE49-F238E27FC236}">
                  <a16:creationId xmlns:a16="http://schemas.microsoft.com/office/drawing/2014/main" id="{87B6B860-6201-479B-B432-95BE6281D3A5}"/>
                </a:ext>
              </a:extLst>
            </p:cNvPr>
            <p:cNvSpPr/>
            <p:nvPr/>
          </p:nvSpPr>
          <p:spPr>
            <a:xfrm>
              <a:off x="-2994330" y="3300850"/>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162" name="Shape 67">
              <a:extLst>
                <a:ext uri="{FF2B5EF4-FFF2-40B4-BE49-F238E27FC236}">
                  <a16:creationId xmlns:a16="http://schemas.microsoft.com/office/drawing/2014/main" id="{A02DEF4C-11D7-9634-72A7-C5A0FEE51D49}"/>
                </a:ext>
              </a:extLst>
            </p:cNvPr>
            <p:cNvSpPr/>
            <p:nvPr/>
          </p:nvSpPr>
          <p:spPr>
            <a:xfrm>
              <a:off x="-2908742" y="3386438"/>
              <a:ext cx="304312" cy="304312"/>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163" name="Shape 68">
              <a:extLst>
                <a:ext uri="{FF2B5EF4-FFF2-40B4-BE49-F238E27FC236}">
                  <a16:creationId xmlns:a16="http://schemas.microsoft.com/office/drawing/2014/main" id="{D8A63D30-6943-3D23-D827-54CF3B0644EB}"/>
                </a:ext>
              </a:extLst>
            </p:cNvPr>
            <p:cNvSpPr/>
            <p:nvPr/>
          </p:nvSpPr>
          <p:spPr>
            <a:xfrm>
              <a:off x="-2518842" y="3300850"/>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164" name="Shape 69">
              <a:extLst>
                <a:ext uri="{FF2B5EF4-FFF2-40B4-BE49-F238E27FC236}">
                  <a16:creationId xmlns:a16="http://schemas.microsoft.com/office/drawing/2014/main" id="{8AB28D59-6293-F0A2-6572-34E81AD4E019}"/>
                </a:ext>
              </a:extLst>
            </p:cNvPr>
            <p:cNvSpPr/>
            <p:nvPr/>
          </p:nvSpPr>
          <p:spPr>
            <a:xfrm>
              <a:off x="-2433254" y="3386438"/>
              <a:ext cx="304312" cy="304312"/>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165" name="Shape 70">
              <a:extLst>
                <a:ext uri="{FF2B5EF4-FFF2-40B4-BE49-F238E27FC236}">
                  <a16:creationId xmlns:a16="http://schemas.microsoft.com/office/drawing/2014/main" id="{48D4DD4A-6084-2004-6210-7ED64E222DB3}"/>
                </a:ext>
              </a:extLst>
            </p:cNvPr>
            <p:cNvSpPr/>
            <p:nvPr/>
          </p:nvSpPr>
          <p:spPr>
            <a:xfrm>
              <a:off x="-2043354" y="3300850"/>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166" name="Shape 71">
              <a:extLst>
                <a:ext uri="{FF2B5EF4-FFF2-40B4-BE49-F238E27FC236}">
                  <a16:creationId xmlns:a16="http://schemas.microsoft.com/office/drawing/2014/main" id="{9E189CA7-A67A-A61B-E97B-8E4805994C14}"/>
                </a:ext>
              </a:extLst>
            </p:cNvPr>
            <p:cNvSpPr/>
            <p:nvPr/>
          </p:nvSpPr>
          <p:spPr>
            <a:xfrm>
              <a:off x="-1957766" y="3386438"/>
              <a:ext cx="304312" cy="304312"/>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167" name="Shape 72">
              <a:extLst>
                <a:ext uri="{FF2B5EF4-FFF2-40B4-BE49-F238E27FC236}">
                  <a16:creationId xmlns:a16="http://schemas.microsoft.com/office/drawing/2014/main" id="{3153E92C-59C6-2A48-5B3D-74E9B809B793}"/>
                </a:ext>
              </a:extLst>
            </p:cNvPr>
            <p:cNvSpPr/>
            <p:nvPr/>
          </p:nvSpPr>
          <p:spPr>
            <a:xfrm>
              <a:off x="-1567866" y="3300850"/>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168" name="Shape 73">
              <a:extLst>
                <a:ext uri="{FF2B5EF4-FFF2-40B4-BE49-F238E27FC236}">
                  <a16:creationId xmlns:a16="http://schemas.microsoft.com/office/drawing/2014/main" id="{177BA274-4479-2458-9D09-8EF9D9CDEBCD}"/>
                </a:ext>
              </a:extLst>
            </p:cNvPr>
            <p:cNvSpPr/>
            <p:nvPr/>
          </p:nvSpPr>
          <p:spPr>
            <a:xfrm>
              <a:off x="-1482278" y="3386438"/>
              <a:ext cx="304312" cy="304312"/>
            </a:xfrm>
            <a:prstGeom prst="rect">
              <a:avLst/>
            </a:prstGeom>
            <a:solidFill>
              <a:schemeClr val="tx1">
                <a:alpha val="37000"/>
              </a:schemeClr>
            </a:solidFill>
            <a:ln w="12700">
              <a:solidFill>
                <a:schemeClr val="tx1">
                  <a:alpha val="0"/>
                </a:schemeClr>
              </a:solidFill>
              <a:prstDash val="solid"/>
            </a:ln>
          </p:spPr>
          <p:txBody>
            <a:bodyPr/>
            <a:lstStyle/>
            <a:p>
              <a:endParaRPr lang="ja-JP" altLang="en-US"/>
            </a:p>
          </p:txBody>
        </p:sp>
        <p:sp>
          <p:nvSpPr>
            <p:cNvPr id="169" name="Shape 74">
              <a:extLst>
                <a:ext uri="{FF2B5EF4-FFF2-40B4-BE49-F238E27FC236}">
                  <a16:creationId xmlns:a16="http://schemas.microsoft.com/office/drawing/2014/main" id="{C196D609-020F-2A18-77E6-DAFC28254E6B}"/>
                </a:ext>
              </a:extLst>
            </p:cNvPr>
            <p:cNvSpPr/>
            <p:nvPr/>
          </p:nvSpPr>
          <p:spPr>
            <a:xfrm>
              <a:off x="-1092378" y="3300850"/>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170" name="Shape 75">
              <a:extLst>
                <a:ext uri="{FF2B5EF4-FFF2-40B4-BE49-F238E27FC236}">
                  <a16:creationId xmlns:a16="http://schemas.microsoft.com/office/drawing/2014/main" id="{A94FD7CA-EAD6-4FBA-9F86-D37E19D07DF6}"/>
                </a:ext>
              </a:extLst>
            </p:cNvPr>
            <p:cNvSpPr/>
            <p:nvPr/>
          </p:nvSpPr>
          <p:spPr>
            <a:xfrm>
              <a:off x="-4420794" y="3776338"/>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171" name="Shape 76">
              <a:extLst>
                <a:ext uri="{FF2B5EF4-FFF2-40B4-BE49-F238E27FC236}">
                  <a16:creationId xmlns:a16="http://schemas.microsoft.com/office/drawing/2014/main" id="{F7C65596-4591-A157-F708-DCDF2D2A2387}"/>
                </a:ext>
              </a:extLst>
            </p:cNvPr>
            <p:cNvSpPr/>
            <p:nvPr/>
          </p:nvSpPr>
          <p:spPr>
            <a:xfrm>
              <a:off x="-3945306" y="3776338"/>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172" name="Shape 77">
              <a:extLst>
                <a:ext uri="{FF2B5EF4-FFF2-40B4-BE49-F238E27FC236}">
                  <a16:creationId xmlns:a16="http://schemas.microsoft.com/office/drawing/2014/main" id="{389CDFEA-27FA-7C1D-74A7-801E2D57667C}"/>
                </a:ext>
              </a:extLst>
            </p:cNvPr>
            <p:cNvSpPr/>
            <p:nvPr/>
          </p:nvSpPr>
          <p:spPr>
            <a:xfrm>
              <a:off x="-3859718" y="3861926"/>
              <a:ext cx="304312" cy="304312"/>
            </a:xfrm>
            <a:prstGeom prst="rect">
              <a:avLst/>
            </a:prstGeom>
            <a:solidFill>
              <a:schemeClr val="tx1">
                <a:alpha val="6000"/>
              </a:schemeClr>
            </a:solidFill>
            <a:ln w="12700">
              <a:solidFill>
                <a:schemeClr val="tx1">
                  <a:alpha val="0"/>
                </a:schemeClr>
              </a:solidFill>
              <a:prstDash val="solid"/>
            </a:ln>
          </p:spPr>
          <p:txBody>
            <a:bodyPr/>
            <a:lstStyle/>
            <a:p>
              <a:endParaRPr lang="ja-JP" altLang="en-US"/>
            </a:p>
          </p:txBody>
        </p:sp>
        <p:sp>
          <p:nvSpPr>
            <p:cNvPr id="173" name="Shape 78">
              <a:extLst>
                <a:ext uri="{FF2B5EF4-FFF2-40B4-BE49-F238E27FC236}">
                  <a16:creationId xmlns:a16="http://schemas.microsoft.com/office/drawing/2014/main" id="{2CFB1A1C-13B6-DE91-EE8C-4F099F5D1D91}"/>
                </a:ext>
              </a:extLst>
            </p:cNvPr>
            <p:cNvSpPr/>
            <p:nvPr/>
          </p:nvSpPr>
          <p:spPr>
            <a:xfrm>
              <a:off x="-3469818" y="3776338"/>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174" name="Shape 79">
              <a:extLst>
                <a:ext uri="{FF2B5EF4-FFF2-40B4-BE49-F238E27FC236}">
                  <a16:creationId xmlns:a16="http://schemas.microsoft.com/office/drawing/2014/main" id="{DDBE9C62-2DA8-A2B3-A074-FD106CAB3BE0}"/>
                </a:ext>
              </a:extLst>
            </p:cNvPr>
            <p:cNvSpPr/>
            <p:nvPr/>
          </p:nvSpPr>
          <p:spPr>
            <a:xfrm>
              <a:off x="-3384230" y="3861926"/>
              <a:ext cx="304312" cy="304312"/>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175" name="Shape 80">
              <a:extLst>
                <a:ext uri="{FF2B5EF4-FFF2-40B4-BE49-F238E27FC236}">
                  <a16:creationId xmlns:a16="http://schemas.microsoft.com/office/drawing/2014/main" id="{745C69F7-D43F-0B20-0D4C-4400249DEA14}"/>
                </a:ext>
              </a:extLst>
            </p:cNvPr>
            <p:cNvSpPr/>
            <p:nvPr/>
          </p:nvSpPr>
          <p:spPr>
            <a:xfrm>
              <a:off x="-2994330" y="3776338"/>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176" name="Shape 81">
              <a:extLst>
                <a:ext uri="{FF2B5EF4-FFF2-40B4-BE49-F238E27FC236}">
                  <a16:creationId xmlns:a16="http://schemas.microsoft.com/office/drawing/2014/main" id="{B3D27999-3CDB-D447-80E8-83791A5ABE69}"/>
                </a:ext>
              </a:extLst>
            </p:cNvPr>
            <p:cNvSpPr/>
            <p:nvPr/>
          </p:nvSpPr>
          <p:spPr>
            <a:xfrm>
              <a:off x="-2908742" y="3861926"/>
              <a:ext cx="304312" cy="304312"/>
            </a:xfrm>
            <a:prstGeom prst="rect">
              <a:avLst/>
            </a:prstGeom>
            <a:solidFill>
              <a:schemeClr val="tx1">
                <a:alpha val="87000"/>
              </a:schemeClr>
            </a:solidFill>
            <a:ln w="12700">
              <a:solidFill>
                <a:schemeClr val="tx1">
                  <a:alpha val="0"/>
                </a:schemeClr>
              </a:solidFill>
              <a:prstDash val="solid"/>
            </a:ln>
          </p:spPr>
          <p:txBody>
            <a:bodyPr/>
            <a:lstStyle/>
            <a:p>
              <a:endParaRPr lang="ja-JP" altLang="en-US"/>
            </a:p>
          </p:txBody>
        </p:sp>
        <p:sp>
          <p:nvSpPr>
            <p:cNvPr id="177" name="Shape 82">
              <a:extLst>
                <a:ext uri="{FF2B5EF4-FFF2-40B4-BE49-F238E27FC236}">
                  <a16:creationId xmlns:a16="http://schemas.microsoft.com/office/drawing/2014/main" id="{7E68BF43-D6B9-8F0B-BF6F-D5A040F0EDA6}"/>
                </a:ext>
              </a:extLst>
            </p:cNvPr>
            <p:cNvSpPr/>
            <p:nvPr/>
          </p:nvSpPr>
          <p:spPr>
            <a:xfrm>
              <a:off x="-2518842" y="3776338"/>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178" name="Shape 83">
              <a:extLst>
                <a:ext uri="{FF2B5EF4-FFF2-40B4-BE49-F238E27FC236}">
                  <a16:creationId xmlns:a16="http://schemas.microsoft.com/office/drawing/2014/main" id="{6EBAC31B-9B4F-450B-D2B8-39F640084281}"/>
                </a:ext>
              </a:extLst>
            </p:cNvPr>
            <p:cNvSpPr/>
            <p:nvPr/>
          </p:nvSpPr>
          <p:spPr>
            <a:xfrm>
              <a:off x="-2433254" y="3861926"/>
              <a:ext cx="304312" cy="304312"/>
            </a:xfrm>
            <a:prstGeom prst="rect">
              <a:avLst/>
            </a:prstGeom>
            <a:solidFill>
              <a:schemeClr val="tx1">
                <a:alpha val="25000"/>
              </a:schemeClr>
            </a:solidFill>
            <a:ln w="12700">
              <a:solidFill>
                <a:schemeClr val="tx1">
                  <a:alpha val="0"/>
                </a:schemeClr>
              </a:solidFill>
              <a:prstDash val="solid"/>
            </a:ln>
          </p:spPr>
          <p:txBody>
            <a:bodyPr/>
            <a:lstStyle/>
            <a:p>
              <a:endParaRPr lang="ja-JP" altLang="en-US"/>
            </a:p>
          </p:txBody>
        </p:sp>
        <p:sp>
          <p:nvSpPr>
            <p:cNvPr id="179" name="Shape 84">
              <a:extLst>
                <a:ext uri="{FF2B5EF4-FFF2-40B4-BE49-F238E27FC236}">
                  <a16:creationId xmlns:a16="http://schemas.microsoft.com/office/drawing/2014/main" id="{B31EAB3A-4D2F-7CD2-C62F-0446037718D8}"/>
                </a:ext>
              </a:extLst>
            </p:cNvPr>
            <p:cNvSpPr/>
            <p:nvPr/>
          </p:nvSpPr>
          <p:spPr>
            <a:xfrm>
              <a:off x="-2043354" y="3776338"/>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180" name="Shape 85">
              <a:extLst>
                <a:ext uri="{FF2B5EF4-FFF2-40B4-BE49-F238E27FC236}">
                  <a16:creationId xmlns:a16="http://schemas.microsoft.com/office/drawing/2014/main" id="{0B4E4788-1996-F1E5-690E-FE7FAB3F7D33}"/>
                </a:ext>
              </a:extLst>
            </p:cNvPr>
            <p:cNvSpPr/>
            <p:nvPr/>
          </p:nvSpPr>
          <p:spPr>
            <a:xfrm>
              <a:off x="-1957766" y="3861926"/>
              <a:ext cx="304312" cy="304312"/>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181" name="Shape 86">
              <a:extLst>
                <a:ext uri="{FF2B5EF4-FFF2-40B4-BE49-F238E27FC236}">
                  <a16:creationId xmlns:a16="http://schemas.microsoft.com/office/drawing/2014/main" id="{59EAC93D-D17D-6CC8-3493-BE52C002D294}"/>
                </a:ext>
              </a:extLst>
            </p:cNvPr>
            <p:cNvSpPr/>
            <p:nvPr/>
          </p:nvSpPr>
          <p:spPr>
            <a:xfrm>
              <a:off x="-1567866" y="3776338"/>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182" name="Shape 87">
              <a:extLst>
                <a:ext uri="{FF2B5EF4-FFF2-40B4-BE49-F238E27FC236}">
                  <a16:creationId xmlns:a16="http://schemas.microsoft.com/office/drawing/2014/main" id="{DD2FB2E1-8FB2-F65E-67C7-1FC7C01949ED}"/>
                </a:ext>
              </a:extLst>
            </p:cNvPr>
            <p:cNvSpPr/>
            <p:nvPr/>
          </p:nvSpPr>
          <p:spPr>
            <a:xfrm>
              <a:off x="-1482278" y="3861926"/>
              <a:ext cx="304312" cy="304312"/>
            </a:xfrm>
            <a:prstGeom prst="rect">
              <a:avLst/>
            </a:prstGeom>
            <a:solidFill>
              <a:schemeClr val="tx1">
                <a:alpha val="50000"/>
              </a:schemeClr>
            </a:solidFill>
            <a:ln w="12700">
              <a:solidFill>
                <a:schemeClr val="tx1">
                  <a:alpha val="0"/>
                </a:schemeClr>
              </a:solidFill>
              <a:prstDash val="solid"/>
            </a:ln>
          </p:spPr>
          <p:txBody>
            <a:bodyPr/>
            <a:lstStyle/>
            <a:p>
              <a:endParaRPr lang="ja-JP" altLang="en-US"/>
            </a:p>
          </p:txBody>
        </p:sp>
        <p:sp>
          <p:nvSpPr>
            <p:cNvPr id="183" name="Shape 88">
              <a:extLst>
                <a:ext uri="{FF2B5EF4-FFF2-40B4-BE49-F238E27FC236}">
                  <a16:creationId xmlns:a16="http://schemas.microsoft.com/office/drawing/2014/main" id="{86293457-B55D-C16E-FA8B-E5230F87DFA7}"/>
                </a:ext>
              </a:extLst>
            </p:cNvPr>
            <p:cNvSpPr/>
            <p:nvPr/>
          </p:nvSpPr>
          <p:spPr>
            <a:xfrm>
              <a:off x="-1092378" y="3776338"/>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184" name="Shape 89">
              <a:extLst>
                <a:ext uri="{FF2B5EF4-FFF2-40B4-BE49-F238E27FC236}">
                  <a16:creationId xmlns:a16="http://schemas.microsoft.com/office/drawing/2014/main" id="{1AD4FCDA-85C4-D9F2-22F2-06831A610B18}"/>
                </a:ext>
              </a:extLst>
            </p:cNvPr>
            <p:cNvSpPr/>
            <p:nvPr/>
          </p:nvSpPr>
          <p:spPr>
            <a:xfrm>
              <a:off x="-4420794" y="4251826"/>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185" name="Shape 90">
              <a:extLst>
                <a:ext uri="{FF2B5EF4-FFF2-40B4-BE49-F238E27FC236}">
                  <a16:creationId xmlns:a16="http://schemas.microsoft.com/office/drawing/2014/main" id="{2C231BF1-DEC9-F955-6AF6-6A23D3C6112A}"/>
                </a:ext>
              </a:extLst>
            </p:cNvPr>
            <p:cNvSpPr/>
            <p:nvPr/>
          </p:nvSpPr>
          <p:spPr>
            <a:xfrm>
              <a:off x="-3945306" y="4251826"/>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186" name="Shape 91">
              <a:extLst>
                <a:ext uri="{FF2B5EF4-FFF2-40B4-BE49-F238E27FC236}">
                  <a16:creationId xmlns:a16="http://schemas.microsoft.com/office/drawing/2014/main" id="{22BC7816-AECB-EDCA-BF8C-4CEC485BD75E}"/>
                </a:ext>
              </a:extLst>
            </p:cNvPr>
            <p:cNvSpPr/>
            <p:nvPr/>
          </p:nvSpPr>
          <p:spPr>
            <a:xfrm>
              <a:off x="-3469818" y="4251826"/>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187" name="Shape 92">
              <a:extLst>
                <a:ext uri="{FF2B5EF4-FFF2-40B4-BE49-F238E27FC236}">
                  <a16:creationId xmlns:a16="http://schemas.microsoft.com/office/drawing/2014/main" id="{B45020EC-7FA6-F73A-F736-0A6176DA5912}"/>
                </a:ext>
              </a:extLst>
            </p:cNvPr>
            <p:cNvSpPr/>
            <p:nvPr/>
          </p:nvSpPr>
          <p:spPr>
            <a:xfrm>
              <a:off x="-3384230" y="4337414"/>
              <a:ext cx="304312" cy="304312"/>
            </a:xfrm>
            <a:prstGeom prst="rect">
              <a:avLst/>
            </a:prstGeom>
            <a:solidFill>
              <a:schemeClr val="tx1">
                <a:alpha val="75000"/>
              </a:schemeClr>
            </a:solidFill>
            <a:ln w="12700">
              <a:solidFill>
                <a:schemeClr val="tx1">
                  <a:alpha val="0"/>
                </a:schemeClr>
              </a:solidFill>
              <a:prstDash val="solid"/>
            </a:ln>
          </p:spPr>
          <p:txBody>
            <a:bodyPr/>
            <a:lstStyle/>
            <a:p>
              <a:endParaRPr lang="ja-JP" altLang="en-US"/>
            </a:p>
          </p:txBody>
        </p:sp>
        <p:sp>
          <p:nvSpPr>
            <p:cNvPr id="188" name="Shape 93">
              <a:extLst>
                <a:ext uri="{FF2B5EF4-FFF2-40B4-BE49-F238E27FC236}">
                  <a16:creationId xmlns:a16="http://schemas.microsoft.com/office/drawing/2014/main" id="{7F010362-D8DD-4BE9-697D-B4894C8F0EC2}"/>
                </a:ext>
              </a:extLst>
            </p:cNvPr>
            <p:cNvSpPr/>
            <p:nvPr/>
          </p:nvSpPr>
          <p:spPr>
            <a:xfrm>
              <a:off x="-2994330" y="4251826"/>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189" name="Shape 94">
              <a:extLst>
                <a:ext uri="{FF2B5EF4-FFF2-40B4-BE49-F238E27FC236}">
                  <a16:creationId xmlns:a16="http://schemas.microsoft.com/office/drawing/2014/main" id="{6D5205C3-60F3-FEE9-2FAA-81F1202520E6}"/>
                </a:ext>
              </a:extLst>
            </p:cNvPr>
            <p:cNvSpPr/>
            <p:nvPr/>
          </p:nvSpPr>
          <p:spPr>
            <a:xfrm>
              <a:off x="-2908742" y="4337414"/>
              <a:ext cx="304312" cy="304312"/>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190" name="Shape 95">
              <a:extLst>
                <a:ext uri="{FF2B5EF4-FFF2-40B4-BE49-F238E27FC236}">
                  <a16:creationId xmlns:a16="http://schemas.microsoft.com/office/drawing/2014/main" id="{D95B871E-2FD1-37AC-0461-8086E0F48028}"/>
                </a:ext>
              </a:extLst>
            </p:cNvPr>
            <p:cNvSpPr/>
            <p:nvPr/>
          </p:nvSpPr>
          <p:spPr>
            <a:xfrm>
              <a:off x="-2518842" y="4251826"/>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191" name="Shape 96">
              <a:extLst>
                <a:ext uri="{FF2B5EF4-FFF2-40B4-BE49-F238E27FC236}">
                  <a16:creationId xmlns:a16="http://schemas.microsoft.com/office/drawing/2014/main" id="{6044CD0F-0FB0-3A0B-52C0-D76E7B9B9235}"/>
                </a:ext>
              </a:extLst>
            </p:cNvPr>
            <p:cNvSpPr/>
            <p:nvPr/>
          </p:nvSpPr>
          <p:spPr>
            <a:xfrm>
              <a:off x="-2433254" y="4337414"/>
              <a:ext cx="304312" cy="304312"/>
            </a:xfrm>
            <a:prstGeom prst="rect">
              <a:avLst/>
            </a:prstGeom>
            <a:solidFill>
              <a:schemeClr val="tx1">
                <a:alpha val="81000"/>
              </a:schemeClr>
            </a:solidFill>
            <a:ln w="12700">
              <a:solidFill>
                <a:schemeClr val="tx1">
                  <a:alpha val="0"/>
                </a:schemeClr>
              </a:solidFill>
              <a:prstDash val="solid"/>
            </a:ln>
          </p:spPr>
          <p:txBody>
            <a:bodyPr/>
            <a:lstStyle/>
            <a:p>
              <a:endParaRPr lang="ja-JP" altLang="en-US"/>
            </a:p>
          </p:txBody>
        </p:sp>
        <p:sp>
          <p:nvSpPr>
            <p:cNvPr id="192" name="Shape 97">
              <a:extLst>
                <a:ext uri="{FF2B5EF4-FFF2-40B4-BE49-F238E27FC236}">
                  <a16:creationId xmlns:a16="http://schemas.microsoft.com/office/drawing/2014/main" id="{E518682F-2EE0-3766-26F2-5DC194BC5FBE}"/>
                </a:ext>
              </a:extLst>
            </p:cNvPr>
            <p:cNvSpPr/>
            <p:nvPr/>
          </p:nvSpPr>
          <p:spPr>
            <a:xfrm>
              <a:off x="-2043354" y="4251826"/>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193" name="Shape 98">
              <a:extLst>
                <a:ext uri="{FF2B5EF4-FFF2-40B4-BE49-F238E27FC236}">
                  <a16:creationId xmlns:a16="http://schemas.microsoft.com/office/drawing/2014/main" id="{FA8018F9-6E84-4645-B966-274AD4A3619F}"/>
                </a:ext>
              </a:extLst>
            </p:cNvPr>
            <p:cNvSpPr/>
            <p:nvPr/>
          </p:nvSpPr>
          <p:spPr>
            <a:xfrm>
              <a:off x="-1957766" y="4337414"/>
              <a:ext cx="304312" cy="304312"/>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194" name="Shape 99">
              <a:extLst>
                <a:ext uri="{FF2B5EF4-FFF2-40B4-BE49-F238E27FC236}">
                  <a16:creationId xmlns:a16="http://schemas.microsoft.com/office/drawing/2014/main" id="{4E135EBC-BB6A-FCB5-0249-D9656E14ECCF}"/>
                </a:ext>
              </a:extLst>
            </p:cNvPr>
            <p:cNvSpPr/>
            <p:nvPr/>
          </p:nvSpPr>
          <p:spPr>
            <a:xfrm>
              <a:off x="-1567866" y="4251826"/>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195" name="Shape 100">
              <a:extLst>
                <a:ext uri="{FF2B5EF4-FFF2-40B4-BE49-F238E27FC236}">
                  <a16:creationId xmlns:a16="http://schemas.microsoft.com/office/drawing/2014/main" id="{6E8CE21C-24D9-E055-D746-CC83791F8E1B}"/>
                </a:ext>
              </a:extLst>
            </p:cNvPr>
            <p:cNvSpPr/>
            <p:nvPr/>
          </p:nvSpPr>
          <p:spPr>
            <a:xfrm>
              <a:off x="-1482278" y="4337414"/>
              <a:ext cx="304312" cy="304312"/>
            </a:xfrm>
            <a:prstGeom prst="rect">
              <a:avLst/>
            </a:prstGeom>
            <a:solidFill>
              <a:schemeClr val="tx1">
                <a:alpha val="12000"/>
              </a:schemeClr>
            </a:solidFill>
            <a:ln w="12700">
              <a:solidFill>
                <a:schemeClr val="tx1">
                  <a:alpha val="0"/>
                </a:schemeClr>
              </a:solidFill>
              <a:prstDash val="solid"/>
            </a:ln>
          </p:spPr>
          <p:txBody>
            <a:bodyPr/>
            <a:lstStyle/>
            <a:p>
              <a:endParaRPr lang="ja-JP" altLang="en-US"/>
            </a:p>
          </p:txBody>
        </p:sp>
        <p:sp>
          <p:nvSpPr>
            <p:cNvPr id="196" name="Shape 101">
              <a:extLst>
                <a:ext uri="{FF2B5EF4-FFF2-40B4-BE49-F238E27FC236}">
                  <a16:creationId xmlns:a16="http://schemas.microsoft.com/office/drawing/2014/main" id="{B3477803-B92E-6B25-D71C-42699D9D870F}"/>
                </a:ext>
              </a:extLst>
            </p:cNvPr>
            <p:cNvSpPr/>
            <p:nvPr/>
          </p:nvSpPr>
          <p:spPr>
            <a:xfrm>
              <a:off x="-1092378" y="4251826"/>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197" name="Shape 102">
              <a:extLst>
                <a:ext uri="{FF2B5EF4-FFF2-40B4-BE49-F238E27FC236}">
                  <a16:creationId xmlns:a16="http://schemas.microsoft.com/office/drawing/2014/main" id="{875C303F-AC23-1453-C446-E0EB97F7B22B}"/>
                </a:ext>
              </a:extLst>
            </p:cNvPr>
            <p:cNvSpPr/>
            <p:nvPr/>
          </p:nvSpPr>
          <p:spPr>
            <a:xfrm>
              <a:off x="-4420794" y="4727314"/>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198" name="Shape 103">
              <a:extLst>
                <a:ext uri="{FF2B5EF4-FFF2-40B4-BE49-F238E27FC236}">
                  <a16:creationId xmlns:a16="http://schemas.microsoft.com/office/drawing/2014/main" id="{F71D798A-8018-432C-E61C-7AE718362F31}"/>
                </a:ext>
              </a:extLst>
            </p:cNvPr>
            <p:cNvSpPr/>
            <p:nvPr/>
          </p:nvSpPr>
          <p:spPr>
            <a:xfrm>
              <a:off x="-3945306" y="4727314"/>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199" name="Shape 104">
              <a:extLst>
                <a:ext uri="{FF2B5EF4-FFF2-40B4-BE49-F238E27FC236}">
                  <a16:creationId xmlns:a16="http://schemas.microsoft.com/office/drawing/2014/main" id="{DC9FD0A0-DB93-96C0-75AB-5EAAFA9CBA5B}"/>
                </a:ext>
              </a:extLst>
            </p:cNvPr>
            <p:cNvSpPr/>
            <p:nvPr/>
          </p:nvSpPr>
          <p:spPr>
            <a:xfrm>
              <a:off x="-3469818" y="4727314"/>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200" name="Shape 105">
              <a:extLst>
                <a:ext uri="{FF2B5EF4-FFF2-40B4-BE49-F238E27FC236}">
                  <a16:creationId xmlns:a16="http://schemas.microsoft.com/office/drawing/2014/main" id="{7C01F0D8-EF44-5CBF-017B-A8112207BACB}"/>
                </a:ext>
              </a:extLst>
            </p:cNvPr>
            <p:cNvSpPr/>
            <p:nvPr/>
          </p:nvSpPr>
          <p:spPr>
            <a:xfrm>
              <a:off x="-3384230" y="4812902"/>
              <a:ext cx="304312" cy="304312"/>
            </a:xfrm>
            <a:prstGeom prst="rect">
              <a:avLst/>
            </a:prstGeom>
            <a:solidFill>
              <a:schemeClr val="tx1">
                <a:alpha val="12000"/>
              </a:schemeClr>
            </a:solidFill>
            <a:ln w="12700">
              <a:solidFill>
                <a:schemeClr val="tx1">
                  <a:alpha val="0"/>
                </a:schemeClr>
              </a:solidFill>
              <a:prstDash val="solid"/>
            </a:ln>
          </p:spPr>
          <p:txBody>
            <a:bodyPr/>
            <a:lstStyle/>
            <a:p>
              <a:endParaRPr lang="ja-JP" altLang="en-US"/>
            </a:p>
          </p:txBody>
        </p:sp>
        <p:sp>
          <p:nvSpPr>
            <p:cNvPr id="201" name="Shape 106">
              <a:extLst>
                <a:ext uri="{FF2B5EF4-FFF2-40B4-BE49-F238E27FC236}">
                  <a16:creationId xmlns:a16="http://schemas.microsoft.com/office/drawing/2014/main" id="{DB654486-2EAA-E155-C78C-41E4AA5E81D0}"/>
                </a:ext>
              </a:extLst>
            </p:cNvPr>
            <p:cNvSpPr/>
            <p:nvPr/>
          </p:nvSpPr>
          <p:spPr>
            <a:xfrm>
              <a:off x="-2994330" y="4727314"/>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202" name="Shape 107">
              <a:extLst>
                <a:ext uri="{FF2B5EF4-FFF2-40B4-BE49-F238E27FC236}">
                  <a16:creationId xmlns:a16="http://schemas.microsoft.com/office/drawing/2014/main" id="{D900686E-41C0-C160-8878-7AE3694EFF31}"/>
                </a:ext>
              </a:extLst>
            </p:cNvPr>
            <p:cNvSpPr/>
            <p:nvPr/>
          </p:nvSpPr>
          <p:spPr>
            <a:xfrm>
              <a:off x="-2908742" y="4812902"/>
              <a:ext cx="304312" cy="304312"/>
            </a:xfrm>
            <a:prstGeom prst="rect">
              <a:avLst/>
            </a:prstGeom>
            <a:solidFill>
              <a:schemeClr val="tx1">
                <a:alpha val="62000"/>
              </a:schemeClr>
            </a:solidFill>
            <a:ln w="12700">
              <a:solidFill>
                <a:schemeClr val="tx1">
                  <a:alpha val="0"/>
                </a:schemeClr>
              </a:solidFill>
              <a:prstDash val="solid"/>
            </a:ln>
          </p:spPr>
          <p:txBody>
            <a:bodyPr/>
            <a:lstStyle/>
            <a:p>
              <a:endParaRPr lang="ja-JP" altLang="en-US"/>
            </a:p>
          </p:txBody>
        </p:sp>
        <p:sp>
          <p:nvSpPr>
            <p:cNvPr id="203" name="Shape 108">
              <a:extLst>
                <a:ext uri="{FF2B5EF4-FFF2-40B4-BE49-F238E27FC236}">
                  <a16:creationId xmlns:a16="http://schemas.microsoft.com/office/drawing/2014/main" id="{F4F61F3D-5608-0139-C5AA-D0C9ACDC64EE}"/>
                </a:ext>
              </a:extLst>
            </p:cNvPr>
            <p:cNvSpPr/>
            <p:nvPr/>
          </p:nvSpPr>
          <p:spPr>
            <a:xfrm>
              <a:off x="-2518842" y="4727314"/>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204" name="Shape 109">
              <a:extLst>
                <a:ext uri="{FF2B5EF4-FFF2-40B4-BE49-F238E27FC236}">
                  <a16:creationId xmlns:a16="http://schemas.microsoft.com/office/drawing/2014/main" id="{B3FCBAD6-2DDA-99DA-92D0-16B099D1B396}"/>
                </a:ext>
              </a:extLst>
            </p:cNvPr>
            <p:cNvSpPr/>
            <p:nvPr/>
          </p:nvSpPr>
          <p:spPr>
            <a:xfrm>
              <a:off x="-2433254" y="4812902"/>
              <a:ext cx="304312" cy="304312"/>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205" name="Shape 110">
              <a:extLst>
                <a:ext uri="{FF2B5EF4-FFF2-40B4-BE49-F238E27FC236}">
                  <a16:creationId xmlns:a16="http://schemas.microsoft.com/office/drawing/2014/main" id="{E087D5CF-DAC9-3993-9B25-EAF367C41F06}"/>
                </a:ext>
              </a:extLst>
            </p:cNvPr>
            <p:cNvSpPr/>
            <p:nvPr/>
          </p:nvSpPr>
          <p:spPr>
            <a:xfrm>
              <a:off x="-2043354" y="4727314"/>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206" name="Shape 111">
              <a:extLst>
                <a:ext uri="{FF2B5EF4-FFF2-40B4-BE49-F238E27FC236}">
                  <a16:creationId xmlns:a16="http://schemas.microsoft.com/office/drawing/2014/main" id="{714D8F4D-2841-16CF-387E-4C12378D7A7E}"/>
                </a:ext>
              </a:extLst>
            </p:cNvPr>
            <p:cNvSpPr/>
            <p:nvPr/>
          </p:nvSpPr>
          <p:spPr>
            <a:xfrm>
              <a:off x="-1957766" y="4812902"/>
              <a:ext cx="304312" cy="304312"/>
            </a:xfrm>
            <a:prstGeom prst="rect">
              <a:avLst/>
            </a:prstGeom>
            <a:solidFill>
              <a:schemeClr val="tx1">
                <a:alpha val="44000"/>
              </a:schemeClr>
            </a:solidFill>
            <a:ln w="12700">
              <a:solidFill>
                <a:schemeClr val="tx1">
                  <a:alpha val="0"/>
                </a:schemeClr>
              </a:solidFill>
              <a:prstDash val="solid"/>
            </a:ln>
          </p:spPr>
          <p:txBody>
            <a:bodyPr/>
            <a:lstStyle/>
            <a:p>
              <a:endParaRPr lang="ja-JP" altLang="en-US"/>
            </a:p>
          </p:txBody>
        </p:sp>
        <p:sp>
          <p:nvSpPr>
            <p:cNvPr id="207" name="Shape 112">
              <a:extLst>
                <a:ext uri="{FF2B5EF4-FFF2-40B4-BE49-F238E27FC236}">
                  <a16:creationId xmlns:a16="http://schemas.microsoft.com/office/drawing/2014/main" id="{0BD515E6-665D-E916-FA3E-11B3B47CA241}"/>
                </a:ext>
              </a:extLst>
            </p:cNvPr>
            <p:cNvSpPr/>
            <p:nvPr/>
          </p:nvSpPr>
          <p:spPr>
            <a:xfrm>
              <a:off x="-1567866" y="4727314"/>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208" name="Shape 113">
              <a:extLst>
                <a:ext uri="{FF2B5EF4-FFF2-40B4-BE49-F238E27FC236}">
                  <a16:creationId xmlns:a16="http://schemas.microsoft.com/office/drawing/2014/main" id="{88DB4293-C644-43A1-1502-D11EAC43595B}"/>
                </a:ext>
              </a:extLst>
            </p:cNvPr>
            <p:cNvSpPr/>
            <p:nvPr/>
          </p:nvSpPr>
          <p:spPr>
            <a:xfrm>
              <a:off x="-1092378" y="4727314"/>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grpSp>
      <p:sp>
        <p:nvSpPr>
          <p:cNvPr id="216" name="Shape 10">
            <a:extLst>
              <a:ext uri="{FF2B5EF4-FFF2-40B4-BE49-F238E27FC236}">
                <a16:creationId xmlns:a16="http://schemas.microsoft.com/office/drawing/2014/main" id="{A2EF0031-D046-3908-70F3-3B6D377775AE}"/>
              </a:ext>
            </a:extLst>
          </p:cNvPr>
          <p:cNvSpPr/>
          <p:nvPr/>
        </p:nvSpPr>
        <p:spPr>
          <a:xfrm>
            <a:off x="2508221" y="2286000"/>
            <a:ext cx="457200" cy="411480"/>
          </a:xfrm>
          <a:prstGeom prst="rightArrow">
            <a:avLst/>
          </a:prstGeom>
          <a:solidFill>
            <a:schemeClr val="accent1"/>
          </a:solidFill>
          <a:ln w="12700">
            <a:solidFill>
              <a:schemeClr val="accent1"/>
            </a:solidFill>
            <a:prstDash val="solid"/>
          </a:ln>
        </p:spPr>
        <p:txBody>
          <a:bodyPr/>
          <a:lstStyle/>
          <a:p>
            <a:endParaRPr lang="ja-JP" altLang="en-US"/>
          </a:p>
        </p:txBody>
      </p:sp>
      <p:sp>
        <p:nvSpPr>
          <p:cNvPr id="38" name="Text 35"/>
          <p:cNvSpPr txBox="1"/>
          <p:nvPr/>
        </p:nvSpPr>
        <p:spPr>
          <a:xfrm>
            <a:off x="6629400" y="5852160"/>
            <a:ext cx="4846320" cy="365760"/>
          </a:xfrm>
          <a:prstGeom prst="rect">
            <a:avLst/>
          </a:prstGeom>
          <a:noFill/>
          <a:ln/>
        </p:spPr>
        <p:txBody>
          <a:bodyPr wrap="square" lIns="0" tIns="0" rIns="0" bIns="0" rtlCol="0" anchor="t"/>
          <a:lstStyle/>
          <a:p>
            <a:pPr marL="0" indent="0">
              <a:buNone/>
            </a:pPr>
            <a:r>
              <a:rPr lang="en-US" sz="1300" dirty="0">
                <a:solidFill>
                  <a:schemeClr val="tx2"/>
                </a:solidFill>
              </a:rPr>
              <a:t>関連研究もクラス間の関係を扱う [2, 4]</a:t>
            </a:r>
            <a:endParaRPr lang="en-US" sz="1300" dirty="0"/>
          </a:p>
        </p:txBody>
      </p:sp>
      <p:pic>
        <p:nvPicPr>
          <p:cNvPr id="217" name="Picture 216" descr="class_maps_10.png"/>
          <p:cNvPicPr>
            <a:picLocks noChangeAspect="1"/>
          </p:cNvPicPr>
          <p:nvPr/>
        </p:nvPicPr>
        <p:blipFill>
          <a:blip r:embed="rId3"/>
          <a:stretch>
            <a:fillRect/>
          </a:stretch>
        </p:blipFill>
        <p:spPr>
          <a:xfrm>
            <a:off x="320040" y="4572000"/>
            <a:ext cx="2103120" cy="1051560"/>
          </a:xfrm>
          <a:prstGeom prst="rect">
            <a:avLst/>
          </a:prstGeom>
        </p:spPr>
      </p:pic>
      <p:sp>
        <p:nvSpPr>
          <p:cNvPr id="216" name="Shape 10">
            <a:extLst>
              <a:ext uri="{FF2B5EF4-FFF2-40B4-BE49-F238E27FC236}">
                <a16:creationId xmlns:a16="http://schemas.microsoft.com/office/drawing/2014/main" id="{A2EF0031-D046-3908-70F3-3B6D377775AE}"/>
              </a:ext>
            </a:extLst>
          </p:cNvPr>
          <p:cNvSpPr/>
          <p:nvPr/>
        </p:nvSpPr>
        <p:spPr>
          <a:xfrm>
            <a:off x="2508221" y="4846320"/>
            <a:ext cx="457200" cy="411480"/>
          </a:xfrm>
          <a:prstGeom prst="rightArrow">
            <a:avLst/>
          </a:prstGeom>
          <a:solidFill>
            <a:schemeClr val="accent1"/>
          </a:solidFill>
          <a:ln w="12700">
            <a:solidFill>
              <a:schemeClr val="accent1"/>
            </a:solidFill>
            <a:prstDash val="solid"/>
          </a:ln>
        </p:spPr>
        <p:txBody>
          <a:bodyPr/>
          <a:lstStyle/>
          <a:p>
            <a:endParaRPr lang="ja-JP" altLang="en-US"/>
          </a:p>
        </p:txBody>
      </p:sp>
      <p:pic>
        <p:nvPicPr>
          <p:cNvPr id="218" name="Picture 217" descr="class_axis_0to6.png"/>
          <p:cNvPicPr>
            <a:picLocks noChangeAspect="1"/>
          </p:cNvPicPr>
          <p:nvPr/>
        </p:nvPicPr>
        <p:blipFill>
          <a:blip r:embed="rId4"/>
          <a:stretch>
            <a:fillRect/>
          </a:stretch>
        </p:blipFill>
        <p:spPr>
          <a:xfrm>
            <a:off x="3383280" y="4224528"/>
            <a:ext cx="1783080" cy="1783080"/>
          </a:xfrm>
          <a:prstGeom prst="rect">
            <a:avLst/>
          </a:prstGeom>
        </p:spPr>
      </p:pic>
      <p:sp>
        <p:nvSpPr>
          <p:cNvPr id="219" name="TextBox 218"/>
          <p:cNvSpPr txBox="1"/>
          <p:nvPr/>
        </p:nvSpPr>
        <p:spPr>
          <a:xfrm>
            <a:off x="3154680" y="6035040"/>
            <a:ext cx="2240280" cy="320040"/>
          </a:xfrm>
          <a:prstGeom prst="rect">
            <a:avLst/>
          </a:prstGeom>
          <a:noFill/>
        </p:spPr>
        <p:txBody>
          <a:bodyPr wrap="none">
            <a:spAutoFit/>
          </a:bodyPr>
          <a:lstStyle/>
          <a:p>
            <a:pPr algn="ctr"/>
            <a:r>
              <a:rPr sz="1400">
                <a:solidFill>
                  <a:schemeClr val="tx1"/>
                </a:solidFill>
              </a:rPr>
              <a:t>軸「0から6への移動」</a:t>
            </a:r>
          </a:p>
        </p:txBody>
      </p:sp>
      <p:sp>
        <p:nvSpPr>
          <p:cNvPr id="220" name="TextBox 219"/>
          <p:cNvSpPr txBox="1"/>
          <p:nvPr/>
        </p:nvSpPr>
        <p:spPr>
          <a:xfrm>
            <a:off x="320040" y="5715000"/>
            <a:ext cx="2103120" cy="320040"/>
          </a:xfrm>
          <a:prstGeom prst="rect">
            <a:avLst/>
          </a:prstGeom>
          <a:noFill/>
        </p:spPr>
        <p:txBody>
          <a:bodyPr wrap="none">
            <a:spAutoFit/>
          </a:bodyPr>
          <a:lstStyle/>
          <a:p>
            <a:pPr algn="ctr"/>
            <a:r>
              <a:rPr sz="1400">
                <a:solidFill>
                  <a:schemeClr val="tx1"/>
                </a:solidFill>
              </a:rPr>
              <a:t>クラスごとに10枚</a:t>
            </a:r>
          </a:p>
        </p:txBody>
      </p:sp>
      <p:sp>
        <p:nvSpPr>
          <p:cNvPr id="266" name="TextBox 265"/>
          <p:cNvSpPr txBox="1"/>
          <p:nvPr/>
        </p:nvSpPr>
        <p:spPr>
          <a:xfrm>
            <a:off x="39509" y="6455664"/>
            <a:ext cx="11735395" cy="369332"/>
          </a:xfrm>
          <a:prstGeom prst="rect">
            <a:avLst/>
          </a:prstGeom>
          <a:noFill/>
        </p:spPr>
        <p:txBody>
          <a:bodyPr wrap="square" lIns="0" tIns="0" rIns="0" bIns="0" anchor="t">
            <a:spAutoFit/>
          </a:bodyPr>
          <a:lstStyle/>
          <a:p>
            <a:pPr algn="l"/>
            <a:r>
              <a:rPr sz="800" b="0" dirty="0">
                <a:solidFill>
                  <a:schemeClr val="tx1"/>
                </a:solidFill>
              </a:rPr>
              <a:t>[2] K. Sokol, P. Flach, LIMETREE: Consistent and Faithful Surrogate Explanations of Multiple Classes, Electronics 14, 929, 2025.（全クラスを1本の多出力木でまとめて説明）</a:t>
            </a:r>
            <a:r>
              <a:rPr sz="800" b="0" dirty="0" err="1">
                <a:solidFill>
                  <a:schemeClr val="tx1"/>
                </a:solidFill>
              </a:rPr>
              <a:t/>
            </a:r>
            <a:r>
              <a:rPr sz="800" b="0" dirty="0">
                <a:solidFill>
                  <a:schemeClr val="tx1"/>
                </a:solidFill>
              </a:rPr>
              <a:t/>
            </a:r>
          </a:p>
          <a:p>
            <a:pPr algn="l"/>
            <a:r>
              <a:rPr sz="800" b="0" dirty="0">
                <a:solidFill>
                  <a:schemeClr val="tx1"/>
                </a:solidFill>
              </a:rPr>
              <a:t>[4] L. Franceschi et al., Explaining Probabilistic Models with Distributional Values, ICML 2024.（特徴ごとにクラスsからrへの遷移を説明）</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a:spLocks noGrp="1"/>
          </p:cNvSpPr>
          <p:nvPr>
            <p:ph type="title" idx="101"/>
          </p:nvPr>
        </p:nvSpPr>
        <p:spPr>
          <a:prstGeom prst="rect">
            <a:avLst/>
          </a:prstGeom>
          <a:noFill/>
          <a:ln/>
        </p:spPr>
        <p:txBody>
          <a:bodyPr wrap="square" lIns="0" tIns="0" rIns="0" bIns="0" rtlCol="0" anchor="ctr"/>
          <a:lstStyle/>
          <a:p>
            <a:pPr marL="0" indent="0" algn="l">
              <a:buNone/>
            </a:pPr>
            <a:r>
              <a:rPr lang="en-US" sz="3000" b="1" dirty="0">
                <a:solidFill>
                  <a:schemeClr val="tx1"/>
                </a:solidFill>
              </a:rPr>
              <a:t>発想</a:t>
            </a:r>
            <a:endParaRPr lang="en-US" sz="30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5"/>
                </a:solidFill>
              </a:defRPr>
            </a:lvl1pPr>
          </a:lstStyle>
          <a:p>
            <a:pPr algn="r"/>
            <a:fld id="{F7021451-1387-4CA6-816F-3879F97B5CBC}" type="slidenum">
              <a:rPr lang="en-US" b="0"/>
              <a:t>10</a:t>
            </a:fld>
            <a:endParaRPr lang="en-US"/>
          </a:p>
        </p:txBody>
      </p:sp>
      <p:pic>
        <p:nvPicPr>
          <p:cNvPr id="4" name="Image 0" descr="docs/seminar/region_figure.png"/>
          <p:cNvPicPr>
            <a:picLocks noChangeAspect="1"/>
          </p:cNvPicPr>
          <p:nvPr/>
        </p:nvPicPr>
        <p:blipFill>
          <a:blip r:embed="rId3"/>
          <a:stretch>
            <a:fillRect/>
          </a:stretch>
        </p:blipFill>
        <p:spPr>
          <a:xfrm>
            <a:off x="2301240" y="1005840"/>
            <a:ext cx="7589520" cy="3950208"/>
          </a:xfrm>
          <a:prstGeom prst="rect">
            <a:avLst/>
          </a:prstGeom>
        </p:spPr>
      </p:pic>
      <p:sp>
        <p:nvSpPr>
          <p:cNvPr id="5" name="Text 1"/>
          <p:cNvSpPr txBox="1"/>
          <p:nvPr/>
        </p:nvSpPr>
        <p:spPr>
          <a:xfrm>
            <a:off x="2301240" y="4900946"/>
            <a:ext cx="7589520" cy="274320"/>
          </a:xfrm>
          <a:prstGeom prst="rect">
            <a:avLst/>
          </a:prstGeom>
          <a:noFill/>
          <a:ln/>
        </p:spPr>
        <p:txBody>
          <a:bodyPr wrap="square" lIns="0" tIns="0" rIns="0" bIns="0" rtlCol="0" anchor="t"/>
          <a:lstStyle/>
          <a:p>
            <a:pPr marL="0" indent="0">
              <a:buNone/>
            </a:pPr>
            <a:r>
              <a:rPr lang="en-US" sz="1100" dirty="0">
                <a:solidFill>
                  <a:schemeClr val="tx2"/>
                </a:solidFill>
              </a:rPr>
              <a:t>（説明のためのイメージ）</a:t>
            </a:r>
            <a:endParaRPr lang="en-US" sz="1100" dirty="0"/>
          </a:p>
        </p:txBody>
      </p:sp>
      <p:sp>
        <p:nvSpPr>
          <p:cNvPr id="6" name="Shape 2"/>
          <p:cNvSpPr/>
          <p:nvPr/>
        </p:nvSpPr>
        <p:spPr>
          <a:xfrm>
            <a:off x="2759033" y="5175266"/>
            <a:ext cx="6673933" cy="1518142"/>
          </a:xfrm>
          <a:prstGeom prst="roundRect">
            <a:avLst>
              <a:gd name="adj" fmla="val 3429"/>
            </a:avLst>
          </a:prstGeom>
          <a:ln w="38100"/>
        </p:spPr>
        <p:style>
          <a:lnRef idx="2">
            <a:schemeClr val="accent2"/>
          </a:lnRef>
          <a:fillRef idx="1">
            <a:schemeClr val="lt1"/>
          </a:fillRef>
          <a:effectRef idx="0">
            <a:schemeClr val="accent2"/>
          </a:effectRef>
          <a:fontRef idx="minor">
            <a:schemeClr val="dk1"/>
          </a:fontRef>
        </p:style>
        <p:txBody>
          <a:bodyPr/>
          <a:lstStyle/>
          <a:p>
            <a:endParaRPr lang="ja-JP" altLang="en-US"/>
          </a:p>
        </p:txBody>
      </p:sp>
      <p:sp>
        <p:nvSpPr>
          <p:cNvPr id="7" name="Text 3"/>
          <p:cNvSpPr txBox="1"/>
          <p:nvPr/>
        </p:nvSpPr>
        <p:spPr>
          <a:xfrm>
            <a:off x="2759033" y="5449586"/>
            <a:ext cx="6673933" cy="1243822"/>
          </a:xfrm>
          <a:prstGeom prst="rect">
            <a:avLst/>
          </a:prstGeom>
          <a:noFill/>
          <a:ln/>
        </p:spPr>
        <p:txBody>
          <a:bodyPr wrap="square" lIns="0" tIns="0" rIns="0" bIns="0" rtlCol="0" anchor="t"/>
          <a:lstStyle/>
          <a:p>
            <a:pPr algn="ctr">
              <a:spcAft>
                <a:spcPts val="600"/>
              </a:spcAft>
              <a:buSzPct val="100000"/>
            </a:pPr>
            <a:r>
              <a:rPr lang="en-US" sz="2400" dirty="0"/>
              <a:t>全体は10クラスに分類されていても，</a:t>
            </a:r>
            <a:br>
              <a:rPr lang="en-US" sz="2400" dirty="0"/>
            </a:br>
            <a:r>
              <a:rPr lang="en-US" sz="2400" dirty="0" err="1"/>
              <a:t>局所的には競合クラスが少ない</a:t>
            </a:r>
            <a:r>
              <a:rPr lang="ja-JP" altLang="en-US" sz="2400"/>
              <a:t>なら</a:t>
            </a:r>
            <a:br>
              <a:rPr lang="en-US" altLang="ja-JP" sz="2400" dirty="0"/>
            </a:br>
            <a:r>
              <a:rPr lang="en-US" sz="2400" dirty="0" err="1">
                <a:solidFill>
                  <a:schemeClr val="tx1"/>
                </a:solidFill>
              </a:rPr>
              <a:t>確率の動きは少数の方向で表せるはず</a:t>
            </a:r>
            <a:endParaRPr lang="en-US" sz="2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a:spLocks noGrp="1"/>
          </p:cNvSpPr>
          <p:nvPr>
            <p:ph type="title" idx="101"/>
          </p:nvPr>
        </p:nvSpPr>
        <p:spPr>
          <a:prstGeom prst="rect">
            <a:avLst/>
          </a:prstGeom>
          <a:noFill/>
          <a:ln/>
        </p:spPr>
        <p:txBody>
          <a:bodyPr wrap="square" lIns="0" tIns="0" rIns="0" bIns="0" rtlCol="0" anchor="ctr"/>
          <a:lstStyle/>
          <a:p>
            <a:pPr marL="0" indent="0" algn="l">
              <a:buNone/>
            </a:pPr>
            <a:r>
              <a:rPr lang="en-US" sz="3000" b="1" dirty="0">
                <a:solidFill>
                  <a:schemeClr val="tx1"/>
                </a:solidFill>
              </a:rPr>
              <a:t>目標とする説明</a:t>
            </a:r>
            <a:endParaRPr lang="en-US" sz="3000" dirty="0"/>
          </a:p>
        </p:txBody>
      </p:sp>
      <p:sp>
        <p:nvSpPr>
          <p:cNvPr id="3"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5"/>
                </a:solidFill>
              </a:defRPr>
            </a:lvl1pPr>
          </a:lstStyle>
          <a:p>
            <a:pPr algn="r"/>
            <a:fld id="{F7021451-1387-4CA6-816F-3879F97B5CBC}" type="slidenum">
              <a:rPr lang="en-US" b="0"/>
              <a:t>11</a:t>
            </a:fld>
            <a:endParaRPr lang="en-US"/>
          </a:p>
        </p:txBody>
      </p:sp>
      <p:sp>
        <p:nvSpPr>
          <p:cNvPr id="4" name="Shape 1"/>
          <p:cNvSpPr/>
          <p:nvPr/>
        </p:nvSpPr>
        <p:spPr>
          <a:xfrm>
            <a:off x="548640" y="1234440"/>
            <a:ext cx="3291840" cy="3931920"/>
          </a:xfrm>
          <a:prstGeom prst="roundRect">
            <a:avLst>
              <a:gd name="adj" fmla="val 3333"/>
            </a:avLst>
          </a:prstGeom>
          <a:ln w="38100"/>
        </p:spPr>
        <p:style>
          <a:lnRef idx="2">
            <a:schemeClr val="dk1"/>
          </a:lnRef>
          <a:fillRef idx="1">
            <a:schemeClr val="lt1"/>
          </a:fillRef>
          <a:effectRef idx="0">
            <a:schemeClr val="dk1"/>
          </a:effectRef>
          <a:fontRef idx="minor">
            <a:schemeClr val="dk1"/>
          </a:fontRef>
        </p:style>
        <p:txBody>
          <a:bodyPr/>
          <a:lstStyle/>
          <a:p>
            <a:endParaRPr lang="ja-JP" altLang="en-US"/>
          </a:p>
        </p:txBody>
      </p:sp>
      <p:sp>
        <p:nvSpPr>
          <p:cNvPr id="5" name="Text 2"/>
          <p:cNvSpPr txBox="1"/>
          <p:nvPr/>
        </p:nvSpPr>
        <p:spPr>
          <a:xfrm>
            <a:off x="777240" y="1371600"/>
            <a:ext cx="2834640" cy="365760"/>
          </a:xfrm>
          <a:prstGeom prst="rect">
            <a:avLst/>
          </a:prstGeom>
          <a:noFill/>
          <a:ln/>
        </p:spPr>
        <p:txBody>
          <a:bodyPr wrap="square" lIns="0" tIns="0" rIns="0" bIns="0" rtlCol="0" anchor="t"/>
          <a:lstStyle/>
          <a:p>
            <a:pPr marL="0" indent="0">
              <a:buNone/>
            </a:pPr>
            <a:r>
              <a:rPr lang="en-US" sz="1800" b="1" dirty="0">
                <a:solidFill>
                  <a:schemeClr val="tx2"/>
                </a:solidFill>
              </a:rPr>
              <a:t>通常のLIME</a:t>
            </a:r>
            <a:endParaRPr lang="en-US" sz="1800" dirty="0"/>
          </a:p>
        </p:txBody>
      </p:sp>
      <p:sp>
        <p:nvSpPr>
          <p:cNvPr id="6" name="Text 3"/>
          <p:cNvSpPr txBox="1"/>
          <p:nvPr/>
        </p:nvSpPr>
        <p:spPr>
          <a:xfrm>
            <a:off x="777240" y="1783080"/>
            <a:ext cx="2834640" cy="365760"/>
          </a:xfrm>
          <a:prstGeom prst="rect">
            <a:avLst/>
          </a:prstGeom>
          <a:noFill/>
          <a:ln/>
        </p:spPr>
        <p:txBody>
          <a:bodyPr wrap="square" lIns="0" tIns="0" rIns="0" bIns="0" rtlCol="0" anchor="t"/>
          <a:lstStyle/>
          <a:p>
            <a:pPr marL="0" indent="0">
              <a:buNone/>
            </a:pPr>
            <a:r>
              <a:rPr lang="en-US" sz="1300" dirty="0">
                <a:solidFill>
                  <a:schemeClr val="tx2"/>
                </a:solidFill>
              </a:rPr>
              <a:t>クラスごとのヒートマップ10枚</a:t>
            </a:r>
            <a:endParaRPr lang="en-US" sz="1300" dirty="0"/>
          </a:p>
        </p:txBody>
      </p:sp>
      <p:sp>
        <p:nvSpPr>
          <p:cNvPr id="140" name="Shape 137"/>
          <p:cNvSpPr/>
          <p:nvPr/>
        </p:nvSpPr>
        <p:spPr>
          <a:xfrm>
            <a:off x="3131820" y="2286000"/>
            <a:ext cx="64922" cy="64922"/>
          </a:xfrm>
          <a:prstGeom prst="rect">
            <a:avLst/>
          </a:prstGeom>
          <a:solidFill>
            <a:schemeClr val="accent5">
              <a:alpha val="15000"/>
            </a:schemeClr>
          </a:solidFill>
          <a:ln w="6350">
            <a:solidFill>
              <a:schemeClr val="bg1"/>
            </a:solidFill>
            <a:prstDash val="solid"/>
          </a:ln>
        </p:spPr>
        <p:txBody>
          <a:bodyPr/>
          <a:lstStyle/>
          <a:p>
            <a:endParaRPr lang="ja-JP" altLang="en-US"/>
          </a:p>
        </p:txBody>
      </p:sp>
      <p:sp>
        <p:nvSpPr>
          <p:cNvPr id="141" name="Shape 138"/>
          <p:cNvSpPr/>
          <p:nvPr/>
        </p:nvSpPr>
        <p:spPr>
          <a:xfrm>
            <a:off x="3200400" y="2286000"/>
            <a:ext cx="64922" cy="64922"/>
          </a:xfrm>
          <a:prstGeom prst="rect">
            <a:avLst/>
          </a:prstGeom>
          <a:solidFill>
            <a:schemeClr val="accent5">
              <a:alpha val="0"/>
            </a:schemeClr>
          </a:solidFill>
          <a:ln w="6350">
            <a:solidFill>
              <a:schemeClr val="bg1"/>
            </a:solidFill>
            <a:prstDash val="solid"/>
          </a:ln>
        </p:spPr>
        <p:txBody>
          <a:bodyPr/>
          <a:lstStyle/>
          <a:p>
            <a:endParaRPr lang="ja-JP" altLang="en-US"/>
          </a:p>
        </p:txBody>
      </p:sp>
      <p:sp>
        <p:nvSpPr>
          <p:cNvPr id="142" name="Shape 139"/>
          <p:cNvSpPr/>
          <p:nvPr/>
        </p:nvSpPr>
        <p:spPr>
          <a:xfrm>
            <a:off x="3268980" y="2286000"/>
            <a:ext cx="64922" cy="64922"/>
          </a:xfrm>
          <a:prstGeom prst="rect">
            <a:avLst/>
          </a:prstGeom>
          <a:solidFill>
            <a:schemeClr val="accent5">
              <a:alpha val="0"/>
            </a:schemeClr>
          </a:solidFill>
          <a:ln w="6350">
            <a:solidFill>
              <a:schemeClr val="bg1"/>
            </a:solidFill>
            <a:prstDash val="solid"/>
          </a:ln>
        </p:spPr>
        <p:txBody>
          <a:bodyPr/>
          <a:lstStyle/>
          <a:p>
            <a:endParaRPr lang="ja-JP" altLang="en-US"/>
          </a:p>
        </p:txBody>
      </p:sp>
      <p:sp>
        <p:nvSpPr>
          <p:cNvPr id="148" name="Shape 145"/>
          <p:cNvSpPr/>
          <p:nvPr/>
        </p:nvSpPr>
        <p:spPr>
          <a:xfrm>
            <a:off x="3131820" y="2354580"/>
            <a:ext cx="64922" cy="64922"/>
          </a:xfrm>
          <a:prstGeom prst="rect">
            <a:avLst/>
          </a:prstGeom>
          <a:solidFill>
            <a:schemeClr val="accent5">
              <a:alpha val="56000"/>
            </a:schemeClr>
          </a:solidFill>
          <a:ln w="6350">
            <a:solidFill>
              <a:schemeClr val="bg1"/>
            </a:solidFill>
            <a:prstDash val="solid"/>
          </a:ln>
        </p:spPr>
        <p:txBody>
          <a:bodyPr/>
          <a:lstStyle/>
          <a:p>
            <a:endParaRPr lang="ja-JP" altLang="en-US"/>
          </a:p>
        </p:txBody>
      </p:sp>
      <p:sp>
        <p:nvSpPr>
          <p:cNvPr id="149" name="Shape 146"/>
          <p:cNvSpPr/>
          <p:nvPr/>
        </p:nvSpPr>
        <p:spPr>
          <a:xfrm>
            <a:off x="3200400" y="2354580"/>
            <a:ext cx="64922" cy="64922"/>
          </a:xfrm>
          <a:prstGeom prst="rect">
            <a:avLst/>
          </a:prstGeom>
          <a:solidFill>
            <a:schemeClr val="accent5">
              <a:alpha val="0"/>
            </a:schemeClr>
          </a:solidFill>
          <a:ln w="6350">
            <a:solidFill>
              <a:schemeClr val="bg1"/>
            </a:solidFill>
            <a:prstDash val="solid"/>
          </a:ln>
        </p:spPr>
        <p:txBody>
          <a:bodyPr/>
          <a:lstStyle/>
          <a:p>
            <a:endParaRPr lang="ja-JP" altLang="en-US"/>
          </a:p>
        </p:txBody>
      </p:sp>
      <p:sp>
        <p:nvSpPr>
          <p:cNvPr id="150" name="Shape 147"/>
          <p:cNvSpPr/>
          <p:nvPr/>
        </p:nvSpPr>
        <p:spPr>
          <a:xfrm>
            <a:off x="3268980" y="2354580"/>
            <a:ext cx="64922" cy="64922"/>
          </a:xfrm>
          <a:prstGeom prst="rect">
            <a:avLst/>
          </a:prstGeom>
          <a:solidFill>
            <a:schemeClr val="accent5">
              <a:alpha val="0"/>
            </a:schemeClr>
          </a:solidFill>
          <a:ln w="6350">
            <a:solidFill>
              <a:schemeClr val="bg1"/>
            </a:solidFill>
            <a:prstDash val="solid"/>
          </a:ln>
        </p:spPr>
        <p:txBody>
          <a:bodyPr/>
          <a:lstStyle/>
          <a:p>
            <a:endParaRPr lang="ja-JP" altLang="en-US"/>
          </a:p>
        </p:txBody>
      </p:sp>
      <p:sp>
        <p:nvSpPr>
          <p:cNvPr id="156" name="Shape 153"/>
          <p:cNvSpPr/>
          <p:nvPr/>
        </p:nvSpPr>
        <p:spPr>
          <a:xfrm>
            <a:off x="3131820" y="2423160"/>
            <a:ext cx="64922" cy="64922"/>
          </a:xfrm>
          <a:prstGeom prst="rect">
            <a:avLst/>
          </a:prstGeom>
          <a:solidFill>
            <a:schemeClr val="accent5">
              <a:alpha val="11000"/>
            </a:schemeClr>
          </a:solidFill>
          <a:ln w="6350">
            <a:solidFill>
              <a:schemeClr val="bg1"/>
            </a:solidFill>
            <a:prstDash val="solid"/>
          </a:ln>
        </p:spPr>
        <p:txBody>
          <a:bodyPr/>
          <a:lstStyle/>
          <a:p>
            <a:endParaRPr lang="ja-JP" altLang="en-US"/>
          </a:p>
        </p:txBody>
      </p:sp>
      <p:sp>
        <p:nvSpPr>
          <p:cNvPr id="157" name="Shape 154"/>
          <p:cNvSpPr/>
          <p:nvPr/>
        </p:nvSpPr>
        <p:spPr>
          <a:xfrm>
            <a:off x="3200400" y="2423160"/>
            <a:ext cx="64922" cy="64922"/>
          </a:xfrm>
          <a:prstGeom prst="rect">
            <a:avLst/>
          </a:prstGeom>
          <a:solidFill>
            <a:schemeClr val="accent5">
              <a:alpha val="0"/>
            </a:schemeClr>
          </a:solidFill>
          <a:ln w="6350">
            <a:solidFill>
              <a:schemeClr val="bg1"/>
            </a:solidFill>
            <a:prstDash val="solid"/>
          </a:ln>
        </p:spPr>
        <p:txBody>
          <a:bodyPr/>
          <a:lstStyle/>
          <a:p>
            <a:endParaRPr lang="ja-JP" altLang="en-US"/>
          </a:p>
        </p:txBody>
      </p:sp>
      <p:sp>
        <p:nvSpPr>
          <p:cNvPr id="158" name="Shape 155"/>
          <p:cNvSpPr/>
          <p:nvPr/>
        </p:nvSpPr>
        <p:spPr>
          <a:xfrm>
            <a:off x="3268980" y="2423160"/>
            <a:ext cx="64922" cy="64922"/>
          </a:xfrm>
          <a:prstGeom prst="rect">
            <a:avLst/>
          </a:prstGeom>
          <a:solidFill>
            <a:schemeClr val="accent5">
              <a:alpha val="0"/>
            </a:schemeClr>
          </a:solidFill>
          <a:ln w="6350">
            <a:solidFill>
              <a:schemeClr val="bg1"/>
            </a:solidFill>
            <a:prstDash val="solid"/>
          </a:ln>
        </p:spPr>
        <p:txBody>
          <a:bodyPr/>
          <a:lstStyle/>
          <a:p>
            <a:endParaRPr lang="ja-JP" altLang="en-US"/>
          </a:p>
        </p:txBody>
      </p:sp>
      <p:sp>
        <p:nvSpPr>
          <p:cNvPr id="164" name="Shape 161"/>
          <p:cNvSpPr/>
          <p:nvPr/>
        </p:nvSpPr>
        <p:spPr>
          <a:xfrm>
            <a:off x="3131820" y="2491740"/>
            <a:ext cx="64922" cy="64922"/>
          </a:xfrm>
          <a:prstGeom prst="rect">
            <a:avLst/>
          </a:prstGeom>
          <a:solidFill>
            <a:schemeClr val="accent5">
              <a:alpha val="34000"/>
            </a:schemeClr>
          </a:solidFill>
          <a:ln w="6350">
            <a:solidFill>
              <a:schemeClr val="bg1"/>
            </a:solidFill>
            <a:prstDash val="solid"/>
          </a:ln>
        </p:spPr>
        <p:txBody>
          <a:bodyPr/>
          <a:lstStyle/>
          <a:p>
            <a:endParaRPr lang="ja-JP" altLang="en-US"/>
          </a:p>
        </p:txBody>
      </p:sp>
      <p:sp>
        <p:nvSpPr>
          <p:cNvPr id="165" name="Shape 162"/>
          <p:cNvSpPr/>
          <p:nvPr/>
        </p:nvSpPr>
        <p:spPr>
          <a:xfrm>
            <a:off x="3200400" y="2491740"/>
            <a:ext cx="64922" cy="64922"/>
          </a:xfrm>
          <a:prstGeom prst="rect">
            <a:avLst/>
          </a:prstGeom>
          <a:solidFill>
            <a:schemeClr val="accent5">
              <a:alpha val="4000"/>
            </a:schemeClr>
          </a:solidFill>
          <a:ln w="6350">
            <a:solidFill>
              <a:schemeClr val="bg1"/>
            </a:solidFill>
            <a:prstDash val="solid"/>
          </a:ln>
        </p:spPr>
        <p:txBody>
          <a:bodyPr/>
          <a:lstStyle/>
          <a:p>
            <a:endParaRPr lang="ja-JP" altLang="en-US"/>
          </a:p>
        </p:txBody>
      </p:sp>
      <p:sp>
        <p:nvSpPr>
          <p:cNvPr id="166" name="Shape 163"/>
          <p:cNvSpPr/>
          <p:nvPr/>
        </p:nvSpPr>
        <p:spPr>
          <a:xfrm>
            <a:off x="3268980" y="2491740"/>
            <a:ext cx="64922" cy="64922"/>
          </a:xfrm>
          <a:prstGeom prst="rect">
            <a:avLst/>
          </a:prstGeom>
          <a:solidFill>
            <a:schemeClr val="accent5">
              <a:alpha val="0"/>
            </a:schemeClr>
          </a:solidFill>
          <a:ln w="6350">
            <a:solidFill>
              <a:schemeClr val="bg1"/>
            </a:solidFill>
            <a:prstDash val="solid"/>
          </a:ln>
        </p:spPr>
        <p:txBody>
          <a:bodyPr/>
          <a:lstStyle/>
          <a:p>
            <a:endParaRPr lang="ja-JP" altLang="en-US"/>
          </a:p>
        </p:txBody>
      </p:sp>
      <p:sp>
        <p:nvSpPr>
          <p:cNvPr id="172" name="Shape 169"/>
          <p:cNvSpPr/>
          <p:nvPr/>
        </p:nvSpPr>
        <p:spPr>
          <a:xfrm>
            <a:off x="3131820" y="2560320"/>
            <a:ext cx="64922" cy="64922"/>
          </a:xfrm>
          <a:prstGeom prst="rect">
            <a:avLst/>
          </a:prstGeom>
          <a:solidFill>
            <a:schemeClr val="accent5">
              <a:alpha val="60000"/>
            </a:schemeClr>
          </a:solidFill>
          <a:ln w="6350">
            <a:solidFill>
              <a:schemeClr val="bg1"/>
            </a:solidFill>
            <a:prstDash val="solid"/>
          </a:ln>
        </p:spPr>
        <p:txBody>
          <a:bodyPr/>
          <a:lstStyle/>
          <a:p>
            <a:endParaRPr lang="ja-JP" altLang="en-US"/>
          </a:p>
        </p:txBody>
      </p:sp>
      <p:sp>
        <p:nvSpPr>
          <p:cNvPr id="173" name="Shape 170"/>
          <p:cNvSpPr/>
          <p:nvPr/>
        </p:nvSpPr>
        <p:spPr>
          <a:xfrm>
            <a:off x="3200400" y="2560320"/>
            <a:ext cx="64922" cy="64922"/>
          </a:xfrm>
          <a:prstGeom prst="rect">
            <a:avLst/>
          </a:prstGeom>
          <a:solidFill>
            <a:schemeClr val="accent5">
              <a:alpha val="22000"/>
            </a:schemeClr>
          </a:solidFill>
          <a:ln w="6350">
            <a:solidFill>
              <a:schemeClr val="bg1"/>
            </a:solidFill>
            <a:prstDash val="solid"/>
          </a:ln>
        </p:spPr>
        <p:txBody>
          <a:bodyPr/>
          <a:lstStyle/>
          <a:p>
            <a:endParaRPr lang="ja-JP" altLang="en-US"/>
          </a:p>
        </p:txBody>
      </p:sp>
      <p:sp>
        <p:nvSpPr>
          <p:cNvPr id="174" name="Shape 171"/>
          <p:cNvSpPr/>
          <p:nvPr/>
        </p:nvSpPr>
        <p:spPr>
          <a:xfrm>
            <a:off x="3268980" y="2560320"/>
            <a:ext cx="64922" cy="64922"/>
          </a:xfrm>
          <a:prstGeom prst="rect">
            <a:avLst/>
          </a:prstGeom>
          <a:solidFill>
            <a:schemeClr val="accent5">
              <a:alpha val="0"/>
            </a:schemeClr>
          </a:solidFill>
          <a:ln w="6350">
            <a:solidFill>
              <a:schemeClr val="bg1"/>
            </a:solidFill>
            <a:prstDash val="solid"/>
          </a:ln>
        </p:spPr>
        <p:txBody>
          <a:bodyPr/>
          <a:lstStyle/>
          <a:p>
            <a:endParaRPr lang="ja-JP" altLang="en-US"/>
          </a:p>
        </p:txBody>
      </p:sp>
      <p:sp>
        <p:nvSpPr>
          <p:cNvPr id="180" name="Shape 177"/>
          <p:cNvSpPr/>
          <p:nvPr/>
        </p:nvSpPr>
        <p:spPr>
          <a:xfrm>
            <a:off x="3131820" y="2628900"/>
            <a:ext cx="64922" cy="64922"/>
          </a:xfrm>
          <a:prstGeom prst="rect">
            <a:avLst/>
          </a:prstGeom>
          <a:solidFill>
            <a:schemeClr val="accent5">
              <a:alpha val="60000"/>
            </a:schemeClr>
          </a:solidFill>
          <a:ln w="6350">
            <a:solidFill>
              <a:schemeClr val="bg1"/>
            </a:solidFill>
            <a:prstDash val="solid"/>
          </a:ln>
        </p:spPr>
        <p:txBody>
          <a:bodyPr/>
          <a:lstStyle/>
          <a:p>
            <a:endParaRPr lang="ja-JP" altLang="en-US"/>
          </a:p>
        </p:txBody>
      </p:sp>
      <p:sp>
        <p:nvSpPr>
          <p:cNvPr id="181" name="Shape 178"/>
          <p:cNvSpPr/>
          <p:nvPr/>
        </p:nvSpPr>
        <p:spPr>
          <a:xfrm>
            <a:off x="3200400" y="2628900"/>
            <a:ext cx="64922" cy="64922"/>
          </a:xfrm>
          <a:prstGeom prst="rect">
            <a:avLst/>
          </a:prstGeom>
          <a:solidFill>
            <a:schemeClr val="accent5">
              <a:alpha val="30000"/>
            </a:schemeClr>
          </a:solidFill>
          <a:ln w="6350">
            <a:solidFill>
              <a:schemeClr val="bg1"/>
            </a:solidFill>
            <a:prstDash val="solid"/>
          </a:ln>
        </p:spPr>
        <p:txBody>
          <a:bodyPr/>
          <a:lstStyle/>
          <a:p>
            <a:endParaRPr lang="ja-JP" altLang="en-US"/>
          </a:p>
        </p:txBody>
      </p:sp>
      <p:sp>
        <p:nvSpPr>
          <p:cNvPr id="182" name="Shape 179"/>
          <p:cNvSpPr/>
          <p:nvPr/>
        </p:nvSpPr>
        <p:spPr>
          <a:xfrm>
            <a:off x="3268980" y="2628900"/>
            <a:ext cx="64922" cy="64922"/>
          </a:xfrm>
          <a:prstGeom prst="rect">
            <a:avLst/>
          </a:prstGeom>
          <a:solidFill>
            <a:schemeClr val="accent5">
              <a:alpha val="0"/>
            </a:schemeClr>
          </a:solidFill>
          <a:ln w="6350">
            <a:solidFill>
              <a:schemeClr val="bg1"/>
            </a:solidFill>
            <a:prstDash val="solid"/>
          </a:ln>
        </p:spPr>
        <p:txBody>
          <a:bodyPr/>
          <a:lstStyle/>
          <a:p>
            <a:endParaRPr lang="ja-JP" altLang="en-US"/>
          </a:p>
        </p:txBody>
      </p:sp>
      <p:sp>
        <p:nvSpPr>
          <p:cNvPr id="188" name="Shape 185"/>
          <p:cNvSpPr/>
          <p:nvPr/>
        </p:nvSpPr>
        <p:spPr>
          <a:xfrm>
            <a:off x="3131820" y="2697480"/>
            <a:ext cx="64922" cy="64922"/>
          </a:xfrm>
          <a:prstGeom prst="rect">
            <a:avLst/>
          </a:prstGeom>
          <a:solidFill>
            <a:schemeClr val="accent5">
              <a:alpha val="60000"/>
            </a:schemeClr>
          </a:solidFill>
          <a:ln w="6350">
            <a:solidFill>
              <a:schemeClr val="bg1"/>
            </a:solidFill>
            <a:prstDash val="solid"/>
          </a:ln>
        </p:spPr>
        <p:txBody>
          <a:bodyPr/>
          <a:lstStyle/>
          <a:p>
            <a:endParaRPr lang="ja-JP" altLang="en-US"/>
          </a:p>
        </p:txBody>
      </p:sp>
      <p:sp>
        <p:nvSpPr>
          <p:cNvPr id="189" name="Shape 186"/>
          <p:cNvSpPr/>
          <p:nvPr/>
        </p:nvSpPr>
        <p:spPr>
          <a:xfrm>
            <a:off x="3200400" y="2697480"/>
            <a:ext cx="64922" cy="64922"/>
          </a:xfrm>
          <a:prstGeom prst="rect">
            <a:avLst/>
          </a:prstGeom>
          <a:solidFill>
            <a:schemeClr val="accent5">
              <a:alpha val="7000"/>
            </a:schemeClr>
          </a:solidFill>
          <a:ln w="6350">
            <a:solidFill>
              <a:schemeClr val="bg1"/>
            </a:solidFill>
            <a:prstDash val="solid"/>
          </a:ln>
        </p:spPr>
        <p:txBody>
          <a:bodyPr/>
          <a:lstStyle/>
          <a:p>
            <a:endParaRPr lang="ja-JP" altLang="en-US"/>
          </a:p>
        </p:txBody>
      </p:sp>
      <p:sp>
        <p:nvSpPr>
          <p:cNvPr id="190" name="Shape 187"/>
          <p:cNvSpPr/>
          <p:nvPr/>
        </p:nvSpPr>
        <p:spPr>
          <a:xfrm>
            <a:off x="3268980" y="2697480"/>
            <a:ext cx="64922" cy="64922"/>
          </a:xfrm>
          <a:prstGeom prst="rect">
            <a:avLst/>
          </a:prstGeom>
          <a:solidFill>
            <a:schemeClr val="accent5">
              <a:alpha val="0"/>
            </a:schemeClr>
          </a:solidFill>
          <a:ln w="6350">
            <a:solidFill>
              <a:schemeClr val="bg1"/>
            </a:solidFill>
            <a:prstDash val="solid"/>
          </a:ln>
        </p:spPr>
        <p:txBody>
          <a:bodyPr/>
          <a:lstStyle/>
          <a:p>
            <a:endParaRPr lang="ja-JP" altLang="en-US"/>
          </a:p>
        </p:txBody>
      </p:sp>
      <p:sp>
        <p:nvSpPr>
          <p:cNvPr id="196" name="Shape 193"/>
          <p:cNvSpPr/>
          <p:nvPr/>
        </p:nvSpPr>
        <p:spPr>
          <a:xfrm>
            <a:off x="3131820" y="2766060"/>
            <a:ext cx="64922" cy="64922"/>
          </a:xfrm>
          <a:prstGeom prst="rect">
            <a:avLst/>
          </a:prstGeom>
          <a:solidFill>
            <a:schemeClr val="accent5">
              <a:alpha val="26000"/>
            </a:schemeClr>
          </a:solidFill>
          <a:ln w="6350">
            <a:solidFill>
              <a:schemeClr val="bg1"/>
            </a:solidFill>
            <a:prstDash val="solid"/>
          </a:ln>
        </p:spPr>
        <p:txBody>
          <a:bodyPr/>
          <a:lstStyle/>
          <a:p>
            <a:endParaRPr lang="ja-JP" altLang="en-US"/>
          </a:p>
        </p:txBody>
      </p:sp>
      <p:sp>
        <p:nvSpPr>
          <p:cNvPr id="197" name="Shape 194"/>
          <p:cNvSpPr/>
          <p:nvPr/>
        </p:nvSpPr>
        <p:spPr>
          <a:xfrm>
            <a:off x="3200400" y="2766060"/>
            <a:ext cx="64922" cy="64922"/>
          </a:xfrm>
          <a:prstGeom prst="rect">
            <a:avLst/>
          </a:prstGeom>
          <a:solidFill>
            <a:schemeClr val="accent5">
              <a:alpha val="0"/>
            </a:schemeClr>
          </a:solidFill>
          <a:ln w="6350">
            <a:solidFill>
              <a:schemeClr val="bg1"/>
            </a:solidFill>
            <a:prstDash val="solid"/>
          </a:ln>
        </p:spPr>
        <p:txBody>
          <a:bodyPr/>
          <a:lstStyle/>
          <a:p>
            <a:endParaRPr lang="ja-JP" altLang="en-US"/>
          </a:p>
        </p:txBody>
      </p:sp>
      <p:sp>
        <p:nvSpPr>
          <p:cNvPr id="198" name="Shape 195"/>
          <p:cNvSpPr/>
          <p:nvPr/>
        </p:nvSpPr>
        <p:spPr>
          <a:xfrm>
            <a:off x="3268980" y="2766060"/>
            <a:ext cx="64922" cy="64922"/>
          </a:xfrm>
          <a:prstGeom prst="rect">
            <a:avLst/>
          </a:prstGeom>
          <a:solidFill>
            <a:schemeClr val="accent5">
              <a:alpha val="0"/>
            </a:schemeClr>
          </a:solidFill>
          <a:ln w="6350">
            <a:solidFill>
              <a:schemeClr val="bg1"/>
            </a:solidFill>
            <a:prstDash val="solid"/>
          </a:ln>
        </p:spPr>
        <p:txBody>
          <a:bodyPr/>
          <a:lstStyle/>
          <a:p>
            <a:endParaRPr lang="ja-JP" altLang="en-US"/>
          </a:p>
        </p:txBody>
      </p:sp>
      <p:sp>
        <p:nvSpPr>
          <p:cNvPr id="332" name="Shape 329"/>
          <p:cNvSpPr/>
          <p:nvPr/>
        </p:nvSpPr>
        <p:spPr>
          <a:xfrm>
            <a:off x="3131820" y="2971800"/>
            <a:ext cx="64922" cy="64922"/>
          </a:xfrm>
          <a:prstGeom prst="rect">
            <a:avLst/>
          </a:prstGeom>
          <a:solidFill>
            <a:schemeClr val="accent5">
              <a:alpha val="15000"/>
            </a:schemeClr>
          </a:solidFill>
          <a:ln w="6350">
            <a:solidFill>
              <a:schemeClr val="bg1"/>
            </a:solidFill>
            <a:prstDash val="solid"/>
          </a:ln>
        </p:spPr>
        <p:txBody>
          <a:bodyPr/>
          <a:lstStyle/>
          <a:p>
            <a:endParaRPr lang="ja-JP" altLang="en-US"/>
          </a:p>
        </p:txBody>
      </p:sp>
      <p:sp>
        <p:nvSpPr>
          <p:cNvPr id="333" name="Shape 330"/>
          <p:cNvSpPr/>
          <p:nvPr/>
        </p:nvSpPr>
        <p:spPr>
          <a:xfrm>
            <a:off x="3200400" y="2971800"/>
            <a:ext cx="64922" cy="64922"/>
          </a:xfrm>
          <a:prstGeom prst="rect">
            <a:avLst/>
          </a:prstGeom>
          <a:solidFill>
            <a:schemeClr val="accent5">
              <a:alpha val="0"/>
            </a:schemeClr>
          </a:solidFill>
          <a:ln w="6350">
            <a:solidFill>
              <a:schemeClr val="bg1"/>
            </a:solidFill>
            <a:prstDash val="solid"/>
          </a:ln>
        </p:spPr>
        <p:txBody>
          <a:bodyPr/>
          <a:lstStyle/>
          <a:p>
            <a:endParaRPr lang="ja-JP" altLang="en-US"/>
          </a:p>
        </p:txBody>
      </p:sp>
      <p:sp>
        <p:nvSpPr>
          <p:cNvPr id="334" name="Shape 331"/>
          <p:cNvSpPr/>
          <p:nvPr/>
        </p:nvSpPr>
        <p:spPr>
          <a:xfrm>
            <a:off x="3268980" y="2971800"/>
            <a:ext cx="64922" cy="64922"/>
          </a:xfrm>
          <a:prstGeom prst="rect">
            <a:avLst/>
          </a:prstGeom>
          <a:solidFill>
            <a:schemeClr val="accent5">
              <a:alpha val="0"/>
            </a:schemeClr>
          </a:solidFill>
          <a:ln w="6350">
            <a:solidFill>
              <a:schemeClr val="bg1"/>
            </a:solidFill>
            <a:prstDash val="solid"/>
          </a:ln>
        </p:spPr>
        <p:txBody>
          <a:bodyPr/>
          <a:lstStyle/>
          <a:p>
            <a:endParaRPr lang="ja-JP" altLang="en-US"/>
          </a:p>
        </p:txBody>
      </p:sp>
      <p:sp>
        <p:nvSpPr>
          <p:cNvPr id="340" name="Shape 337"/>
          <p:cNvSpPr/>
          <p:nvPr/>
        </p:nvSpPr>
        <p:spPr>
          <a:xfrm>
            <a:off x="3131820" y="3040380"/>
            <a:ext cx="64922" cy="64922"/>
          </a:xfrm>
          <a:prstGeom prst="rect">
            <a:avLst/>
          </a:prstGeom>
          <a:solidFill>
            <a:schemeClr val="accent5">
              <a:alpha val="56000"/>
            </a:schemeClr>
          </a:solidFill>
          <a:ln w="6350">
            <a:solidFill>
              <a:schemeClr val="bg1"/>
            </a:solidFill>
            <a:prstDash val="solid"/>
          </a:ln>
        </p:spPr>
        <p:txBody>
          <a:bodyPr/>
          <a:lstStyle/>
          <a:p>
            <a:endParaRPr lang="ja-JP" altLang="en-US"/>
          </a:p>
        </p:txBody>
      </p:sp>
      <p:sp>
        <p:nvSpPr>
          <p:cNvPr id="341" name="Shape 338"/>
          <p:cNvSpPr/>
          <p:nvPr/>
        </p:nvSpPr>
        <p:spPr>
          <a:xfrm>
            <a:off x="3200400" y="3040380"/>
            <a:ext cx="64922" cy="64922"/>
          </a:xfrm>
          <a:prstGeom prst="rect">
            <a:avLst/>
          </a:prstGeom>
          <a:solidFill>
            <a:schemeClr val="accent5">
              <a:alpha val="0"/>
            </a:schemeClr>
          </a:solidFill>
          <a:ln w="6350">
            <a:solidFill>
              <a:schemeClr val="bg1"/>
            </a:solidFill>
            <a:prstDash val="solid"/>
          </a:ln>
        </p:spPr>
        <p:txBody>
          <a:bodyPr/>
          <a:lstStyle/>
          <a:p>
            <a:endParaRPr lang="ja-JP" altLang="en-US"/>
          </a:p>
        </p:txBody>
      </p:sp>
      <p:sp>
        <p:nvSpPr>
          <p:cNvPr id="342" name="Shape 339"/>
          <p:cNvSpPr/>
          <p:nvPr/>
        </p:nvSpPr>
        <p:spPr>
          <a:xfrm>
            <a:off x="3268980" y="3040380"/>
            <a:ext cx="64922" cy="64922"/>
          </a:xfrm>
          <a:prstGeom prst="rect">
            <a:avLst/>
          </a:prstGeom>
          <a:solidFill>
            <a:schemeClr val="accent5">
              <a:alpha val="0"/>
            </a:schemeClr>
          </a:solidFill>
          <a:ln w="6350">
            <a:solidFill>
              <a:schemeClr val="bg1"/>
            </a:solidFill>
            <a:prstDash val="solid"/>
          </a:ln>
        </p:spPr>
        <p:txBody>
          <a:bodyPr/>
          <a:lstStyle/>
          <a:p>
            <a:endParaRPr lang="ja-JP" altLang="en-US"/>
          </a:p>
        </p:txBody>
      </p:sp>
      <p:sp>
        <p:nvSpPr>
          <p:cNvPr id="348" name="Shape 345"/>
          <p:cNvSpPr/>
          <p:nvPr/>
        </p:nvSpPr>
        <p:spPr>
          <a:xfrm>
            <a:off x="3131820" y="3108960"/>
            <a:ext cx="64922" cy="64922"/>
          </a:xfrm>
          <a:prstGeom prst="rect">
            <a:avLst/>
          </a:prstGeom>
          <a:solidFill>
            <a:schemeClr val="accent5">
              <a:alpha val="11000"/>
            </a:schemeClr>
          </a:solidFill>
          <a:ln w="6350">
            <a:solidFill>
              <a:schemeClr val="bg1"/>
            </a:solidFill>
            <a:prstDash val="solid"/>
          </a:ln>
        </p:spPr>
        <p:txBody>
          <a:bodyPr/>
          <a:lstStyle/>
          <a:p>
            <a:endParaRPr lang="ja-JP" altLang="en-US"/>
          </a:p>
        </p:txBody>
      </p:sp>
      <p:sp>
        <p:nvSpPr>
          <p:cNvPr id="349" name="Shape 346"/>
          <p:cNvSpPr/>
          <p:nvPr/>
        </p:nvSpPr>
        <p:spPr>
          <a:xfrm>
            <a:off x="3200400" y="3108960"/>
            <a:ext cx="64922" cy="64922"/>
          </a:xfrm>
          <a:prstGeom prst="rect">
            <a:avLst/>
          </a:prstGeom>
          <a:solidFill>
            <a:schemeClr val="accent5">
              <a:alpha val="0"/>
            </a:schemeClr>
          </a:solidFill>
          <a:ln w="6350">
            <a:solidFill>
              <a:schemeClr val="bg1"/>
            </a:solidFill>
            <a:prstDash val="solid"/>
          </a:ln>
        </p:spPr>
        <p:txBody>
          <a:bodyPr/>
          <a:lstStyle/>
          <a:p>
            <a:endParaRPr lang="ja-JP" altLang="en-US"/>
          </a:p>
        </p:txBody>
      </p:sp>
      <p:sp>
        <p:nvSpPr>
          <p:cNvPr id="350" name="Shape 347"/>
          <p:cNvSpPr/>
          <p:nvPr/>
        </p:nvSpPr>
        <p:spPr>
          <a:xfrm>
            <a:off x="3268980" y="3108960"/>
            <a:ext cx="64922" cy="64922"/>
          </a:xfrm>
          <a:prstGeom prst="rect">
            <a:avLst/>
          </a:prstGeom>
          <a:solidFill>
            <a:schemeClr val="accent5">
              <a:alpha val="0"/>
            </a:schemeClr>
          </a:solidFill>
          <a:ln w="6350">
            <a:solidFill>
              <a:schemeClr val="bg1"/>
            </a:solidFill>
            <a:prstDash val="solid"/>
          </a:ln>
        </p:spPr>
        <p:txBody>
          <a:bodyPr/>
          <a:lstStyle/>
          <a:p>
            <a:endParaRPr lang="ja-JP" altLang="en-US"/>
          </a:p>
        </p:txBody>
      </p:sp>
      <p:sp>
        <p:nvSpPr>
          <p:cNvPr id="356" name="Shape 353"/>
          <p:cNvSpPr/>
          <p:nvPr/>
        </p:nvSpPr>
        <p:spPr>
          <a:xfrm>
            <a:off x="3131820" y="3177540"/>
            <a:ext cx="64922" cy="64922"/>
          </a:xfrm>
          <a:prstGeom prst="rect">
            <a:avLst/>
          </a:prstGeom>
          <a:solidFill>
            <a:schemeClr val="accent5">
              <a:alpha val="34000"/>
            </a:schemeClr>
          </a:solidFill>
          <a:ln w="6350">
            <a:solidFill>
              <a:schemeClr val="bg1"/>
            </a:solidFill>
            <a:prstDash val="solid"/>
          </a:ln>
        </p:spPr>
        <p:txBody>
          <a:bodyPr/>
          <a:lstStyle/>
          <a:p>
            <a:endParaRPr lang="ja-JP" altLang="en-US"/>
          </a:p>
        </p:txBody>
      </p:sp>
      <p:sp>
        <p:nvSpPr>
          <p:cNvPr id="357" name="Shape 354"/>
          <p:cNvSpPr/>
          <p:nvPr/>
        </p:nvSpPr>
        <p:spPr>
          <a:xfrm>
            <a:off x="3200400" y="3177540"/>
            <a:ext cx="64922" cy="64922"/>
          </a:xfrm>
          <a:prstGeom prst="rect">
            <a:avLst/>
          </a:prstGeom>
          <a:solidFill>
            <a:schemeClr val="accent5">
              <a:alpha val="4000"/>
            </a:schemeClr>
          </a:solidFill>
          <a:ln w="6350">
            <a:solidFill>
              <a:schemeClr val="bg1"/>
            </a:solidFill>
            <a:prstDash val="solid"/>
          </a:ln>
        </p:spPr>
        <p:txBody>
          <a:bodyPr/>
          <a:lstStyle/>
          <a:p>
            <a:endParaRPr lang="ja-JP" altLang="en-US"/>
          </a:p>
        </p:txBody>
      </p:sp>
      <p:sp>
        <p:nvSpPr>
          <p:cNvPr id="358" name="Shape 355"/>
          <p:cNvSpPr/>
          <p:nvPr/>
        </p:nvSpPr>
        <p:spPr>
          <a:xfrm>
            <a:off x="3268980" y="3177540"/>
            <a:ext cx="64922" cy="64922"/>
          </a:xfrm>
          <a:prstGeom prst="rect">
            <a:avLst/>
          </a:prstGeom>
          <a:solidFill>
            <a:schemeClr val="accent5">
              <a:alpha val="0"/>
            </a:schemeClr>
          </a:solidFill>
          <a:ln w="6350">
            <a:solidFill>
              <a:schemeClr val="bg1"/>
            </a:solidFill>
            <a:prstDash val="solid"/>
          </a:ln>
        </p:spPr>
        <p:txBody>
          <a:bodyPr/>
          <a:lstStyle/>
          <a:p>
            <a:endParaRPr lang="ja-JP" altLang="en-US"/>
          </a:p>
        </p:txBody>
      </p:sp>
      <p:sp>
        <p:nvSpPr>
          <p:cNvPr id="364" name="Shape 361"/>
          <p:cNvSpPr/>
          <p:nvPr/>
        </p:nvSpPr>
        <p:spPr>
          <a:xfrm>
            <a:off x="3131820" y="3246120"/>
            <a:ext cx="64922" cy="64922"/>
          </a:xfrm>
          <a:prstGeom prst="rect">
            <a:avLst/>
          </a:prstGeom>
          <a:solidFill>
            <a:schemeClr val="accent5">
              <a:alpha val="60000"/>
            </a:schemeClr>
          </a:solidFill>
          <a:ln w="6350">
            <a:solidFill>
              <a:schemeClr val="bg1"/>
            </a:solidFill>
            <a:prstDash val="solid"/>
          </a:ln>
        </p:spPr>
        <p:txBody>
          <a:bodyPr/>
          <a:lstStyle/>
          <a:p>
            <a:endParaRPr lang="ja-JP" altLang="en-US"/>
          </a:p>
        </p:txBody>
      </p:sp>
      <p:sp>
        <p:nvSpPr>
          <p:cNvPr id="365" name="Shape 362"/>
          <p:cNvSpPr/>
          <p:nvPr/>
        </p:nvSpPr>
        <p:spPr>
          <a:xfrm>
            <a:off x="3200400" y="3246120"/>
            <a:ext cx="64922" cy="64922"/>
          </a:xfrm>
          <a:prstGeom prst="rect">
            <a:avLst/>
          </a:prstGeom>
          <a:solidFill>
            <a:schemeClr val="accent5">
              <a:alpha val="22000"/>
            </a:schemeClr>
          </a:solidFill>
          <a:ln w="6350">
            <a:solidFill>
              <a:schemeClr val="bg1"/>
            </a:solidFill>
            <a:prstDash val="solid"/>
          </a:ln>
        </p:spPr>
        <p:txBody>
          <a:bodyPr/>
          <a:lstStyle/>
          <a:p>
            <a:endParaRPr lang="ja-JP" altLang="en-US"/>
          </a:p>
        </p:txBody>
      </p:sp>
      <p:sp>
        <p:nvSpPr>
          <p:cNvPr id="366" name="Shape 363"/>
          <p:cNvSpPr/>
          <p:nvPr/>
        </p:nvSpPr>
        <p:spPr>
          <a:xfrm>
            <a:off x="3268980" y="3246120"/>
            <a:ext cx="64922" cy="64922"/>
          </a:xfrm>
          <a:prstGeom prst="rect">
            <a:avLst/>
          </a:prstGeom>
          <a:solidFill>
            <a:schemeClr val="accent5">
              <a:alpha val="0"/>
            </a:schemeClr>
          </a:solidFill>
          <a:ln w="6350">
            <a:solidFill>
              <a:schemeClr val="bg1"/>
            </a:solidFill>
            <a:prstDash val="solid"/>
          </a:ln>
        </p:spPr>
        <p:txBody>
          <a:bodyPr/>
          <a:lstStyle/>
          <a:p>
            <a:endParaRPr lang="ja-JP" altLang="en-US"/>
          </a:p>
        </p:txBody>
      </p:sp>
      <p:sp>
        <p:nvSpPr>
          <p:cNvPr id="372" name="Shape 369"/>
          <p:cNvSpPr/>
          <p:nvPr/>
        </p:nvSpPr>
        <p:spPr>
          <a:xfrm>
            <a:off x="3131820" y="3314700"/>
            <a:ext cx="64922" cy="64922"/>
          </a:xfrm>
          <a:prstGeom prst="rect">
            <a:avLst/>
          </a:prstGeom>
          <a:solidFill>
            <a:schemeClr val="accent5">
              <a:alpha val="60000"/>
            </a:schemeClr>
          </a:solidFill>
          <a:ln w="6350">
            <a:solidFill>
              <a:schemeClr val="bg1"/>
            </a:solidFill>
            <a:prstDash val="solid"/>
          </a:ln>
        </p:spPr>
        <p:txBody>
          <a:bodyPr/>
          <a:lstStyle/>
          <a:p>
            <a:endParaRPr lang="ja-JP" altLang="en-US"/>
          </a:p>
        </p:txBody>
      </p:sp>
      <p:sp>
        <p:nvSpPr>
          <p:cNvPr id="373" name="Shape 370"/>
          <p:cNvSpPr/>
          <p:nvPr/>
        </p:nvSpPr>
        <p:spPr>
          <a:xfrm>
            <a:off x="3200400" y="3314700"/>
            <a:ext cx="64922" cy="64922"/>
          </a:xfrm>
          <a:prstGeom prst="rect">
            <a:avLst/>
          </a:prstGeom>
          <a:solidFill>
            <a:schemeClr val="accent5">
              <a:alpha val="30000"/>
            </a:schemeClr>
          </a:solidFill>
          <a:ln w="6350">
            <a:solidFill>
              <a:schemeClr val="bg1"/>
            </a:solidFill>
            <a:prstDash val="solid"/>
          </a:ln>
        </p:spPr>
        <p:txBody>
          <a:bodyPr/>
          <a:lstStyle/>
          <a:p>
            <a:endParaRPr lang="ja-JP" altLang="en-US"/>
          </a:p>
        </p:txBody>
      </p:sp>
      <p:sp>
        <p:nvSpPr>
          <p:cNvPr id="374" name="Shape 371"/>
          <p:cNvSpPr/>
          <p:nvPr/>
        </p:nvSpPr>
        <p:spPr>
          <a:xfrm>
            <a:off x="3268980" y="3314700"/>
            <a:ext cx="64922" cy="64922"/>
          </a:xfrm>
          <a:prstGeom prst="rect">
            <a:avLst/>
          </a:prstGeom>
          <a:solidFill>
            <a:schemeClr val="accent5">
              <a:alpha val="0"/>
            </a:schemeClr>
          </a:solidFill>
          <a:ln w="6350">
            <a:solidFill>
              <a:schemeClr val="bg1"/>
            </a:solidFill>
            <a:prstDash val="solid"/>
          </a:ln>
        </p:spPr>
        <p:txBody>
          <a:bodyPr/>
          <a:lstStyle/>
          <a:p>
            <a:endParaRPr lang="ja-JP" altLang="en-US"/>
          </a:p>
        </p:txBody>
      </p:sp>
      <p:sp>
        <p:nvSpPr>
          <p:cNvPr id="380" name="Shape 377"/>
          <p:cNvSpPr/>
          <p:nvPr/>
        </p:nvSpPr>
        <p:spPr>
          <a:xfrm>
            <a:off x="3131820" y="3383280"/>
            <a:ext cx="64922" cy="64922"/>
          </a:xfrm>
          <a:prstGeom prst="rect">
            <a:avLst/>
          </a:prstGeom>
          <a:solidFill>
            <a:schemeClr val="accent5">
              <a:alpha val="60000"/>
            </a:schemeClr>
          </a:solidFill>
          <a:ln w="6350">
            <a:solidFill>
              <a:schemeClr val="bg1"/>
            </a:solidFill>
            <a:prstDash val="solid"/>
          </a:ln>
        </p:spPr>
        <p:txBody>
          <a:bodyPr/>
          <a:lstStyle/>
          <a:p>
            <a:endParaRPr lang="ja-JP" altLang="en-US"/>
          </a:p>
        </p:txBody>
      </p:sp>
      <p:sp>
        <p:nvSpPr>
          <p:cNvPr id="381" name="Shape 378"/>
          <p:cNvSpPr/>
          <p:nvPr/>
        </p:nvSpPr>
        <p:spPr>
          <a:xfrm>
            <a:off x="3200400" y="3383280"/>
            <a:ext cx="64922" cy="64922"/>
          </a:xfrm>
          <a:prstGeom prst="rect">
            <a:avLst/>
          </a:prstGeom>
          <a:solidFill>
            <a:schemeClr val="accent5">
              <a:alpha val="7000"/>
            </a:schemeClr>
          </a:solidFill>
          <a:ln w="6350">
            <a:solidFill>
              <a:schemeClr val="bg1"/>
            </a:solidFill>
            <a:prstDash val="solid"/>
          </a:ln>
        </p:spPr>
        <p:txBody>
          <a:bodyPr/>
          <a:lstStyle/>
          <a:p>
            <a:endParaRPr lang="ja-JP" altLang="en-US"/>
          </a:p>
        </p:txBody>
      </p:sp>
      <p:sp>
        <p:nvSpPr>
          <p:cNvPr id="382" name="Shape 379"/>
          <p:cNvSpPr/>
          <p:nvPr/>
        </p:nvSpPr>
        <p:spPr>
          <a:xfrm>
            <a:off x="3268980" y="3383280"/>
            <a:ext cx="64922" cy="64922"/>
          </a:xfrm>
          <a:prstGeom prst="rect">
            <a:avLst/>
          </a:prstGeom>
          <a:solidFill>
            <a:schemeClr val="accent5">
              <a:alpha val="0"/>
            </a:schemeClr>
          </a:solidFill>
          <a:ln w="6350">
            <a:solidFill>
              <a:schemeClr val="bg1"/>
            </a:solidFill>
            <a:prstDash val="solid"/>
          </a:ln>
        </p:spPr>
        <p:txBody>
          <a:bodyPr/>
          <a:lstStyle/>
          <a:p>
            <a:endParaRPr lang="ja-JP" altLang="en-US"/>
          </a:p>
        </p:txBody>
      </p:sp>
      <p:sp>
        <p:nvSpPr>
          <p:cNvPr id="388" name="Shape 385"/>
          <p:cNvSpPr/>
          <p:nvPr/>
        </p:nvSpPr>
        <p:spPr>
          <a:xfrm>
            <a:off x="3131820" y="3451860"/>
            <a:ext cx="64922" cy="64922"/>
          </a:xfrm>
          <a:prstGeom prst="rect">
            <a:avLst/>
          </a:prstGeom>
          <a:solidFill>
            <a:schemeClr val="accent5">
              <a:alpha val="26000"/>
            </a:schemeClr>
          </a:solidFill>
          <a:ln w="6350">
            <a:solidFill>
              <a:schemeClr val="bg1"/>
            </a:solidFill>
            <a:prstDash val="solid"/>
          </a:ln>
        </p:spPr>
        <p:txBody>
          <a:bodyPr/>
          <a:lstStyle/>
          <a:p>
            <a:endParaRPr lang="ja-JP" altLang="en-US"/>
          </a:p>
        </p:txBody>
      </p:sp>
      <p:sp>
        <p:nvSpPr>
          <p:cNvPr id="389" name="Shape 386"/>
          <p:cNvSpPr/>
          <p:nvPr/>
        </p:nvSpPr>
        <p:spPr>
          <a:xfrm>
            <a:off x="3200400" y="3451860"/>
            <a:ext cx="64922" cy="64922"/>
          </a:xfrm>
          <a:prstGeom prst="rect">
            <a:avLst/>
          </a:prstGeom>
          <a:solidFill>
            <a:schemeClr val="accent5">
              <a:alpha val="0"/>
            </a:schemeClr>
          </a:solidFill>
          <a:ln w="6350">
            <a:solidFill>
              <a:schemeClr val="bg1"/>
            </a:solidFill>
            <a:prstDash val="solid"/>
          </a:ln>
        </p:spPr>
        <p:txBody>
          <a:bodyPr/>
          <a:lstStyle/>
          <a:p>
            <a:endParaRPr lang="ja-JP" altLang="en-US"/>
          </a:p>
        </p:txBody>
      </p:sp>
      <p:sp>
        <p:nvSpPr>
          <p:cNvPr id="390" name="Shape 387"/>
          <p:cNvSpPr/>
          <p:nvPr/>
        </p:nvSpPr>
        <p:spPr>
          <a:xfrm>
            <a:off x="3268980" y="3451860"/>
            <a:ext cx="64922" cy="64922"/>
          </a:xfrm>
          <a:prstGeom prst="rect">
            <a:avLst/>
          </a:prstGeom>
          <a:solidFill>
            <a:schemeClr val="accent5">
              <a:alpha val="0"/>
            </a:schemeClr>
          </a:solidFill>
          <a:ln w="6350">
            <a:solidFill>
              <a:schemeClr val="bg1"/>
            </a:solidFill>
            <a:prstDash val="solid"/>
          </a:ln>
        </p:spPr>
        <p:txBody>
          <a:bodyPr/>
          <a:lstStyle/>
          <a:p>
            <a:endParaRPr lang="ja-JP" altLang="en-US"/>
          </a:p>
        </p:txBody>
      </p:sp>
      <p:sp>
        <p:nvSpPr>
          <p:cNvPr id="524" name="Shape 521"/>
          <p:cNvSpPr/>
          <p:nvPr/>
        </p:nvSpPr>
        <p:spPr>
          <a:xfrm>
            <a:off x="3131820" y="3657600"/>
            <a:ext cx="64922" cy="64922"/>
          </a:xfrm>
          <a:prstGeom prst="rect">
            <a:avLst/>
          </a:prstGeom>
          <a:solidFill>
            <a:schemeClr val="accent5">
              <a:alpha val="15000"/>
            </a:schemeClr>
          </a:solidFill>
          <a:ln w="6350">
            <a:solidFill>
              <a:schemeClr val="bg1"/>
            </a:solidFill>
            <a:prstDash val="solid"/>
          </a:ln>
        </p:spPr>
        <p:txBody>
          <a:bodyPr/>
          <a:lstStyle/>
          <a:p>
            <a:endParaRPr lang="ja-JP" altLang="en-US"/>
          </a:p>
        </p:txBody>
      </p:sp>
      <p:sp>
        <p:nvSpPr>
          <p:cNvPr id="525" name="Shape 522"/>
          <p:cNvSpPr/>
          <p:nvPr/>
        </p:nvSpPr>
        <p:spPr>
          <a:xfrm>
            <a:off x="3200400" y="3657600"/>
            <a:ext cx="64922" cy="64922"/>
          </a:xfrm>
          <a:prstGeom prst="rect">
            <a:avLst/>
          </a:prstGeom>
          <a:solidFill>
            <a:schemeClr val="accent5">
              <a:alpha val="0"/>
            </a:schemeClr>
          </a:solidFill>
          <a:ln w="6350">
            <a:solidFill>
              <a:schemeClr val="bg1"/>
            </a:solidFill>
            <a:prstDash val="solid"/>
          </a:ln>
        </p:spPr>
        <p:txBody>
          <a:bodyPr/>
          <a:lstStyle/>
          <a:p>
            <a:endParaRPr lang="ja-JP" altLang="en-US"/>
          </a:p>
        </p:txBody>
      </p:sp>
      <p:sp>
        <p:nvSpPr>
          <p:cNvPr id="526" name="Shape 523"/>
          <p:cNvSpPr/>
          <p:nvPr/>
        </p:nvSpPr>
        <p:spPr>
          <a:xfrm>
            <a:off x="3268980" y="3657600"/>
            <a:ext cx="64922" cy="64922"/>
          </a:xfrm>
          <a:prstGeom prst="rect">
            <a:avLst/>
          </a:prstGeom>
          <a:solidFill>
            <a:schemeClr val="accent5">
              <a:alpha val="0"/>
            </a:schemeClr>
          </a:solidFill>
          <a:ln w="6350">
            <a:solidFill>
              <a:schemeClr val="bg1"/>
            </a:solidFill>
            <a:prstDash val="solid"/>
          </a:ln>
        </p:spPr>
        <p:txBody>
          <a:bodyPr/>
          <a:lstStyle/>
          <a:p>
            <a:endParaRPr lang="ja-JP" altLang="en-US"/>
          </a:p>
        </p:txBody>
      </p:sp>
      <p:sp>
        <p:nvSpPr>
          <p:cNvPr id="532" name="Shape 529"/>
          <p:cNvSpPr/>
          <p:nvPr/>
        </p:nvSpPr>
        <p:spPr>
          <a:xfrm>
            <a:off x="3131820" y="3726180"/>
            <a:ext cx="64922" cy="64922"/>
          </a:xfrm>
          <a:prstGeom prst="rect">
            <a:avLst/>
          </a:prstGeom>
          <a:solidFill>
            <a:schemeClr val="accent5">
              <a:alpha val="56000"/>
            </a:schemeClr>
          </a:solidFill>
          <a:ln w="6350">
            <a:solidFill>
              <a:schemeClr val="bg1"/>
            </a:solidFill>
            <a:prstDash val="solid"/>
          </a:ln>
        </p:spPr>
        <p:txBody>
          <a:bodyPr/>
          <a:lstStyle/>
          <a:p>
            <a:endParaRPr lang="ja-JP" altLang="en-US"/>
          </a:p>
        </p:txBody>
      </p:sp>
      <p:sp>
        <p:nvSpPr>
          <p:cNvPr id="533" name="Shape 530"/>
          <p:cNvSpPr/>
          <p:nvPr/>
        </p:nvSpPr>
        <p:spPr>
          <a:xfrm>
            <a:off x="3200400" y="3726180"/>
            <a:ext cx="64922" cy="64922"/>
          </a:xfrm>
          <a:prstGeom prst="rect">
            <a:avLst/>
          </a:prstGeom>
          <a:solidFill>
            <a:schemeClr val="accent5">
              <a:alpha val="0"/>
            </a:schemeClr>
          </a:solidFill>
          <a:ln w="6350">
            <a:solidFill>
              <a:schemeClr val="bg1"/>
            </a:solidFill>
            <a:prstDash val="solid"/>
          </a:ln>
        </p:spPr>
        <p:txBody>
          <a:bodyPr/>
          <a:lstStyle/>
          <a:p>
            <a:endParaRPr lang="ja-JP" altLang="en-US"/>
          </a:p>
        </p:txBody>
      </p:sp>
      <p:sp>
        <p:nvSpPr>
          <p:cNvPr id="534" name="Shape 531"/>
          <p:cNvSpPr/>
          <p:nvPr/>
        </p:nvSpPr>
        <p:spPr>
          <a:xfrm>
            <a:off x="3268980" y="3726180"/>
            <a:ext cx="64922" cy="64922"/>
          </a:xfrm>
          <a:prstGeom prst="rect">
            <a:avLst/>
          </a:prstGeom>
          <a:solidFill>
            <a:schemeClr val="accent5">
              <a:alpha val="0"/>
            </a:schemeClr>
          </a:solidFill>
          <a:ln w="6350">
            <a:solidFill>
              <a:schemeClr val="bg1"/>
            </a:solidFill>
            <a:prstDash val="solid"/>
          </a:ln>
        </p:spPr>
        <p:txBody>
          <a:bodyPr/>
          <a:lstStyle/>
          <a:p>
            <a:endParaRPr lang="ja-JP" altLang="en-US"/>
          </a:p>
        </p:txBody>
      </p:sp>
      <p:sp>
        <p:nvSpPr>
          <p:cNvPr id="540" name="Shape 537"/>
          <p:cNvSpPr/>
          <p:nvPr/>
        </p:nvSpPr>
        <p:spPr>
          <a:xfrm>
            <a:off x="3131820" y="3794760"/>
            <a:ext cx="64922" cy="64922"/>
          </a:xfrm>
          <a:prstGeom prst="rect">
            <a:avLst/>
          </a:prstGeom>
          <a:solidFill>
            <a:schemeClr val="accent5">
              <a:alpha val="11000"/>
            </a:schemeClr>
          </a:solidFill>
          <a:ln w="6350">
            <a:solidFill>
              <a:schemeClr val="bg1"/>
            </a:solidFill>
            <a:prstDash val="solid"/>
          </a:ln>
        </p:spPr>
        <p:txBody>
          <a:bodyPr/>
          <a:lstStyle/>
          <a:p>
            <a:endParaRPr lang="ja-JP" altLang="en-US"/>
          </a:p>
        </p:txBody>
      </p:sp>
      <p:sp>
        <p:nvSpPr>
          <p:cNvPr id="541" name="Shape 538"/>
          <p:cNvSpPr/>
          <p:nvPr/>
        </p:nvSpPr>
        <p:spPr>
          <a:xfrm>
            <a:off x="3200400" y="3794760"/>
            <a:ext cx="64922" cy="64922"/>
          </a:xfrm>
          <a:prstGeom prst="rect">
            <a:avLst/>
          </a:prstGeom>
          <a:solidFill>
            <a:schemeClr val="accent5">
              <a:alpha val="0"/>
            </a:schemeClr>
          </a:solidFill>
          <a:ln w="6350">
            <a:solidFill>
              <a:schemeClr val="bg1"/>
            </a:solidFill>
            <a:prstDash val="solid"/>
          </a:ln>
        </p:spPr>
        <p:txBody>
          <a:bodyPr/>
          <a:lstStyle/>
          <a:p>
            <a:endParaRPr lang="ja-JP" altLang="en-US"/>
          </a:p>
        </p:txBody>
      </p:sp>
      <p:sp>
        <p:nvSpPr>
          <p:cNvPr id="542" name="Shape 539"/>
          <p:cNvSpPr/>
          <p:nvPr/>
        </p:nvSpPr>
        <p:spPr>
          <a:xfrm>
            <a:off x="3268980" y="3794760"/>
            <a:ext cx="64922" cy="64922"/>
          </a:xfrm>
          <a:prstGeom prst="rect">
            <a:avLst/>
          </a:prstGeom>
          <a:solidFill>
            <a:schemeClr val="accent5">
              <a:alpha val="0"/>
            </a:schemeClr>
          </a:solidFill>
          <a:ln w="6350">
            <a:solidFill>
              <a:schemeClr val="bg1"/>
            </a:solidFill>
            <a:prstDash val="solid"/>
          </a:ln>
        </p:spPr>
        <p:txBody>
          <a:bodyPr/>
          <a:lstStyle/>
          <a:p>
            <a:endParaRPr lang="ja-JP" altLang="en-US"/>
          </a:p>
        </p:txBody>
      </p:sp>
      <p:sp>
        <p:nvSpPr>
          <p:cNvPr id="548" name="Shape 545"/>
          <p:cNvSpPr/>
          <p:nvPr/>
        </p:nvSpPr>
        <p:spPr>
          <a:xfrm>
            <a:off x="3131820" y="3863340"/>
            <a:ext cx="64922" cy="64922"/>
          </a:xfrm>
          <a:prstGeom prst="rect">
            <a:avLst/>
          </a:prstGeom>
          <a:solidFill>
            <a:schemeClr val="accent5">
              <a:alpha val="34000"/>
            </a:schemeClr>
          </a:solidFill>
          <a:ln w="6350">
            <a:solidFill>
              <a:schemeClr val="bg1"/>
            </a:solidFill>
            <a:prstDash val="solid"/>
          </a:ln>
        </p:spPr>
        <p:txBody>
          <a:bodyPr/>
          <a:lstStyle/>
          <a:p>
            <a:endParaRPr lang="ja-JP" altLang="en-US"/>
          </a:p>
        </p:txBody>
      </p:sp>
      <p:sp>
        <p:nvSpPr>
          <p:cNvPr id="549" name="Shape 546"/>
          <p:cNvSpPr/>
          <p:nvPr/>
        </p:nvSpPr>
        <p:spPr>
          <a:xfrm>
            <a:off x="3200400" y="3863340"/>
            <a:ext cx="64922" cy="64922"/>
          </a:xfrm>
          <a:prstGeom prst="rect">
            <a:avLst/>
          </a:prstGeom>
          <a:solidFill>
            <a:schemeClr val="accent5">
              <a:alpha val="4000"/>
            </a:schemeClr>
          </a:solidFill>
          <a:ln w="6350">
            <a:solidFill>
              <a:schemeClr val="bg1"/>
            </a:solidFill>
            <a:prstDash val="solid"/>
          </a:ln>
        </p:spPr>
        <p:txBody>
          <a:bodyPr/>
          <a:lstStyle/>
          <a:p>
            <a:endParaRPr lang="ja-JP" altLang="en-US"/>
          </a:p>
        </p:txBody>
      </p:sp>
      <p:sp>
        <p:nvSpPr>
          <p:cNvPr id="550" name="Shape 547"/>
          <p:cNvSpPr/>
          <p:nvPr/>
        </p:nvSpPr>
        <p:spPr>
          <a:xfrm>
            <a:off x="3268980" y="3863340"/>
            <a:ext cx="64922" cy="64922"/>
          </a:xfrm>
          <a:prstGeom prst="rect">
            <a:avLst/>
          </a:prstGeom>
          <a:solidFill>
            <a:schemeClr val="accent5">
              <a:alpha val="0"/>
            </a:schemeClr>
          </a:solidFill>
          <a:ln w="6350">
            <a:solidFill>
              <a:schemeClr val="bg1"/>
            </a:solidFill>
            <a:prstDash val="solid"/>
          </a:ln>
        </p:spPr>
        <p:txBody>
          <a:bodyPr/>
          <a:lstStyle/>
          <a:p>
            <a:endParaRPr lang="ja-JP" altLang="en-US"/>
          </a:p>
        </p:txBody>
      </p:sp>
      <p:sp>
        <p:nvSpPr>
          <p:cNvPr id="556" name="Shape 553"/>
          <p:cNvSpPr/>
          <p:nvPr/>
        </p:nvSpPr>
        <p:spPr>
          <a:xfrm>
            <a:off x="3131820" y="3931920"/>
            <a:ext cx="64922" cy="64922"/>
          </a:xfrm>
          <a:prstGeom prst="rect">
            <a:avLst/>
          </a:prstGeom>
          <a:solidFill>
            <a:schemeClr val="accent5">
              <a:alpha val="60000"/>
            </a:schemeClr>
          </a:solidFill>
          <a:ln w="6350">
            <a:solidFill>
              <a:schemeClr val="bg1"/>
            </a:solidFill>
            <a:prstDash val="solid"/>
          </a:ln>
        </p:spPr>
        <p:txBody>
          <a:bodyPr/>
          <a:lstStyle/>
          <a:p>
            <a:endParaRPr lang="ja-JP" altLang="en-US"/>
          </a:p>
        </p:txBody>
      </p:sp>
      <p:sp>
        <p:nvSpPr>
          <p:cNvPr id="557" name="Shape 554"/>
          <p:cNvSpPr/>
          <p:nvPr/>
        </p:nvSpPr>
        <p:spPr>
          <a:xfrm>
            <a:off x="3200400" y="3931920"/>
            <a:ext cx="64922" cy="64922"/>
          </a:xfrm>
          <a:prstGeom prst="rect">
            <a:avLst/>
          </a:prstGeom>
          <a:solidFill>
            <a:schemeClr val="accent5">
              <a:alpha val="22000"/>
            </a:schemeClr>
          </a:solidFill>
          <a:ln w="6350">
            <a:solidFill>
              <a:schemeClr val="bg1"/>
            </a:solidFill>
            <a:prstDash val="solid"/>
          </a:ln>
        </p:spPr>
        <p:txBody>
          <a:bodyPr/>
          <a:lstStyle/>
          <a:p>
            <a:endParaRPr lang="ja-JP" altLang="en-US"/>
          </a:p>
        </p:txBody>
      </p:sp>
      <p:sp>
        <p:nvSpPr>
          <p:cNvPr id="558" name="Shape 555"/>
          <p:cNvSpPr/>
          <p:nvPr/>
        </p:nvSpPr>
        <p:spPr>
          <a:xfrm>
            <a:off x="3268980" y="3931920"/>
            <a:ext cx="64922" cy="64922"/>
          </a:xfrm>
          <a:prstGeom prst="rect">
            <a:avLst/>
          </a:prstGeom>
          <a:solidFill>
            <a:schemeClr val="accent5">
              <a:alpha val="0"/>
            </a:schemeClr>
          </a:solidFill>
          <a:ln w="6350">
            <a:solidFill>
              <a:schemeClr val="bg1"/>
            </a:solidFill>
            <a:prstDash val="solid"/>
          </a:ln>
        </p:spPr>
        <p:txBody>
          <a:bodyPr/>
          <a:lstStyle/>
          <a:p>
            <a:endParaRPr lang="ja-JP" altLang="en-US"/>
          </a:p>
        </p:txBody>
      </p:sp>
      <p:sp>
        <p:nvSpPr>
          <p:cNvPr id="564" name="Shape 561"/>
          <p:cNvSpPr/>
          <p:nvPr/>
        </p:nvSpPr>
        <p:spPr>
          <a:xfrm>
            <a:off x="3131820" y="4000500"/>
            <a:ext cx="64922" cy="64922"/>
          </a:xfrm>
          <a:prstGeom prst="rect">
            <a:avLst/>
          </a:prstGeom>
          <a:solidFill>
            <a:schemeClr val="accent5">
              <a:alpha val="60000"/>
            </a:schemeClr>
          </a:solidFill>
          <a:ln w="6350">
            <a:solidFill>
              <a:schemeClr val="bg1"/>
            </a:solidFill>
            <a:prstDash val="solid"/>
          </a:ln>
        </p:spPr>
        <p:txBody>
          <a:bodyPr/>
          <a:lstStyle/>
          <a:p>
            <a:endParaRPr lang="ja-JP" altLang="en-US"/>
          </a:p>
        </p:txBody>
      </p:sp>
      <p:sp>
        <p:nvSpPr>
          <p:cNvPr id="565" name="Shape 562"/>
          <p:cNvSpPr/>
          <p:nvPr/>
        </p:nvSpPr>
        <p:spPr>
          <a:xfrm>
            <a:off x="3200400" y="4000500"/>
            <a:ext cx="64922" cy="64922"/>
          </a:xfrm>
          <a:prstGeom prst="rect">
            <a:avLst/>
          </a:prstGeom>
          <a:solidFill>
            <a:schemeClr val="accent5">
              <a:alpha val="30000"/>
            </a:schemeClr>
          </a:solidFill>
          <a:ln w="6350">
            <a:solidFill>
              <a:schemeClr val="bg1"/>
            </a:solidFill>
            <a:prstDash val="solid"/>
          </a:ln>
        </p:spPr>
        <p:txBody>
          <a:bodyPr/>
          <a:lstStyle/>
          <a:p>
            <a:endParaRPr lang="ja-JP" altLang="en-US"/>
          </a:p>
        </p:txBody>
      </p:sp>
      <p:sp>
        <p:nvSpPr>
          <p:cNvPr id="566" name="Shape 563"/>
          <p:cNvSpPr/>
          <p:nvPr/>
        </p:nvSpPr>
        <p:spPr>
          <a:xfrm>
            <a:off x="3268980" y="4000500"/>
            <a:ext cx="64922" cy="64922"/>
          </a:xfrm>
          <a:prstGeom prst="rect">
            <a:avLst/>
          </a:prstGeom>
          <a:solidFill>
            <a:schemeClr val="accent5">
              <a:alpha val="0"/>
            </a:schemeClr>
          </a:solidFill>
          <a:ln w="6350">
            <a:solidFill>
              <a:schemeClr val="bg1"/>
            </a:solidFill>
            <a:prstDash val="solid"/>
          </a:ln>
        </p:spPr>
        <p:txBody>
          <a:bodyPr/>
          <a:lstStyle/>
          <a:p>
            <a:endParaRPr lang="ja-JP" altLang="en-US"/>
          </a:p>
        </p:txBody>
      </p:sp>
      <p:sp>
        <p:nvSpPr>
          <p:cNvPr id="572" name="Shape 569"/>
          <p:cNvSpPr/>
          <p:nvPr/>
        </p:nvSpPr>
        <p:spPr>
          <a:xfrm>
            <a:off x="3131820" y="4069080"/>
            <a:ext cx="64922" cy="64922"/>
          </a:xfrm>
          <a:prstGeom prst="rect">
            <a:avLst/>
          </a:prstGeom>
          <a:solidFill>
            <a:schemeClr val="accent5">
              <a:alpha val="60000"/>
            </a:schemeClr>
          </a:solidFill>
          <a:ln w="6350">
            <a:solidFill>
              <a:schemeClr val="bg1"/>
            </a:solidFill>
            <a:prstDash val="solid"/>
          </a:ln>
        </p:spPr>
        <p:txBody>
          <a:bodyPr/>
          <a:lstStyle/>
          <a:p>
            <a:endParaRPr lang="ja-JP" altLang="en-US"/>
          </a:p>
        </p:txBody>
      </p:sp>
      <p:sp>
        <p:nvSpPr>
          <p:cNvPr id="573" name="Shape 570"/>
          <p:cNvSpPr/>
          <p:nvPr/>
        </p:nvSpPr>
        <p:spPr>
          <a:xfrm>
            <a:off x="3200400" y="4069080"/>
            <a:ext cx="64922" cy="64922"/>
          </a:xfrm>
          <a:prstGeom prst="rect">
            <a:avLst/>
          </a:prstGeom>
          <a:solidFill>
            <a:schemeClr val="accent5">
              <a:alpha val="7000"/>
            </a:schemeClr>
          </a:solidFill>
          <a:ln w="6350">
            <a:solidFill>
              <a:schemeClr val="bg1"/>
            </a:solidFill>
            <a:prstDash val="solid"/>
          </a:ln>
        </p:spPr>
        <p:txBody>
          <a:bodyPr/>
          <a:lstStyle/>
          <a:p>
            <a:endParaRPr lang="ja-JP" altLang="en-US"/>
          </a:p>
        </p:txBody>
      </p:sp>
      <p:sp>
        <p:nvSpPr>
          <p:cNvPr id="574" name="Shape 571"/>
          <p:cNvSpPr/>
          <p:nvPr/>
        </p:nvSpPr>
        <p:spPr>
          <a:xfrm>
            <a:off x="3268980" y="4069080"/>
            <a:ext cx="64922" cy="64922"/>
          </a:xfrm>
          <a:prstGeom prst="rect">
            <a:avLst/>
          </a:prstGeom>
          <a:solidFill>
            <a:schemeClr val="accent5">
              <a:alpha val="0"/>
            </a:schemeClr>
          </a:solidFill>
          <a:ln w="6350">
            <a:solidFill>
              <a:schemeClr val="bg1"/>
            </a:solidFill>
            <a:prstDash val="solid"/>
          </a:ln>
        </p:spPr>
        <p:txBody>
          <a:bodyPr/>
          <a:lstStyle/>
          <a:p>
            <a:endParaRPr lang="ja-JP" altLang="en-US"/>
          </a:p>
        </p:txBody>
      </p:sp>
      <p:sp>
        <p:nvSpPr>
          <p:cNvPr id="580" name="Shape 577"/>
          <p:cNvSpPr/>
          <p:nvPr/>
        </p:nvSpPr>
        <p:spPr>
          <a:xfrm>
            <a:off x="3131820" y="4137660"/>
            <a:ext cx="64922" cy="64922"/>
          </a:xfrm>
          <a:prstGeom prst="rect">
            <a:avLst/>
          </a:prstGeom>
          <a:solidFill>
            <a:schemeClr val="accent5">
              <a:alpha val="26000"/>
            </a:schemeClr>
          </a:solidFill>
          <a:ln w="6350">
            <a:solidFill>
              <a:schemeClr val="bg1"/>
            </a:solidFill>
            <a:prstDash val="solid"/>
          </a:ln>
        </p:spPr>
        <p:txBody>
          <a:bodyPr/>
          <a:lstStyle/>
          <a:p>
            <a:endParaRPr lang="ja-JP" altLang="en-US"/>
          </a:p>
        </p:txBody>
      </p:sp>
      <p:sp>
        <p:nvSpPr>
          <p:cNvPr id="581" name="Shape 578"/>
          <p:cNvSpPr/>
          <p:nvPr/>
        </p:nvSpPr>
        <p:spPr>
          <a:xfrm>
            <a:off x="3200400" y="4137660"/>
            <a:ext cx="64922" cy="64922"/>
          </a:xfrm>
          <a:prstGeom prst="rect">
            <a:avLst/>
          </a:prstGeom>
          <a:solidFill>
            <a:schemeClr val="accent5">
              <a:alpha val="0"/>
            </a:schemeClr>
          </a:solidFill>
          <a:ln w="6350">
            <a:solidFill>
              <a:schemeClr val="bg1"/>
            </a:solidFill>
            <a:prstDash val="solid"/>
          </a:ln>
        </p:spPr>
        <p:txBody>
          <a:bodyPr/>
          <a:lstStyle/>
          <a:p>
            <a:endParaRPr lang="ja-JP" altLang="en-US"/>
          </a:p>
        </p:txBody>
      </p:sp>
      <p:sp>
        <p:nvSpPr>
          <p:cNvPr id="582" name="Shape 579"/>
          <p:cNvSpPr/>
          <p:nvPr/>
        </p:nvSpPr>
        <p:spPr>
          <a:xfrm>
            <a:off x="3268980" y="4137660"/>
            <a:ext cx="64922" cy="64922"/>
          </a:xfrm>
          <a:prstGeom prst="rect">
            <a:avLst/>
          </a:prstGeom>
          <a:solidFill>
            <a:schemeClr val="accent5">
              <a:alpha val="0"/>
            </a:schemeClr>
          </a:solidFill>
          <a:ln w="6350">
            <a:solidFill>
              <a:schemeClr val="bg1"/>
            </a:solidFill>
            <a:prstDash val="solid"/>
          </a:ln>
        </p:spPr>
        <p:txBody>
          <a:bodyPr/>
          <a:lstStyle/>
          <a:p>
            <a:endParaRPr lang="ja-JP" altLang="en-US"/>
          </a:p>
        </p:txBody>
      </p:sp>
      <p:sp>
        <p:nvSpPr>
          <p:cNvPr id="647" name="Shape 644"/>
          <p:cNvSpPr/>
          <p:nvPr/>
        </p:nvSpPr>
        <p:spPr>
          <a:xfrm>
            <a:off x="3977640" y="3017520"/>
            <a:ext cx="457200" cy="411480"/>
          </a:xfrm>
          <a:prstGeom prst="rightArrow">
            <a:avLst/>
          </a:prstGeom>
          <a:solidFill>
            <a:schemeClr val="accent1"/>
          </a:solidFill>
          <a:ln w="12700">
            <a:solidFill>
              <a:schemeClr val="accent1"/>
            </a:solidFill>
            <a:prstDash val="solid"/>
          </a:ln>
        </p:spPr>
        <p:txBody>
          <a:bodyPr/>
          <a:lstStyle/>
          <a:p>
            <a:endParaRPr lang="ja-JP" altLang="en-US"/>
          </a:p>
        </p:txBody>
      </p:sp>
      <p:sp>
        <p:nvSpPr>
          <p:cNvPr id="648" name="Shape 645"/>
          <p:cNvSpPr/>
          <p:nvPr/>
        </p:nvSpPr>
        <p:spPr>
          <a:xfrm>
            <a:off x="4572000" y="1234440"/>
            <a:ext cx="7040880" cy="3931920"/>
          </a:xfrm>
          <a:prstGeom prst="roundRect">
            <a:avLst>
              <a:gd name="adj" fmla="val 2791"/>
            </a:avLst>
          </a:prstGeom>
          <a:ln w="38100"/>
        </p:spPr>
        <p:style>
          <a:lnRef idx="2">
            <a:schemeClr val="accent2"/>
          </a:lnRef>
          <a:fillRef idx="1">
            <a:schemeClr val="lt1"/>
          </a:fillRef>
          <a:effectRef idx="0">
            <a:schemeClr val="accent2"/>
          </a:effectRef>
          <a:fontRef idx="minor">
            <a:schemeClr val="dk1"/>
          </a:fontRef>
        </p:style>
        <p:txBody>
          <a:bodyPr/>
          <a:lstStyle/>
          <a:p>
            <a:endParaRPr lang="ja-JP" altLang="en-US"/>
          </a:p>
        </p:txBody>
      </p:sp>
      <p:sp>
        <p:nvSpPr>
          <p:cNvPr id="649" name="Text 646"/>
          <p:cNvSpPr txBox="1"/>
          <p:nvPr/>
        </p:nvSpPr>
        <p:spPr>
          <a:xfrm>
            <a:off x="4800600" y="1371600"/>
            <a:ext cx="6583680" cy="365760"/>
          </a:xfrm>
          <a:prstGeom prst="rect">
            <a:avLst/>
          </a:prstGeom>
          <a:noFill/>
          <a:ln/>
        </p:spPr>
        <p:txBody>
          <a:bodyPr wrap="square" lIns="0" tIns="0" rIns="0" bIns="0" rtlCol="0" anchor="t"/>
          <a:lstStyle/>
          <a:p>
            <a:pPr marL="0" indent="0">
              <a:buNone/>
            </a:pPr>
            <a:r>
              <a:rPr lang="en-US" sz="1800" b="1" dirty="0">
                <a:solidFill>
                  <a:schemeClr val="accent1"/>
                </a:solidFill>
              </a:rPr>
              <a:t>この研究　軸ごとのヒートマップ1〜2枚</a:t>
            </a:r>
            <a:endParaRPr lang="en-US" sz="1800" dirty="0"/>
          </a:p>
        </p:txBody>
      </p:sp>
      <p:sp>
        <p:nvSpPr>
          <p:cNvPr id="650" name="Shape 647"/>
          <p:cNvSpPr/>
          <p:nvPr/>
        </p:nvSpPr>
        <p:spPr>
          <a:xfrm>
            <a:off x="4892040" y="1965960"/>
            <a:ext cx="228600" cy="228600"/>
          </a:xfrm>
          <a:prstGeom prst="rect">
            <a:avLst/>
          </a:prstGeom>
          <a:solidFill>
            <a:schemeClr val="bg2"/>
          </a:solidFill>
          <a:ln w="6350">
            <a:solidFill>
              <a:schemeClr val="bg1"/>
            </a:solidFill>
            <a:prstDash val="solid"/>
          </a:ln>
        </p:spPr>
        <p:txBody>
          <a:bodyPr/>
          <a:lstStyle/>
          <a:p>
            <a:endParaRPr lang="ja-JP" altLang="en-US"/>
          </a:p>
        </p:txBody>
      </p:sp>
      <p:sp>
        <p:nvSpPr>
          <p:cNvPr id="651" name="Shape 648"/>
          <p:cNvSpPr/>
          <p:nvPr/>
        </p:nvSpPr>
        <p:spPr>
          <a:xfrm>
            <a:off x="5138928" y="1965960"/>
            <a:ext cx="228600" cy="228600"/>
          </a:xfrm>
          <a:prstGeom prst="rect">
            <a:avLst/>
          </a:prstGeom>
          <a:solidFill>
            <a:schemeClr val="bg2"/>
          </a:solidFill>
          <a:ln w="6350">
            <a:solidFill>
              <a:schemeClr val="bg1"/>
            </a:solidFill>
            <a:prstDash val="solid"/>
          </a:ln>
        </p:spPr>
        <p:txBody>
          <a:bodyPr/>
          <a:lstStyle/>
          <a:p>
            <a:endParaRPr lang="ja-JP" altLang="en-US"/>
          </a:p>
        </p:txBody>
      </p:sp>
      <p:sp>
        <p:nvSpPr>
          <p:cNvPr id="652" name="Shape 649"/>
          <p:cNvSpPr/>
          <p:nvPr/>
        </p:nvSpPr>
        <p:spPr>
          <a:xfrm>
            <a:off x="5385816" y="1965960"/>
            <a:ext cx="228600" cy="228600"/>
          </a:xfrm>
          <a:prstGeom prst="rect">
            <a:avLst/>
          </a:prstGeom>
          <a:solidFill>
            <a:schemeClr val="bg2"/>
          </a:solidFill>
          <a:ln w="6350">
            <a:solidFill>
              <a:schemeClr val="bg1"/>
            </a:solidFill>
            <a:prstDash val="solid"/>
          </a:ln>
        </p:spPr>
        <p:txBody>
          <a:bodyPr/>
          <a:lstStyle/>
          <a:p>
            <a:endParaRPr lang="ja-JP" altLang="en-US"/>
          </a:p>
        </p:txBody>
      </p:sp>
      <p:sp>
        <p:nvSpPr>
          <p:cNvPr id="653" name="Shape 650"/>
          <p:cNvSpPr/>
          <p:nvPr/>
        </p:nvSpPr>
        <p:spPr>
          <a:xfrm>
            <a:off x="5632704" y="1965960"/>
            <a:ext cx="228600" cy="228600"/>
          </a:xfrm>
          <a:prstGeom prst="rect">
            <a:avLst/>
          </a:prstGeom>
          <a:solidFill>
            <a:schemeClr val="accent1">
              <a:alpha val="14000"/>
            </a:schemeClr>
          </a:solidFill>
          <a:ln w="6350">
            <a:solidFill>
              <a:schemeClr val="bg1"/>
            </a:solidFill>
            <a:prstDash val="solid"/>
          </a:ln>
        </p:spPr>
        <p:txBody>
          <a:bodyPr/>
          <a:lstStyle/>
          <a:p>
            <a:endParaRPr lang="ja-JP" altLang="en-US"/>
          </a:p>
        </p:txBody>
      </p:sp>
      <p:sp>
        <p:nvSpPr>
          <p:cNvPr id="654" name="Shape 651"/>
          <p:cNvSpPr/>
          <p:nvPr/>
        </p:nvSpPr>
        <p:spPr>
          <a:xfrm>
            <a:off x="5879592" y="1965960"/>
            <a:ext cx="228600" cy="228600"/>
          </a:xfrm>
          <a:prstGeom prst="rect">
            <a:avLst/>
          </a:prstGeom>
          <a:solidFill>
            <a:schemeClr val="accent2">
              <a:alpha val="87000"/>
            </a:schemeClr>
          </a:solidFill>
          <a:ln w="6350">
            <a:solidFill>
              <a:schemeClr val="bg1"/>
            </a:solidFill>
            <a:prstDash val="solid"/>
          </a:ln>
        </p:spPr>
        <p:txBody>
          <a:bodyPr/>
          <a:lstStyle/>
          <a:p>
            <a:endParaRPr lang="ja-JP" altLang="en-US"/>
          </a:p>
        </p:txBody>
      </p:sp>
      <p:sp>
        <p:nvSpPr>
          <p:cNvPr id="655" name="Shape 652"/>
          <p:cNvSpPr/>
          <p:nvPr/>
        </p:nvSpPr>
        <p:spPr>
          <a:xfrm>
            <a:off x="6126480" y="1965960"/>
            <a:ext cx="228600" cy="228600"/>
          </a:xfrm>
          <a:prstGeom prst="rect">
            <a:avLst/>
          </a:prstGeom>
          <a:solidFill>
            <a:schemeClr val="accent2">
              <a:alpha val="47000"/>
            </a:schemeClr>
          </a:solidFill>
          <a:ln w="6350">
            <a:solidFill>
              <a:schemeClr val="bg1"/>
            </a:solidFill>
            <a:prstDash val="solid"/>
          </a:ln>
        </p:spPr>
        <p:txBody>
          <a:bodyPr/>
          <a:lstStyle/>
          <a:p>
            <a:endParaRPr lang="ja-JP" altLang="en-US"/>
          </a:p>
        </p:txBody>
      </p:sp>
      <p:sp>
        <p:nvSpPr>
          <p:cNvPr id="656" name="Shape 653"/>
          <p:cNvSpPr/>
          <p:nvPr/>
        </p:nvSpPr>
        <p:spPr>
          <a:xfrm>
            <a:off x="6373368" y="1965960"/>
            <a:ext cx="228600" cy="228600"/>
          </a:xfrm>
          <a:prstGeom prst="rect">
            <a:avLst/>
          </a:prstGeom>
          <a:solidFill>
            <a:schemeClr val="bg2"/>
          </a:solidFill>
          <a:ln w="6350">
            <a:solidFill>
              <a:schemeClr val="bg1"/>
            </a:solidFill>
            <a:prstDash val="solid"/>
          </a:ln>
        </p:spPr>
        <p:txBody>
          <a:bodyPr/>
          <a:lstStyle/>
          <a:p>
            <a:endParaRPr lang="ja-JP" altLang="en-US"/>
          </a:p>
        </p:txBody>
      </p:sp>
      <p:sp>
        <p:nvSpPr>
          <p:cNvPr id="657" name="Shape 654"/>
          <p:cNvSpPr/>
          <p:nvPr/>
        </p:nvSpPr>
        <p:spPr>
          <a:xfrm>
            <a:off x="6620256" y="1965960"/>
            <a:ext cx="228600" cy="228600"/>
          </a:xfrm>
          <a:prstGeom prst="rect">
            <a:avLst/>
          </a:prstGeom>
          <a:solidFill>
            <a:schemeClr val="bg2"/>
          </a:solidFill>
          <a:ln w="6350">
            <a:solidFill>
              <a:schemeClr val="bg1"/>
            </a:solidFill>
            <a:prstDash val="solid"/>
          </a:ln>
        </p:spPr>
        <p:txBody>
          <a:bodyPr/>
          <a:lstStyle/>
          <a:p>
            <a:endParaRPr lang="ja-JP" altLang="en-US"/>
          </a:p>
        </p:txBody>
      </p:sp>
      <p:sp>
        <p:nvSpPr>
          <p:cNvPr id="658" name="Shape 655"/>
          <p:cNvSpPr/>
          <p:nvPr/>
        </p:nvSpPr>
        <p:spPr>
          <a:xfrm>
            <a:off x="4892040" y="2212848"/>
            <a:ext cx="228600" cy="228600"/>
          </a:xfrm>
          <a:prstGeom prst="rect">
            <a:avLst/>
          </a:prstGeom>
          <a:solidFill>
            <a:schemeClr val="bg2"/>
          </a:solidFill>
          <a:ln w="6350">
            <a:solidFill>
              <a:schemeClr val="bg1"/>
            </a:solidFill>
            <a:prstDash val="solid"/>
          </a:ln>
        </p:spPr>
        <p:txBody>
          <a:bodyPr/>
          <a:lstStyle/>
          <a:p>
            <a:endParaRPr lang="ja-JP" altLang="en-US"/>
          </a:p>
        </p:txBody>
      </p:sp>
      <p:sp>
        <p:nvSpPr>
          <p:cNvPr id="659" name="Shape 656"/>
          <p:cNvSpPr/>
          <p:nvPr/>
        </p:nvSpPr>
        <p:spPr>
          <a:xfrm>
            <a:off x="5138928" y="2212848"/>
            <a:ext cx="228600" cy="228600"/>
          </a:xfrm>
          <a:prstGeom prst="rect">
            <a:avLst/>
          </a:prstGeom>
          <a:solidFill>
            <a:schemeClr val="bg2"/>
          </a:solidFill>
          <a:ln w="6350">
            <a:solidFill>
              <a:schemeClr val="bg1"/>
            </a:solidFill>
            <a:prstDash val="solid"/>
          </a:ln>
        </p:spPr>
        <p:txBody>
          <a:bodyPr/>
          <a:lstStyle/>
          <a:p>
            <a:endParaRPr lang="ja-JP" altLang="en-US"/>
          </a:p>
        </p:txBody>
      </p:sp>
      <p:sp>
        <p:nvSpPr>
          <p:cNvPr id="660" name="Shape 657"/>
          <p:cNvSpPr/>
          <p:nvPr/>
        </p:nvSpPr>
        <p:spPr>
          <a:xfrm>
            <a:off x="5385816" y="2212848"/>
            <a:ext cx="228600" cy="228600"/>
          </a:xfrm>
          <a:prstGeom prst="rect">
            <a:avLst/>
          </a:prstGeom>
          <a:solidFill>
            <a:schemeClr val="accent1">
              <a:alpha val="81000"/>
            </a:schemeClr>
          </a:solidFill>
          <a:ln w="6350">
            <a:solidFill>
              <a:schemeClr val="bg1"/>
            </a:solidFill>
            <a:prstDash val="solid"/>
          </a:ln>
        </p:spPr>
        <p:txBody>
          <a:bodyPr/>
          <a:lstStyle/>
          <a:p>
            <a:endParaRPr lang="ja-JP" altLang="en-US"/>
          </a:p>
        </p:txBody>
      </p:sp>
      <p:sp>
        <p:nvSpPr>
          <p:cNvPr id="661" name="Shape 658"/>
          <p:cNvSpPr/>
          <p:nvPr/>
        </p:nvSpPr>
        <p:spPr>
          <a:xfrm>
            <a:off x="5632704" y="2212848"/>
            <a:ext cx="228600" cy="228600"/>
          </a:xfrm>
          <a:prstGeom prst="rect">
            <a:avLst/>
          </a:prstGeom>
          <a:solidFill>
            <a:schemeClr val="accent1"/>
          </a:solidFill>
          <a:ln w="6350">
            <a:solidFill>
              <a:schemeClr val="bg1"/>
            </a:solidFill>
            <a:prstDash val="solid"/>
          </a:ln>
        </p:spPr>
        <p:txBody>
          <a:bodyPr/>
          <a:lstStyle/>
          <a:p>
            <a:endParaRPr lang="ja-JP" altLang="en-US"/>
          </a:p>
        </p:txBody>
      </p:sp>
      <p:sp>
        <p:nvSpPr>
          <p:cNvPr id="662" name="Shape 659"/>
          <p:cNvSpPr/>
          <p:nvPr/>
        </p:nvSpPr>
        <p:spPr>
          <a:xfrm>
            <a:off x="5879592" y="2212848"/>
            <a:ext cx="228600" cy="228600"/>
          </a:xfrm>
          <a:prstGeom prst="rect">
            <a:avLst/>
          </a:prstGeom>
          <a:solidFill>
            <a:schemeClr val="accent2">
              <a:alpha val="87000"/>
            </a:schemeClr>
          </a:solidFill>
          <a:ln w="6350">
            <a:solidFill>
              <a:schemeClr val="bg1"/>
            </a:solidFill>
            <a:prstDash val="solid"/>
          </a:ln>
        </p:spPr>
        <p:txBody>
          <a:bodyPr/>
          <a:lstStyle/>
          <a:p>
            <a:endParaRPr lang="ja-JP" altLang="en-US"/>
          </a:p>
        </p:txBody>
      </p:sp>
      <p:sp>
        <p:nvSpPr>
          <p:cNvPr id="663" name="Shape 660"/>
          <p:cNvSpPr/>
          <p:nvPr/>
        </p:nvSpPr>
        <p:spPr>
          <a:xfrm>
            <a:off x="6126480" y="2212848"/>
            <a:ext cx="228600" cy="228600"/>
          </a:xfrm>
          <a:prstGeom prst="rect">
            <a:avLst/>
          </a:prstGeom>
          <a:solidFill>
            <a:schemeClr val="accent2">
              <a:alpha val="96000"/>
            </a:schemeClr>
          </a:solidFill>
          <a:ln w="6350">
            <a:solidFill>
              <a:schemeClr val="bg1"/>
            </a:solidFill>
            <a:prstDash val="solid"/>
          </a:ln>
        </p:spPr>
        <p:txBody>
          <a:bodyPr/>
          <a:lstStyle/>
          <a:p>
            <a:endParaRPr lang="ja-JP" altLang="en-US"/>
          </a:p>
        </p:txBody>
      </p:sp>
      <p:sp>
        <p:nvSpPr>
          <p:cNvPr id="664" name="Shape 661"/>
          <p:cNvSpPr/>
          <p:nvPr/>
        </p:nvSpPr>
        <p:spPr>
          <a:xfrm>
            <a:off x="6373368" y="2212848"/>
            <a:ext cx="228600" cy="228600"/>
          </a:xfrm>
          <a:prstGeom prst="rect">
            <a:avLst/>
          </a:prstGeom>
          <a:solidFill>
            <a:schemeClr val="bg2"/>
          </a:solidFill>
          <a:ln w="6350">
            <a:solidFill>
              <a:schemeClr val="bg1"/>
            </a:solidFill>
            <a:prstDash val="solid"/>
          </a:ln>
        </p:spPr>
        <p:txBody>
          <a:bodyPr/>
          <a:lstStyle/>
          <a:p>
            <a:endParaRPr lang="ja-JP" altLang="en-US"/>
          </a:p>
        </p:txBody>
      </p:sp>
      <p:sp>
        <p:nvSpPr>
          <p:cNvPr id="665" name="Shape 662"/>
          <p:cNvSpPr/>
          <p:nvPr/>
        </p:nvSpPr>
        <p:spPr>
          <a:xfrm>
            <a:off x="6620256" y="2212848"/>
            <a:ext cx="228600" cy="228600"/>
          </a:xfrm>
          <a:prstGeom prst="rect">
            <a:avLst/>
          </a:prstGeom>
          <a:solidFill>
            <a:schemeClr val="bg2"/>
          </a:solidFill>
          <a:ln w="6350">
            <a:solidFill>
              <a:schemeClr val="bg1"/>
            </a:solidFill>
            <a:prstDash val="solid"/>
          </a:ln>
        </p:spPr>
        <p:txBody>
          <a:bodyPr/>
          <a:lstStyle/>
          <a:p>
            <a:endParaRPr lang="ja-JP" altLang="en-US"/>
          </a:p>
        </p:txBody>
      </p:sp>
      <p:sp>
        <p:nvSpPr>
          <p:cNvPr id="666" name="Shape 663"/>
          <p:cNvSpPr/>
          <p:nvPr/>
        </p:nvSpPr>
        <p:spPr>
          <a:xfrm>
            <a:off x="4892040" y="2459736"/>
            <a:ext cx="228600" cy="228600"/>
          </a:xfrm>
          <a:prstGeom prst="rect">
            <a:avLst/>
          </a:prstGeom>
          <a:solidFill>
            <a:schemeClr val="bg2"/>
          </a:solidFill>
          <a:ln w="6350">
            <a:solidFill>
              <a:schemeClr val="bg1"/>
            </a:solidFill>
            <a:prstDash val="solid"/>
          </a:ln>
        </p:spPr>
        <p:txBody>
          <a:bodyPr/>
          <a:lstStyle/>
          <a:p>
            <a:endParaRPr lang="ja-JP" altLang="en-US"/>
          </a:p>
        </p:txBody>
      </p:sp>
      <p:sp>
        <p:nvSpPr>
          <p:cNvPr id="667" name="Shape 664"/>
          <p:cNvSpPr/>
          <p:nvPr/>
        </p:nvSpPr>
        <p:spPr>
          <a:xfrm>
            <a:off x="5138928" y="2459736"/>
            <a:ext cx="228600" cy="228600"/>
          </a:xfrm>
          <a:prstGeom prst="rect">
            <a:avLst/>
          </a:prstGeom>
          <a:solidFill>
            <a:schemeClr val="bg2"/>
          </a:solidFill>
          <a:ln w="6350">
            <a:solidFill>
              <a:schemeClr val="bg1"/>
            </a:solidFill>
            <a:prstDash val="solid"/>
          </a:ln>
        </p:spPr>
        <p:txBody>
          <a:bodyPr/>
          <a:lstStyle/>
          <a:p>
            <a:endParaRPr lang="ja-JP" altLang="en-US"/>
          </a:p>
        </p:txBody>
      </p:sp>
      <p:sp>
        <p:nvSpPr>
          <p:cNvPr id="668" name="Shape 665"/>
          <p:cNvSpPr/>
          <p:nvPr/>
        </p:nvSpPr>
        <p:spPr>
          <a:xfrm>
            <a:off x="5385816" y="2459736"/>
            <a:ext cx="228600" cy="228600"/>
          </a:xfrm>
          <a:prstGeom prst="rect">
            <a:avLst/>
          </a:prstGeom>
          <a:solidFill>
            <a:schemeClr val="accent1"/>
          </a:solidFill>
          <a:ln w="6350">
            <a:solidFill>
              <a:schemeClr val="bg1"/>
            </a:solidFill>
            <a:prstDash val="solid"/>
          </a:ln>
        </p:spPr>
        <p:txBody>
          <a:bodyPr/>
          <a:lstStyle/>
          <a:p>
            <a:endParaRPr lang="ja-JP" altLang="en-US"/>
          </a:p>
        </p:txBody>
      </p:sp>
      <p:sp>
        <p:nvSpPr>
          <p:cNvPr id="669" name="Shape 666"/>
          <p:cNvSpPr/>
          <p:nvPr/>
        </p:nvSpPr>
        <p:spPr>
          <a:xfrm>
            <a:off x="5632704" y="2459736"/>
            <a:ext cx="228600" cy="228600"/>
          </a:xfrm>
          <a:prstGeom prst="rect">
            <a:avLst/>
          </a:prstGeom>
          <a:solidFill>
            <a:schemeClr val="accent1">
              <a:alpha val="67000"/>
            </a:schemeClr>
          </a:solidFill>
          <a:ln w="6350">
            <a:solidFill>
              <a:schemeClr val="bg1"/>
            </a:solidFill>
            <a:prstDash val="solid"/>
          </a:ln>
        </p:spPr>
        <p:txBody>
          <a:bodyPr/>
          <a:lstStyle/>
          <a:p>
            <a:endParaRPr lang="ja-JP" altLang="en-US"/>
          </a:p>
        </p:txBody>
      </p:sp>
      <p:sp>
        <p:nvSpPr>
          <p:cNvPr id="670" name="Shape 667"/>
          <p:cNvSpPr/>
          <p:nvPr/>
        </p:nvSpPr>
        <p:spPr>
          <a:xfrm>
            <a:off x="5879592" y="2459736"/>
            <a:ext cx="228600" cy="228600"/>
          </a:xfrm>
          <a:prstGeom prst="rect">
            <a:avLst/>
          </a:prstGeom>
          <a:solidFill>
            <a:schemeClr val="bg2"/>
          </a:solidFill>
          <a:ln w="6350">
            <a:solidFill>
              <a:schemeClr val="bg1"/>
            </a:solidFill>
            <a:prstDash val="solid"/>
          </a:ln>
        </p:spPr>
        <p:txBody>
          <a:bodyPr/>
          <a:lstStyle/>
          <a:p>
            <a:endParaRPr lang="ja-JP" altLang="en-US"/>
          </a:p>
        </p:txBody>
      </p:sp>
      <p:sp>
        <p:nvSpPr>
          <p:cNvPr id="671" name="Shape 668"/>
          <p:cNvSpPr/>
          <p:nvPr/>
        </p:nvSpPr>
        <p:spPr>
          <a:xfrm>
            <a:off x="6126480" y="2459736"/>
            <a:ext cx="228600" cy="228600"/>
          </a:xfrm>
          <a:prstGeom prst="rect">
            <a:avLst/>
          </a:prstGeom>
          <a:solidFill>
            <a:schemeClr val="accent2">
              <a:alpha val="43000"/>
            </a:schemeClr>
          </a:solidFill>
          <a:ln w="6350">
            <a:solidFill>
              <a:schemeClr val="bg1"/>
            </a:solidFill>
            <a:prstDash val="solid"/>
          </a:ln>
        </p:spPr>
        <p:txBody>
          <a:bodyPr/>
          <a:lstStyle/>
          <a:p>
            <a:endParaRPr lang="ja-JP" altLang="en-US"/>
          </a:p>
        </p:txBody>
      </p:sp>
      <p:sp>
        <p:nvSpPr>
          <p:cNvPr id="672" name="Shape 669"/>
          <p:cNvSpPr/>
          <p:nvPr/>
        </p:nvSpPr>
        <p:spPr>
          <a:xfrm>
            <a:off x="6373368" y="2459736"/>
            <a:ext cx="228600" cy="228600"/>
          </a:xfrm>
          <a:prstGeom prst="rect">
            <a:avLst/>
          </a:prstGeom>
          <a:solidFill>
            <a:schemeClr val="bg2"/>
          </a:solidFill>
          <a:ln w="6350">
            <a:solidFill>
              <a:schemeClr val="bg1"/>
            </a:solidFill>
            <a:prstDash val="solid"/>
          </a:ln>
        </p:spPr>
        <p:txBody>
          <a:bodyPr/>
          <a:lstStyle/>
          <a:p>
            <a:endParaRPr lang="ja-JP" altLang="en-US"/>
          </a:p>
        </p:txBody>
      </p:sp>
      <p:sp>
        <p:nvSpPr>
          <p:cNvPr id="673" name="Shape 670"/>
          <p:cNvSpPr/>
          <p:nvPr/>
        </p:nvSpPr>
        <p:spPr>
          <a:xfrm>
            <a:off x="6620256" y="2459736"/>
            <a:ext cx="228600" cy="228600"/>
          </a:xfrm>
          <a:prstGeom prst="rect">
            <a:avLst/>
          </a:prstGeom>
          <a:solidFill>
            <a:schemeClr val="bg2"/>
          </a:solidFill>
          <a:ln w="6350">
            <a:solidFill>
              <a:schemeClr val="bg1"/>
            </a:solidFill>
            <a:prstDash val="solid"/>
          </a:ln>
        </p:spPr>
        <p:txBody>
          <a:bodyPr/>
          <a:lstStyle/>
          <a:p>
            <a:endParaRPr lang="ja-JP" altLang="en-US"/>
          </a:p>
        </p:txBody>
      </p:sp>
      <p:sp>
        <p:nvSpPr>
          <p:cNvPr id="674" name="Shape 671"/>
          <p:cNvSpPr/>
          <p:nvPr/>
        </p:nvSpPr>
        <p:spPr>
          <a:xfrm>
            <a:off x="4892040" y="2706624"/>
            <a:ext cx="228600" cy="228600"/>
          </a:xfrm>
          <a:prstGeom prst="rect">
            <a:avLst/>
          </a:prstGeom>
          <a:solidFill>
            <a:schemeClr val="bg2"/>
          </a:solidFill>
          <a:ln w="6350">
            <a:solidFill>
              <a:schemeClr val="bg1"/>
            </a:solidFill>
            <a:prstDash val="solid"/>
          </a:ln>
        </p:spPr>
        <p:txBody>
          <a:bodyPr/>
          <a:lstStyle/>
          <a:p>
            <a:endParaRPr lang="ja-JP" altLang="en-US"/>
          </a:p>
        </p:txBody>
      </p:sp>
      <p:sp>
        <p:nvSpPr>
          <p:cNvPr id="675" name="Shape 672"/>
          <p:cNvSpPr/>
          <p:nvPr/>
        </p:nvSpPr>
        <p:spPr>
          <a:xfrm>
            <a:off x="5138928" y="2706624"/>
            <a:ext cx="228600" cy="228600"/>
          </a:xfrm>
          <a:prstGeom prst="rect">
            <a:avLst/>
          </a:prstGeom>
          <a:solidFill>
            <a:schemeClr val="accent1">
              <a:alpha val="44000"/>
            </a:schemeClr>
          </a:solidFill>
          <a:ln w="6350">
            <a:solidFill>
              <a:schemeClr val="bg1"/>
            </a:solidFill>
            <a:prstDash val="solid"/>
          </a:ln>
        </p:spPr>
        <p:txBody>
          <a:bodyPr/>
          <a:lstStyle/>
          <a:p>
            <a:endParaRPr lang="ja-JP" altLang="en-US"/>
          </a:p>
        </p:txBody>
      </p:sp>
      <p:sp>
        <p:nvSpPr>
          <p:cNvPr id="676" name="Shape 673"/>
          <p:cNvSpPr/>
          <p:nvPr/>
        </p:nvSpPr>
        <p:spPr>
          <a:xfrm>
            <a:off x="5385816" y="2706624"/>
            <a:ext cx="228600" cy="228600"/>
          </a:xfrm>
          <a:prstGeom prst="rect">
            <a:avLst/>
          </a:prstGeom>
          <a:solidFill>
            <a:schemeClr val="accent1"/>
          </a:solidFill>
          <a:ln w="6350">
            <a:solidFill>
              <a:schemeClr val="bg1"/>
            </a:solidFill>
            <a:prstDash val="solid"/>
          </a:ln>
        </p:spPr>
        <p:txBody>
          <a:bodyPr/>
          <a:lstStyle/>
          <a:p>
            <a:endParaRPr lang="ja-JP" altLang="en-US"/>
          </a:p>
        </p:txBody>
      </p:sp>
      <p:sp>
        <p:nvSpPr>
          <p:cNvPr id="677" name="Shape 674"/>
          <p:cNvSpPr/>
          <p:nvPr/>
        </p:nvSpPr>
        <p:spPr>
          <a:xfrm>
            <a:off x="5632704" y="2706624"/>
            <a:ext cx="228600" cy="228600"/>
          </a:xfrm>
          <a:prstGeom prst="rect">
            <a:avLst/>
          </a:prstGeom>
          <a:solidFill>
            <a:schemeClr val="accent1">
              <a:alpha val="53000"/>
            </a:schemeClr>
          </a:solidFill>
          <a:ln w="6350">
            <a:solidFill>
              <a:schemeClr val="bg1"/>
            </a:solidFill>
            <a:prstDash val="solid"/>
          </a:ln>
        </p:spPr>
        <p:txBody>
          <a:bodyPr/>
          <a:lstStyle/>
          <a:p>
            <a:endParaRPr lang="ja-JP" altLang="en-US"/>
          </a:p>
        </p:txBody>
      </p:sp>
      <p:sp>
        <p:nvSpPr>
          <p:cNvPr id="678" name="Shape 675"/>
          <p:cNvSpPr/>
          <p:nvPr/>
        </p:nvSpPr>
        <p:spPr>
          <a:xfrm>
            <a:off x="5879592" y="2706624"/>
            <a:ext cx="228600" cy="228600"/>
          </a:xfrm>
          <a:prstGeom prst="rect">
            <a:avLst/>
          </a:prstGeom>
          <a:solidFill>
            <a:schemeClr val="accent1">
              <a:alpha val="17000"/>
            </a:schemeClr>
          </a:solidFill>
          <a:ln w="6350">
            <a:solidFill>
              <a:schemeClr val="bg1"/>
            </a:solidFill>
            <a:prstDash val="solid"/>
          </a:ln>
        </p:spPr>
        <p:txBody>
          <a:bodyPr/>
          <a:lstStyle/>
          <a:p>
            <a:endParaRPr lang="ja-JP" altLang="en-US"/>
          </a:p>
        </p:txBody>
      </p:sp>
      <p:sp>
        <p:nvSpPr>
          <p:cNvPr id="679" name="Shape 676"/>
          <p:cNvSpPr/>
          <p:nvPr/>
        </p:nvSpPr>
        <p:spPr>
          <a:xfrm>
            <a:off x="6126480" y="2706624"/>
            <a:ext cx="228600" cy="228600"/>
          </a:xfrm>
          <a:prstGeom prst="rect">
            <a:avLst/>
          </a:prstGeom>
          <a:solidFill>
            <a:schemeClr val="accent1">
              <a:alpha val="11000"/>
            </a:schemeClr>
          </a:solidFill>
          <a:ln w="6350">
            <a:solidFill>
              <a:schemeClr val="bg1"/>
            </a:solidFill>
            <a:prstDash val="solid"/>
          </a:ln>
        </p:spPr>
        <p:txBody>
          <a:bodyPr/>
          <a:lstStyle/>
          <a:p>
            <a:endParaRPr lang="ja-JP" altLang="en-US"/>
          </a:p>
        </p:txBody>
      </p:sp>
      <p:sp>
        <p:nvSpPr>
          <p:cNvPr id="680" name="Shape 677"/>
          <p:cNvSpPr/>
          <p:nvPr/>
        </p:nvSpPr>
        <p:spPr>
          <a:xfrm>
            <a:off x="6373368" y="2706624"/>
            <a:ext cx="228600" cy="228600"/>
          </a:xfrm>
          <a:prstGeom prst="rect">
            <a:avLst/>
          </a:prstGeom>
          <a:solidFill>
            <a:schemeClr val="bg2"/>
          </a:solidFill>
          <a:ln w="6350">
            <a:solidFill>
              <a:schemeClr val="bg1"/>
            </a:solidFill>
            <a:prstDash val="solid"/>
          </a:ln>
        </p:spPr>
        <p:txBody>
          <a:bodyPr/>
          <a:lstStyle/>
          <a:p>
            <a:endParaRPr lang="ja-JP" altLang="en-US"/>
          </a:p>
        </p:txBody>
      </p:sp>
      <p:sp>
        <p:nvSpPr>
          <p:cNvPr id="681" name="Shape 678"/>
          <p:cNvSpPr/>
          <p:nvPr/>
        </p:nvSpPr>
        <p:spPr>
          <a:xfrm>
            <a:off x="6620256" y="2706624"/>
            <a:ext cx="228600" cy="228600"/>
          </a:xfrm>
          <a:prstGeom prst="rect">
            <a:avLst/>
          </a:prstGeom>
          <a:solidFill>
            <a:schemeClr val="bg2"/>
          </a:solidFill>
          <a:ln w="6350">
            <a:solidFill>
              <a:schemeClr val="bg1"/>
            </a:solidFill>
            <a:prstDash val="solid"/>
          </a:ln>
        </p:spPr>
        <p:txBody>
          <a:bodyPr/>
          <a:lstStyle/>
          <a:p>
            <a:endParaRPr lang="ja-JP" altLang="en-US"/>
          </a:p>
        </p:txBody>
      </p:sp>
      <p:sp>
        <p:nvSpPr>
          <p:cNvPr id="682" name="Shape 679"/>
          <p:cNvSpPr/>
          <p:nvPr/>
        </p:nvSpPr>
        <p:spPr>
          <a:xfrm>
            <a:off x="4892040" y="2953512"/>
            <a:ext cx="228600" cy="228600"/>
          </a:xfrm>
          <a:prstGeom prst="rect">
            <a:avLst/>
          </a:prstGeom>
          <a:solidFill>
            <a:schemeClr val="bg2"/>
          </a:solidFill>
          <a:ln w="6350">
            <a:solidFill>
              <a:schemeClr val="bg1"/>
            </a:solidFill>
            <a:prstDash val="solid"/>
          </a:ln>
        </p:spPr>
        <p:txBody>
          <a:bodyPr/>
          <a:lstStyle/>
          <a:p>
            <a:endParaRPr lang="ja-JP" altLang="en-US"/>
          </a:p>
        </p:txBody>
      </p:sp>
      <p:sp>
        <p:nvSpPr>
          <p:cNvPr id="683" name="Shape 680"/>
          <p:cNvSpPr/>
          <p:nvPr/>
        </p:nvSpPr>
        <p:spPr>
          <a:xfrm>
            <a:off x="5138928" y="2953512"/>
            <a:ext cx="228600" cy="228600"/>
          </a:xfrm>
          <a:prstGeom prst="rect">
            <a:avLst/>
          </a:prstGeom>
          <a:solidFill>
            <a:schemeClr val="accent1">
              <a:alpha val="58000"/>
            </a:schemeClr>
          </a:solidFill>
          <a:ln w="6350">
            <a:solidFill>
              <a:schemeClr val="bg1"/>
            </a:solidFill>
            <a:prstDash val="solid"/>
          </a:ln>
        </p:spPr>
        <p:txBody>
          <a:bodyPr/>
          <a:lstStyle/>
          <a:p>
            <a:endParaRPr lang="ja-JP" altLang="en-US"/>
          </a:p>
        </p:txBody>
      </p:sp>
      <p:sp>
        <p:nvSpPr>
          <p:cNvPr id="684" name="Shape 681"/>
          <p:cNvSpPr/>
          <p:nvPr/>
        </p:nvSpPr>
        <p:spPr>
          <a:xfrm>
            <a:off x="5385816" y="2953512"/>
            <a:ext cx="228600" cy="228600"/>
          </a:xfrm>
          <a:prstGeom prst="rect">
            <a:avLst/>
          </a:prstGeom>
          <a:solidFill>
            <a:schemeClr val="accent1"/>
          </a:solidFill>
          <a:ln w="6350">
            <a:solidFill>
              <a:schemeClr val="bg1"/>
            </a:solidFill>
            <a:prstDash val="solid"/>
          </a:ln>
        </p:spPr>
        <p:txBody>
          <a:bodyPr/>
          <a:lstStyle/>
          <a:p>
            <a:endParaRPr lang="ja-JP" altLang="en-US"/>
          </a:p>
        </p:txBody>
      </p:sp>
      <p:sp>
        <p:nvSpPr>
          <p:cNvPr id="685" name="Shape 682"/>
          <p:cNvSpPr/>
          <p:nvPr/>
        </p:nvSpPr>
        <p:spPr>
          <a:xfrm>
            <a:off x="5632704" y="2953512"/>
            <a:ext cx="228600" cy="228600"/>
          </a:xfrm>
          <a:prstGeom prst="rect">
            <a:avLst/>
          </a:prstGeom>
          <a:solidFill>
            <a:schemeClr val="accent1"/>
          </a:solidFill>
          <a:ln w="6350">
            <a:solidFill>
              <a:schemeClr val="bg1"/>
            </a:solidFill>
            <a:prstDash val="solid"/>
          </a:ln>
        </p:spPr>
        <p:txBody>
          <a:bodyPr/>
          <a:lstStyle/>
          <a:p>
            <a:endParaRPr lang="ja-JP" altLang="en-US"/>
          </a:p>
        </p:txBody>
      </p:sp>
      <p:sp>
        <p:nvSpPr>
          <p:cNvPr id="686" name="Shape 683"/>
          <p:cNvSpPr/>
          <p:nvPr/>
        </p:nvSpPr>
        <p:spPr>
          <a:xfrm>
            <a:off x="5879592" y="2953512"/>
            <a:ext cx="228600" cy="228600"/>
          </a:xfrm>
          <a:prstGeom prst="rect">
            <a:avLst/>
          </a:prstGeom>
          <a:solidFill>
            <a:schemeClr val="accent1">
              <a:alpha val="20000"/>
            </a:schemeClr>
          </a:solidFill>
          <a:ln w="6350">
            <a:solidFill>
              <a:schemeClr val="bg1"/>
            </a:solidFill>
            <a:prstDash val="solid"/>
          </a:ln>
        </p:spPr>
        <p:txBody>
          <a:bodyPr/>
          <a:lstStyle/>
          <a:p>
            <a:endParaRPr lang="ja-JP" altLang="en-US"/>
          </a:p>
        </p:txBody>
      </p:sp>
      <p:sp>
        <p:nvSpPr>
          <p:cNvPr id="687" name="Shape 684"/>
          <p:cNvSpPr/>
          <p:nvPr/>
        </p:nvSpPr>
        <p:spPr>
          <a:xfrm>
            <a:off x="6126480" y="2953512"/>
            <a:ext cx="228600" cy="228600"/>
          </a:xfrm>
          <a:prstGeom prst="rect">
            <a:avLst/>
          </a:prstGeom>
          <a:solidFill>
            <a:schemeClr val="accent1">
              <a:alpha val="20000"/>
            </a:schemeClr>
          </a:solidFill>
          <a:ln w="6350">
            <a:solidFill>
              <a:schemeClr val="bg1"/>
            </a:solidFill>
            <a:prstDash val="solid"/>
          </a:ln>
        </p:spPr>
        <p:txBody>
          <a:bodyPr/>
          <a:lstStyle/>
          <a:p>
            <a:endParaRPr lang="ja-JP" altLang="en-US"/>
          </a:p>
        </p:txBody>
      </p:sp>
      <p:sp>
        <p:nvSpPr>
          <p:cNvPr id="688" name="Shape 685"/>
          <p:cNvSpPr/>
          <p:nvPr/>
        </p:nvSpPr>
        <p:spPr>
          <a:xfrm>
            <a:off x="6373368" y="2953512"/>
            <a:ext cx="228600" cy="228600"/>
          </a:xfrm>
          <a:prstGeom prst="rect">
            <a:avLst/>
          </a:prstGeom>
          <a:solidFill>
            <a:schemeClr val="accent1">
              <a:alpha val="7000"/>
            </a:schemeClr>
          </a:solidFill>
          <a:ln w="6350">
            <a:solidFill>
              <a:schemeClr val="bg1"/>
            </a:solidFill>
            <a:prstDash val="solid"/>
          </a:ln>
        </p:spPr>
        <p:txBody>
          <a:bodyPr/>
          <a:lstStyle/>
          <a:p>
            <a:endParaRPr lang="ja-JP" altLang="en-US"/>
          </a:p>
        </p:txBody>
      </p:sp>
      <p:sp>
        <p:nvSpPr>
          <p:cNvPr id="689" name="Shape 686"/>
          <p:cNvSpPr/>
          <p:nvPr/>
        </p:nvSpPr>
        <p:spPr>
          <a:xfrm>
            <a:off x="6620256" y="2953512"/>
            <a:ext cx="228600" cy="228600"/>
          </a:xfrm>
          <a:prstGeom prst="rect">
            <a:avLst/>
          </a:prstGeom>
          <a:solidFill>
            <a:schemeClr val="bg2"/>
          </a:solidFill>
          <a:ln w="6350">
            <a:solidFill>
              <a:schemeClr val="bg1"/>
            </a:solidFill>
            <a:prstDash val="solid"/>
          </a:ln>
        </p:spPr>
        <p:txBody>
          <a:bodyPr/>
          <a:lstStyle/>
          <a:p>
            <a:endParaRPr lang="ja-JP" altLang="en-US"/>
          </a:p>
        </p:txBody>
      </p:sp>
      <p:sp>
        <p:nvSpPr>
          <p:cNvPr id="690" name="Shape 687"/>
          <p:cNvSpPr/>
          <p:nvPr/>
        </p:nvSpPr>
        <p:spPr>
          <a:xfrm>
            <a:off x="4892040" y="3200400"/>
            <a:ext cx="228600" cy="228600"/>
          </a:xfrm>
          <a:prstGeom prst="rect">
            <a:avLst/>
          </a:prstGeom>
          <a:solidFill>
            <a:schemeClr val="bg2"/>
          </a:solidFill>
          <a:ln w="6350">
            <a:solidFill>
              <a:schemeClr val="bg1"/>
            </a:solidFill>
            <a:prstDash val="solid"/>
          </a:ln>
        </p:spPr>
        <p:txBody>
          <a:bodyPr/>
          <a:lstStyle/>
          <a:p>
            <a:endParaRPr lang="ja-JP" altLang="en-US"/>
          </a:p>
        </p:txBody>
      </p:sp>
      <p:sp>
        <p:nvSpPr>
          <p:cNvPr id="691" name="Shape 688"/>
          <p:cNvSpPr/>
          <p:nvPr/>
        </p:nvSpPr>
        <p:spPr>
          <a:xfrm>
            <a:off x="5138928" y="3200400"/>
            <a:ext cx="228600" cy="228600"/>
          </a:xfrm>
          <a:prstGeom prst="rect">
            <a:avLst/>
          </a:prstGeom>
          <a:solidFill>
            <a:schemeClr val="bg2"/>
          </a:solidFill>
          <a:ln w="6350">
            <a:solidFill>
              <a:schemeClr val="bg1"/>
            </a:solidFill>
            <a:prstDash val="solid"/>
          </a:ln>
        </p:spPr>
        <p:txBody>
          <a:bodyPr/>
          <a:lstStyle/>
          <a:p>
            <a:endParaRPr lang="ja-JP" altLang="en-US"/>
          </a:p>
        </p:txBody>
      </p:sp>
      <p:sp>
        <p:nvSpPr>
          <p:cNvPr id="692" name="Shape 689"/>
          <p:cNvSpPr/>
          <p:nvPr/>
        </p:nvSpPr>
        <p:spPr>
          <a:xfrm>
            <a:off x="5385816" y="3200400"/>
            <a:ext cx="228600" cy="228600"/>
          </a:xfrm>
          <a:prstGeom prst="rect">
            <a:avLst/>
          </a:prstGeom>
          <a:solidFill>
            <a:schemeClr val="accent1"/>
          </a:solidFill>
          <a:ln w="6350">
            <a:solidFill>
              <a:schemeClr val="bg1"/>
            </a:solidFill>
            <a:prstDash val="solid"/>
          </a:ln>
        </p:spPr>
        <p:txBody>
          <a:bodyPr/>
          <a:lstStyle/>
          <a:p>
            <a:endParaRPr lang="ja-JP" altLang="en-US"/>
          </a:p>
        </p:txBody>
      </p:sp>
      <p:sp>
        <p:nvSpPr>
          <p:cNvPr id="693" name="Shape 690"/>
          <p:cNvSpPr/>
          <p:nvPr/>
        </p:nvSpPr>
        <p:spPr>
          <a:xfrm>
            <a:off x="5632704" y="3200400"/>
            <a:ext cx="228600" cy="228600"/>
          </a:xfrm>
          <a:prstGeom prst="rect">
            <a:avLst/>
          </a:prstGeom>
          <a:solidFill>
            <a:schemeClr val="accent1">
              <a:alpha val="91000"/>
            </a:schemeClr>
          </a:solidFill>
          <a:ln w="6350">
            <a:solidFill>
              <a:schemeClr val="bg1"/>
            </a:solidFill>
            <a:prstDash val="solid"/>
          </a:ln>
        </p:spPr>
        <p:txBody>
          <a:bodyPr/>
          <a:lstStyle/>
          <a:p>
            <a:endParaRPr lang="ja-JP" altLang="en-US"/>
          </a:p>
        </p:txBody>
      </p:sp>
      <p:sp>
        <p:nvSpPr>
          <p:cNvPr id="694" name="Shape 691"/>
          <p:cNvSpPr/>
          <p:nvPr/>
        </p:nvSpPr>
        <p:spPr>
          <a:xfrm>
            <a:off x="5879592" y="3200400"/>
            <a:ext cx="228600" cy="228600"/>
          </a:xfrm>
          <a:prstGeom prst="rect">
            <a:avLst/>
          </a:prstGeom>
          <a:solidFill>
            <a:schemeClr val="accent1">
              <a:alpha val="5000"/>
            </a:schemeClr>
          </a:solidFill>
          <a:ln w="6350">
            <a:solidFill>
              <a:schemeClr val="bg1"/>
            </a:solidFill>
            <a:prstDash val="solid"/>
          </a:ln>
        </p:spPr>
        <p:txBody>
          <a:bodyPr/>
          <a:lstStyle/>
          <a:p>
            <a:endParaRPr lang="ja-JP" altLang="en-US"/>
          </a:p>
        </p:txBody>
      </p:sp>
      <p:sp>
        <p:nvSpPr>
          <p:cNvPr id="695" name="Shape 692"/>
          <p:cNvSpPr/>
          <p:nvPr/>
        </p:nvSpPr>
        <p:spPr>
          <a:xfrm>
            <a:off x="6126480" y="3200400"/>
            <a:ext cx="228600" cy="228600"/>
          </a:xfrm>
          <a:prstGeom prst="rect">
            <a:avLst/>
          </a:prstGeom>
          <a:solidFill>
            <a:schemeClr val="accent1">
              <a:alpha val="20000"/>
            </a:schemeClr>
          </a:solidFill>
          <a:ln w="6350">
            <a:solidFill>
              <a:schemeClr val="bg1"/>
            </a:solidFill>
            <a:prstDash val="solid"/>
          </a:ln>
        </p:spPr>
        <p:txBody>
          <a:bodyPr/>
          <a:lstStyle/>
          <a:p>
            <a:endParaRPr lang="ja-JP" altLang="en-US"/>
          </a:p>
        </p:txBody>
      </p:sp>
      <p:sp>
        <p:nvSpPr>
          <p:cNvPr id="696" name="Shape 693"/>
          <p:cNvSpPr/>
          <p:nvPr/>
        </p:nvSpPr>
        <p:spPr>
          <a:xfrm>
            <a:off x="6373368" y="3200400"/>
            <a:ext cx="228600" cy="228600"/>
          </a:xfrm>
          <a:prstGeom prst="rect">
            <a:avLst/>
          </a:prstGeom>
          <a:solidFill>
            <a:schemeClr val="accent1">
              <a:alpha val="10000"/>
            </a:schemeClr>
          </a:solidFill>
          <a:ln w="6350">
            <a:solidFill>
              <a:schemeClr val="bg1"/>
            </a:solidFill>
            <a:prstDash val="solid"/>
          </a:ln>
        </p:spPr>
        <p:txBody>
          <a:bodyPr/>
          <a:lstStyle/>
          <a:p>
            <a:endParaRPr lang="ja-JP" altLang="en-US"/>
          </a:p>
        </p:txBody>
      </p:sp>
      <p:sp>
        <p:nvSpPr>
          <p:cNvPr id="697" name="Shape 694"/>
          <p:cNvSpPr/>
          <p:nvPr/>
        </p:nvSpPr>
        <p:spPr>
          <a:xfrm>
            <a:off x="6620256" y="3200400"/>
            <a:ext cx="228600" cy="228600"/>
          </a:xfrm>
          <a:prstGeom prst="rect">
            <a:avLst/>
          </a:prstGeom>
          <a:solidFill>
            <a:schemeClr val="bg2"/>
          </a:solidFill>
          <a:ln w="6350">
            <a:solidFill>
              <a:schemeClr val="bg1"/>
            </a:solidFill>
            <a:prstDash val="solid"/>
          </a:ln>
        </p:spPr>
        <p:txBody>
          <a:bodyPr/>
          <a:lstStyle/>
          <a:p>
            <a:endParaRPr lang="ja-JP" altLang="en-US"/>
          </a:p>
        </p:txBody>
      </p:sp>
      <p:sp>
        <p:nvSpPr>
          <p:cNvPr id="698" name="Shape 695"/>
          <p:cNvSpPr/>
          <p:nvPr/>
        </p:nvSpPr>
        <p:spPr>
          <a:xfrm>
            <a:off x="4892040" y="3447288"/>
            <a:ext cx="228600" cy="228600"/>
          </a:xfrm>
          <a:prstGeom prst="rect">
            <a:avLst/>
          </a:prstGeom>
          <a:solidFill>
            <a:schemeClr val="bg2"/>
          </a:solidFill>
          <a:ln w="6350">
            <a:solidFill>
              <a:schemeClr val="bg1"/>
            </a:solidFill>
            <a:prstDash val="solid"/>
          </a:ln>
        </p:spPr>
        <p:txBody>
          <a:bodyPr/>
          <a:lstStyle/>
          <a:p>
            <a:endParaRPr lang="ja-JP" altLang="en-US"/>
          </a:p>
        </p:txBody>
      </p:sp>
      <p:sp>
        <p:nvSpPr>
          <p:cNvPr id="699" name="Shape 696"/>
          <p:cNvSpPr/>
          <p:nvPr/>
        </p:nvSpPr>
        <p:spPr>
          <a:xfrm>
            <a:off x="5138928" y="3447288"/>
            <a:ext cx="228600" cy="228600"/>
          </a:xfrm>
          <a:prstGeom prst="rect">
            <a:avLst/>
          </a:prstGeom>
          <a:solidFill>
            <a:schemeClr val="bg2"/>
          </a:solidFill>
          <a:ln w="6350">
            <a:solidFill>
              <a:schemeClr val="bg1"/>
            </a:solidFill>
            <a:prstDash val="solid"/>
          </a:ln>
        </p:spPr>
        <p:txBody>
          <a:bodyPr/>
          <a:lstStyle/>
          <a:p>
            <a:endParaRPr lang="ja-JP" altLang="en-US"/>
          </a:p>
        </p:txBody>
      </p:sp>
      <p:sp>
        <p:nvSpPr>
          <p:cNvPr id="700" name="Shape 697"/>
          <p:cNvSpPr/>
          <p:nvPr/>
        </p:nvSpPr>
        <p:spPr>
          <a:xfrm>
            <a:off x="5385816" y="3447288"/>
            <a:ext cx="228600" cy="228600"/>
          </a:xfrm>
          <a:prstGeom prst="rect">
            <a:avLst/>
          </a:prstGeom>
          <a:solidFill>
            <a:schemeClr val="accent1">
              <a:alpha val="81000"/>
            </a:schemeClr>
          </a:solidFill>
          <a:ln w="6350">
            <a:solidFill>
              <a:schemeClr val="bg1"/>
            </a:solidFill>
            <a:prstDash val="solid"/>
          </a:ln>
        </p:spPr>
        <p:txBody>
          <a:bodyPr/>
          <a:lstStyle/>
          <a:p>
            <a:endParaRPr lang="ja-JP" altLang="en-US"/>
          </a:p>
        </p:txBody>
      </p:sp>
      <p:sp>
        <p:nvSpPr>
          <p:cNvPr id="701" name="Shape 698"/>
          <p:cNvSpPr/>
          <p:nvPr/>
        </p:nvSpPr>
        <p:spPr>
          <a:xfrm>
            <a:off x="5632704" y="3447288"/>
            <a:ext cx="228600" cy="228600"/>
          </a:xfrm>
          <a:prstGeom prst="rect">
            <a:avLst/>
          </a:prstGeom>
          <a:solidFill>
            <a:schemeClr val="accent1"/>
          </a:solidFill>
          <a:ln w="6350">
            <a:solidFill>
              <a:schemeClr val="bg1"/>
            </a:solidFill>
            <a:prstDash val="solid"/>
          </a:ln>
        </p:spPr>
        <p:txBody>
          <a:bodyPr/>
          <a:lstStyle/>
          <a:p>
            <a:endParaRPr lang="ja-JP" altLang="en-US"/>
          </a:p>
        </p:txBody>
      </p:sp>
      <p:sp>
        <p:nvSpPr>
          <p:cNvPr id="702" name="Shape 699"/>
          <p:cNvSpPr/>
          <p:nvPr/>
        </p:nvSpPr>
        <p:spPr>
          <a:xfrm>
            <a:off x="5879592" y="3447288"/>
            <a:ext cx="228600" cy="228600"/>
          </a:xfrm>
          <a:prstGeom prst="rect">
            <a:avLst/>
          </a:prstGeom>
          <a:solidFill>
            <a:schemeClr val="accent1">
              <a:alpha val="16000"/>
            </a:schemeClr>
          </a:solidFill>
          <a:ln w="6350">
            <a:solidFill>
              <a:schemeClr val="bg1"/>
            </a:solidFill>
            <a:prstDash val="solid"/>
          </a:ln>
        </p:spPr>
        <p:txBody>
          <a:bodyPr/>
          <a:lstStyle/>
          <a:p>
            <a:endParaRPr lang="ja-JP" altLang="en-US"/>
          </a:p>
        </p:txBody>
      </p:sp>
      <p:sp>
        <p:nvSpPr>
          <p:cNvPr id="703" name="Shape 700"/>
          <p:cNvSpPr/>
          <p:nvPr/>
        </p:nvSpPr>
        <p:spPr>
          <a:xfrm>
            <a:off x="6126480" y="3447288"/>
            <a:ext cx="228600" cy="228600"/>
          </a:xfrm>
          <a:prstGeom prst="rect">
            <a:avLst/>
          </a:prstGeom>
          <a:solidFill>
            <a:schemeClr val="accent1">
              <a:alpha val="20000"/>
            </a:schemeClr>
          </a:solidFill>
          <a:ln w="6350">
            <a:solidFill>
              <a:schemeClr val="bg1"/>
            </a:solidFill>
            <a:prstDash val="solid"/>
          </a:ln>
        </p:spPr>
        <p:txBody>
          <a:bodyPr/>
          <a:lstStyle/>
          <a:p>
            <a:endParaRPr lang="ja-JP" altLang="en-US"/>
          </a:p>
        </p:txBody>
      </p:sp>
      <p:sp>
        <p:nvSpPr>
          <p:cNvPr id="704" name="Shape 701"/>
          <p:cNvSpPr/>
          <p:nvPr/>
        </p:nvSpPr>
        <p:spPr>
          <a:xfrm>
            <a:off x="6373368" y="3447288"/>
            <a:ext cx="228600" cy="228600"/>
          </a:xfrm>
          <a:prstGeom prst="rect">
            <a:avLst/>
          </a:prstGeom>
          <a:solidFill>
            <a:schemeClr val="bg2"/>
          </a:solidFill>
          <a:ln w="6350">
            <a:solidFill>
              <a:schemeClr val="bg1"/>
            </a:solidFill>
            <a:prstDash val="solid"/>
          </a:ln>
        </p:spPr>
        <p:txBody>
          <a:bodyPr/>
          <a:lstStyle/>
          <a:p>
            <a:endParaRPr lang="ja-JP" altLang="en-US"/>
          </a:p>
        </p:txBody>
      </p:sp>
      <p:sp>
        <p:nvSpPr>
          <p:cNvPr id="705" name="Shape 702"/>
          <p:cNvSpPr/>
          <p:nvPr/>
        </p:nvSpPr>
        <p:spPr>
          <a:xfrm>
            <a:off x="6620256" y="3447288"/>
            <a:ext cx="228600" cy="228600"/>
          </a:xfrm>
          <a:prstGeom prst="rect">
            <a:avLst/>
          </a:prstGeom>
          <a:solidFill>
            <a:schemeClr val="bg2"/>
          </a:solidFill>
          <a:ln w="6350">
            <a:solidFill>
              <a:schemeClr val="bg1"/>
            </a:solidFill>
            <a:prstDash val="solid"/>
          </a:ln>
        </p:spPr>
        <p:txBody>
          <a:bodyPr/>
          <a:lstStyle/>
          <a:p>
            <a:endParaRPr lang="ja-JP" altLang="en-US"/>
          </a:p>
        </p:txBody>
      </p:sp>
      <p:sp>
        <p:nvSpPr>
          <p:cNvPr id="706" name="Shape 703"/>
          <p:cNvSpPr/>
          <p:nvPr/>
        </p:nvSpPr>
        <p:spPr>
          <a:xfrm>
            <a:off x="4892040" y="3694176"/>
            <a:ext cx="228600" cy="228600"/>
          </a:xfrm>
          <a:prstGeom prst="rect">
            <a:avLst/>
          </a:prstGeom>
          <a:solidFill>
            <a:schemeClr val="bg2"/>
          </a:solidFill>
          <a:ln w="6350">
            <a:solidFill>
              <a:schemeClr val="bg1"/>
            </a:solidFill>
            <a:prstDash val="solid"/>
          </a:ln>
        </p:spPr>
        <p:txBody>
          <a:bodyPr/>
          <a:lstStyle/>
          <a:p>
            <a:endParaRPr lang="ja-JP" altLang="en-US"/>
          </a:p>
        </p:txBody>
      </p:sp>
      <p:sp>
        <p:nvSpPr>
          <p:cNvPr id="707" name="Shape 704"/>
          <p:cNvSpPr/>
          <p:nvPr/>
        </p:nvSpPr>
        <p:spPr>
          <a:xfrm>
            <a:off x="5138928" y="3694176"/>
            <a:ext cx="228600" cy="228600"/>
          </a:xfrm>
          <a:prstGeom prst="rect">
            <a:avLst/>
          </a:prstGeom>
          <a:solidFill>
            <a:schemeClr val="bg2"/>
          </a:solidFill>
          <a:ln w="6350">
            <a:solidFill>
              <a:schemeClr val="bg1"/>
            </a:solidFill>
            <a:prstDash val="solid"/>
          </a:ln>
        </p:spPr>
        <p:txBody>
          <a:bodyPr/>
          <a:lstStyle/>
          <a:p>
            <a:endParaRPr lang="ja-JP" altLang="en-US"/>
          </a:p>
        </p:txBody>
      </p:sp>
      <p:sp>
        <p:nvSpPr>
          <p:cNvPr id="708" name="Shape 705"/>
          <p:cNvSpPr/>
          <p:nvPr/>
        </p:nvSpPr>
        <p:spPr>
          <a:xfrm>
            <a:off x="5385816" y="3694176"/>
            <a:ext cx="228600" cy="228600"/>
          </a:xfrm>
          <a:prstGeom prst="rect">
            <a:avLst/>
          </a:prstGeom>
          <a:solidFill>
            <a:schemeClr val="bg2"/>
          </a:solidFill>
          <a:ln w="6350">
            <a:solidFill>
              <a:schemeClr val="bg1"/>
            </a:solidFill>
            <a:prstDash val="solid"/>
          </a:ln>
        </p:spPr>
        <p:txBody>
          <a:bodyPr/>
          <a:lstStyle/>
          <a:p>
            <a:endParaRPr lang="ja-JP" altLang="en-US"/>
          </a:p>
        </p:txBody>
      </p:sp>
      <p:sp>
        <p:nvSpPr>
          <p:cNvPr id="709" name="Shape 706"/>
          <p:cNvSpPr/>
          <p:nvPr/>
        </p:nvSpPr>
        <p:spPr>
          <a:xfrm>
            <a:off x="5632704" y="3694176"/>
            <a:ext cx="228600" cy="228600"/>
          </a:xfrm>
          <a:prstGeom prst="rect">
            <a:avLst/>
          </a:prstGeom>
          <a:solidFill>
            <a:schemeClr val="accent1">
              <a:alpha val="72000"/>
            </a:schemeClr>
          </a:solidFill>
          <a:ln w="6350">
            <a:solidFill>
              <a:schemeClr val="bg1"/>
            </a:solidFill>
            <a:prstDash val="solid"/>
          </a:ln>
        </p:spPr>
        <p:txBody>
          <a:bodyPr/>
          <a:lstStyle/>
          <a:p>
            <a:endParaRPr lang="ja-JP" altLang="en-US"/>
          </a:p>
        </p:txBody>
      </p:sp>
      <p:sp>
        <p:nvSpPr>
          <p:cNvPr id="710" name="Shape 707"/>
          <p:cNvSpPr/>
          <p:nvPr/>
        </p:nvSpPr>
        <p:spPr>
          <a:xfrm>
            <a:off x="5879592" y="3694176"/>
            <a:ext cx="228600" cy="228600"/>
          </a:xfrm>
          <a:prstGeom prst="rect">
            <a:avLst/>
          </a:prstGeom>
          <a:solidFill>
            <a:schemeClr val="accent1">
              <a:alpha val="20000"/>
            </a:schemeClr>
          </a:solidFill>
          <a:ln w="6350">
            <a:solidFill>
              <a:schemeClr val="bg1"/>
            </a:solidFill>
            <a:prstDash val="solid"/>
          </a:ln>
        </p:spPr>
        <p:txBody>
          <a:bodyPr/>
          <a:lstStyle/>
          <a:p>
            <a:endParaRPr lang="ja-JP" altLang="en-US"/>
          </a:p>
        </p:txBody>
      </p:sp>
      <p:sp>
        <p:nvSpPr>
          <p:cNvPr id="711" name="Shape 708"/>
          <p:cNvSpPr/>
          <p:nvPr/>
        </p:nvSpPr>
        <p:spPr>
          <a:xfrm>
            <a:off x="6126480" y="3694176"/>
            <a:ext cx="228600" cy="228600"/>
          </a:xfrm>
          <a:prstGeom prst="rect">
            <a:avLst/>
          </a:prstGeom>
          <a:solidFill>
            <a:schemeClr val="accent1">
              <a:alpha val="9000"/>
            </a:schemeClr>
          </a:solidFill>
          <a:ln w="6350">
            <a:solidFill>
              <a:schemeClr val="bg1"/>
            </a:solidFill>
            <a:prstDash val="solid"/>
          </a:ln>
        </p:spPr>
        <p:txBody>
          <a:bodyPr/>
          <a:lstStyle/>
          <a:p>
            <a:endParaRPr lang="ja-JP" altLang="en-US"/>
          </a:p>
        </p:txBody>
      </p:sp>
      <p:sp>
        <p:nvSpPr>
          <p:cNvPr id="712" name="Shape 709"/>
          <p:cNvSpPr/>
          <p:nvPr/>
        </p:nvSpPr>
        <p:spPr>
          <a:xfrm>
            <a:off x="6373368" y="3694176"/>
            <a:ext cx="228600" cy="228600"/>
          </a:xfrm>
          <a:prstGeom prst="rect">
            <a:avLst/>
          </a:prstGeom>
          <a:solidFill>
            <a:schemeClr val="bg2"/>
          </a:solidFill>
          <a:ln w="6350">
            <a:solidFill>
              <a:schemeClr val="bg1"/>
            </a:solidFill>
            <a:prstDash val="solid"/>
          </a:ln>
        </p:spPr>
        <p:txBody>
          <a:bodyPr/>
          <a:lstStyle/>
          <a:p>
            <a:endParaRPr lang="ja-JP" altLang="en-US"/>
          </a:p>
        </p:txBody>
      </p:sp>
      <p:sp>
        <p:nvSpPr>
          <p:cNvPr id="713" name="Shape 710"/>
          <p:cNvSpPr/>
          <p:nvPr/>
        </p:nvSpPr>
        <p:spPr>
          <a:xfrm>
            <a:off x="6620256" y="3694176"/>
            <a:ext cx="228600" cy="228600"/>
          </a:xfrm>
          <a:prstGeom prst="rect">
            <a:avLst/>
          </a:prstGeom>
          <a:solidFill>
            <a:schemeClr val="bg2"/>
          </a:solidFill>
          <a:ln w="6350">
            <a:solidFill>
              <a:schemeClr val="bg1"/>
            </a:solidFill>
            <a:prstDash val="solid"/>
          </a:ln>
        </p:spPr>
        <p:txBody>
          <a:bodyPr/>
          <a:lstStyle/>
          <a:p>
            <a:endParaRPr lang="ja-JP" altLang="en-US"/>
          </a:p>
        </p:txBody>
      </p:sp>
      <p:sp>
        <p:nvSpPr>
          <p:cNvPr id="714" name="Shape 711"/>
          <p:cNvSpPr/>
          <p:nvPr/>
        </p:nvSpPr>
        <p:spPr>
          <a:xfrm>
            <a:off x="7086600" y="2011680"/>
            <a:ext cx="411480" cy="411480"/>
          </a:xfrm>
          <a:prstGeom prst="roundRect">
            <a:avLst>
              <a:gd name="adj" fmla="val 13333"/>
            </a:avLst>
          </a:prstGeom>
          <a:solidFill>
            <a:schemeClr val="accent2"/>
          </a:solidFill>
          <a:ln w="12700">
            <a:solidFill>
              <a:schemeClr val="accent2"/>
            </a:solidFill>
            <a:prstDash val="solid"/>
          </a:ln>
        </p:spPr>
        <p:txBody>
          <a:bodyPr/>
          <a:lstStyle/>
          <a:p>
            <a:endParaRPr lang="ja-JP" altLang="en-US"/>
          </a:p>
        </p:txBody>
      </p:sp>
      <p:sp>
        <p:nvSpPr>
          <p:cNvPr id="715" name="Text 712"/>
          <p:cNvSpPr txBox="1"/>
          <p:nvPr/>
        </p:nvSpPr>
        <p:spPr>
          <a:xfrm>
            <a:off x="7086600" y="2011680"/>
            <a:ext cx="411480" cy="411480"/>
          </a:xfrm>
          <a:prstGeom prst="rect">
            <a:avLst/>
          </a:prstGeom>
          <a:noFill/>
          <a:ln/>
        </p:spPr>
        <p:txBody>
          <a:bodyPr wrap="square" lIns="0" tIns="0" rIns="0" bIns="0" rtlCol="0" anchor="ctr"/>
          <a:lstStyle/>
          <a:p>
            <a:pPr marL="0" indent="0" algn="ctr">
              <a:buNone/>
            </a:pPr>
            <a:r>
              <a:rPr lang="en-US" sz="1500" b="1" dirty="0">
                <a:solidFill>
                  <a:schemeClr val="bg1"/>
                </a:solidFill>
              </a:rPr>
              <a:t>0</a:t>
            </a:r>
            <a:endParaRPr lang="en-US" sz="1500" dirty="0"/>
          </a:p>
        </p:txBody>
      </p:sp>
      <p:sp>
        <p:nvSpPr>
          <p:cNvPr id="716" name="Text 713"/>
          <p:cNvSpPr txBox="1"/>
          <p:nvPr/>
        </p:nvSpPr>
        <p:spPr>
          <a:xfrm>
            <a:off x="7543800" y="2011680"/>
            <a:ext cx="365760" cy="411480"/>
          </a:xfrm>
          <a:prstGeom prst="rect">
            <a:avLst/>
          </a:prstGeom>
          <a:noFill/>
          <a:ln/>
        </p:spPr>
        <p:txBody>
          <a:bodyPr wrap="square" lIns="0" tIns="0" rIns="0" bIns="0" rtlCol="0" anchor="ctr"/>
          <a:lstStyle/>
          <a:p>
            <a:pPr marL="0" indent="0">
              <a:buNone/>
            </a:pPr>
            <a:r>
              <a:rPr lang="en-US" sz="2000" b="1" dirty="0">
                <a:solidFill>
                  <a:schemeClr val="tx1"/>
                </a:solidFill>
              </a:rPr>
              <a:t>→</a:t>
            </a:r>
            <a:endParaRPr lang="en-US" sz="2000" dirty="0"/>
          </a:p>
        </p:txBody>
      </p:sp>
      <p:sp>
        <p:nvSpPr>
          <p:cNvPr id="717" name="Shape 714"/>
          <p:cNvSpPr/>
          <p:nvPr/>
        </p:nvSpPr>
        <p:spPr>
          <a:xfrm>
            <a:off x="7909560" y="2011680"/>
            <a:ext cx="411480" cy="411480"/>
          </a:xfrm>
          <a:prstGeom prst="roundRect">
            <a:avLst>
              <a:gd name="adj" fmla="val 13333"/>
            </a:avLst>
          </a:prstGeom>
          <a:solidFill>
            <a:schemeClr val="accent1"/>
          </a:solidFill>
          <a:ln w="12700">
            <a:solidFill>
              <a:schemeClr val="accent1"/>
            </a:solidFill>
            <a:prstDash val="solid"/>
          </a:ln>
        </p:spPr>
        <p:txBody>
          <a:bodyPr/>
          <a:lstStyle/>
          <a:p>
            <a:endParaRPr lang="ja-JP" altLang="en-US"/>
          </a:p>
        </p:txBody>
      </p:sp>
      <p:sp>
        <p:nvSpPr>
          <p:cNvPr id="718" name="Text 715"/>
          <p:cNvSpPr txBox="1"/>
          <p:nvPr/>
        </p:nvSpPr>
        <p:spPr>
          <a:xfrm>
            <a:off x="7909560" y="2011680"/>
            <a:ext cx="411480" cy="411480"/>
          </a:xfrm>
          <a:prstGeom prst="rect">
            <a:avLst/>
          </a:prstGeom>
          <a:noFill/>
          <a:ln/>
        </p:spPr>
        <p:txBody>
          <a:bodyPr wrap="square" lIns="0" tIns="0" rIns="0" bIns="0" rtlCol="0" anchor="ctr"/>
          <a:lstStyle/>
          <a:p>
            <a:pPr marL="0" indent="0" algn="ctr">
              <a:buNone/>
            </a:pPr>
            <a:r>
              <a:rPr lang="en-US" sz="1500" b="1" dirty="0">
                <a:solidFill>
                  <a:schemeClr val="bg1"/>
                </a:solidFill>
              </a:rPr>
              <a:t>6</a:t>
            </a:r>
            <a:endParaRPr lang="en-US" sz="1500" dirty="0"/>
          </a:p>
        </p:txBody>
      </p:sp>
      <p:sp>
        <p:nvSpPr>
          <p:cNvPr id="719" name="Text 716"/>
          <p:cNvSpPr txBox="1"/>
          <p:nvPr/>
        </p:nvSpPr>
        <p:spPr>
          <a:xfrm>
            <a:off x="7086600" y="2560320"/>
            <a:ext cx="4297680" cy="365760"/>
          </a:xfrm>
          <a:prstGeom prst="rect">
            <a:avLst/>
          </a:prstGeom>
          <a:noFill/>
          <a:ln/>
        </p:spPr>
        <p:txBody>
          <a:bodyPr wrap="square" lIns="0" tIns="0" rIns="0" bIns="0" rtlCol="0" anchor="t"/>
          <a:lstStyle/>
          <a:p>
            <a:pPr marL="0" indent="0">
              <a:buNone/>
            </a:pPr>
            <a:r>
              <a:rPr lang="en-US" sz="1600" b="1" dirty="0">
                <a:solidFill>
                  <a:schemeClr val="tx1"/>
                </a:solidFill>
              </a:rPr>
              <a:t>軸1　出力の動きの90%</a:t>
            </a:r>
            <a:endParaRPr lang="en-US" sz="1600" dirty="0"/>
          </a:p>
        </p:txBody>
      </p:sp>
      <p:sp>
        <p:nvSpPr>
          <p:cNvPr id="720" name="Text 717"/>
          <p:cNvSpPr txBox="1"/>
          <p:nvPr/>
        </p:nvSpPr>
        <p:spPr>
          <a:xfrm>
            <a:off x="7086600" y="2926080"/>
            <a:ext cx="4297680" cy="640080"/>
          </a:xfrm>
          <a:prstGeom prst="rect">
            <a:avLst/>
          </a:prstGeom>
          <a:noFill/>
          <a:ln/>
        </p:spPr>
        <p:txBody>
          <a:bodyPr wrap="square" lIns="0" tIns="0" rIns="0" bIns="0" rtlCol="0" anchor="t"/>
          <a:lstStyle/>
          <a:p>
            <a:pPr marL="0" indent="0">
              <a:buNone/>
            </a:pPr>
            <a:r>
              <a:rPr lang="en-US" sz="1300" dirty="0">
                <a:solidFill>
                  <a:schemeClr val="tx2"/>
                </a:solidFill>
              </a:rPr>
              <a:t>左の縦線（赤）が6寄り，上の閉じた弧（青）が0寄り</a:t>
            </a:r>
            <a:endParaRPr lang="en-US" sz="1300" dirty="0"/>
          </a:p>
        </p:txBody>
      </p:sp>
      <p:sp>
        <p:nvSpPr>
          <p:cNvPr id="721" name="Shape 718"/>
          <p:cNvSpPr/>
          <p:nvPr/>
        </p:nvSpPr>
        <p:spPr>
          <a:xfrm>
            <a:off x="7086600" y="3749040"/>
            <a:ext cx="118872" cy="118872"/>
          </a:xfrm>
          <a:prstGeom prst="rect">
            <a:avLst/>
          </a:prstGeom>
          <a:solidFill>
            <a:schemeClr val="bg2"/>
          </a:solidFill>
          <a:ln w="6350">
            <a:solidFill>
              <a:schemeClr val="bg1"/>
            </a:solidFill>
            <a:prstDash val="solid"/>
          </a:ln>
        </p:spPr>
        <p:txBody>
          <a:bodyPr/>
          <a:lstStyle/>
          <a:p>
            <a:endParaRPr lang="ja-JP" altLang="en-US"/>
          </a:p>
        </p:txBody>
      </p:sp>
      <p:sp>
        <p:nvSpPr>
          <p:cNvPr id="722" name="Shape 719"/>
          <p:cNvSpPr/>
          <p:nvPr/>
        </p:nvSpPr>
        <p:spPr>
          <a:xfrm>
            <a:off x="7214616" y="3749040"/>
            <a:ext cx="118872" cy="118872"/>
          </a:xfrm>
          <a:prstGeom prst="rect">
            <a:avLst/>
          </a:prstGeom>
          <a:solidFill>
            <a:schemeClr val="bg2"/>
          </a:solidFill>
          <a:ln w="6350">
            <a:solidFill>
              <a:schemeClr val="bg1"/>
            </a:solidFill>
            <a:prstDash val="solid"/>
          </a:ln>
        </p:spPr>
        <p:txBody>
          <a:bodyPr/>
          <a:lstStyle/>
          <a:p>
            <a:endParaRPr lang="ja-JP" altLang="en-US"/>
          </a:p>
        </p:txBody>
      </p:sp>
      <p:sp>
        <p:nvSpPr>
          <p:cNvPr id="723" name="Shape 720"/>
          <p:cNvSpPr/>
          <p:nvPr/>
        </p:nvSpPr>
        <p:spPr>
          <a:xfrm>
            <a:off x="7342632" y="3749040"/>
            <a:ext cx="118872" cy="118872"/>
          </a:xfrm>
          <a:prstGeom prst="rect">
            <a:avLst/>
          </a:prstGeom>
          <a:solidFill>
            <a:schemeClr val="bg2"/>
          </a:solidFill>
          <a:ln w="6350">
            <a:solidFill>
              <a:schemeClr val="bg1"/>
            </a:solidFill>
            <a:prstDash val="solid"/>
          </a:ln>
        </p:spPr>
        <p:txBody>
          <a:bodyPr/>
          <a:lstStyle/>
          <a:p>
            <a:endParaRPr lang="ja-JP" altLang="en-US"/>
          </a:p>
        </p:txBody>
      </p:sp>
      <p:sp>
        <p:nvSpPr>
          <p:cNvPr id="724" name="Shape 721"/>
          <p:cNvSpPr/>
          <p:nvPr/>
        </p:nvSpPr>
        <p:spPr>
          <a:xfrm>
            <a:off x="7470648" y="3749040"/>
            <a:ext cx="118872" cy="118872"/>
          </a:xfrm>
          <a:prstGeom prst="rect">
            <a:avLst/>
          </a:prstGeom>
          <a:solidFill>
            <a:schemeClr val="accent5">
              <a:alpha val="10000"/>
            </a:schemeClr>
          </a:solidFill>
          <a:ln w="6350">
            <a:solidFill>
              <a:schemeClr val="bg1"/>
            </a:solidFill>
            <a:prstDash val="solid"/>
          </a:ln>
        </p:spPr>
        <p:txBody>
          <a:bodyPr/>
          <a:lstStyle/>
          <a:p>
            <a:endParaRPr lang="ja-JP" altLang="en-US"/>
          </a:p>
        </p:txBody>
      </p:sp>
      <p:sp>
        <p:nvSpPr>
          <p:cNvPr id="725" name="Shape 722"/>
          <p:cNvSpPr/>
          <p:nvPr/>
        </p:nvSpPr>
        <p:spPr>
          <a:xfrm>
            <a:off x="7598664" y="3749040"/>
            <a:ext cx="118872" cy="118872"/>
          </a:xfrm>
          <a:prstGeom prst="rect">
            <a:avLst/>
          </a:prstGeom>
          <a:solidFill>
            <a:schemeClr val="accent5">
              <a:alpha val="12000"/>
            </a:schemeClr>
          </a:solidFill>
          <a:ln w="6350">
            <a:solidFill>
              <a:schemeClr val="bg1"/>
            </a:solidFill>
            <a:prstDash val="solid"/>
          </a:ln>
        </p:spPr>
        <p:txBody>
          <a:bodyPr/>
          <a:lstStyle/>
          <a:p>
            <a:endParaRPr lang="ja-JP" altLang="en-US"/>
          </a:p>
        </p:txBody>
      </p:sp>
      <p:sp>
        <p:nvSpPr>
          <p:cNvPr id="726" name="Shape 723"/>
          <p:cNvSpPr/>
          <p:nvPr/>
        </p:nvSpPr>
        <p:spPr>
          <a:xfrm>
            <a:off x="7726680" y="3749040"/>
            <a:ext cx="118872" cy="118872"/>
          </a:xfrm>
          <a:prstGeom prst="rect">
            <a:avLst/>
          </a:prstGeom>
          <a:solidFill>
            <a:schemeClr val="accent5">
              <a:alpha val="4000"/>
            </a:schemeClr>
          </a:solidFill>
          <a:ln w="6350">
            <a:solidFill>
              <a:schemeClr val="bg1"/>
            </a:solidFill>
            <a:prstDash val="solid"/>
          </a:ln>
        </p:spPr>
        <p:txBody>
          <a:bodyPr/>
          <a:lstStyle/>
          <a:p>
            <a:endParaRPr lang="ja-JP" altLang="en-US"/>
          </a:p>
        </p:txBody>
      </p:sp>
      <p:sp>
        <p:nvSpPr>
          <p:cNvPr id="727" name="Shape 724"/>
          <p:cNvSpPr/>
          <p:nvPr/>
        </p:nvSpPr>
        <p:spPr>
          <a:xfrm>
            <a:off x="7854696" y="3749040"/>
            <a:ext cx="118872" cy="118872"/>
          </a:xfrm>
          <a:prstGeom prst="rect">
            <a:avLst/>
          </a:prstGeom>
          <a:solidFill>
            <a:schemeClr val="bg2"/>
          </a:solidFill>
          <a:ln w="6350">
            <a:solidFill>
              <a:schemeClr val="bg1"/>
            </a:solidFill>
            <a:prstDash val="solid"/>
          </a:ln>
        </p:spPr>
        <p:txBody>
          <a:bodyPr/>
          <a:lstStyle/>
          <a:p>
            <a:endParaRPr lang="ja-JP" altLang="en-US"/>
          </a:p>
        </p:txBody>
      </p:sp>
      <p:sp>
        <p:nvSpPr>
          <p:cNvPr id="728" name="Shape 725"/>
          <p:cNvSpPr/>
          <p:nvPr/>
        </p:nvSpPr>
        <p:spPr>
          <a:xfrm>
            <a:off x="7982712" y="3749040"/>
            <a:ext cx="118872" cy="118872"/>
          </a:xfrm>
          <a:prstGeom prst="rect">
            <a:avLst/>
          </a:prstGeom>
          <a:solidFill>
            <a:schemeClr val="bg2"/>
          </a:solidFill>
          <a:ln w="6350">
            <a:solidFill>
              <a:schemeClr val="bg1"/>
            </a:solidFill>
            <a:prstDash val="solid"/>
          </a:ln>
        </p:spPr>
        <p:txBody>
          <a:bodyPr/>
          <a:lstStyle/>
          <a:p>
            <a:endParaRPr lang="ja-JP" altLang="en-US"/>
          </a:p>
        </p:txBody>
      </p:sp>
      <p:sp>
        <p:nvSpPr>
          <p:cNvPr id="729" name="Shape 726"/>
          <p:cNvSpPr/>
          <p:nvPr/>
        </p:nvSpPr>
        <p:spPr>
          <a:xfrm>
            <a:off x="7086600" y="3877056"/>
            <a:ext cx="118872" cy="118872"/>
          </a:xfrm>
          <a:prstGeom prst="rect">
            <a:avLst/>
          </a:prstGeom>
          <a:solidFill>
            <a:schemeClr val="bg2"/>
          </a:solidFill>
          <a:ln w="6350">
            <a:solidFill>
              <a:schemeClr val="bg1"/>
            </a:solidFill>
            <a:prstDash val="solid"/>
          </a:ln>
        </p:spPr>
        <p:txBody>
          <a:bodyPr/>
          <a:lstStyle/>
          <a:p>
            <a:endParaRPr lang="ja-JP" altLang="en-US"/>
          </a:p>
        </p:txBody>
      </p:sp>
      <p:sp>
        <p:nvSpPr>
          <p:cNvPr id="730" name="Shape 727"/>
          <p:cNvSpPr/>
          <p:nvPr/>
        </p:nvSpPr>
        <p:spPr>
          <a:xfrm>
            <a:off x="7214616" y="3877056"/>
            <a:ext cx="118872" cy="118872"/>
          </a:xfrm>
          <a:prstGeom prst="rect">
            <a:avLst/>
          </a:prstGeom>
          <a:solidFill>
            <a:schemeClr val="bg2"/>
          </a:solidFill>
          <a:ln w="6350">
            <a:solidFill>
              <a:schemeClr val="bg1"/>
            </a:solidFill>
            <a:prstDash val="solid"/>
          </a:ln>
        </p:spPr>
        <p:txBody>
          <a:bodyPr/>
          <a:lstStyle/>
          <a:p>
            <a:endParaRPr lang="ja-JP" altLang="en-US"/>
          </a:p>
        </p:txBody>
      </p:sp>
      <p:sp>
        <p:nvSpPr>
          <p:cNvPr id="731" name="Shape 728"/>
          <p:cNvSpPr/>
          <p:nvPr/>
        </p:nvSpPr>
        <p:spPr>
          <a:xfrm>
            <a:off x="7342632" y="3877056"/>
            <a:ext cx="118872" cy="118872"/>
          </a:xfrm>
          <a:prstGeom prst="rect">
            <a:avLst/>
          </a:prstGeom>
          <a:solidFill>
            <a:schemeClr val="accent5">
              <a:alpha val="11000"/>
            </a:schemeClr>
          </a:solidFill>
          <a:ln w="6350">
            <a:solidFill>
              <a:schemeClr val="bg1"/>
            </a:solidFill>
            <a:prstDash val="solid"/>
          </a:ln>
        </p:spPr>
        <p:txBody>
          <a:bodyPr/>
          <a:lstStyle/>
          <a:p>
            <a:endParaRPr lang="ja-JP" altLang="en-US"/>
          </a:p>
        </p:txBody>
      </p:sp>
      <p:sp>
        <p:nvSpPr>
          <p:cNvPr id="732" name="Shape 729"/>
          <p:cNvSpPr/>
          <p:nvPr/>
        </p:nvSpPr>
        <p:spPr>
          <a:xfrm>
            <a:off x="7470648" y="3877056"/>
            <a:ext cx="118872" cy="118872"/>
          </a:xfrm>
          <a:prstGeom prst="rect">
            <a:avLst/>
          </a:prstGeom>
          <a:solidFill>
            <a:schemeClr val="accent5">
              <a:alpha val="15000"/>
            </a:schemeClr>
          </a:solidFill>
          <a:ln w="6350">
            <a:solidFill>
              <a:schemeClr val="bg1"/>
            </a:solidFill>
            <a:prstDash val="solid"/>
          </a:ln>
        </p:spPr>
        <p:txBody>
          <a:bodyPr/>
          <a:lstStyle/>
          <a:p>
            <a:endParaRPr lang="ja-JP" altLang="en-US"/>
          </a:p>
        </p:txBody>
      </p:sp>
      <p:sp>
        <p:nvSpPr>
          <p:cNvPr id="733" name="Shape 730"/>
          <p:cNvSpPr/>
          <p:nvPr/>
        </p:nvSpPr>
        <p:spPr>
          <a:xfrm>
            <a:off x="7598664" y="3877056"/>
            <a:ext cx="118872" cy="118872"/>
          </a:xfrm>
          <a:prstGeom prst="rect">
            <a:avLst/>
          </a:prstGeom>
          <a:solidFill>
            <a:schemeClr val="accent5">
              <a:alpha val="12000"/>
            </a:schemeClr>
          </a:solidFill>
          <a:ln w="6350">
            <a:solidFill>
              <a:schemeClr val="bg1"/>
            </a:solidFill>
            <a:prstDash val="solid"/>
          </a:ln>
        </p:spPr>
        <p:txBody>
          <a:bodyPr/>
          <a:lstStyle/>
          <a:p>
            <a:endParaRPr lang="ja-JP" altLang="en-US"/>
          </a:p>
        </p:txBody>
      </p:sp>
      <p:sp>
        <p:nvSpPr>
          <p:cNvPr id="734" name="Shape 731"/>
          <p:cNvSpPr/>
          <p:nvPr/>
        </p:nvSpPr>
        <p:spPr>
          <a:xfrm>
            <a:off x="7726680" y="3877056"/>
            <a:ext cx="118872" cy="118872"/>
          </a:xfrm>
          <a:prstGeom prst="rect">
            <a:avLst/>
          </a:prstGeom>
          <a:solidFill>
            <a:schemeClr val="accent5">
              <a:alpha val="14000"/>
            </a:schemeClr>
          </a:solidFill>
          <a:ln w="6350">
            <a:solidFill>
              <a:schemeClr val="bg1"/>
            </a:solidFill>
            <a:prstDash val="solid"/>
          </a:ln>
        </p:spPr>
        <p:txBody>
          <a:bodyPr/>
          <a:lstStyle/>
          <a:p>
            <a:endParaRPr lang="ja-JP" altLang="en-US"/>
          </a:p>
        </p:txBody>
      </p:sp>
      <p:sp>
        <p:nvSpPr>
          <p:cNvPr id="735" name="Shape 732"/>
          <p:cNvSpPr/>
          <p:nvPr/>
        </p:nvSpPr>
        <p:spPr>
          <a:xfrm>
            <a:off x="7854696" y="3877056"/>
            <a:ext cx="118872" cy="118872"/>
          </a:xfrm>
          <a:prstGeom prst="rect">
            <a:avLst/>
          </a:prstGeom>
          <a:solidFill>
            <a:schemeClr val="bg2"/>
          </a:solidFill>
          <a:ln w="6350">
            <a:solidFill>
              <a:schemeClr val="bg1"/>
            </a:solidFill>
            <a:prstDash val="solid"/>
          </a:ln>
        </p:spPr>
        <p:txBody>
          <a:bodyPr/>
          <a:lstStyle/>
          <a:p>
            <a:endParaRPr lang="ja-JP" altLang="en-US"/>
          </a:p>
        </p:txBody>
      </p:sp>
      <p:sp>
        <p:nvSpPr>
          <p:cNvPr id="736" name="Shape 733"/>
          <p:cNvSpPr/>
          <p:nvPr/>
        </p:nvSpPr>
        <p:spPr>
          <a:xfrm>
            <a:off x="7982712" y="3877056"/>
            <a:ext cx="118872" cy="118872"/>
          </a:xfrm>
          <a:prstGeom prst="rect">
            <a:avLst/>
          </a:prstGeom>
          <a:solidFill>
            <a:schemeClr val="bg2"/>
          </a:solidFill>
          <a:ln w="6350">
            <a:solidFill>
              <a:schemeClr val="bg1"/>
            </a:solidFill>
            <a:prstDash val="solid"/>
          </a:ln>
        </p:spPr>
        <p:txBody>
          <a:bodyPr/>
          <a:lstStyle/>
          <a:p>
            <a:endParaRPr lang="ja-JP" altLang="en-US"/>
          </a:p>
        </p:txBody>
      </p:sp>
      <p:sp>
        <p:nvSpPr>
          <p:cNvPr id="737" name="Shape 734"/>
          <p:cNvSpPr/>
          <p:nvPr/>
        </p:nvSpPr>
        <p:spPr>
          <a:xfrm>
            <a:off x="7086600" y="4005072"/>
            <a:ext cx="118872" cy="118872"/>
          </a:xfrm>
          <a:prstGeom prst="rect">
            <a:avLst/>
          </a:prstGeom>
          <a:solidFill>
            <a:schemeClr val="bg2"/>
          </a:solidFill>
          <a:ln w="6350">
            <a:solidFill>
              <a:schemeClr val="bg1"/>
            </a:solidFill>
            <a:prstDash val="solid"/>
          </a:ln>
        </p:spPr>
        <p:txBody>
          <a:bodyPr/>
          <a:lstStyle/>
          <a:p>
            <a:endParaRPr lang="ja-JP" altLang="en-US"/>
          </a:p>
        </p:txBody>
      </p:sp>
      <p:sp>
        <p:nvSpPr>
          <p:cNvPr id="738" name="Shape 735"/>
          <p:cNvSpPr/>
          <p:nvPr/>
        </p:nvSpPr>
        <p:spPr>
          <a:xfrm>
            <a:off x="7214616" y="4005072"/>
            <a:ext cx="118872" cy="118872"/>
          </a:xfrm>
          <a:prstGeom prst="rect">
            <a:avLst/>
          </a:prstGeom>
          <a:solidFill>
            <a:schemeClr val="bg2"/>
          </a:solidFill>
          <a:ln w="6350">
            <a:solidFill>
              <a:schemeClr val="bg1"/>
            </a:solidFill>
            <a:prstDash val="solid"/>
          </a:ln>
        </p:spPr>
        <p:txBody>
          <a:bodyPr/>
          <a:lstStyle/>
          <a:p>
            <a:endParaRPr lang="ja-JP" altLang="en-US"/>
          </a:p>
        </p:txBody>
      </p:sp>
      <p:sp>
        <p:nvSpPr>
          <p:cNvPr id="739" name="Shape 736"/>
          <p:cNvSpPr/>
          <p:nvPr/>
        </p:nvSpPr>
        <p:spPr>
          <a:xfrm>
            <a:off x="7342632" y="4005072"/>
            <a:ext cx="118872" cy="118872"/>
          </a:xfrm>
          <a:prstGeom prst="rect">
            <a:avLst/>
          </a:prstGeom>
          <a:solidFill>
            <a:schemeClr val="accent5">
              <a:alpha val="15000"/>
            </a:schemeClr>
          </a:solidFill>
          <a:ln w="6350">
            <a:solidFill>
              <a:schemeClr val="bg1"/>
            </a:solidFill>
            <a:prstDash val="solid"/>
          </a:ln>
        </p:spPr>
        <p:txBody>
          <a:bodyPr/>
          <a:lstStyle/>
          <a:p>
            <a:endParaRPr lang="ja-JP" altLang="en-US"/>
          </a:p>
        </p:txBody>
      </p:sp>
      <p:sp>
        <p:nvSpPr>
          <p:cNvPr id="740" name="Shape 737"/>
          <p:cNvSpPr/>
          <p:nvPr/>
        </p:nvSpPr>
        <p:spPr>
          <a:xfrm>
            <a:off x="7470648" y="4005072"/>
            <a:ext cx="118872" cy="118872"/>
          </a:xfrm>
          <a:prstGeom prst="rect">
            <a:avLst/>
          </a:prstGeom>
          <a:solidFill>
            <a:schemeClr val="accent5">
              <a:alpha val="8000"/>
            </a:schemeClr>
          </a:solidFill>
          <a:ln w="6350">
            <a:solidFill>
              <a:schemeClr val="bg1"/>
            </a:solidFill>
            <a:prstDash val="solid"/>
          </a:ln>
        </p:spPr>
        <p:txBody>
          <a:bodyPr/>
          <a:lstStyle/>
          <a:p>
            <a:endParaRPr lang="ja-JP" altLang="en-US"/>
          </a:p>
        </p:txBody>
      </p:sp>
      <p:sp>
        <p:nvSpPr>
          <p:cNvPr id="741" name="Shape 738"/>
          <p:cNvSpPr/>
          <p:nvPr/>
        </p:nvSpPr>
        <p:spPr>
          <a:xfrm>
            <a:off x="7598664" y="4005072"/>
            <a:ext cx="118872" cy="118872"/>
          </a:xfrm>
          <a:prstGeom prst="rect">
            <a:avLst/>
          </a:prstGeom>
          <a:solidFill>
            <a:schemeClr val="bg2"/>
          </a:solidFill>
          <a:ln w="6350">
            <a:solidFill>
              <a:schemeClr val="bg1"/>
            </a:solidFill>
            <a:prstDash val="solid"/>
          </a:ln>
        </p:spPr>
        <p:txBody>
          <a:bodyPr/>
          <a:lstStyle/>
          <a:p>
            <a:endParaRPr lang="ja-JP" altLang="en-US"/>
          </a:p>
        </p:txBody>
      </p:sp>
      <p:sp>
        <p:nvSpPr>
          <p:cNvPr id="742" name="Shape 739"/>
          <p:cNvSpPr/>
          <p:nvPr/>
        </p:nvSpPr>
        <p:spPr>
          <a:xfrm>
            <a:off x="7726680" y="4005072"/>
            <a:ext cx="118872" cy="118872"/>
          </a:xfrm>
          <a:prstGeom prst="rect">
            <a:avLst/>
          </a:prstGeom>
          <a:solidFill>
            <a:schemeClr val="accent5">
              <a:alpha val="3000"/>
            </a:schemeClr>
          </a:solidFill>
          <a:ln w="6350">
            <a:solidFill>
              <a:schemeClr val="bg1"/>
            </a:solidFill>
            <a:prstDash val="solid"/>
          </a:ln>
        </p:spPr>
        <p:txBody>
          <a:bodyPr/>
          <a:lstStyle/>
          <a:p>
            <a:endParaRPr lang="ja-JP" altLang="en-US"/>
          </a:p>
        </p:txBody>
      </p:sp>
      <p:sp>
        <p:nvSpPr>
          <p:cNvPr id="743" name="Shape 740"/>
          <p:cNvSpPr/>
          <p:nvPr/>
        </p:nvSpPr>
        <p:spPr>
          <a:xfrm>
            <a:off x="7854696" y="4005072"/>
            <a:ext cx="118872" cy="118872"/>
          </a:xfrm>
          <a:prstGeom prst="rect">
            <a:avLst/>
          </a:prstGeom>
          <a:solidFill>
            <a:schemeClr val="bg2"/>
          </a:solidFill>
          <a:ln w="6350">
            <a:solidFill>
              <a:schemeClr val="bg1"/>
            </a:solidFill>
            <a:prstDash val="solid"/>
          </a:ln>
        </p:spPr>
        <p:txBody>
          <a:bodyPr/>
          <a:lstStyle/>
          <a:p>
            <a:endParaRPr lang="ja-JP" altLang="en-US"/>
          </a:p>
        </p:txBody>
      </p:sp>
      <p:sp>
        <p:nvSpPr>
          <p:cNvPr id="744" name="Shape 741"/>
          <p:cNvSpPr/>
          <p:nvPr/>
        </p:nvSpPr>
        <p:spPr>
          <a:xfrm>
            <a:off x="7982712" y="4005072"/>
            <a:ext cx="118872" cy="118872"/>
          </a:xfrm>
          <a:prstGeom prst="rect">
            <a:avLst/>
          </a:prstGeom>
          <a:solidFill>
            <a:schemeClr val="bg2"/>
          </a:solidFill>
          <a:ln w="6350">
            <a:solidFill>
              <a:schemeClr val="bg1"/>
            </a:solidFill>
            <a:prstDash val="solid"/>
          </a:ln>
        </p:spPr>
        <p:txBody>
          <a:bodyPr/>
          <a:lstStyle/>
          <a:p>
            <a:endParaRPr lang="ja-JP" altLang="en-US"/>
          </a:p>
        </p:txBody>
      </p:sp>
      <p:sp>
        <p:nvSpPr>
          <p:cNvPr id="745" name="Shape 742"/>
          <p:cNvSpPr/>
          <p:nvPr/>
        </p:nvSpPr>
        <p:spPr>
          <a:xfrm>
            <a:off x="7086600" y="4133088"/>
            <a:ext cx="118872" cy="118872"/>
          </a:xfrm>
          <a:prstGeom prst="rect">
            <a:avLst/>
          </a:prstGeom>
          <a:solidFill>
            <a:schemeClr val="bg2"/>
          </a:solidFill>
          <a:ln w="6350">
            <a:solidFill>
              <a:schemeClr val="bg1"/>
            </a:solidFill>
            <a:prstDash val="solid"/>
          </a:ln>
        </p:spPr>
        <p:txBody>
          <a:bodyPr/>
          <a:lstStyle/>
          <a:p>
            <a:endParaRPr lang="ja-JP" altLang="en-US"/>
          </a:p>
        </p:txBody>
      </p:sp>
      <p:sp>
        <p:nvSpPr>
          <p:cNvPr id="746" name="Shape 743"/>
          <p:cNvSpPr/>
          <p:nvPr/>
        </p:nvSpPr>
        <p:spPr>
          <a:xfrm>
            <a:off x="7214616" y="4133088"/>
            <a:ext cx="118872" cy="118872"/>
          </a:xfrm>
          <a:prstGeom prst="rect">
            <a:avLst/>
          </a:prstGeom>
          <a:solidFill>
            <a:schemeClr val="accent5">
              <a:alpha val="4000"/>
            </a:schemeClr>
          </a:solidFill>
          <a:ln w="6350">
            <a:solidFill>
              <a:schemeClr val="bg1"/>
            </a:solidFill>
            <a:prstDash val="solid"/>
          </a:ln>
        </p:spPr>
        <p:txBody>
          <a:bodyPr/>
          <a:lstStyle/>
          <a:p>
            <a:endParaRPr lang="ja-JP" altLang="en-US"/>
          </a:p>
        </p:txBody>
      </p:sp>
      <p:sp>
        <p:nvSpPr>
          <p:cNvPr id="747" name="Shape 744"/>
          <p:cNvSpPr/>
          <p:nvPr/>
        </p:nvSpPr>
        <p:spPr>
          <a:xfrm>
            <a:off x="7342632" y="4133088"/>
            <a:ext cx="118872" cy="118872"/>
          </a:xfrm>
          <a:prstGeom prst="rect">
            <a:avLst/>
          </a:prstGeom>
          <a:solidFill>
            <a:schemeClr val="accent5">
              <a:alpha val="15000"/>
            </a:schemeClr>
          </a:solidFill>
          <a:ln w="6350">
            <a:solidFill>
              <a:schemeClr val="bg1"/>
            </a:solidFill>
            <a:prstDash val="solid"/>
          </a:ln>
        </p:spPr>
        <p:txBody>
          <a:bodyPr/>
          <a:lstStyle/>
          <a:p>
            <a:endParaRPr lang="ja-JP" altLang="en-US"/>
          </a:p>
        </p:txBody>
      </p:sp>
      <p:sp>
        <p:nvSpPr>
          <p:cNvPr id="748" name="Shape 745"/>
          <p:cNvSpPr/>
          <p:nvPr/>
        </p:nvSpPr>
        <p:spPr>
          <a:xfrm>
            <a:off x="7470648" y="4133088"/>
            <a:ext cx="118872" cy="118872"/>
          </a:xfrm>
          <a:prstGeom prst="rect">
            <a:avLst/>
          </a:prstGeom>
          <a:solidFill>
            <a:schemeClr val="accent5">
              <a:alpha val="6000"/>
            </a:schemeClr>
          </a:solidFill>
          <a:ln w="6350">
            <a:solidFill>
              <a:schemeClr val="bg1"/>
            </a:solidFill>
            <a:prstDash val="solid"/>
          </a:ln>
        </p:spPr>
        <p:txBody>
          <a:bodyPr/>
          <a:lstStyle/>
          <a:p>
            <a:endParaRPr lang="ja-JP" altLang="en-US"/>
          </a:p>
        </p:txBody>
      </p:sp>
      <p:sp>
        <p:nvSpPr>
          <p:cNvPr id="749" name="Shape 746"/>
          <p:cNvSpPr/>
          <p:nvPr/>
        </p:nvSpPr>
        <p:spPr>
          <a:xfrm>
            <a:off x="7598664" y="4133088"/>
            <a:ext cx="118872" cy="118872"/>
          </a:xfrm>
          <a:prstGeom prst="rect">
            <a:avLst/>
          </a:prstGeom>
          <a:solidFill>
            <a:schemeClr val="accent5">
              <a:alpha val="13000"/>
            </a:schemeClr>
          </a:solidFill>
          <a:ln w="6350">
            <a:solidFill>
              <a:schemeClr val="bg1"/>
            </a:solidFill>
            <a:prstDash val="solid"/>
          </a:ln>
        </p:spPr>
        <p:txBody>
          <a:bodyPr/>
          <a:lstStyle/>
          <a:p>
            <a:endParaRPr lang="ja-JP" altLang="en-US"/>
          </a:p>
        </p:txBody>
      </p:sp>
      <p:sp>
        <p:nvSpPr>
          <p:cNvPr id="750" name="Shape 747"/>
          <p:cNvSpPr/>
          <p:nvPr/>
        </p:nvSpPr>
        <p:spPr>
          <a:xfrm>
            <a:off x="7726680" y="4133088"/>
            <a:ext cx="118872" cy="118872"/>
          </a:xfrm>
          <a:prstGeom prst="rect">
            <a:avLst/>
          </a:prstGeom>
          <a:solidFill>
            <a:schemeClr val="accent5">
              <a:alpha val="8000"/>
            </a:schemeClr>
          </a:solidFill>
          <a:ln w="6350">
            <a:solidFill>
              <a:schemeClr val="bg1"/>
            </a:solidFill>
            <a:prstDash val="solid"/>
          </a:ln>
        </p:spPr>
        <p:txBody>
          <a:bodyPr/>
          <a:lstStyle/>
          <a:p>
            <a:endParaRPr lang="ja-JP" altLang="en-US"/>
          </a:p>
        </p:txBody>
      </p:sp>
      <p:sp>
        <p:nvSpPr>
          <p:cNvPr id="751" name="Shape 748"/>
          <p:cNvSpPr/>
          <p:nvPr/>
        </p:nvSpPr>
        <p:spPr>
          <a:xfrm>
            <a:off x="7854696" y="4133088"/>
            <a:ext cx="118872" cy="118872"/>
          </a:xfrm>
          <a:prstGeom prst="rect">
            <a:avLst/>
          </a:prstGeom>
          <a:solidFill>
            <a:schemeClr val="bg2"/>
          </a:solidFill>
          <a:ln w="6350">
            <a:solidFill>
              <a:schemeClr val="bg1"/>
            </a:solidFill>
            <a:prstDash val="solid"/>
          </a:ln>
        </p:spPr>
        <p:txBody>
          <a:bodyPr/>
          <a:lstStyle/>
          <a:p>
            <a:endParaRPr lang="ja-JP" altLang="en-US"/>
          </a:p>
        </p:txBody>
      </p:sp>
      <p:sp>
        <p:nvSpPr>
          <p:cNvPr id="752" name="Shape 749"/>
          <p:cNvSpPr/>
          <p:nvPr/>
        </p:nvSpPr>
        <p:spPr>
          <a:xfrm>
            <a:off x="7982712" y="4133088"/>
            <a:ext cx="118872" cy="118872"/>
          </a:xfrm>
          <a:prstGeom prst="rect">
            <a:avLst/>
          </a:prstGeom>
          <a:solidFill>
            <a:schemeClr val="bg2"/>
          </a:solidFill>
          <a:ln w="6350">
            <a:solidFill>
              <a:schemeClr val="bg1"/>
            </a:solidFill>
            <a:prstDash val="solid"/>
          </a:ln>
        </p:spPr>
        <p:txBody>
          <a:bodyPr/>
          <a:lstStyle/>
          <a:p>
            <a:endParaRPr lang="ja-JP" altLang="en-US"/>
          </a:p>
        </p:txBody>
      </p:sp>
      <p:sp>
        <p:nvSpPr>
          <p:cNvPr id="753" name="Shape 750"/>
          <p:cNvSpPr/>
          <p:nvPr/>
        </p:nvSpPr>
        <p:spPr>
          <a:xfrm>
            <a:off x="7086600" y="4261104"/>
            <a:ext cx="118872" cy="118872"/>
          </a:xfrm>
          <a:prstGeom prst="rect">
            <a:avLst/>
          </a:prstGeom>
          <a:solidFill>
            <a:schemeClr val="bg2"/>
          </a:solidFill>
          <a:ln w="6350">
            <a:solidFill>
              <a:schemeClr val="bg1"/>
            </a:solidFill>
            <a:prstDash val="solid"/>
          </a:ln>
        </p:spPr>
        <p:txBody>
          <a:bodyPr/>
          <a:lstStyle/>
          <a:p>
            <a:endParaRPr lang="ja-JP" altLang="en-US"/>
          </a:p>
        </p:txBody>
      </p:sp>
      <p:sp>
        <p:nvSpPr>
          <p:cNvPr id="754" name="Shape 751"/>
          <p:cNvSpPr/>
          <p:nvPr/>
        </p:nvSpPr>
        <p:spPr>
          <a:xfrm>
            <a:off x="7214616" y="4261104"/>
            <a:ext cx="118872" cy="118872"/>
          </a:xfrm>
          <a:prstGeom prst="rect">
            <a:avLst/>
          </a:prstGeom>
          <a:solidFill>
            <a:schemeClr val="accent5">
              <a:alpha val="7000"/>
            </a:schemeClr>
          </a:solidFill>
          <a:ln w="6350">
            <a:solidFill>
              <a:schemeClr val="bg1"/>
            </a:solidFill>
            <a:prstDash val="solid"/>
          </a:ln>
        </p:spPr>
        <p:txBody>
          <a:bodyPr/>
          <a:lstStyle/>
          <a:p>
            <a:endParaRPr lang="ja-JP" altLang="en-US"/>
          </a:p>
        </p:txBody>
      </p:sp>
      <p:sp>
        <p:nvSpPr>
          <p:cNvPr id="755" name="Shape 752"/>
          <p:cNvSpPr/>
          <p:nvPr/>
        </p:nvSpPr>
        <p:spPr>
          <a:xfrm>
            <a:off x="7342632" y="4261104"/>
            <a:ext cx="118872" cy="118872"/>
          </a:xfrm>
          <a:prstGeom prst="rect">
            <a:avLst/>
          </a:prstGeom>
          <a:solidFill>
            <a:schemeClr val="accent5">
              <a:alpha val="15000"/>
            </a:schemeClr>
          </a:solidFill>
          <a:ln w="6350">
            <a:solidFill>
              <a:schemeClr val="bg1"/>
            </a:solidFill>
            <a:prstDash val="solid"/>
          </a:ln>
        </p:spPr>
        <p:txBody>
          <a:bodyPr/>
          <a:lstStyle/>
          <a:p>
            <a:endParaRPr lang="ja-JP" altLang="en-US"/>
          </a:p>
        </p:txBody>
      </p:sp>
      <p:sp>
        <p:nvSpPr>
          <p:cNvPr id="756" name="Shape 753"/>
          <p:cNvSpPr/>
          <p:nvPr/>
        </p:nvSpPr>
        <p:spPr>
          <a:xfrm>
            <a:off x="7470648" y="4261104"/>
            <a:ext cx="118872" cy="118872"/>
          </a:xfrm>
          <a:prstGeom prst="rect">
            <a:avLst/>
          </a:prstGeom>
          <a:solidFill>
            <a:schemeClr val="accent5">
              <a:alpha val="15000"/>
            </a:schemeClr>
          </a:solidFill>
          <a:ln w="6350">
            <a:solidFill>
              <a:schemeClr val="bg1"/>
            </a:solidFill>
            <a:prstDash val="solid"/>
          </a:ln>
        </p:spPr>
        <p:txBody>
          <a:bodyPr/>
          <a:lstStyle/>
          <a:p>
            <a:endParaRPr lang="ja-JP" altLang="en-US"/>
          </a:p>
        </p:txBody>
      </p:sp>
      <p:sp>
        <p:nvSpPr>
          <p:cNvPr id="757" name="Shape 754"/>
          <p:cNvSpPr/>
          <p:nvPr/>
        </p:nvSpPr>
        <p:spPr>
          <a:xfrm>
            <a:off x="7598664" y="4261104"/>
            <a:ext cx="118872" cy="118872"/>
          </a:xfrm>
          <a:prstGeom prst="rect">
            <a:avLst/>
          </a:prstGeom>
          <a:solidFill>
            <a:schemeClr val="accent5">
              <a:alpha val="15000"/>
            </a:schemeClr>
          </a:solidFill>
          <a:ln w="6350">
            <a:solidFill>
              <a:schemeClr val="bg1"/>
            </a:solidFill>
            <a:prstDash val="solid"/>
          </a:ln>
        </p:spPr>
        <p:txBody>
          <a:bodyPr/>
          <a:lstStyle/>
          <a:p>
            <a:endParaRPr lang="ja-JP" altLang="en-US"/>
          </a:p>
        </p:txBody>
      </p:sp>
      <p:sp>
        <p:nvSpPr>
          <p:cNvPr id="758" name="Shape 755"/>
          <p:cNvSpPr/>
          <p:nvPr/>
        </p:nvSpPr>
        <p:spPr>
          <a:xfrm>
            <a:off x="7726680" y="4261104"/>
            <a:ext cx="118872" cy="118872"/>
          </a:xfrm>
          <a:prstGeom prst="rect">
            <a:avLst/>
          </a:prstGeom>
          <a:solidFill>
            <a:schemeClr val="accent5">
              <a:alpha val="15000"/>
            </a:schemeClr>
          </a:solidFill>
          <a:ln w="6350">
            <a:solidFill>
              <a:schemeClr val="bg1"/>
            </a:solidFill>
            <a:prstDash val="solid"/>
          </a:ln>
        </p:spPr>
        <p:txBody>
          <a:bodyPr/>
          <a:lstStyle/>
          <a:p>
            <a:endParaRPr lang="ja-JP" altLang="en-US"/>
          </a:p>
        </p:txBody>
      </p:sp>
      <p:sp>
        <p:nvSpPr>
          <p:cNvPr id="759" name="Shape 756"/>
          <p:cNvSpPr/>
          <p:nvPr/>
        </p:nvSpPr>
        <p:spPr>
          <a:xfrm>
            <a:off x="7854696" y="4261104"/>
            <a:ext cx="118872" cy="118872"/>
          </a:xfrm>
          <a:prstGeom prst="rect">
            <a:avLst/>
          </a:prstGeom>
          <a:solidFill>
            <a:schemeClr val="accent5">
              <a:alpha val="6000"/>
            </a:schemeClr>
          </a:solidFill>
          <a:ln w="6350">
            <a:solidFill>
              <a:schemeClr val="bg1"/>
            </a:solidFill>
            <a:prstDash val="solid"/>
          </a:ln>
        </p:spPr>
        <p:txBody>
          <a:bodyPr/>
          <a:lstStyle/>
          <a:p>
            <a:endParaRPr lang="ja-JP" altLang="en-US"/>
          </a:p>
        </p:txBody>
      </p:sp>
      <p:sp>
        <p:nvSpPr>
          <p:cNvPr id="760" name="Shape 757"/>
          <p:cNvSpPr/>
          <p:nvPr/>
        </p:nvSpPr>
        <p:spPr>
          <a:xfrm>
            <a:off x="7982712" y="4261104"/>
            <a:ext cx="118872" cy="118872"/>
          </a:xfrm>
          <a:prstGeom prst="rect">
            <a:avLst/>
          </a:prstGeom>
          <a:solidFill>
            <a:schemeClr val="bg2"/>
          </a:solidFill>
          <a:ln w="6350">
            <a:solidFill>
              <a:schemeClr val="bg1"/>
            </a:solidFill>
            <a:prstDash val="solid"/>
          </a:ln>
        </p:spPr>
        <p:txBody>
          <a:bodyPr/>
          <a:lstStyle/>
          <a:p>
            <a:endParaRPr lang="ja-JP" altLang="en-US"/>
          </a:p>
        </p:txBody>
      </p:sp>
      <p:sp>
        <p:nvSpPr>
          <p:cNvPr id="761" name="Shape 758"/>
          <p:cNvSpPr/>
          <p:nvPr/>
        </p:nvSpPr>
        <p:spPr>
          <a:xfrm>
            <a:off x="7086600" y="4389120"/>
            <a:ext cx="118872" cy="118872"/>
          </a:xfrm>
          <a:prstGeom prst="rect">
            <a:avLst/>
          </a:prstGeom>
          <a:solidFill>
            <a:schemeClr val="bg2"/>
          </a:solidFill>
          <a:ln w="6350">
            <a:solidFill>
              <a:schemeClr val="bg1"/>
            </a:solidFill>
            <a:prstDash val="solid"/>
          </a:ln>
        </p:spPr>
        <p:txBody>
          <a:bodyPr/>
          <a:lstStyle/>
          <a:p>
            <a:endParaRPr lang="ja-JP" altLang="en-US"/>
          </a:p>
        </p:txBody>
      </p:sp>
      <p:sp>
        <p:nvSpPr>
          <p:cNvPr id="762" name="Shape 759"/>
          <p:cNvSpPr/>
          <p:nvPr/>
        </p:nvSpPr>
        <p:spPr>
          <a:xfrm>
            <a:off x="7214616" y="4389120"/>
            <a:ext cx="118872" cy="118872"/>
          </a:xfrm>
          <a:prstGeom prst="rect">
            <a:avLst/>
          </a:prstGeom>
          <a:solidFill>
            <a:schemeClr val="bg2"/>
          </a:solidFill>
          <a:ln w="6350">
            <a:solidFill>
              <a:schemeClr val="bg1"/>
            </a:solidFill>
            <a:prstDash val="solid"/>
          </a:ln>
        </p:spPr>
        <p:txBody>
          <a:bodyPr/>
          <a:lstStyle/>
          <a:p>
            <a:endParaRPr lang="ja-JP" altLang="en-US"/>
          </a:p>
        </p:txBody>
      </p:sp>
      <p:sp>
        <p:nvSpPr>
          <p:cNvPr id="763" name="Shape 760"/>
          <p:cNvSpPr/>
          <p:nvPr/>
        </p:nvSpPr>
        <p:spPr>
          <a:xfrm>
            <a:off x="7342632" y="4389120"/>
            <a:ext cx="118872" cy="118872"/>
          </a:xfrm>
          <a:prstGeom prst="rect">
            <a:avLst/>
          </a:prstGeom>
          <a:solidFill>
            <a:schemeClr val="accent5">
              <a:alpha val="15000"/>
            </a:schemeClr>
          </a:solidFill>
          <a:ln w="6350">
            <a:solidFill>
              <a:schemeClr val="bg1"/>
            </a:solidFill>
            <a:prstDash val="solid"/>
          </a:ln>
        </p:spPr>
        <p:txBody>
          <a:bodyPr/>
          <a:lstStyle/>
          <a:p>
            <a:endParaRPr lang="ja-JP" altLang="en-US"/>
          </a:p>
        </p:txBody>
      </p:sp>
      <p:sp>
        <p:nvSpPr>
          <p:cNvPr id="764" name="Shape 761"/>
          <p:cNvSpPr/>
          <p:nvPr/>
        </p:nvSpPr>
        <p:spPr>
          <a:xfrm>
            <a:off x="7470648" y="4389120"/>
            <a:ext cx="118872" cy="118872"/>
          </a:xfrm>
          <a:prstGeom prst="rect">
            <a:avLst/>
          </a:prstGeom>
          <a:solidFill>
            <a:schemeClr val="accent5">
              <a:alpha val="13000"/>
            </a:schemeClr>
          </a:solidFill>
          <a:ln w="6350">
            <a:solidFill>
              <a:schemeClr val="bg1"/>
            </a:solidFill>
            <a:prstDash val="solid"/>
          </a:ln>
        </p:spPr>
        <p:txBody>
          <a:bodyPr/>
          <a:lstStyle/>
          <a:p>
            <a:endParaRPr lang="ja-JP" altLang="en-US"/>
          </a:p>
        </p:txBody>
      </p:sp>
      <p:sp>
        <p:nvSpPr>
          <p:cNvPr id="765" name="Shape 762"/>
          <p:cNvSpPr/>
          <p:nvPr/>
        </p:nvSpPr>
        <p:spPr>
          <a:xfrm>
            <a:off x="7598664" y="4389120"/>
            <a:ext cx="118872" cy="118872"/>
          </a:xfrm>
          <a:prstGeom prst="rect">
            <a:avLst/>
          </a:prstGeom>
          <a:solidFill>
            <a:schemeClr val="accent3">
              <a:alpha val="47000"/>
            </a:schemeClr>
          </a:solidFill>
          <a:ln w="6350">
            <a:solidFill>
              <a:schemeClr val="bg1"/>
            </a:solidFill>
            <a:prstDash val="solid"/>
          </a:ln>
        </p:spPr>
        <p:txBody>
          <a:bodyPr/>
          <a:lstStyle/>
          <a:p>
            <a:endParaRPr lang="ja-JP" altLang="en-US"/>
          </a:p>
        </p:txBody>
      </p:sp>
      <p:sp>
        <p:nvSpPr>
          <p:cNvPr id="766" name="Shape 763"/>
          <p:cNvSpPr/>
          <p:nvPr/>
        </p:nvSpPr>
        <p:spPr>
          <a:xfrm>
            <a:off x="7726680" y="4389120"/>
            <a:ext cx="118872" cy="118872"/>
          </a:xfrm>
          <a:prstGeom prst="rect">
            <a:avLst/>
          </a:prstGeom>
          <a:solidFill>
            <a:schemeClr val="accent3"/>
          </a:solidFill>
          <a:ln w="6350">
            <a:solidFill>
              <a:schemeClr val="bg1"/>
            </a:solidFill>
            <a:prstDash val="solid"/>
          </a:ln>
        </p:spPr>
        <p:txBody>
          <a:bodyPr/>
          <a:lstStyle/>
          <a:p>
            <a:endParaRPr lang="ja-JP" altLang="en-US"/>
          </a:p>
        </p:txBody>
      </p:sp>
      <p:sp>
        <p:nvSpPr>
          <p:cNvPr id="767" name="Shape 764"/>
          <p:cNvSpPr/>
          <p:nvPr/>
        </p:nvSpPr>
        <p:spPr>
          <a:xfrm>
            <a:off x="7854696" y="4389120"/>
            <a:ext cx="118872" cy="118872"/>
          </a:xfrm>
          <a:prstGeom prst="rect">
            <a:avLst/>
          </a:prstGeom>
          <a:solidFill>
            <a:schemeClr val="accent3">
              <a:alpha val="65000"/>
            </a:schemeClr>
          </a:solidFill>
          <a:ln w="6350">
            <a:solidFill>
              <a:schemeClr val="bg1"/>
            </a:solidFill>
            <a:prstDash val="solid"/>
          </a:ln>
        </p:spPr>
        <p:txBody>
          <a:bodyPr/>
          <a:lstStyle/>
          <a:p>
            <a:endParaRPr lang="ja-JP" altLang="en-US"/>
          </a:p>
        </p:txBody>
      </p:sp>
      <p:sp>
        <p:nvSpPr>
          <p:cNvPr id="768" name="Shape 765"/>
          <p:cNvSpPr/>
          <p:nvPr/>
        </p:nvSpPr>
        <p:spPr>
          <a:xfrm>
            <a:off x="7982712" y="4389120"/>
            <a:ext cx="118872" cy="118872"/>
          </a:xfrm>
          <a:prstGeom prst="rect">
            <a:avLst/>
          </a:prstGeom>
          <a:solidFill>
            <a:schemeClr val="bg2"/>
          </a:solidFill>
          <a:ln w="6350">
            <a:solidFill>
              <a:schemeClr val="bg1"/>
            </a:solidFill>
            <a:prstDash val="solid"/>
          </a:ln>
        </p:spPr>
        <p:txBody>
          <a:bodyPr/>
          <a:lstStyle/>
          <a:p>
            <a:endParaRPr lang="ja-JP" altLang="en-US"/>
          </a:p>
        </p:txBody>
      </p:sp>
      <p:sp>
        <p:nvSpPr>
          <p:cNvPr id="769" name="Shape 766"/>
          <p:cNvSpPr/>
          <p:nvPr/>
        </p:nvSpPr>
        <p:spPr>
          <a:xfrm>
            <a:off x="7086600" y="4517136"/>
            <a:ext cx="118872" cy="118872"/>
          </a:xfrm>
          <a:prstGeom prst="rect">
            <a:avLst/>
          </a:prstGeom>
          <a:solidFill>
            <a:schemeClr val="bg2"/>
          </a:solidFill>
          <a:ln w="6350">
            <a:solidFill>
              <a:schemeClr val="bg1"/>
            </a:solidFill>
            <a:prstDash val="solid"/>
          </a:ln>
        </p:spPr>
        <p:txBody>
          <a:bodyPr/>
          <a:lstStyle/>
          <a:p>
            <a:endParaRPr lang="ja-JP" altLang="en-US"/>
          </a:p>
        </p:txBody>
      </p:sp>
      <p:sp>
        <p:nvSpPr>
          <p:cNvPr id="770" name="Shape 767"/>
          <p:cNvSpPr/>
          <p:nvPr/>
        </p:nvSpPr>
        <p:spPr>
          <a:xfrm>
            <a:off x="7214616" y="4517136"/>
            <a:ext cx="118872" cy="118872"/>
          </a:xfrm>
          <a:prstGeom prst="rect">
            <a:avLst/>
          </a:prstGeom>
          <a:solidFill>
            <a:schemeClr val="bg2"/>
          </a:solidFill>
          <a:ln w="6350">
            <a:solidFill>
              <a:schemeClr val="bg1"/>
            </a:solidFill>
            <a:prstDash val="solid"/>
          </a:ln>
        </p:spPr>
        <p:txBody>
          <a:bodyPr/>
          <a:lstStyle/>
          <a:p>
            <a:endParaRPr lang="ja-JP" altLang="en-US"/>
          </a:p>
        </p:txBody>
      </p:sp>
      <p:sp>
        <p:nvSpPr>
          <p:cNvPr id="771" name="Shape 768"/>
          <p:cNvSpPr/>
          <p:nvPr/>
        </p:nvSpPr>
        <p:spPr>
          <a:xfrm>
            <a:off x="7342632" y="4517136"/>
            <a:ext cx="118872" cy="118872"/>
          </a:xfrm>
          <a:prstGeom prst="rect">
            <a:avLst/>
          </a:prstGeom>
          <a:solidFill>
            <a:schemeClr val="accent5">
              <a:alpha val="11000"/>
            </a:schemeClr>
          </a:solidFill>
          <a:ln w="6350">
            <a:solidFill>
              <a:schemeClr val="bg1"/>
            </a:solidFill>
            <a:prstDash val="solid"/>
          </a:ln>
        </p:spPr>
        <p:txBody>
          <a:bodyPr/>
          <a:lstStyle/>
          <a:p>
            <a:endParaRPr lang="ja-JP" altLang="en-US"/>
          </a:p>
        </p:txBody>
      </p:sp>
      <p:sp>
        <p:nvSpPr>
          <p:cNvPr id="772" name="Shape 769"/>
          <p:cNvSpPr/>
          <p:nvPr/>
        </p:nvSpPr>
        <p:spPr>
          <a:xfrm>
            <a:off x="7470648" y="4517136"/>
            <a:ext cx="118872" cy="118872"/>
          </a:xfrm>
          <a:prstGeom prst="rect">
            <a:avLst/>
          </a:prstGeom>
          <a:solidFill>
            <a:schemeClr val="accent5">
              <a:alpha val="15000"/>
            </a:schemeClr>
          </a:solidFill>
          <a:ln w="6350">
            <a:solidFill>
              <a:schemeClr val="bg1"/>
            </a:solidFill>
            <a:prstDash val="solid"/>
          </a:ln>
        </p:spPr>
        <p:txBody>
          <a:bodyPr/>
          <a:lstStyle/>
          <a:p>
            <a:endParaRPr lang="ja-JP" altLang="en-US"/>
          </a:p>
        </p:txBody>
      </p:sp>
      <p:sp>
        <p:nvSpPr>
          <p:cNvPr id="773" name="Shape 770"/>
          <p:cNvSpPr/>
          <p:nvPr/>
        </p:nvSpPr>
        <p:spPr>
          <a:xfrm>
            <a:off x="7598664" y="4517136"/>
            <a:ext cx="118872" cy="118872"/>
          </a:xfrm>
          <a:prstGeom prst="rect">
            <a:avLst/>
          </a:prstGeom>
          <a:solidFill>
            <a:schemeClr val="accent3">
              <a:alpha val="87000"/>
            </a:schemeClr>
          </a:solidFill>
          <a:ln w="6350">
            <a:solidFill>
              <a:schemeClr val="bg1"/>
            </a:solidFill>
            <a:prstDash val="solid"/>
          </a:ln>
        </p:spPr>
        <p:txBody>
          <a:bodyPr/>
          <a:lstStyle/>
          <a:p>
            <a:endParaRPr lang="ja-JP" altLang="en-US"/>
          </a:p>
        </p:txBody>
      </p:sp>
      <p:sp>
        <p:nvSpPr>
          <p:cNvPr id="774" name="Shape 771"/>
          <p:cNvSpPr/>
          <p:nvPr/>
        </p:nvSpPr>
        <p:spPr>
          <a:xfrm>
            <a:off x="7726680" y="4517136"/>
            <a:ext cx="118872" cy="118872"/>
          </a:xfrm>
          <a:prstGeom prst="rect">
            <a:avLst/>
          </a:prstGeom>
          <a:solidFill>
            <a:schemeClr val="accent3"/>
          </a:solidFill>
          <a:ln w="6350">
            <a:solidFill>
              <a:schemeClr val="bg1"/>
            </a:solidFill>
            <a:prstDash val="solid"/>
          </a:ln>
        </p:spPr>
        <p:txBody>
          <a:bodyPr/>
          <a:lstStyle/>
          <a:p>
            <a:endParaRPr lang="ja-JP" altLang="en-US"/>
          </a:p>
        </p:txBody>
      </p:sp>
      <p:sp>
        <p:nvSpPr>
          <p:cNvPr id="775" name="Shape 772"/>
          <p:cNvSpPr/>
          <p:nvPr/>
        </p:nvSpPr>
        <p:spPr>
          <a:xfrm>
            <a:off x="7854696" y="4517136"/>
            <a:ext cx="118872" cy="118872"/>
          </a:xfrm>
          <a:prstGeom prst="rect">
            <a:avLst/>
          </a:prstGeom>
          <a:solidFill>
            <a:schemeClr val="bg2"/>
          </a:solidFill>
          <a:ln w="6350">
            <a:solidFill>
              <a:schemeClr val="bg1"/>
            </a:solidFill>
            <a:prstDash val="solid"/>
          </a:ln>
        </p:spPr>
        <p:txBody>
          <a:bodyPr/>
          <a:lstStyle/>
          <a:p>
            <a:endParaRPr lang="ja-JP" altLang="en-US"/>
          </a:p>
        </p:txBody>
      </p:sp>
      <p:sp>
        <p:nvSpPr>
          <p:cNvPr id="776" name="Shape 773"/>
          <p:cNvSpPr/>
          <p:nvPr/>
        </p:nvSpPr>
        <p:spPr>
          <a:xfrm>
            <a:off x="7982712" y="4517136"/>
            <a:ext cx="118872" cy="118872"/>
          </a:xfrm>
          <a:prstGeom prst="rect">
            <a:avLst/>
          </a:prstGeom>
          <a:solidFill>
            <a:schemeClr val="bg2"/>
          </a:solidFill>
          <a:ln w="6350">
            <a:solidFill>
              <a:schemeClr val="bg1"/>
            </a:solidFill>
            <a:prstDash val="solid"/>
          </a:ln>
        </p:spPr>
        <p:txBody>
          <a:bodyPr/>
          <a:lstStyle/>
          <a:p>
            <a:endParaRPr lang="ja-JP" altLang="en-US"/>
          </a:p>
        </p:txBody>
      </p:sp>
      <p:sp>
        <p:nvSpPr>
          <p:cNvPr id="777" name="Shape 774"/>
          <p:cNvSpPr/>
          <p:nvPr/>
        </p:nvSpPr>
        <p:spPr>
          <a:xfrm>
            <a:off x="7086600" y="4645152"/>
            <a:ext cx="118872" cy="118872"/>
          </a:xfrm>
          <a:prstGeom prst="rect">
            <a:avLst/>
          </a:prstGeom>
          <a:solidFill>
            <a:schemeClr val="bg2"/>
          </a:solidFill>
          <a:ln w="6350">
            <a:solidFill>
              <a:schemeClr val="bg1"/>
            </a:solidFill>
            <a:prstDash val="solid"/>
          </a:ln>
        </p:spPr>
        <p:txBody>
          <a:bodyPr/>
          <a:lstStyle/>
          <a:p>
            <a:endParaRPr lang="ja-JP" altLang="en-US"/>
          </a:p>
        </p:txBody>
      </p:sp>
      <p:sp>
        <p:nvSpPr>
          <p:cNvPr id="778" name="Shape 775"/>
          <p:cNvSpPr/>
          <p:nvPr/>
        </p:nvSpPr>
        <p:spPr>
          <a:xfrm>
            <a:off x="7214616" y="4645152"/>
            <a:ext cx="118872" cy="118872"/>
          </a:xfrm>
          <a:prstGeom prst="rect">
            <a:avLst/>
          </a:prstGeom>
          <a:solidFill>
            <a:schemeClr val="bg2"/>
          </a:solidFill>
          <a:ln w="6350">
            <a:solidFill>
              <a:schemeClr val="bg1"/>
            </a:solidFill>
            <a:prstDash val="solid"/>
          </a:ln>
        </p:spPr>
        <p:txBody>
          <a:bodyPr/>
          <a:lstStyle/>
          <a:p>
            <a:endParaRPr lang="ja-JP" altLang="en-US"/>
          </a:p>
        </p:txBody>
      </p:sp>
      <p:sp>
        <p:nvSpPr>
          <p:cNvPr id="779" name="Shape 776"/>
          <p:cNvSpPr/>
          <p:nvPr/>
        </p:nvSpPr>
        <p:spPr>
          <a:xfrm>
            <a:off x="7342632" y="4645152"/>
            <a:ext cx="118872" cy="118872"/>
          </a:xfrm>
          <a:prstGeom prst="rect">
            <a:avLst/>
          </a:prstGeom>
          <a:solidFill>
            <a:schemeClr val="bg2"/>
          </a:solidFill>
          <a:ln w="6350">
            <a:solidFill>
              <a:schemeClr val="bg1"/>
            </a:solidFill>
            <a:prstDash val="solid"/>
          </a:ln>
        </p:spPr>
        <p:txBody>
          <a:bodyPr/>
          <a:lstStyle/>
          <a:p>
            <a:endParaRPr lang="ja-JP" altLang="en-US"/>
          </a:p>
        </p:txBody>
      </p:sp>
      <p:sp>
        <p:nvSpPr>
          <p:cNvPr id="780" name="Shape 777"/>
          <p:cNvSpPr/>
          <p:nvPr/>
        </p:nvSpPr>
        <p:spPr>
          <a:xfrm>
            <a:off x="7470648" y="4645152"/>
            <a:ext cx="118872" cy="118872"/>
          </a:xfrm>
          <a:prstGeom prst="rect">
            <a:avLst/>
          </a:prstGeom>
          <a:solidFill>
            <a:schemeClr val="accent5">
              <a:alpha val="9000"/>
            </a:schemeClr>
          </a:solidFill>
          <a:ln w="6350">
            <a:solidFill>
              <a:schemeClr val="bg1"/>
            </a:solidFill>
            <a:prstDash val="solid"/>
          </a:ln>
        </p:spPr>
        <p:txBody>
          <a:bodyPr/>
          <a:lstStyle/>
          <a:p>
            <a:endParaRPr lang="ja-JP" altLang="en-US"/>
          </a:p>
        </p:txBody>
      </p:sp>
      <p:sp>
        <p:nvSpPr>
          <p:cNvPr id="781" name="Shape 778"/>
          <p:cNvSpPr/>
          <p:nvPr/>
        </p:nvSpPr>
        <p:spPr>
          <a:xfrm>
            <a:off x="7598664" y="4645152"/>
            <a:ext cx="118872" cy="118872"/>
          </a:xfrm>
          <a:prstGeom prst="rect">
            <a:avLst/>
          </a:prstGeom>
          <a:solidFill>
            <a:schemeClr val="accent3"/>
          </a:solidFill>
          <a:ln w="6350">
            <a:solidFill>
              <a:schemeClr val="bg1"/>
            </a:solidFill>
            <a:prstDash val="solid"/>
          </a:ln>
        </p:spPr>
        <p:txBody>
          <a:bodyPr/>
          <a:lstStyle/>
          <a:p>
            <a:endParaRPr lang="ja-JP" altLang="en-US"/>
          </a:p>
        </p:txBody>
      </p:sp>
      <p:sp>
        <p:nvSpPr>
          <p:cNvPr id="782" name="Shape 779"/>
          <p:cNvSpPr/>
          <p:nvPr/>
        </p:nvSpPr>
        <p:spPr>
          <a:xfrm>
            <a:off x="7726680" y="4645152"/>
            <a:ext cx="118872" cy="118872"/>
          </a:xfrm>
          <a:prstGeom prst="rect">
            <a:avLst/>
          </a:prstGeom>
          <a:solidFill>
            <a:schemeClr val="accent3">
              <a:alpha val="61000"/>
            </a:schemeClr>
          </a:solidFill>
          <a:ln w="6350">
            <a:solidFill>
              <a:schemeClr val="bg1"/>
            </a:solidFill>
            <a:prstDash val="solid"/>
          </a:ln>
        </p:spPr>
        <p:txBody>
          <a:bodyPr/>
          <a:lstStyle/>
          <a:p>
            <a:endParaRPr lang="ja-JP" altLang="en-US"/>
          </a:p>
        </p:txBody>
      </p:sp>
      <p:sp>
        <p:nvSpPr>
          <p:cNvPr id="783" name="Shape 780"/>
          <p:cNvSpPr/>
          <p:nvPr/>
        </p:nvSpPr>
        <p:spPr>
          <a:xfrm>
            <a:off x="7854696" y="4645152"/>
            <a:ext cx="118872" cy="118872"/>
          </a:xfrm>
          <a:prstGeom prst="rect">
            <a:avLst/>
          </a:prstGeom>
          <a:solidFill>
            <a:schemeClr val="bg2"/>
          </a:solidFill>
          <a:ln w="6350">
            <a:solidFill>
              <a:schemeClr val="bg1"/>
            </a:solidFill>
            <a:prstDash val="solid"/>
          </a:ln>
        </p:spPr>
        <p:txBody>
          <a:bodyPr/>
          <a:lstStyle/>
          <a:p>
            <a:endParaRPr lang="ja-JP" altLang="en-US"/>
          </a:p>
        </p:txBody>
      </p:sp>
      <p:sp>
        <p:nvSpPr>
          <p:cNvPr id="784" name="Shape 781"/>
          <p:cNvSpPr/>
          <p:nvPr/>
        </p:nvSpPr>
        <p:spPr>
          <a:xfrm>
            <a:off x="7982712" y="4645152"/>
            <a:ext cx="118872" cy="118872"/>
          </a:xfrm>
          <a:prstGeom prst="rect">
            <a:avLst/>
          </a:prstGeom>
          <a:solidFill>
            <a:schemeClr val="bg2"/>
          </a:solidFill>
          <a:ln w="6350">
            <a:solidFill>
              <a:schemeClr val="bg1"/>
            </a:solidFill>
            <a:prstDash val="solid"/>
          </a:ln>
        </p:spPr>
        <p:txBody>
          <a:bodyPr/>
          <a:lstStyle/>
          <a:p>
            <a:endParaRPr lang="ja-JP" altLang="en-US"/>
          </a:p>
        </p:txBody>
      </p:sp>
      <p:sp>
        <p:nvSpPr>
          <p:cNvPr id="785" name="Text 782"/>
          <p:cNvSpPr txBox="1"/>
          <p:nvPr/>
        </p:nvSpPr>
        <p:spPr>
          <a:xfrm>
            <a:off x="8275320" y="3749040"/>
            <a:ext cx="3200400" cy="914400"/>
          </a:xfrm>
          <a:prstGeom prst="rect">
            <a:avLst/>
          </a:prstGeom>
          <a:noFill/>
          <a:ln/>
        </p:spPr>
        <p:txBody>
          <a:bodyPr wrap="square" lIns="0" tIns="0" rIns="0" bIns="0" rtlCol="0" anchor="t"/>
          <a:lstStyle/>
          <a:p>
            <a:pPr marL="0" indent="0">
              <a:buNone/>
            </a:pPr>
            <a:r>
              <a:rPr lang="en-US" sz="1300" dirty="0">
                <a:solidFill>
                  <a:schemeClr val="tx2"/>
                </a:solidFill>
              </a:rPr>
              <a:t>軸2　0・6 → 9　出力の動きの8%</a:t>
            </a:r>
            <a:endParaRPr lang="en-US" sz="1300" dirty="0"/>
          </a:p>
          <a:p>
            <a:pPr marL="0" indent="0">
              <a:buNone/>
            </a:pPr>
            <a:r>
              <a:rPr lang="en-US" sz="1300" dirty="0">
                <a:solidFill>
                  <a:schemeClr val="tx2"/>
                </a:solidFill>
              </a:rPr>
              <a:t>9らしく見せる領域（黄）</a:t>
            </a:r>
            <a:endParaRPr lang="en-US" sz="1300" dirty="0"/>
          </a:p>
        </p:txBody>
      </p:sp>
      <p:sp>
        <p:nvSpPr>
          <p:cNvPr id="787" name="Shape 784"/>
          <p:cNvSpPr/>
          <p:nvPr/>
        </p:nvSpPr>
        <p:spPr>
          <a:xfrm>
            <a:off x="548640" y="5394960"/>
            <a:ext cx="11064240" cy="731520"/>
          </a:xfrm>
          <a:prstGeom prst="roundRect">
            <a:avLst>
              <a:gd name="adj" fmla="val 14118"/>
            </a:avLst>
          </a:prstGeom>
          <a:ln/>
        </p:spPr>
        <p:style>
          <a:lnRef idx="2">
            <a:schemeClr val="accent2"/>
          </a:lnRef>
          <a:fillRef idx="1">
            <a:schemeClr val="lt1"/>
          </a:fillRef>
          <a:effectRef idx="0">
            <a:schemeClr val="accent2"/>
          </a:effectRef>
          <a:fontRef idx="minor">
            <a:schemeClr val="dk1"/>
          </a:fontRef>
        </p:style>
        <p:txBody>
          <a:bodyPr/>
          <a:lstStyle/>
          <a:p>
            <a:pPr algn="ctr"/>
            <a:r>
              <a:rPr lang="en-US" altLang="ja-JP" sz="2800" b="1" dirty="0"/>
              <a:t>　</a:t>
            </a:r>
            <a:r>
              <a:rPr lang="en-US" altLang="ja-JP" sz="2800" b="1" dirty="0" err="1"/>
              <a:t>LIMEに劣らない忠実さを保ったまま，解釈しやすさを上げる</a:t>
            </a:r>
            <a:endParaRPr lang="en-US" altLang="ja-JP" sz="2800" dirty="0"/>
          </a:p>
        </p:txBody>
      </p:sp>
      <p:pic>
        <p:nvPicPr>
          <p:cNvPr id="788" name="Picture 787" descr="ten_heatmaps.png"/>
          <p:cNvPicPr>
            <a:picLocks noChangeAspect="1"/>
          </p:cNvPicPr>
          <p:nvPr/>
        </p:nvPicPr>
        <p:blipFill>
          <a:blip r:embed="rId3"/>
          <a:stretch>
            <a:fillRect/>
          </a:stretch>
        </p:blipFill>
        <p:spPr>
          <a:xfrm>
            <a:off x="713232" y="2194560"/>
            <a:ext cx="3017520" cy="292018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a:spLocks noGrp="1"/>
          </p:cNvSpPr>
          <p:nvPr>
            <p:ph type="title" idx="101"/>
          </p:nvPr>
        </p:nvSpPr>
        <p:spPr>
          <a:prstGeom prst="rect">
            <a:avLst/>
          </a:prstGeom>
          <a:noFill/>
          <a:ln/>
        </p:spPr>
        <p:txBody>
          <a:bodyPr wrap="square" lIns="0" tIns="0" rIns="0" bIns="0" rtlCol="0" anchor="ctr"/>
          <a:lstStyle/>
          <a:p>
            <a:pPr marL="0" indent="0" algn="l">
              <a:buNone/>
            </a:pPr>
            <a:r>
              <a:rPr lang="en-US" sz="3000" b="1" dirty="0">
                <a:solidFill>
                  <a:schemeClr val="tx1"/>
                </a:solidFill>
              </a:rPr>
              <a:t>目次</a:t>
            </a:r>
            <a:endParaRPr lang="en-US" sz="30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5"/>
                </a:solidFill>
              </a:defRPr>
            </a:lvl1pPr>
          </a:lstStyle>
          <a:p>
            <a:pPr algn="r"/>
            <a:fld id="{F7021451-1387-4CA6-816F-3879F97B5CBC}" type="slidenum">
              <a:rPr lang="en-US" b="0"/>
              <a:t>12</a:t>
            </a:fld>
            <a:endParaRPr lang="en-US"/>
          </a:p>
        </p:txBody>
      </p:sp>
      <p:sp>
        <p:nvSpPr>
          <p:cNvPr id="4" name="Shape 1"/>
          <p:cNvSpPr/>
          <p:nvPr/>
        </p:nvSpPr>
        <p:spPr>
          <a:xfrm>
            <a:off x="822960" y="1371600"/>
            <a:ext cx="548640" cy="548640"/>
          </a:xfrm>
          <a:prstGeom prst="ellipse">
            <a:avLst/>
          </a:prstGeom>
          <a:solidFill>
            <a:schemeClr val="accent5">
              <a:alpha val="45000"/>
            </a:schemeClr>
          </a:solidFill>
          <a:ln w="12700">
            <a:solidFill>
              <a:schemeClr val="accent5">
                <a:alpha val="45000"/>
              </a:schemeClr>
            </a:solidFill>
            <a:prstDash val="solid"/>
          </a:ln>
        </p:spPr>
        <p:txBody>
          <a:bodyPr/>
          <a:lstStyle/>
          <a:p>
            <a:endParaRPr lang="ja-JP" altLang="en-US"/>
          </a:p>
        </p:txBody>
      </p:sp>
      <p:sp>
        <p:nvSpPr>
          <p:cNvPr id="5" name="Text 2"/>
          <p:cNvSpPr txBox="1"/>
          <p:nvPr/>
        </p:nvSpPr>
        <p:spPr>
          <a:xfrm>
            <a:off x="822960" y="1371600"/>
            <a:ext cx="548640" cy="548640"/>
          </a:xfrm>
          <a:prstGeom prst="rect">
            <a:avLst/>
          </a:prstGeom>
          <a:noFill/>
          <a:ln/>
        </p:spPr>
        <p:txBody>
          <a:bodyPr wrap="square" lIns="0" tIns="0" rIns="0" bIns="0" rtlCol="0" anchor="ctr"/>
          <a:lstStyle/>
          <a:p>
            <a:pPr marL="0" indent="0" algn="ctr">
              <a:buNone/>
            </a:pPr>
            <a:r>
              <a:rPr lang="en-US" sz="2000" b="1" dirty="0">
                <a:solidFill>
                  <a:schemeClr val="bg1"/>
                </a:solidFill>
              </a:rPr>
              <a:t>1</a:t>
            </a:r>
            <a:endParaRPr lang="en-US" sz="2000" dirty="0"/>
          </a:p>
        </p:txBody>
      </p:sp>
      <p:sp>
        <p:nvSpPr>
          <p:cNvPr id="6" name="Text 3"/>
          <p:cNvSpPr txBox="1"/>
          <p:nvPr/>
        </p:nvSpPr>
        <p:spPr>
          <a:xfrm>
            <a:off x="1645920" y="1325880"/>
            <a:ext cx="3291840" cy="640080"/>
          </a:xfrm>
          <a:prstGeom prst="rect">
            <a:avLst/>
          </a:prstGeom>
          <a:noFill/>
          <a:ln/>
        </p:spPr>
        <p:txBody>
          <a:bodyPr wrap="square" lIns="0" tIns="0" rIns="0" bIns="0" rtlCol="0" anchor="ctr"/>
          <a:lstStyle/>
          <a:p>
            <a:pPr marL="0" indent="0">
              <a:buNone/>
            </a:pPr>
            <a:r>
              <a:rPr lang="en-US" sz="2400" b="1" dirty="0">
                <a:solidFill>
                  <a:schemeClr val="tx1">
                    <a:alpha val="30000"/>
                  </a:schemeClr>
                </a:solidFill>
              </a:rPr>
              <a:t>導入</a:t>
            </a:r>
            <a:endParaRPr lang="en-US" sz="2400" dirty="0"/>
          </a:p>
        </p:txBody>
      </p:sp>
      <p:sp>
        <p:nvSpPr>
          <p:cNvPr id="7" name="Text 4"/>
          <p:cNvSpPr txBox="1"/>
          <p:nvPr/>
        </p:nvSpPr>
        <p:spPr>
          <a:xfrm>
            <a:off x="4937760" y="1325880"/>
            <a:ext cx="6492240" cy="640080"/>
          </a:xfrm>
          <a:prstGeom prst="rect">
            <a:avLst/>
          </a:prstGeom>
          <a:noFill/>
          <a:ln/>
        </p:spPr>
        <p:txBody>
          <a:bodyPr wrap="square" lIns="0" tIns="0" rIns="0" bIns="0" rtlCol="0" anchor="ctr"/>
          <a:lstStyle/>
          <a:p>
            <a:pPr marL="0" indent="0">
              <a:buNone/>
            </a:pPr>
            <a:r>
              <a:rPr lang="en-US" sz="1600" dirty="0">
                <a:solidFill>
                  <a:schemeClr val="tx1">
                    <a:alpha val="25000"/>
                  </a:schemeClr>
                </a:solidFill>
              </a:rPr>
              <a:t>今日の問い</a:t>
            </a:r>
            <a:endParaRPr lang="en-US" sz="1600" dirty="0"/>
          </a:p>
        </p:txBody>
      </p:sp>
      <p:sp>
        <p:nvSpPr>
          <p:cNvPr id="8" name="Shape 5"/>
          <p:cNvSpPr/>
          <p:nvPr/>
        </p:nvSpPr>
        <p:spPr>
          <a:xfrm>
            <a:off x="822960" y="2331720"/>
            <a:ext cx="548640" cy="548640"/>
          </a:xfrm>
          <a:prstGeom prst="ellipse">
            <a:avLst/>
          </a:prstGeom>
          <a:solidFill>
            <a:schemeClr val="accent5">
              <a:alpha val="45000"/>
            </a:schemeClr>
          </a:solidFill>
          <a:ln w="12700">
            <a:solidFill>
              <a:schemeClr val="accent5">
                <a:alpha val="45000"/>
              </a:schemeClr>
            </a:solidFill>
            <a:prstDash val="solid"/>
          </a:ln>
        </p:spPr>
        <p:txBody>
          <a:bodyPr/>
          <a:lstStyle/>
          <a:p>
            <a:endParaRPr lang="ja-JP" altLang="en-US"/>
          </a:p>
        </p:txBody>
      </p:sp>
      <p:sp>
        <p:nvSpPr>
          <p:cNvPr id="9" name="Text 6"/>
          <p:cNvSpPr txBox="1"/>
          <p:nvPr/>
        </p:nvSpPr>
        <p:spPr>
          <a:xfrm>
            <a:off x="822960" y="2331720"/>
            <a:ext cx="548640" cy="548640"/>
          </a:xfrm>
          <a:prstGeom prst="rect">
            <a:avLst/>
          </a:prstGeom>
          <a:noFill/>
          <a:ln/>
        </p:spPr>
        <p:txBody>
          <a:bodyPr wrap="square" lIns="0" tIns="0" rIns="0" bIns="0" rtlCol="0" anchor="ctr"/>
          <a:lstStyle/>
          <a:p>
            <a:pPr marL="0" indent="0" algn="ctr">
              <a:buNone/>
            </a:pPr>
            <a:r>
              <a:rPr lang="en-US" sz="2000" b="1" dirty="0">
                <a:solidFill>
                  <a:schemeClr val="bg1"/>
                </a:solidFill>
              </a:rPr>
              <a:t>2</a:t>
            </a:r>
            <a:endParaRPr lang="en-US" sz="2000" dirty="0"/>
          </a:p>
        </p:txBody>
      </p:sp>
      <p:sp>
        <p:nvSpPr>
          <p:cNvPr id="10" name="Text 7"/>
          <p:cNvSpPr txBox="1"/>
          <p:nvPr/>
        </p:nvSpPr>
        <p:spPr>
          <a:xfrm>
            <a:off x="1645920" y="2286000"/>
            <a:ext cx="3291840" cy="640080"/>
          </a:xfrm>
          <a:prstGeom prst="rect">
            <a:avLst/>
          </a:prstGeom>
          <a:noFill/>
          <a:ln/>
        </p:spPr>
        <p:txBody>
          <a:bodyPr wrap="square" lIns="0" tIns="0" rIns="0" bIns="0" rtlCol="0" anchor="ctr"/>
          <a:lstStyle/>
          <a:p>
            <a:pPr marL="0" indent="0">
              <a:buNone/>
            </a:pPr>
            <a:r>
              <a:rPr lang="en-US" sz="2400" b="1" dirty="0">
                <a:solidFill>
                  <a:schemeClr val="tx1">
                    <a:alpha val="30000"/>
                  </a:schemeClr>
                </a:solidFill>
              </a:rPr>
              <a:t>問題と発想</a:t>
            </a:r>
            <a:endParaRPr lang="en-US" sz="2400" dirty="0"/>
          </a:p>
        </p:txBody>
      </p:sp>
      <p:sp>
        <p:nvSpPr>
          <p:cNvPr id="11" name="Text 8"/>
          <p:cNvSpPr txBox="1"/>
          <p:nvPr/>
        </p:nvSpPr>
        <p:spPr>
          <a:xfrm>
            <a:off x="4937760" y="2286000"/>
            <a:ext cx="6492240" cy="640080"/>
          </a:xfrm>
          <a:prstGeom prst="rect">
            <a:avLst/>
          </a:prstGeom>
          <a:noFill/>
          <a:ln/>
        </p:spPr>
        <p:txBody>
          <a:bodyPr wrap="square" lIns="0" tIns="0" rIns="0" bIns="0" rtlCol="0" anchor="ctr"/>
          <a:lstStyle/>
          <a:p>
            <a:pPr marL="0" indent="0">
              <a:buNone/>
            </a:pPr>
            <a:r>
              <a:rPr lang="en-US" sz="1600" dirty="0">
                <a:solidFill>
                  <a:schemeClr val="tx1">
                    <a:alpha val="25000"/>
                  </a:schemeClr>
                </a:solidFill>
              </a:rPr>
              <a:t>LIMEのおさらい，多クラスLIMEの問題，クラス側をまとめる発想，目標</a:t>
            </a:r>
            <a:endParaRPr lang="en-US" sz="1600" dirty="0"/>
          </a:p>
        </p:txBody>
      </p:sp>
      <p:sp>
        <p:nvSpPr>
          <p:cNvPr id="12" name="Shape 9"/>
          <p:cNvSpPr/>
          <p:nvPr/>
        </p:nvSpPr>
        <p:spPr>
          <a:xfrm>
            <a:off x="548640" y="3136392"/>
            <a:ext cx="11064240" cy="868680"/>
          </a:xfrm>
          <a:prstGeom prst="roundRect">
            <a:avLst>
              <a:gd name="adj" fmla="val 12632"/>
            </a:avLst>
          </a:prstGeom>
          <a:noFill/>
          <a:ln w="28575">
            <a:solidFill>
              <a:schemeClr val="accent2"/>
            </a:solidFill>
            <a:prstDash val="solid"/>
          </a:ln>
        </p:spPr>
        <p:txBody>
          <a:bodyPr/>
          <a:lstStyle/>
          <a:p>
            <a:endParaRPr lang="ja-JP" altLang="en-US"/>
          </a:p>
        </p:txBody>
      </p:sp>
      <p:sp>
        <p:nvSpPr>
          <p:cNvPr id="13" name="Shape 10"/>
          <p:cNvSpPr/>
          <p:nvPr/>
        </p:nvSpPr>
        <p:spPr>
          <a:xfrm>
            <a:off x="822960" y="3291840"/>
            <a:ext cx="548640" cy="548640"/>
          </a:xfrm>
          <a:prstGeom prst="ellipse">
            <a:avLst/>
          </a:prstGeom>
          <a:solidFill>
            <a:schemeClr val="accent1"/>
          </a:solidFill>
          <a:ln w="12700">
            <a:solidFill>
              <a:schemeClr val="accent1"/>
            </a:solidFill>
            <a:prstDash val="solid"/>
          </a:ln>
        </p:spPr>
        <p:txBody>
          <a:bodyPr/>
          <a:lstStyle/>
          <a:p>
            <a:endParaRPr lang="ja-JP" altLang="en-US"/>
          </a:p>
        </p:txBody>
      </p:sp>
      <p:sp>
        <p:nvSpPr>
          <p:cNvPr id="14" name="Text 11"/>
          <p:cNvSpPr txBox="1"/>
          <p:nvPr/>
        </p:nvSpPr>
        <p:spPr>
          <a:xfrm>
            <a:off x="822960" y="3291840"/>
            <a:ext cx="548640" cy="548640"/>
          </a:xfrm>
          <a:prstGeom prst="rect">
            <a:avLst/>
          </a:prstGeom>
          <a:noFill/>
          <a:ln/>
        </p:spPr>
        <p:txBody>
          <a:bodyPr wrap="square" lIns="0" tIns="0" rIns="0" bIns="0" rtlCol="0" anchor="ctr"/>
          <a:lstStyle/>
          <a:p>
            <a:pPr marL="0" indent="0" algn="ctr">
              <a:buNone/>
            </a:pPr>
            <a:r>
              <a:rPr lang="en-US" sz="2000" b="1" dirty="0">
                <a:solidFill>
                  <a:schemeClr val="bg1"/>
                </a:solidFill>
              </a:rPr>
              <a:t>3</a:t>
            </a:r>
            <a:endParaRPr lang="en-US" sz="2000" dirty="0"/>
          </a:p>
        </p:txBody>
      </p:sp>
      <p:sp>
        <p:nvSpPr>
          <p:cNvPr id="15" name="Text 12"/>
          <p:cNvSpPr txBox="1"/>
          <p:nvPr/>
        </p:nvSpPr>
        <p:spPr>
          <a:xfrm>
            <a:off x="1645920" y="3246120"/>
            <a:ext cx="3291840" cy="640080"/>
          </a:xfrm>
          <a:prstGeom prst="rect">
            <a:avLst/>
          </a:prstGeom>
          <a:noFill/>
          <a:ln/>
        </p:spPr>
        <p:txBody>
          <a:bodyPr wrap="square" lIns="0" tIns="0" rIns="0" bIns="0" rtlCol="0" anchor="ctr"/>
          <a:lstStyle/>
          <a:p>
            <a:pPr marL="0" indent="0">
              <a:buNone/>
            </a:pPr>
            <a:r>
              <a:rPr lang="en-US" sz="2400" b="1" dirty="0">
                <a:solidFill>
                  <a:schemeClr val="tx1"/>
                </a:solidFill>
              </a:rPr>
              <a:t>手法と仮定</a:t>
            </a:r>
            <a:endParaRPr lang="en-US" sz="2400" dirty="0"/>
          </a:p>
        </p:txBody>
      </p:sp>
      <p:sp>
        <p:nvSpPr>
          <p:cNvPr id="16" name="Text 13"/>
          <p:cNvSpPr txBox="1"/>
          <p:nvPr/>
        </p:nvSpPr>
        <p:spPr>
          <a:xfrm>
            <a:off x="4937760" y="3246120"/>
            <a:ext cx="6492240" cy="640080"/>
          </a:xfrm>
          <a:prstGeom prst="rect">
            <a:avLst/>
          </a:prstGeom>
          <a:noFill/>
          <a:ln/>
        </p:spPr>
        <p:txBody>
          <a:bodyPr wrap="square" lIns="0" tIns="0" rIns="0" bIns="0" rtlCol="0" anchor="ctr"/>
          <a:lstStyle/>
          <a:p>
            <a:pPr marL="0" indent="0">
              <a:buNone/>
            </a:pPr>
            <a:r>
              <a:rPr lang="en-US" sz="1600" dirty="0">
                <a:solidFill>
                  <a:schemeClr val="tx2"/>
                </a:solidFill>
              </a:rPr>
              <a:t>手順，成り立つための仮定</a:t>
            </a:r>
            <a:endParaRPr lang="en-US" sz="1600" dirty="0"/>
          </a:p>
        </p:txBody>
      </p:sp>
      <p:sp>
        <p:nvSpPr>
          <p:cNvPr id="17" name="Shape 14"/>
          <p:cNvSpPr/>
          <p:nvPr/>
        </p:nvSpPr>
        <p:spPr>
          <a:xfrm>
            <a:off x="822960" y="4251960"/>
            <a:ext cx="548640" cy="548640"/>
          </a:xfrm>
          <a:prstGeom prst="ellipse">
            <a:avLst/>
          </a:prstGeom>
          <a:solidFill>
            <a:schemeClr val="accent5">
              <a:alpha val="45000"/>
            </a:schemeClr>
          </a:solidFill>
          <a:ln w="12700">
            <a:solidFill>
              <a:schemeClr val="accent5">
                <a:alpha val="45000"/>
              </a:schemeClr>
            </a:solidFill>
            <a:prstDash val="solid"/>
          </a:ln>
        </p:spPr>
        <p:txBody>
          <a:bodyPr/>
          <a:lstStyle/>
          <a:p>
            <a:endParaRPr lang="ja-JP" altLang="en-US"/>
          </a:p>
        </p:txBody>
      </p:sp>
      <p:sp>
        <p:nvSpPr>
          <p:cNvPr id="18" name="Text 15"/>
          <p:cNvSpPr txBox="1"/>
          <p:nvPr/>
        </p:nvSpPr>
        <p:spPr>
          <a:xfrm>
            <a:off x="822960" y="4251960"/>
            <a:ext cx="548640" cy="548640"/>
          </a:xfrm>
          <a:prstGeom prst="rect">
            <a:avLst/>
          </a:prstGeom>
          <a:noFill/>
          <a:ln/>
        </p:spPr>
        <p:txBody>
          <a:bodyPr wrap="square" lIns="0" tIns="0" rIns="0" bIns="0" rtlCol="0" anchor="ctr"/>
          <a:lstStyle/>
          <a:p>
            <a:pPr marL="0" indent="0" algn="ctr">
              <a:buNone/>
            </a:pPr>
            <a:r>
              <a:rPr lang="en-US" sz="2000" b="1" dirty="0">
                <a:solidFill>
                  <a:schemeClr val="bg1"/>
                </a:solidFill>
              </a:rPr>
              <a:t>4</a:t>
            </a:r>
            <a:endParaRPr lang="en-US" sz="2000" dirty="0"/>
          </a:p>
        </p:txBody>
      </p:sp>
      <p:sp>
        <p:nvSpPr>
          <p:cNvPr id="19" name="Text 16"/>
          <p:cNvSpPr txBox="1"/>
          <p:nvPr/>
        </p:nvSpPr>
        <p:spPr>
          <a:xfrm>
            <a:off x="1645920" y="4206240"/>
            <a:ext cx="3291840" cy="640080"/>
          </a:xfrm>
          <a:prstGeom prst="rect">
            <a:avLst/>
          </a:prstGeom>
          <a:noFill/>
          <a:ln/>
        </p:spPr>
        <p:txBody>
          <a:bodyPr wrap="square" lIns="0" tIns="0" rIns="0" bIns="0" rtlCol="0" anchor="ctr"/>
          <a:lstStyle/>
          <a:p>
            <a:pPr marL="0" indent="0">
              <a:buNone/>
            </a:pPr>
            <a:r>
              <a:rPr lang="en-US" sz="2400" b="1" dirty="0">
                <a:solidFill>
                  <a:schemeClr val="tx1">
                    <a:alpha val="30000"/>
                  </a:schemeClr>
                </a:solidFill>
              </a:rPr>
              <a:t>実験</a:t>
            </a:r>
            <a:endParaRPr lang="en-US" sz="2400" dirty="0"/>
          </a:p>
        </p:txBody>
      </p:sp>
      <p:sp>
        <p:nvSpPr>
          <p:cNvPr id="20" name="Text 17"/>
          <p:cNvSpPr txBox="1"/>
          <p:nvPr/>
        </p:nvSpPr>
        <p:spPr>
          <a:xfrm>
            <a:off x="4937760" y="4206240"/>
            <a:ext cx="6492240" cy="640080"/>
          </a:xfrm>
          <a:prstGeom prst="rect">
            <a:avLst/>
          </a:prstGeom>
          <a:noFill/>
          <a:ln/>
        </p:spPr>
        <p:txBody>
          <a:bodyPr wrap="square" lIns="0" tIns="0" rIns="0" bIns="0" rtlCol="0" anchor="ctr"/>
          <a:lstStyle/>
          <a:p>
            <a:pPr marL="0" indent="0">
              <a:buNone/>
            </a:pPr>
            <a:r>
              <a:rPr lang="en-US" sz="1600" dirty="0">
                <a:solidFill>
                  <a:schemeClr val="tx1">
                    <a:alpha val="25000"/>
                  </a:schemeClr>
                </a:solidFill>
              </a:rPr>
              <a:t>仮定の確かめ方，実験の設定，結果</a:t>
            </a:r>
            <a:endParaRPr lang="en-US" sz="1600" dirty="0"/>
          </a:p>
        </p:txBody>
      </p:sp>
      <p:sp>
        <p:nvSpPr>
          <p:cNvPr id="21" name="Shape 18"/>
          <p:cNvSpPr/>
          <p:nvPr/>
        </p:nvSpPr>
        <p:spPr>
          <a:xfrm>
            <a:off x="822960" y="5212080"/>
            <a:ext cx="548640" cy="548640"/>
          </a:xfrm>
          <a:prstGeom prst="ellipse">
            <a:avLst/>
          </a:prstGeom>
          <a:solidFill>
            <a:schemeClr val="accent5">
              <a:alpha val="45000"/>
            </a:schemeClr>
          </a:solidFill>
          <a:ln w="12700">
            <a:solidFill>
              <a:schemeClr val="accent5">
                <a:alpha val="45000"/>
              </a:schemeClr>
            </a:solidFill>
            <a:prstDash val="solid"/>
          </a:ln>
        </p:spPr>
        <p:txBody>
          <a:bodyPr/>
          <a:lstStyle/>
          <a:p>
            <a:endParaRPr lang="ja-JP" altLang="en-US"/>
          </a:p>
        </p:txBody>
      </p:sp>
      <p:sp>
        <p:nvSpPr>
          <p:cNvPr id="22" name="Text 19"/>
          <p:cNvSpPr txBox="1"/>
          <p:nvPr/>
        </p:nvSpPr>
        <p:spPr>
          <a:xfrm>
            <a:off x="822960" y="5212080"/>
            <a:ext cx="548640" cy="548640"/>
          </a:xfrm>
          <a:prstGeom prst="rect">
            <a:avLst/>
          </a:prstGeom>
          <a:noFill/>
          <a:ln/>
        </p:spPr>
        <p:txBody>
          <a:bodyPr wrap="square" lIns="0" tIns="0" rIns="0" bIns="0" rtlCol="0" anchor="ctr"/>
          <a:lstStyle/>
          <a:p>
            <a:pPr marL="0" indent="0" algn="ctr">
              <a:buNone/>
            </a:pPr>
            <a:r>
              <a:rPr lang="en-US" sz="2000" b="1" dirty="0">
                <a:solidFill>
                  <a:schemeClr val="bg1"/>
                </a:solidFill>
              </a:rPr>
              <a:t>5</a:t>
            </a:r>
            <a:endParaRPr lang="en-US" sz="2000" dirty="0"/>
          </a:p>
        </p:txBody>
      </p:sp>
      <p:sp>
        <p:nvSpPr>
          <p:cNvPr id="23" name="Text 20"/>
          <p:cNvSpPr txBox="1"/>
          <p:nvPr/>
        </p:nvSpPr>
        <p:spPr>
          <a:xfrm>
            <a:off x="1645920" y="5166360"/>
            <a:ext cx="3291840" cy="640080"/>
          </a:xfrm>
          <a:prstGeom prst="rect">
            <a:avLst/>
          </a:prstGeom>
          <a:noFill/>
          <a:ln/>
        </p:spPr>
        <p:txBody>
          <a:bodyPr wrap="square" lIns="0" tIns="0" rIns="0" bIns="0" rtlCol="0" anchor="ctr"/>
          <a:lstStyle/>
          <a:p>
            <a:pPr marL="0" indent="0">
              <a:buNone/>
            </a:pPr>
            <a:r>
              <a:rPr lang="en-US" sz="2400" b="1" dirty="0">
                <a:solidFill>
                  <a:schemeClr val="tx1">
                    <a:alpha val="30000"/>
                  </a:schemeClr>
                </a:solidFill>
              </a:rPr>
              <a:t>課題と今後</a:t>
            </a:r>
            <a:endParaRPr lang="en-US" sz="2400" dirty="0"/>
          </a:p>
        </p:txBody>
      </p:sp>
      <p:sp>
        <p:nvSpPr>
          <p:cNvPr id="24" name="Text 21"/>
          <p:cNvSpPr txBox="1"/>
          <p:nvPr/>
        </p:nvSpPr>
        <p:spPr>
          <a:xfrm>
            <a:off x="4937760" y="5166360"/>
            <a:ext cx="6492240" cy="640080"/>
          </a:xfrm>
          <a:prstGeom prst="rect">
            <a:avLst/>
          </a:prstGeom>
          <a:noFill/>
          <a:ln/>
        </p:spPr>
        <p:txBody>
          <a:bodyPr wrap="square" lIns="0" tIns="0" rIns="0" bIns="0" rtlCol="0" anchor="ctr"/>
          <a:lstStyle/>
          <a:p>
            <a:pPr marL="0" indent="0">
              <a:buNone/>
            </a:pPr>
            <a:r>
              <a:rPr lang="en-US" sz="1600" dirty="0">
                <a:solidFill>
                  <a:schemeClr val="tx1">
                    <a:alpha val="25000"/>
                  </a:schemeClr>
                </a:solidFill>
              </a:rPr>
              <a:t>課題，今後の計画</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a:spLocks noGrp="1"/>
          </p:cNvSpPr>
          <p:nvPr>
            <p:ph type="title" idx="101"/>
          </p:nvPr>
        </p:nvSpPr>
        <p:spPr>
          <a:prstGeom prst="rect">
            <a:avLst/>
          </a:prstGeom>
          <a:noFill/>
          <a:ln/>
        </p:spPr>
        <p:txBody>
          <a:bodyPr wrap="square" lIns="0" tIns="0" rIns="0" bIns="0" rtlCol="0" anchor="ctr"/>
          <a:lstStyle/>
          <a:p>
            <a:pPr marL="0" indent="0" algn="l">
              <a:buNone/>
            </a:pPr>
            <a:r>
              <a:rPr lang="en-US" sz="3000" b="1" dirty="0">
                <a:solidFill>
                  <a:schemeClr val="tx1"/>
                </a:solidFill>
              </a:rPr>
              <a:t>手法</a:t>
            </a:r>
            <a:endParaRPr lang="en-US" sz="3000" dirty="0"/>
          </a:p>
        </p:txBody>
      </p:sp>
      <p:sp>
        <p:nvSpPr>
          <p:cNvPr id="19"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5"/>
                </a:solidFill>
              </a:defRPr>
            </a:lvl1pPr>
          </a:lstStyle>
          <a:p>
            <a:pPr algn="r"/>
            <a:fld id="{F7021451-1387-4CA6-816F-3879F97B5CBC}" type="slidenum">
              <a:rPr lang="en-US" b="0"/>
              <a:t>13</a:t>
            </a:fld>
            <a:endParaRPr lang="en-US"/>
          </a:p>
        </p:txBody>
      </p:sp>
      <p:sp>
        <p:nvSpPr>
          <p:cNvPr id="4" name="Shape 1"/>
          <p:cNvSpPr/>
          <p:nvPr/>
        </p:nvSpPr>
        <p:spPr>
          <a:xfrm>
            <a:off x="548640" y="1456509"/>
            <a:ext cx="411480" cy="411480"/>
          </a:xfrm>
          <a:prstGeom prst="ellipse">
            <a:avLst/>
          </a:prstGeom>
          <a:solidFill>
            <a:schemeClr val="tx1"/>
          </a:solidFill>
          <a:ln w="12700">
            <a:solidFill>
              <a:schemeClr val="tx1"/>
            </a:solidFill>
            <a:prstDash val="solid"/>
          </a:ln>
        </p:spPr>
        <p:txBody>
          <a:bodyPr/>
          <a:lstStyle/>
          <a:p>
            <a:endParaRPr lang="ja-JP" altLang="en-US"/>
          </a:p>
        </p:txBody>
      </p:sp>
      <p:sp>
        <p:nvSpPr>
          <p:cNvPr id="5" name="Text 2"/>
          <p:cNvSpPr txBox="1"/>
          <p:nvPr/>
        </p:nvSpPr>
        <p:spPr>
          <a:xfrm>
            <a:off x="548640" y="1456509"/>
            <a:ext cx="411480" cy="411480"/>
          </a:xfrm>
          <a:prstGeom prst="rect">
            <a:avLst/>
          </a:prstGeom>
          <a:noFill/>
          <a:ln/>
        </p:spPr>
        <p:txBody>
          <a:bodyPr wrap="square" lIns="0" tIns="0" rIns="0" bIns="0" rtlCol="0" anchor="ctr"/>
          <a:lstStyle/>
          <a:p>
            <a:pPr marL="0" indent="0" algn="ctr">
              <a:buNone/>
            </a:pPr>
            <a:r>
              <a:rPr lang="en-US" sz="1400" b="1" dirty="0">
                <a:solidFill>
                  <a:schemeClr val="bg1"/>
                </a:solidFill>
              </a:rPr>
              <a:t>1</a:t>
            </a:r>
            <a:endParaRPr lang="en-US" sz="1400" dirty="0"/>
          </a:p>
        </p:txBody>
      </p:sp>
      <p:sp>
        <p:nvSpPr>
          <p:cNvPr id="6" name="Text 3"/>
          <p:cNvSpPr txBox="1"/>
          <p:nvPr/>
        </p:nvSpPr>
        <p:spPr>
          <a:xfrm>
            <a:off x="1097280" y="1524079"/>
            <a:ext cx="3474720" cy="822960"/>
          </a:xfrm>
          <a:prstGeom prst="rect">
            <a:avLst/>
          </a:prstGeom>
          <a:noFill/>
          <a:ln/>
        </p:spPr>
        <p:txBody>
          <a:bodyPr wrap="square" lIns="0" tIns="0" rIns="0" bIns="0" rtlCol="0" anchor="t"/>
          <a:lstStyle/>
          <a:p>
            <a:pPr marL="0" indent="0">
              <a:buNone/>
            </a:pPr>
            <a:r>
              <a:rPr lang="en-US" sz="1500" dirty="0">
                <a:solidFill>
                  <a:schemeClr val="tx1"/>
                </a:solidFill>
              </a:rPr>
              <a:t>摂動画像を作り，AIの確率（10個の数）を得る</a:t>
            </a:r>
            <a:endParaRPr lang="en-US" sz="1500" dirty="0"/>
          </a:p>
        </p:txBody>
      </p:sp>
      <p:sp>
        <p:nvSpPr>
          <p:cNvPr id="7" name="Shape 4"/>
          <p:cNvSpPr/>
          <p:nvPr/>
        </p:nvSpPr>
        <p:spPr>
          <a:xfrm>
            <a:off x="548640" y="2389197"/>
            <a:ext cx="411480" cy="411480"/>
          </a:xfrm>
          <a:prstGeom prst="ellipse">
            <a:avLst/>
          </a:prstGeom>
          <a:solidFill>
            <a:schemeClr val="accent1"/>
          </a:solidFill>
          <a:ln w="12700">
            <a:solidFill>
              <a:schemeClr val="accent1"/>
            </a:solidFill>
            <a:prstDash val="solid"/>
          </a:ln>
        </p:spPr>
        <p:txBody>
          <a:bodyPr/>
          <a:lstStyle/>
          <a:p>
            <a:endParaRPr lang="ja-JP" altLang="en-US"/>
          </a:p>
        </p:txBody>
      </p:sp>
      <p:sp>
        <p:nvSpPr>
          <p:cNvPr id="8" name="Text 5"/>
          <p:cNvSpPr txBox="1"/>
          <p:nvPr/>
        </p:nvSpPr>
        <p:spPr>
          <a:xfrm>
            <a:off x="548640" y="2389197"/>
            <a:ext cx="411480" cy="411480"/>
          </a:xfrm>
          <a:prstGeom prst="rect">
            <a:avLst/>
          </a:prstGeom>
          <a:noFill/>
          <a:ln/>
        </p:spPr>
        <p:txBody>
          <a:bodyPr wrap="square" lIns="0" tIns="0" rIns="0" bIns="0" rtlCol="0" anchor="ctr"/>
          <a:lstStyle/>
          <a:p>
            <a:pPr marL="0" indent="0" algn="ctr">
              <a:buNone/>
            </a:pPr>
            <a:r>
              <a:rPr lang="en-US" sz="1400" b="1" dirty="0">
                <a:solidFill>
                  <a:schemeClr val="bg1"/>
                </a:solidFill>
              </a:rPr>
              <a:t>2</a:t>
            </a:r>
            <a:endParaRPr lang="en-US" sz="1400" dirty="0"/>
          </a:p>
        </p:txBody>
      </p:sp>
      <p:sp>
        <p:nvSpPr>
          <p:cNvPr id="9" name="Text 6"/>
          <p:cNvSpPr txBox="1"/>
          <p:nvPr/>
        </p:nvSpPr>
        <p:spPr>
          <a:xfrm>
            <a:off x="1097280" y="2456767"/>
            <a:ext cx="3474720" cy="822960"/>
          </a:xfrm>
          <a:prstGeom prst="rect">
            <a:avLst/>
          </a:prstGeom>
          <a:noFill/>
          <a:ln/>
        </p:spPr>
        <p:txBody>
          <a:bodyPr wrap="square" lIns="0" tIns="0" rIns="0" bIns="0" rtlCol="0" anchor="t"/>
          <a:lstStyle/>
          <a:p>
            <a:pPr marL="0" indent="0">
              <a:buNone/>
            </a:pPr>
            <a:r>
              <a:rPr lang="en-US" sz="1500" dirty="0">
                <a:solidFill>
                  <a:schemeClr val="tx1"/>
                </a:solidFill>
              </a:rPr>
              <a:t>確率の点の集まりにPCAをかけ，動きの大きい方向（軸）を求める</a:t>
            </a:r>
            <a:endParaRPr lang="en-US" sz="1500" dirty="0"/>
          </a:p>
        </p:txBody>
      </p:sp>
      <p:sp>
        <p:nvSpPr>
          <p:cNvPr id="10" name="Shape 7"/>
          <p:cNvSpPr/>
          <p:nvPr/>
        </p:nvSpPr>
        <p:spPr>
          <a:xfrm>
            <a:off x="548640" y="3321885"/>
            <a:ext cx="411480" cy="411480"/>
          </a:xfrm>
          <a:prstGeom prst="ellipse">
            <a:avLst/>
          </a:prstGeom>
          <a:solidFill>
            <a:schemeClr val="accent1"/>
          </a:solidFill>
          <a:ln w="12700">
            <a:solidFill>
              <a:schemeClr val="accent1"/>
            </a:solidFill>
            <a:prstDash val="solid"/>
          </a:ln>
        </p:spPr>
        <p:txBody>
          <a:bodyPr/>
          <a:lstStyle/>
          <a:p>
            <a:endParaRPr lang="ja-JP" altLang="en-US"/>
          </a:p>
        </p:txBody>
      </p:sp>
      <p:sp>
        <p:nvSpPr>
          <p:cNvPr id="11" name="Text 8"/>
          <p:cNvSpPr txBox="1"/>
          <p:nvPr/>
        </p:nvSpPr>
        <p:spPr>
          <a:xfrm>
            <a:off x="548640" y="3321885"/>
            <a:ext cx="411480" cy="411480"/>
          </a:xfrm>
          <a:prstGeom prst="rect">
            <a:avLst/>
          </a:prstGeom>
          <a:noFill/>
          <a:ln/>
        </p:spPr>
        <p:txBody>
          <a:bodyPr wrap="square" lIns="0" tIns="0" rIns="0" bIns="0" rtlCol="0" anchor="ctr"/>
          <a:lstStyle/>
          <a:p>
            <a:pPr marL="0" indent="0" algn="ctr">
              <a:buNone/>
            </a:pPr>
            <a:r>
              <a:rPr lang="en-US" sz="1400" b="1" dirty="0">
                <a:solidFill>
                  <a:schemeClr val="bg1"/>
                </a:solidFill>
              </a:rPr>
              <a:t>3</a:t>
            </a:r>
            <a:endParaRPr lang="en-US" sz="1400" dirty="0"/>
          </a:p>
        </p:txBody>
      </p:sp>
      <p:sp>
        <p:nvSpPr>
          <p:cNvPr id="12" name="Text 9"/>
          <p:cNvSpPr txBox="1"/>
          <p:nvPr/>
        </p:nvSpPr>
        <p:spPr>
          <a:xfrm>
            <a:off x="1097280" y="3389455"/>
            <a:ext cx="3474720" cy="822960"/>
          </a:xfrm>
          <a:prstGeom prst="rect">
            <a:avLst/>
          </a:prstGeom>
          <a:noFill/>
          <a:ln/>
        </p:spPr>
        <p:txBody>
          <a:bodyPr wrap="square" lIns="0" tIns="0" rIns="0" bIns="0" rtlCol="0" anchor="t"/>
          <a:lstStyle/>
          <a:p>
            <a:pPr marL="0" indent="0">
              <a:buNone/>
            </a:pPr>
            <a:r>
              <a:rPr lang="en-US" sz="1500" dirty="0">
                <a:solidFill>
                  <a:schemeClr val="tx1"/>
                </a:solidFill>
              </a:rPr>
              <a:t>各摂動画像の確率を，軸の上の1つの数（スコア）に変える</a:t>
            </a:r>
            <a:endParaRPr lang="en-US" sz="1500" dirty="0"/>
          </a:p>
        </p:txBody>
      </p:sp>
      <p:sp>
        <p:nvSpPr>
          <p:cNvPr id="13" name="Shape 10"/>
          <p:cNvSpPr/>
          <p:nvPr/>
        </p:nvSpPr>
        <p:spPr>
          <a:xfrm>
            <a:off x="548640" y="4254573"/>
            <a:ext cx="411480" cy="411480"/>
          </a:xfrm>
          <a:prstGeom prst="ellipse">
            <a:avLst/>
          </a:prstGeom>
          <a:solidFill>
            <a:schemeClr val="tx1"/>
          </a:solidFill>
          <a:ln w="12700">
            <a:solidFill>
              <a:schemeClr val="tx1"/>
            </a:solidFill>
            <a:prstDash val="solid"/>
          </a:ln>
        </p:spPr>
        <p:txBody>
          <a:bodyPr/>
          <a:lstStyle/>
          <a:p>
            <a:endParaRPr lang="ja-JP" altLang="en-US"/>
          </a:p>
        </p:txBody>
      </p:sp>
      <p:sp>
        <p:nvSpPr>
          <p:cNvPr id="14" name="Text 11"/>
          <p:cNvSpPr txBox="1"/>
          <p:nvPr/>
        </p:nvSpPr>
        <p:spPr>
          <a:xfrm>
            <a:off x="548640" y="4254573"/>
            <a:ext cx="411480" cy="411480"/>
          </a:xfrm>
          <a:prstGeom prst="rect">
            <a:avLst/>
          </a:prstGeom>
          <a:noFill/>
          <a:ln/>
        </p:spPr>
        <p:txBody>
          <a:bodyPr wrap="square" lIns="0" tIns="0" rIns="0" bIns="0" rtlCol="0" anchor="ctr"/>
          <a:lstStyle/>
          <a:p>
            <a:pPr marL="0" indent="0" algn="ctr">
              <a:buNone/>
            </a:pPr>
            <a:r>
              <a:rPr lang="en-US" sz="1400" b="1" dirty="0">
                <a:solidFill>
                  <a:schemeClr val="bg1"/>
                </a:solidFill>
              </a:rPr>
              <a:t>4</a:t>
            </a:r>
            <a:endParaRPr lang="en-US" sz="1400" dirty="0"/>
          </a:p>
        </p:txBody>
      </p:sp>
      <p:sp>
        <p:nvSpPr>
          <p:cNvPr id="15" name="Text 12"/>
          <p:cNvSpPr txBox="1"/>
          <p:nvPr/>
        </p:nvSpPr>
        <p:spPr>
          <a:xfrm>
            <a:off x="1097280" y="4322143"/>
            <a:ext cx="3474720" cy="822960"/>
          </a:xfrm>
          <a:prstGeom prst="rect">
            <a:avLst/>
          </a:prstGeom>
          <a:noFill/>
          <a:ln/>
        </p:spPr>
        <p:txBody>
          <a:bodyPr wrap="square" lIns="0" tIns="0" rIns="0" bIns="0" rtlCol="0" anchor="t"/>
          <a:lstStyle/>
          <a:p>
            <a:pPr marL="0" indent="0">
              <a:buNone/>
            </a:pPr>
            <a:r>
              <a:rPr lang="en-US" sz="1500" dirty="0" err="1">
                <a:solidFill>
                  <a:schemeClr val="tx1"/>
                </a:solidFill>
              </a:rPr>
              <a:t>スコアを，領域の有無で線形回帰する</a:t>
            </a:r>
            <a:br>
              <a:rPr lang="en-US" sz="1500" dirty="0">
                <a:solidFill>
                  <a:schemeClr val="tx1"/>
                </a:solidFill>
              </a:rPr>
            </a:br>
            <a:r>
              <a:rPr lang="en-US" sz="1500" dirty="0">
                <a:solidFill>
                  <a:schemeClr val="tx1"/>
                </a:solidFill>
              </a:rPr>
              <a:t>（通常のLIMEと同じ）</a:t>
            </a:r>
            <a:endParaRPr lang="en-US" sz="1500" dirty="0"/>
          </a:p>
        </p:txBody>
      </p:sp>
      <p:sp>
        <p:nvSpPr>
          <p:cNvPr id="16" name="Shape 13"/>
          <p:cNvSpPr/>
          <p:nvPr/>
        </p:nvSpPr>
        <p:spPr>
          <a:xfrm>
            <a:off x="548640" y="5187261"/>
            <a:ext cx="411480" cy="411480"/>
          </a:xfrm>
          <a:prstGeom prst="ellipse">
            <a:avLst/>
          </a:prstGeom>
          <a:solidFill>
            <a:schemeClr val="tx1"/>
          </a:solidFill>
          <a:ln w="12700">
            <a:solidFill>
              <a:schemeClr val="tx1"/>
            </a:solidFill>
            <a:prstDash val="solid"/>
          </a:ln>
        </p:spPr>
        <p:txBody>
          <a:bodyPr/>
          <a:lstStyle/>
          <a:p>
            <a:endParaRPr lang="ja-JP" altLang="en-US"/>
          </a:p>
        </p:txBody>
      </p:sp>
      <p:sp>
        <p:nvSpPr>
          <p:cNvPr id="17" name="Text 14"/>
          <p:cNvSpPr txBox="1"/>
          <p:nvPr/>
        </p:nvSpPr>
        <p:spPr>
          <a:xfrm>
            <a:off x="548640" y="5187261"/>
            <a:ext cx="411480" cy="411480"/>
          </a:xfrm>
          <a:prstGeom prst="rect">
            <a:avLst/>
          </a:prstGeom>
          <a:noFill/>
          <a:ln/>
        </p:spPr>
        <p:txBody>
          <a:bodyPr wrap="square" lIns="0" tIns="0" rIns="0" bIns="0" rtlCol="0" anchor="ctr"/>
          <a:lstStyle/>
          <a:p>
            <a:pPr marL="0" indent="0" algn="ctr">
              <a:buNone/>
            </a:pPr>
            <a:r>
              <a:rPr lang="en-US" sz="1400" b="1" dirty="0">
                <a:solidFill>
                  <a:schemeClr val="bg1"/>
                </a:solidFill>
              </a:rPr>
              <a:t>5</a:t>
            </a:r>
            <a:endParaRPr lang="en-US" sz="1400" dirty="0"/>
          </a:p>
        </p:txBody>
      </p:sp>
      <p:sp>
        <p:nvSpPr>
          <p:cNvPr id="18" name="Text 15"/>
          <p:cNvSpPr txBox="1"/>
          <p:nvPr/>
        </p:nvSpPr>
        <p:spPr>
          <a:xfrm>
            <a:off x="1097280" y="5254831"/>
            <a:ext cx="3474720" cy="822960"/>
          </a:xfrm>
          <a:prstGeom prst="rect">
            <a:avLst/>
          </a:prstGeom>
          <a:noFill/>
          <a:ln/>
        </p:spPr>
        <p:txBody>
          <a:bodyPr wrap="square" lIns="0" tIns="0" rIns="0" bIns="0" rtlCol="0" anchor="t"/>
          <a:lstStyle/>
          <a:p>
            <a:pPr marL="0" indent="0">
              <a:buNone/>
            </a:pPr>
            <a:r>
              <a:rPr lang="en-US" sz="1500" dirty="0">
                <a:solidFill>
                  <a:schemeClr val="tx1"/>
                </a:solidFill>
              </a:rPr>
              <a:t>回帰係数をヒートマップにする</a:t>
            </a:r>
            <a:endParaRPr lang="en-US" sz="15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937760" y="1325880"/>
          <a:ext cx="6675120" cy="2057400"/>
        </p:xfrm>
        <a:graphic>
          <a:graphicData uri="http://schemas.openxmlformats.org/drawingml/2006/table">
            <a:tbl>
              <a:tblPr/>
              <a:tblGrid>
                <a:gridCol w="1143000">
                  <a:extLst>
                    <a:ext uri="{9D8B030D-6E8A-4147-A177-3AD203B41FA5}">
                      <a16:colId xmlns:a16="http://schemas.microsoft.com/office/drawing/2014/main" val="20000"/>
                    </a:ext>
                  </a:extLst>
                </a:gridCol>
                <a:gridCol w="548640">
                  <a:extLst>
                    <a:ext uri="{9D8B030D-6E8A-4147-A177-3AD203B41FA5}">
                      <a16:colId xmlns:a16="http://schemas.microsoft.com/office/drawing/2014/main" val="20001"/>
                    </a:ext>
                  </a:extLst>
                </a:gridCol>
                <a:gridCol w="548640">
                  <a:extLst>
                    <a:ext uri="{9D8B030D-6E8A-4147-A177-3AD203B41FA5}">
                      <a16:colId xmlns:a16="http://schemas.microsoft.com/office/drawing/2014/main" val="20002"/>
                    </a:ext>
                  </a:extLst>
                </a:gridCol>
                <a:gridCol w="548640">
                  <a:extLst>
                    <a:ext uri="{9D8B030D-6E8A-4147-A177-3AD203B41FA5}">
                      <a16:colId xmlns:a16="http://schemas.microsoft.com/office/drawing/2014/main" val="20003"/>
                    </a:ext>
                  </a:extLst>
                </a:gridCol>
                <a:gridCol w="1097280">
                  <a:extLst>
                    <a:ext uri="{9D8B030D-6E8A-4147-A177-3AD203B41FA5}">
                      <a16:colId xmlns:a16="http://schemas.microsoft.com/office/drawing/2014/main" val="20004"/>
                    </a:ext>
                  </a:extLst>
                </a:gridCol>
                <a:gridCol w="1097280">
                  <a:extLst>
                    <a:ext uri="{9D8B030D-6E8A-4147-A177-3AD203B41FA5}">
                      <a16:colId xmlns:a16="http://schemas.microsoft.com/office/drawing/2014/main" val="20005"/>
                    </a:ext>
                  </a:extLst>
                </a:gridCol>
                <a:gridCol w="1691640">
                  <a:extLst>
                    <a:ext uri="{9D8B030D-6E8A-4147-A177-3AD203B41FA5}">
                      <a16:colId xmlns:a16="http://schemas.microsoft.com/office/drawing/2014/main" val="20006"/>
                    </a:ext>
                  </a:extLst>
                </a:gridCol>
              </a:tblGrid>
              <a:tr h="411480">
                <a:tc>
                  <a:txBody>
                    <a:bodyPr/>
                    <a:lstStyle/>
                    <a:p>
                      <a:pPr marL="0" indent="0" algn="l">
                        <a:buNone/>
                      </a:pPr>
                      <a:r>
                        <a:rPr lang="en-US" sz="1400" b="1" dirty="0">
                          <a:solidFill>
                            <a:schemeClr val="bg1"/>
                          </a:solidFill>
                        </a:rPr>
                        <a:t>摂動画像</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tx1"/>
                    </a:solidFill>
                  </a:tcPr>
                </a:tc>
                <a:tc>
                  <a:txBody>
                    <a:bodyPr/>
                    <a:lstStyle/>
                    <a:p>
                      <a:pPr marL="0" indent="0" algn="l">
                        <a:buNone/>
                      </a:pPr>
                      <a:r>
                        <a:rPr lang="en-US" sz="1400" b="1" dirty="0">
                          <a:solidFill>
                            <a:schemeClr val="bg1"/>
                          </a:solidFill>
                        </a:rPr>
                        <a:t>A</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tx1"/>
                    </a:solidFill>
                  </a:tcPr>
                </a:tc>
                <a:tc>
                  <a:txBody>
                    <a:bodyPr/>
                    <a:lstStyle/>
                    <a:p>
                      <a:pPr marL="0" indent="0" algn="l">
                        <a:buNone/>
                      </a:pPr>
                      <a:r>
                        <a:rPr lang="en-US" sz="1400" b="1" dirty="0">
                          <a:solidFill>
                            <a:schemeClr val="bg1"/>
                          </a:solidFill>
                        </a:rPr>
                        <a:t>B</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tx1"/>
                    </a:solidFill>
                  </a:tcPr>
                </a:tc>
                <a:tc>
                  <a:txBody>
                    <a:bodyPr/>
                    <a:lstStyle/>
                    <a:p>
                      <a:pPr marL="0" indent="0" algn="l">
                        <a:buNone/>
                      </a:pPr>
                      <a:r>
                        <a:rPr lang="en-US" sz="1400" b="1" dirty="0">
                          <a:solidFill>
                            <a:schemeClr val="bg1"/>
                          </a:solidFill>
                        </a:rPr>
                        <a:t>C</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tx1"/>
                    </a:solidFill>
                  </a:tcPr>
                </a:tc>
                <a:tc>
                  <a:txBody>
                    <a:bodyPr/>
                    <a:lstStyle/>
                    <a:p>
                      <a:pPr marL="0" indent="0" algn="l">
                        <a:buNone/>
                      </a:pPr>
                      <a:r>
                        <a:rPr lang="en-US" sz="1400" b="1" dirty="0">
                          <a:solidFill>
                            <a:schemeClr val="bg1"/>
                          </a:solidFill>
                        </a:rPr>
                        <a:t>0の確率</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tx1"/>
                    </a:solidFill>
                  </a:tcPr>
                </a:tc>
                <a:tc>
                  <a:txBody>
                    <a:bodyPr/>
                    <a:lstStyle/>
                    <a:p>
                      <a:pPr marL="0" indent="0" algn="l">
                        <a:buNone/>
                      </a:pPr>
                      <a:r>
                        <a:rPr lang="en-US" sz="1400" b="1" dirty="0">
                          <a:solidFill>
                            <a:schemeClr val="bg1"/>
                          </a:solidFill>
                        </a:rPr>
                        <a:t>6の確率</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tx1"/>
                    </a:solidFill>
                  </a:tcPr>
                </a:tc>
                <a:tc>
                  <a:txBody>
                    <a:bodyPr/>
                    <a:lstStyle/>
                    <a:p>
                      <a:pPr marL="0" indent="0" algn="l">
                        <a:buNone/>
                      </a:pPr>
                      <a:r>
                        <a:rPr lang="en-US" sz="1400" b="1" dirty="0">
                          <a:solidFill>
                            <a:schemeClr val="bg1"/>
                          </a:solidFill>
                        </a:rPr>
                        <a:t>スコア（6 − 0）</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411480">
                <a:tc>
                  <a:txBody>
                    <a:bodyPr/>
                    <a:lstStyle/>
                    <a:p>
                      <a:pPr marL="0" indent="0" algn="l">
                        <a:buNone/>
                      </a:pPr>
                      <a:r>
                        <a:rPr lang="en-US" sz="1400" dirty="0">
                          <a:solidFill>
                            <a:schemeClr val="tx1"/>
                          </a:solidFill>
                        </a:rPr>
                        <a:t>元画像</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r>
                        <a:rPr lang="en-US" sz="1400" dirty="0">
                          <a:solidFill>
                            <a:schemeClr val="tx1"/>
                          </a:solidFill>
                        </a:rPr>
                        <a:t>1</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r>
                        <a:rPr lang="en-US" sz="1400" dirty="0">
                          <a:solidFill>
                            <a:schemeClr val="tx1"/>
                          </a:solidFill>
                        </a:rPr>
                        <a:t>1</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r>
                        <a:rPr lang="en-US" sz="1400" dirty="0">
                          <a:solidFill>
                            <a:schemeClr val="tx1"/>
                          </a:solidFill>
                        </a:rPr>
                        <a:t>1</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r>
                        <a:rPr lang="en-US" sz="1400" dirty="0">
                          <a:solidFill>
                            <a:schemeClr val="tx1"/>
                          </a:solidFill>
                        </a:rPr>
                        <a:t>0.40</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r>
                        <a:rPr lang="en-US" sz="1400" dirty="0">
                          <a:solidFill>
                            <a:schemeClr val="tx1"/>
                          </a:solidFill>
                        </a:rPr>
                        <a:t>0.50</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r>
                        <a:rPr lang="en-US" sz="1400" b="1" dirty="0">
                          <a:solidFill>
                            <a:schemeClr val="accent1"/>
                          </a:solidFill>
                        </a:rPr>
                        <a:t>+0.10</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1"/>
                  </a:ext>
                </a:extLst>
              </a:tr>
              <a:tr h="411480">
                <a:tc>
                  <a:txBody>
                    <a:bodyPr/>
                    <a:lstStyle/>
                    <a:p>
                      <a:pPr marL="0" indent="0" algn="l">
                        <a:buNone/>
                      </a:pPr>
                      <a:r>
                        <a:rPr lang="en-US" sz="1400" dirty="0">
                          <a:solidFill>
                            <a:schemeClr val="tx1"/>
                          </a:solidFill>
                        </a:rPr>
                        <a:t>Aを隠す</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tc>
                  <a:txBody>
                    <a:bodyPr/>
                    <a:lstStyle/>
                    <a:p>
                      <a:pPr marL="0" indent="0" algn="ctr">
                        <a:buNone/>
                      </a:pPr>
                      <a:r>
                        <a:rPr lang="en-US" sz="1400" dirty="0">
                          <a:solidFill>
                            <a:schemeClr val="tx1"/>
                          </a:solidFill>
                        </a:rPr>
                        <a:t>0</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tc>
                  <a:txBody>
                    <a:bodyPr/>
                    <a:lstStyle/>
                    <a:p>
                      <a:pPr marL="0" indent="0" algn="ctr">
                        <a:buNone/>
                      </a:pPr>
                      <a:r>
                        <a:rPr lang="en-US" sz="1400" dirty="0">
                          <a:solidFill>
                            <a:schemeClr val="tx1"/>
                          </a:solidFill>
                        </a:rPr>
                        <a:t>1</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tc>
                  <a:txBody>
                    <a:bodyPr/>
                    <a:lstStyle/>
                    <a:p>
                      <a:pPr marL="0" indent="0" algn="ctr">
                        <a:buNone/>
                      </a:pPr>
                      <a:r>
                        <a:rPr lang="en-US" sz="1400" dirty="0">
                          <a:solidFill>
                            <a:schemeClr val="tx1"/>
                          </a:solidFill>
                        </a:rPr>
                        <a:t>1</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tc>
                  <a:txBody>
                    <a:bodyPr/>
                    <a:lstStyle/>
                    <a:p>
                      <a:pPr marL="0" indent="0" algn="ctr">
                        <a:buNone/>
                      </a:pPr>
                      <a:r>
                        <a:rPr lang="en-US" sz="1400" dirty="0">
                          <a:solidFill>
                            <a:schemeClr val="tx1"/>
                          </a:solidFill>
                        </a:rPr>
                        <a:t>0.70</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tc>
                  <a:txBody>
                    <a:bodyPr/>
                    <a:lstStyle/>
                    <a:p>
                      <a:pPr marL="0" indent="0" algn="ctr">
                        <a:buNone/>
                      </a:pPr>
                      <a:r>
                        <a:rPr lang="en-US" sz="1400" dirty="0">
                          <a:solidFill>
                            <a:schemeClr val="tx1"/>
                          </a:solidFill>
                        </a:rPr>
                        <a:t>0.20</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tc>
                  <a:txBody>
                    <a:bodyPr/>
                    <a:lstStyle/>
                    <a:p>
                      <a:pPr marL="0" indent="0" algn="ctr">
                        <a:buNone/>
                      </a:pPr>
                      <a:r>
                        <a:rPr lang="en-US" sz="1400" b="1" dirty="0">
                          <a:solidFill>
                            <a:schemeClr val="accent1"/>
                          </a:solidFill>
                        </a:rPr>
                        <a:t>−0.50</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r h="411480">
                <a:tc>
                  <a:txBody>
                    <a:bodyPr/>
                    <a:lstStyle/>
                    <a:p>
                      <a:pPr marL="0" indent="0" algn="l">
                        <a:buNone/>
                      </a:pPr>
                      <a:r>
                        <a:rPr lang="en-US" sz="1400" dirty="0">
                          <a:solidFill>
                            <a:schemeClr val="tx1"/>
                          </a:solidFill>
                        </a:rPr>
                        <a:t>Bを隠す</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r>
                        <a:rPr lang="en-US" sz="1400" dirty="0">
                          <a:solidFill>
                            <a:schemeClr val="tx1"/>
                          </a:solidFill>
                        </a:rPr>
                        <a:t>1</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r>
                        <a:rPr lang="en-US" sz="1400" dirty="0">
                          <a:solidFill>
                            <a:schemeClr val="tx1"/>
                          </a:solidFill>
                        </a:rPr>
                        <a:t>0</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r>
                        <a:rPr lang="en-US" sz="1400" dirty="0">
                          <a:solidFill>
                            <a:schemeClr val="tx1"/>
                          </a:solidFill>
                        </a:rPr>
                        <a:t>1</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r>
                        <a:rPr lang="en-US" sz="1400" dirty="0">
                          <a:solidFill>
                            <a:schemeClr val="tx1"/>
                          </a:solidFill>
                        </a:rPr>
                        <a:t>0.10</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r>
                        <a:rPr lang="en-US" sz="1400" dirty="0">
                          <a:solidFill>
                            <a:schemeClr val="tx1"/>
                          </a:solidFill>
                        </a:rPr>
                        <a:t>0.80</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r>
                        <a:rPr lang="en-US" sz="1400" b="1" dirty="0">
                          <a:solidFill>
                            <a:schemeClr val="accent1"/>
                          </a:solidFill>
                        </a:rPr>
                        <a:t>+0.70</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3"/>
                  </a:ext>
                </a:extLst>
              </a:tr>
              <a:tr h="411480">
                <a:tc>
                  <a:txBody>
                    <a:bodyPr/>
                    <a:lstStyle/>
                    <a:p>
                      <a:pPr marL="0" indent="0" algn="l">
                        <a:buNone/>
                      </a:pPr>
                      <a:r>
                        <a:rPr lang="en-US" sz="1400" dirty="0">
                          <a:solidFill>
                            <a:schemeClr val="tx1"/>
                          </a:solidFill>
                        </a:rPr>
                        <a:t>Cを隠す</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tc>
                  <a:txBody>
                    <a:bodyPr/>
                    <a:lstStyle/>
                    <a:p>
                      <a:pPr marL="0" indent="0" algn="ctr">
                        <a:buNone/>
                      </a:pPr>
                      <a:r>
                        <a:rPr lang="en-US" sz="1400" dirty="0">
                          <a:solidFill>
                            <a:schemeClr val="tx1"/>
                          </a:solidFill>
                        </a:rPr>
                        <a:t>1</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tc>
                  <a:txBody>
                    <a:bodyPr/>
                    <a:lstStyle/>
                    <a:p>
                      <a:pPr marL="0" indent="0" algn="ctr">
                        <a:buNone/>
                      </a:pPr>
                      <a:r>
                        <a:rPr lang="en-US" sz="1400" dirty="0">
                          <a:solidFill>
                            <a:schemeClr val="tx1"/>
                          </a:solidFill>
                        </a:rPr>
                        <a:t>1</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tc>
                  <a:txBody>
                    <a:bodyPr/>
                    <a:lstStyle/>
                    <a:p>
                      <a:pPr marL="0" indent="0" algn="ctr">
                        <a:buNone/>
                      </a:pPr>
                      <a:r>
                        <a:rPr lang="en-US" sz="1400" dirty="0">
                          <a:solidFill>
                            <a:schemeClr val="tx1"/>
                          </a:solidFill>
                        </a:rPr>
                        <a:t>0</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tc>
                  <a:txBody>
                    <a:bodyPr/>
                    <a:lstStyle/>
                    <a:p>
                      <a:pPr marL="0" indent="0" algn="ctr">
                        <a:buNone/>
                      </a:pPr>
                      <a:r>
                        <a:rPr lang="en-US" sz="1400" dirty="0">
                          <a:solidFill>
                            <a:schemeClr val="tx1"/>
                          </a:solidFill>
                        </a:rPr>
                        <a:t>0.45</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tc>
                  <a:txBody>
                    <a:bodyPr/>
                    <a:lstStyle/>
                    <a:p>
                      <a:pPr marL="0" indent="0" algn="ctr">
                        <a:buNone/>
                      </a:pPr>
                      <a:r>
                        <a:rPr lang="en-US" sz="1400" dirty="0">
                          <a:solidFill>
                            <a:schemeClr val="tx1"/>
                          </a:solidFill>
                        </a:rPr>
                        <a:t>0.40</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tc>
                  <a:txBody>
                    <a:bodyPr/>
                    <a:lstStyle/>
                    <a:p>
                      <a:pPr marL="0" indent="0" algn="ctr">
                        <a:buNone/>
                      </a:pPr>
                      <a:r>
                        <a:rPr lang="en-US" sz="1400" b="1" dirty="0">
                          <a:solidFill>
                            <a:schemeClr val="accent1"/>
                          </a:solidFill>
                        </a:rPr>
                        <a:t>−0.05</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extLst>
                  <a:ext uri="{0D108BD9-81ED-4DB2-BD59-A6C34878D82A}">
                    <a16:rowId xmlns:a16="http://schemas.microsoft.com/office/drawing/2014/main" val="10004"/>
                  </a:ext>
                </a:extLst>
              </a:tr>
            </a:tbl>
          </a:graphicData>
        </a:graphic>
      </p:graphicFrame>
      <p:sp>
        <p:nvSpPr>
          <p:cNvPr id="20" name="Shape 16"/>
          <p:cNvSpPr/>
          <p:nvPr/>
        </p:nvSpPr>
        <p:spPr>
          <a:xfrm>
            <a:off x="4937760" y="3657600"/>
            <a:ext cx="6675120" cy="2514600"/>
          </a:xfrm>
          <a:prstGeom prst="roundRect">
            <a:avLst>
              <a:gd name="adj" fmla="val 4364"/>
            </a:avLst>
          </a:prstGeom>
          <a:noFill/>
          <a:ln w="28575">
            <a:solidFill>
              <a:schemeClr val="tx1"/>
            </a:solidFill>
            <a:prstDash val="solid"/>
          </a:ln>
        </p:spPr>
        <p:txBody>
          <a:bodyPr/>
          <a:lstStyle/>
          <a:p>
            <a:endParaRPr lang="ja-JP" altLang="en-US"/>
          </a:p>
        </p:txBody>
      </p:sp>
      <p:sp>
        <p:nvSpPr>
          <p:cNvPr id="21" name="Text 17"/>
          <p:cNvSpPr txBox="1"/>
          <p:nvPr/>
        </p:nvSpPr>
        <p:spPr>
          <a:xfrm>
            <a:off x="5166360" y="3794760"/>
            <a:ext cx="2743200" cy="320040"/>
          </a:xfrm>
          <a:prstGeom prst="rect">
            <a:avLst/>
          </a:prstGeom>
          <a:noFill/>
          <a:ln/>
        </p:spPr>
        <p:txBody>
          <a:bodyPr wrap="square" lIns="0" tIns="0" rIns="0" bIns="0" rtlCol="0" anchor="t"/>
          <a:lstStyle/>
          <a:p>
            <a:pPr marL="0" indent="0">
              <a:buNone/>
            </a:pPr>
            <a:r>
              <a:rPr lang="en-US" sz="1300" dirty="0">
                <a:solidFill>
                  <a:schemeClr val="tx2"/>
                </a:solidFill>
              </a:rPr>
              <a:t>回帰の結果</a:t>
            </a:r>
            <a:endParaRPr lang="en-US" sz="1300" dirty="0"/>
          </a:p>
        </p:txBody>
      </p:sp>
      <p:sp>
        <p:nvSpPr>
          <p:cNvPr id="22" name="Text 18"/>
          <p:cNvSpPr txBox="1"/>
          <p:nvPr/>
        </p:nvSpPr>
        <p:spPr>
          <a:xfrm>
            <a:off x="5166360" y="4160520"/>
            <a:ext cx="6309360" cy="457200"/>
          </a:xfrm>
          <a:prstGeom prst="rect">
            <a:avLst/>
          </a:prstGeom>
          <a:noFill/>
          <a:ln/>
        </p:spPr>
        <p:txBody>
          <a:bodyPr wrap="square" lIns="0" tIns="0" rIns="0" bIns="0" rtlCol="0" anchor="ctr"/>
          <a:lstStyle/>
          <a:p>
            <a:pPr marL="0" indent="0">
              <a:buNone/>
            </a:pPr>
            <a:r>
              <a:rPr lang="en-US" sz="2000" dirty="0">
                <a:solidFill>
                  <a:schemeClr val="tx1"/>
                </a:solidFill>
              </a:rPr>
              <a:t>スコア ≈ −0.05 ＋ </a:t>
            </a:r>
            <a:r>
              <a:rPr lang="en-US" sz="2000" b="1" dirty="0">
                <a:solidFill>
                  <a:schemeClr val="accent1"/>
                </a:solidFill>
              </a:rPr>
              <a:t>0.60A</a:t>
            </a:r>
            <a:r>
              <a:rPr lang="en-US" sz="2000" dirty="0">
                <a:solidFill>
                  <a:schemeClr val="tx1"/>
                </a:solidFill>
              </a:rPr>
              <a:t> − </a:t>
            </a:r>
            <a:r>
              <a:rPr lang="en-US" sz="2000" b="1" dirty="0">
                <a:solidFill>
                  <a:schemeClr val="accent2"/>
                </a:solidFill>
              </a:rPr>
              <a:t>0.60B</a:t>
            </a:r>
            <a:r>
              <a:rPr lang="en-US" sz="2000" dirty="0">
                <a:solidFill>
                  <a:schemeClr val="tx1"/>
                </a:solidFill>
              </a:rPr>
              <a:t> ＋ 0.15C</a:t>
            </a:r>
            <a:endParaRPr lang="en-US" sz="2000" dirty="0"/>
          </a:p>
        </p:txBody>
      </p:sp>
      <p:sp>
        <p:nvSpPr>
          <p:cNvPr id="23" name="Shape 19"/>
          <p:cNvSpPr/>
          <p:nvPr/>
        </p:nvSpPr>
        <p:spPr>
          <a:xfrm>
            <a:off x="5257800" y="4846320"/>
            <a:ext cx="822960" cy="822960"/>
          </a:xfrm>
          <a:prstGeom prst="roundRect">
            <a:avLst>
              <a:gd name="adj" fmla="val 8889"/>
            </a:avLst>
          </a:prstGeom>
          <a:solidFill>
            <a:schemeClr val="accent1">
              <a:alpha val="95000"/>
            </a:schemeClr>
          </a:solidFill>
          <a:ln w="12700">
            <a:solidFill>
              <a:schemeClr val="accent1"/>
            </a:solidFill>
            <a:prstDash val="solid"/>
          </a:ln>
        </p:spPr>
        <p:txBody>
          <a:bodyPr/>
          <a:lstStyle/>
          <a:p>
            <a:endParaRPr lang="ja-JP" altLang="en-US"/>
          </a:p>
        </p:txBody>
      </p:sp>
      <p:sp>
        <p:nvSpPr>
          <p:cNvPr id="24" name="Text 20"/>
          <p:cNvSpPr txBox="1"/>
          <p:nvPr/>
        </p:nvSpPr>
        <p:spPr>
          <a:xfrm>
            <a:off x="5257800" y="4846320"/>
            <a:ext cx="822960" cy="822960"/>
          </a:xfrm>
          <a:prstGeom prst="rect">
            <a:avLst/>
          </a:prstGeom>
          <a:noFill/>
          <a:ln/>
        </p:spPr>
        <p:txBody>
          <a:bodyPr wrap="square" lIns="0" tIns="0" rIns="0" bIns="0" rtlCol="0" anchor="ctr"/>
          <a:lstStyle/>
          <a:p>
            <a:pPr marL="0" indent="0" algn="ctr">
              <a:buNone/>
            </a:pPr>
            <a:r>
              <a:rPr lang="en-US" sz="2200" b="1" dirty="0">
                <a:solidFill>
                  <a:schemeClr val="bg1"/>
                </a:solidFill>
              </a:rPr>
              <a:t>A</a:t>
            </a:r>
            <a:endParaRPr lang="en-US" sz="2200" dirty="0"/>
          </a:p>
        </p:txBody>
      </p:sp>
      <p:sp>
        <p:nvSpPr>
          <p:cNvPr id="25" name="Text 21"/>
          <p:cNvSpPr txBox="1"/>
          <p:nvPr/>
        </p:nvSpPr>
        <p:spPr>
          <a:xfrm>
            <a:off x="6172200" y="4937760"/>
            <a:ext cx="1005840" cy="685800"/>
          </a:xfrm>
          <a:prstGeom prst="rect">
            <a:avLst/>
          </a:prstGeom>
          <a:noFill/>
          <a:ln/>
        </p:spPr>
        <p:txBody>
          <a:bodyPr wrap="square" lIns="0" tIns="0" rIns="0" bIns="0" rtlCol="0" anchor="t"/>
          <a:lstStyle/>
          <a:p>
            <a:pPr marL="0" indent="0">
              <a:buNone/>
            </a:pPr>
            <a:r>
              <a:rPr lang="en-US" sz="1300" dirty="0">
                <a:solidFill>
                  <a:schemeClr val="tx2"/>
                </a:solidFill>
              </a:rPr>
              <a:t>領域A</a:t>
            </a:r>
            <a:endParaRPr lang="en-US" sz="1300" dirty="0"/>
          </a:p>
          <a:p>
            <a:pPr marL="0" indent="0">
              <a:buNone/>
            </a:pPr>
            <a:r>
              <a:rPr lang="en-US" sz="1300" dirty="0">
                <a:solidFill>
                  <a:schemeClr val="tx2"/>
                </a:solidFill>
              </a:rPr>
              <a:t>6寄り</a:t>
            </a:r>
            <a:endParaRPr lang="en-US" sz="1300" dirty="0"/>
          </a:p>
        </p:txBody>
      </p:sp>
      <p:sp>
        <p:nvSpPr>
          <p:cNvPr id="26" name="Shape 22"/>
          <p:cNvSpPr/>
          <p:nvPr/>
        </p:nvSpPr>
        <p:spPr>
          <a:xfrm>
            <a:off x="7269480" y="4846320"/>
            <a:ext cx="822960" cy="822960"/>
          </a:xfrm>
          <a:prstGeom prst="roundRect">
            <a:avLst>
              <a:gd name="adj" fmla="val 8889"/>
            </a:avLst>
          </a:prstGeom>
          <a:solidFill>
            <a:schemeClr val="accent2">
              <a:alpha val="95000"/>
            </a:schemeClr>
          </a:solidFill>
          <a:ln w="12700">
            <a:solidFill>
              <a:schemeClr val="accent2"/>
            </a:solidFill>
            <a:prstDash val="solid"/>
          </a:ln>
        </p:spPr>
        <p:txBody>
          <a:bodyPr/>
          <a:lstStyle/>
          <a:p>
            <a:endParaRPr lang="ja-JP" altLang="en-US"/>
          </a:p>
        </p:txBody>
      </p:sp>
      <p:sp>
        <p:nvSpPr>
          <p:cNvPr id="27" name="Text 23"/>
          <p:cNvSpPr txBox="1"/>
          <p:nvPr/>
        </p:nvSpPr>
        <p:spPr>
          <a:xfrm>
            <a:off x="7269480" y="4846320"/>
            <a:ext cx="822960" cy="822960"/>
          </a:xfrm>
          <a:prstGeom prst="rect">
            <a:avLst/>
          </a:prstGeom>
          <a:noFill/>
          <a:ln/>
        </p:spPr>
        <p:txBody>
          <a:bodyPr wrap="square" lIns="0" tIns="0" rIns="0" bIns="0" rtlCol="0" anchor="ctr"/>
          <a:lstStyle/>
          <a:p>
            <a:pPr marL="0" indent="0" algn="ctr">
              <a:buNone/>
            </a:pPr>
            <a:r>
              <a:rPr lang="en-US" sz="2200" b="1" dirty="0">
                <a:solidFill>
                  <a:schemeClr val="bg1"/>
                </a:solidFill>
              </a:rPr>
              <a:t>B</a:t>
            </a:r>
            <a:endParaRPr lang="en-US" sz="2200" dirty="0"/>
          </a:p>
        </p:txBody>
      </p:sp>
      <p:sp>
        <p:nvSpPr>
          <p:cNvPr id="28" name="Text 24"/>
          <p:cNvSpPr txBox="1"/>
          <p:nvPr/>
        </p:nvSpPr>
        <p:spPr>
          <a:xfrm>
            <a:off x="8183880" y="4937760"/>
            <a:ext cx="1005840" cy="685800"/>
          </a:xfrm>
          <a:prstGeom prst="rect">
            <a:avLst/>
          </a:prstGeom>
          <a:noFill/>
          <a:ln/>
        </p:spPr>
        <p:txBody>
          <a:bodyPr wrap="square" lIns="0" tIns="0" rIns="0" bIns="0" rtlCol="0" anchor="t"/>
          <a:lstStyle/>
          <a:p>
            <a:pPr marL="0" indent="0">
              <a:buNone/>
            </a:pPr>
            <a:r>
              <a:rPr lang="en-US" sz="1300" dirty="0">
                <a:solidFill>
                  <a:schemeClr val="tx2"/>
                </a:solidFill>
              </a:rPr>
              <a:t>領域B</a:t>
            </a:r>
            <a:endParaRPr lang="en-US" sz="1300" dirty="0"/>
          </a:p>
          <a:p>
            <a:pPr marL="0" indent="0">
              <a:buNone/>
            </a:pPr>
            <a:r>
              <a:rPr lang="en-US" sz="1300" dirty="0">
                <a:solidFill>
                  <a:schemeClr val="tx2"/>
                </a:solidFill>
              </a:rPr>
              <a:t>0寄り</a:t>
            </a:r>
            <a:endParaRPr lang="en-US" sz="1300" dirty="0"/>
          </a:p>
        </p:txBody>
      </p:sp>
      <p:sp>
        <p:nvSpPr>
          <p:cNvPr id="29" name="Shape 25"/>
          <p:cNvSpPr/>
          <p:nvPr/>
        </p:nvSpPr>
        <p:spPr>
          <a:xfrm>
            <a:off x="9281160" y="4846320"/>
            <a:ext cx="822960" cy="822960"/>
          </a:xfrm>
          <a:prstGeom prst="roundRect">
            <a:avLst>
              <a:gd name="adj" fmla="val 8889"/>
            </a:avLst>
          </a:prstGeom>
          <a:solidFill>
            <a:schemeClr val="accent1">
              <a:alpha val="30000"/>
            </a:schemeClr>
          </a:solidFill>
          <a:ln w="12700">
            <a:solidFill>
              <a:schemeClr val="accent1"/>
            </a:solidFill>
            <a:prstDash val="solid"/>
          </a:ln>
        </p:spPr>
        <p:txBody>
          <a:bodyPr/>
          <a:lstStyle/>
          <a:p>
            <a:endParaRPr lang="ja-JP" altLang="en-US"/>
          </a:p>
        </p:txBody>
      </p:sp>
      <p:sp>
        <p:nvSpPr>
          <p:cNvPr id="30" name="Text 26"/>
          <p:cNvSpPr txBox="1"/>
          <p:nvPr/>
        </p:nvSpPr>
        <p:spPr>
          <a:xfrm>
            <a:off x="9281160" y="4846320"/>
            <a:ext cx="822960" cy="822960"/>
          </a:xfrm>
          <a:prstGeom prst="rect">
            <a:avLst/>
          </a:prstGeom>
          <a:noFill/>
          <a:ln/>
        </p:spPr>
        <p:txBody>
          <a:bodyPr wrap="square" lIns="0" tIns="0" rIns="0" bIns="0" rtlCol="0" anchor="ctr"/>
          <a:lstStyle/>
          <a:p>
            <a:pPr marL="0" indent="0" algn="ctr">
              <a:buNone/>
            </a:pPr>
            <a:r>
              <a:rPr lang="en-US" sz="2200" b="1" dirty="0">
                <a:solidFill>
                  <a:schemeClr val="tx1"/>
                </a:solidFill>
              </a:rPr>
              <a:t>C</a:t>
            </a:r>
            <a:endParaRPr lang="en-US" sz="2200" dirty="0"/>
          </a:p>
        </p:txBody>
      </p:sp>
      <p:sp>
        <p:nvSpPr>
          <p:cNvPr id="31" name="Text 27"/>
          <p:cNvSpPr txBox="1"/>
          <p:nvPr/>
        </p:nvSpPr>
        <p:spPr>
          <a:xfrm>
            <a:off x="10195560" y="4937760"/>
            <a:ext cx="1005840" cy="685800"/>
          </a:xfrm>
          <a:prstGeom prst="rect">
            <a:avLst/>
          </a:prstGeom>
          <a:noFill/>
          <a:ln/>
        </p:spPr>
        <p:txBody>
          <a:bodyPr wrap="square" lIns="0" tIns="0" rIns="0" bIns="0" rtlCol="0" anchor="t"/>
          <a:lstStyle/>
          <a:p>
            <a:pPr marL="0" indent="0">
              <a:buNone/>
            </a:pPr>
            <a:r>
              <a:rPr lang="en-US" sz="1300" dirty="0">
                <a:solidFill>
                  <a:schemeClr val="tx2"/>
                </a:solidFill>
              </a:rPr>
              <a:t>領域C</a:t>
            </a:r>
            <a:endParaRPr lang="en-US" sz="1300" dirty="0"/>
          </a:p>
          <a:p>
            <a:pPr marL="0" indent="0">
              <a:buNone/>
            </a:pPr>
            <a:r>
              <a:rPr lang="en-US" sz="1300" dirty="0">
                <a:solidFill>
                  <a:schemeClr val="tx2"/>
                </a:solidFill>
              </a:rPr>
              <a:t>やや6寄り</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a:spLocks noGrp="1"/>
          </p:cNvSpPr>
          <p:nvPr>
            <p:ph type="title" idx="101"/>
          </p:nvPr>
        </p:nvSpPr>
        <p:spPr>
          <a:prstGeom prst="rect">
            <a:avLst/>
          </a:prstGeom>
          <a:noFill/>
          <a:ln/>
        </p:spPr>
        <p:txBody>
          <a:bodyPr wrap="square" lIns="0" tIns="0" rIns="0" bIns="0" rtlCol="0" anchor="ctr"/>
          <a:lstStyle/>
          <a:p>
            <a:pPr marL="0" indent="0" algn="l">
              <a:buNone/>
            </a:pPr>
            <a:r>
              <a:rPr lang="en-US" sz="3000" b="1" dirty="0">
                <a:solidFill>
                  <a:schemeClr val="tx1"/>
                </a:solidFill>
              </a:rPr>
              <a:t>成り立つための仮定</a:t>
            </a:r>
            <a:endParaRPr lang="en-US" sz="30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5"/>
                </a:solidFill>
              </a:defRPr>
            </a:lvl1pPr>
          </a:lstStyle>
          <a:p>
            <a:pPr algn="r"/>
            <a:fld id="{F7021451-1387-4CA6-816F-3879F97B5CBC}" type="slidenum">
              <a:rPr lang="en-US" b="0"/>
              <a:t>14</a:t>
            </a:fld>
            <a:endParaRPr lang="en-US"/>
          </a:p>
        </p:txBody>
      </p:sp>
      <p:sp>
        <p:nvSpPr>
          <p:cNvPr id="4" name="Shape 1"/>
          <p:cNvSpPr/>
          <p:nvPr/>
        </p:nvSpPr>
        <p:spPr>
          <a:xfrm>
            <a:off x="548640" y="1234440"/>
            <a:ext cx="11064240" cy="3794760"/>
          </a:xfrm>
          <a:prstGeom prst="roundRect">
            <a:avLst>
              <a:gd name="adj" fmla="val 2892"/>
            </a:avLst>
          </a:prstGeom>
          <a:ln w="38100"/>
        </p:spPr>
        <p:style>
          <a:lnRef idx="2">
            <a:schemeClr val="accent2"/>
          </a:lnRef>
          <a:fillRef idx="1">
            <a:schemeClr val="lt1"/>
          </a:fillRef>
          <a:effectRef idx="0">
            <a:schemeClr val="accent2"/>
          </a:effectRef>
          <a:fontRef idx="minor">
            <a:schemeClr val="dk1"/>
          </a:fontRef>
        </p:style>
        <p:txBody>
          <a:bodyPr/>
          <a:lstStyle/>
          <a:p>
            <a:endParaRPr lang="ja-JP" altLang="en-US"/>
          </a:p>
        </p:txBody>
      </p:sp>
      <p:sp>
        <p:nvSpPr>
          <p:cNvPr id="5" name="Shape 2"/>
          <p:cNvSpPr/>
          <p:nvPr/>
        </p:nvSpPr>
        <p:spPr>
          <a:xfrm>
            <a:off x="777240" y="1417320"/>
            <a:ext cx="411480" cy="411480"/>
          </a:xfrm>
          <a:prstGeom prst="ellipse">
            <a:avLst/>
          </a:prstGeom>
          <a:solidFill>
            <a:schemeClr val="accent1"/>
          </a:solidFill>
          <a:ln w="12700">
            <a:solidFill>
              <a:schemeClr val="accent1"/>
            </a:solidFill>
            <a:prstDash val="solid"/>
          </a:ln>
        </p:spPr>
        <p:txBody>
          <a:bodyPr/>
          <a:lstStyle/>
          <a:p>
            <a:endParaRPr lang="ja-JP" altLang="en-US"/>
          </a:p>
        </p:txBody>
      </p:sp>
      <p:sp>
        <p:nvSpPr>
          <p:cNvPr id="6" name="Text 3"/>
          <p:cNvSpPr txBox="1"/>
          <p:nvPr/>
        </p:nvSpPr>
        <p:spPr>
          <a:xfrm>
            <a:off x="777240" y="1417320"/>
            <a:ext cx="411480" cy="411480"/>
          </a:xfrm>
          <a:prstGeom prst="rect">
            <a:avLst/>
          </a:prstGeom>
          <a:noFill/>
          <a:ln/>
        </p:spPr>
        <p:txBody>
          <a:bodyPr wrap="square" lIns="0" tIns="0" rIns="0" bIns="0" rtlCol="0" anchor="ctr"/>
          <a:lstStyle/>
          <a:p>
            <a:pPr marL="0" indent="0" algn="ctr">
              <a:buNone/>
            </a:pPr>
            <a:r>
              <a:rPr lang="en-US" sz="1400" b="1" dirty="0">
                <a:solidFill>
                  <a:schemeClr val="bg1"/>
                </a:solidFill>
              </a:rPr>
              <a:t>1</a:t>
            </a:r>
            <a:endParaRPr lang="en-US" sz="1400" dirty="0"/>
          </a:p>
        </p:txBody>
      </p:sp>
      <p:sp>
        <p:nvSpPr>
          <p:cNvPr id="7" name="Text 4"/>
          <p:cNvSpPr txBox="1"/>
          <p:nvPr/>
        </p:nvSpPr>
        <p:spPr>
          <a:xfrm>
            <a:off x="1325880" y="1389888"/>
            <a:ext cx="9966960" cy="457200"/>
          </a:xfrm>
          <a:prstGeom prst="rect">
            <a:avLst/>
          </a:prstGeom>
          <a:noFill/>
          <a:ln/>
        </p:spPr>
        <p:txBody>
          <a:bodyPr wrap="square" lIns="0" tIns="0" rIns="0" bIns="0" rtlCol="0" anchor="ctr"/>
          <a:lstStyle/>
          <a:p>
            <a:pPr marL="0" indent="0">
              <a:buNone/>
            </a:pPr>
            <a:r>
              <a:rPr lang="en-US" sz="1900" b="1" dirty="0">
                <a:solidFill>
                  <a:schemeClr val="tx1"/>
                </a:solidFill>
              </a:rPr>
              <a:t>仮定1　局所的には，出力が少数の方向にしか動かない</a:t>
            </a:r>
            <a:endParaRPr lang="en-US" sz="1900" dirty="0"/>
          </a:p>
        </p:txBody>
      </p:sp>
      <p:sp>
        <p:nvSpPr>
          <p:cNvPr id="8" name="Text 5"/>
          <p:cNvSpPr txBox="1"/>
          <p:nvPr/>
        </p:nvSpPr>
        <p:spPr>
          <a:xfrm>
            <a:off x="822960" y="2011680"/>
            <a:ext cx="4937760" cy="2834640"/>
          </a:xfrm>
          <a:prstGeom prst="rect">
            <a:avLst/>
          </a:prstGeom>
          <a:noFill/>
          <a:ln/>
        </p:spPr>
        <p:txBody>
          <a:bodyPr wrap="square" lIns="0" tIns="0" rIns="0" bIns="0" rtlCol="0" anchor="t"/>
          <a:lstStyle/>
          <a:p>
            <a:pPr marL="342900" indent="-342900">
              <a:spcAft>
                <a:spcPts val="600"/>
              </a:spcAft>
              <a:buSzPct val="100000"/>
              <a:buChar char="•"/>
            </a:pPr>
            <a:r>
              <a:rPr lang="en-US" sz="1600" dirty="0" err="1">
                <a:solidFill>
                  <a:schemeClr val="tx1"/>
                </a:solidFill>
              </a:rPr>
              <a:t>近傍で競合するクラスが少ないとき</a:t>
            </a:r>
            <a:endParaRPr lang="en-US" sz="1600" dirty="0"/>
          </a:p>
          <a:p>
            <a:pPr marL="457200" lvl="1" indent="-228600">
              <a:spcAft>
                <a:spcPts val="600"/>
              </a:spcAft>
              <a:buSzPct val="100000"/>
              <a:buChar char="•"/>
            </a:pPr>
            <a:r>
              <a:rPr lang="en-US" sz="1400" dirty="0">
                <a:solidFill>
                  <a:schemeClr val="tx2"/>
                </a:solidFill>
              </a:rPr>
              <a:t>0と6だけが動くなら，6が上がった分だけ0が下がるので1方向（ 0になるか1軸）</a:t>
            </a:r>
          </a:p>
          <a:p>
            <a:pPr marL="457200" lvl="1" indent="-228600">
              <a:spcAft>
                <a:spcPts val="600"/>
              </a:spcAft>
              <a:buSzPct val="100000"/>
              <a:buChar char="•"/>
            </a:pPr>
            <a:r>
              <a:rPr lang="en-US" sz="1400" dirty="0">
                <a:solidFill>
                  <a:schemeClr val="tx2"/>
                </a:solidFill>
              </a:rPr>
              <a:t>0と6と9が動くなら，2軸</a:t>
            </a:r>
            <a:endParaRPr lang="en-US" sz="1600" dirty="0"/>
          </a:p>
        </p:txBody>
      </p:sp>
      <p:graphicFrame>
        <p:nvGraphicFramePr>
          <p:cNvPr id="9" name="Chart 0"/>
          <p:cNvGraphicFramePr/>
          <p:nvPr/>
        </p:nvGraphicFramePr>
        <p:xfrm>
          <a:off x="5943600" y="1874520"/>
          <a:ext cx="2743200" cy="301752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0" name="Chart 1"/>
          <p:cNvGraphicFramePr/>
          <p:nvPr/>
        </p:nvGraphicFramePr>
        <p:xfrm>
          <a:off x="8778240" y="1874520"/>
          <a:ext cx="2743200" cy="3017520"/>
        </p:xfrm>
        <a:graphic>
          <a:graphicData uri="http://schemas.openxmlformats.org/drawingml/2006/chart">
            <c:chart xmlns:c="http://schemas.openxmlformats.org/drawingml/2006/chart" xmlns:r="http://schemas.openxmlformats.org/officeDocument/2006/relationships" r:id="rId4"/>
          </a:graphicData>
        </a:graphic>
      </p:graphicFrame>
      <p:sp>
        <p:nvSpPr>
          <p:cNvPr id="11" name="Shape 6"/>
          <p:cNvSpPr/>
          <p:nvPr/>
        </p:nvSpPr>
        <p:spPr>
          <a:xfrm>
            <a:off x="548640" y="5257800"/>
            <a:ext cx="11064240" cy="914400"/>
          </a:xfrm>
          <a:prstGeom prst="roundRect">
            <a:avLst>
              <a:gd name="adj" fmla="val 12000"/>
            </a:avLst>
          </a:prstGeom>
          <a:ln w="38100"/>
        </p:spPr>
        <p:style>
          <a:lnRef idx="2">
            <a:schemeClr val="accent2"/>
          </a:lnRef>
          <a:fillRef idx="1">
            <a:schemeClr val="lt1"/>
          </a:fillRef>
          <a:effectRef idx="0">
            <a:schemeClr val="accent2"/>
          </a:effectRef>
          <a:fontRef idx="minor">
            <a:schemeClr val="dk1"/>
          </a:fontRef>
        </p:style>
        <p:txBody>
          <a:bodyPr/>
          <a:lstStyle/>
          <a:p>
            <a:endParaRPr lang="ja-JP" altLang="en-US"/>
          </a:p>
        </p:txBody>
      </p:sp>
      <p:sp>
        <p:nvSpPr>
          <p:cNvPr id="12" name="Shape 7"/>
          <p:cNvSpPr/>
          <p:nvPr/>
        </p:nvSpPr>
        <p:spPr>
          <a:xfrm>
            <a:off x="777240" y="5504688"/>
            <a:ext cx="411480" cy="411480"/>
          </a:xfrm>
          <a:prstGeom prst="ellipse">
            <a:avLst/>
          </a:prstGeom>
          <a:solidFill>
            <a:schemeClr val="tx1"/>
          </a:solidFill>
          <a:ln w="12700">
            <a:solidFill>
              <a:schemeClr val="tx1"/>
            </a:solidFill>
            <a:prstDash val="solid"/>
          </a:ln>
        </p:spPr>
        <p:txBody>
          <a:bodyPr/>
          <a:lstStyle/>
          <a:p>
            <a:endParaRPr lang="ja-JP" altLang="en-US"/>
          </a:p>
        </p:txBody>
      </p:sp>
      <p:sp>
        <p:nvSpPr>
          <p:cNvPr id="13" name="Text 8"/>
          <p:cNvSpPr txBox="1"/>
          <p:nvPr/>
        </p:nvSpPr>
        <p:spPr>
          <a:xfrm>
            <a:off x="777240" y="5504688"/>
            <a:ext cx="411480" cy="411480"/>
          </a:xfrm>
          <a:prstGeom prst="rect">
            <a:avLst/>
          </a:prstGeom>
          <a:noFill/>
          <a:ln/>
        </p:spPr>
        <p:txBody>
          <a:bodyPr wrap="square" lIns="0" tIns="0" rIns="0" bIns="0" rtlCol="0" anchor="ctr"/>
          <a:lstStyle/>
          <a:p>
            <a:pPr marL="0" indent="0" algn="ctr">
              <a:buNone/>
            </a:pPr>
            <a:r>
              <a:rPr lang="en-US" sz="1400" b="1" dirty="0">
                <a:solidFill>
                  <a:schemeClr val="bg1"/>
                </a:solidFill>
              </a:rPr>
              <a:t>2</a:t>
            </a:r>
            <a:endParaRPr lang="en-US" sz="1400" dirty="0"/>
          </a:p>
        </p:txBody>
      </p:sp>
      <p:sp>
        <p:nvSpPr>
          <p:cNvPr id="14" name="Text 9"/>
          <p:cNvSpPr txBox="1"/>
          <p:nvPr/>
        </p:nvSpPr>
        <p:spPr>
          <a:xfrm>
            <a:off x="1325880" y="5257800"/>
            <a:ext cx="10058400" cy="914400"/>
          </a:xfrm>
          <a:prstGeom prst="rect">
            <a:avLst/>
          </a:prstGeom>
          <a:noFill/>
          <a:ln/>
        </p:spPr>
        <p:txBody>
          <a:bodyPr wrap="square" lIns="0" tIns="0" rIns="0" bIns="0" rtlCol="0" anchor="ctr"/>
          <a:lstStyle/>
          <a:p>
            <a:pPr marL="0" indent="0">
              <a:buNone/>
            </a:pPr>
            <a:r>
              <a:rPr lang="en-US" sz="1900" b="1" dirty="0">
                <a:solidFill>
                  <a:schemeClr val="tx1"/>
                </a:solidFill>
              </a:rPr>
              <a:t>仮定2　局所的には，AIの出力が線形で近似できる（通常のLIMEと同じ仮定）</a:t>
            </a:r>
            <a:endParaRPr lang="en-US" sz="1900" dirty="0"/>
          </a:p>
        </p:txBody>
      </p:sp>
      <p:cxnSp>
        <p:nvCxnSpPr>
          <p:cNvPr id="16" name="直線矢印コネクタ 15">
            <a:extLst>
              <a:ext uri="{FF2B5EF4-FFF2-40B4-BE49-F238E27FC236}">
                <a16:creationId xmlns:a16="http://schemas.microsoft.com/office/drawing/2014/main" id="{8055B7E1-A449-DFDE-7C4B-119D27F24E9E}"/>
              </a:ext>
            </a:extLst>
          </p:cNvPr>
          <p:cNvCxnSpPr>
            <a:cxnSpLocks/>
          </p:cNvCxnSpPr>
          <p:nvPr/>
        </p:nvCxnSpPr>
        <p:spPr>
          <a:xfrm>
            <a:off x="6817217" y="2670220"/>
            <a:ext cx="1281458" cy="1283594"/>
          </a:xfrm>
          <a:prstGeom prst="straightConnector1">
            <a:avLst/>
          </a:prstGeom>
          <a:ln w="38100">
            <a:solidFill>
              <a:schemeClr val="tx2">
                <a:lumMod val="50000"/>
                <a:lumOff val="50000"/>
              </a:schemeClr>
            </a:solidFill>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20" name="直線矢印コネクタ 19">
            <a:extLst>
              <a:ext uri="{FF2B5EF4-FFF2-40B4-BE49-F238E27FC236}">
                <a16:creationId xmlns:a16="http://schemas.microsoft.com/office/drawing/2014/main" id="{3893E393-9BB7-78CA-34F5-0549E2FD3E9B}"/>
              </a:ext>
            </a:extLst>
          </p:cNvPr>
          <p:cNvCxnSpPr>
            <a:cxnSpLocks/>
          </p:cNvCxnSpPr>
          <p:nvPr/>
        </p:nvCxnSpPr>
        <p:spPr>
          <a:xfrm>
            <a:off x="9782133" y="2670220"/>
            <a:ext cx="1281458" cy="1283594"/>
          </a:xfrm>
          <a:prstGeom prst="straightConnector1">
            <a:avLst/>
          </a:prstGeom>
          <a:ln w="38100">
            <a:solidFill>
              <a:schemeClr val="tx2">
                <a:lumMod val="50000"/>
                <a:lumOff val="50000"/>
              </a:schemeClr>
            </a:solidFill>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21" name="直線矢印コネクタ 20">
            <a:extLst>
              <a:ext uri="{FF2B5EF4-FFF2-40B4-BE49-F238E27FC236}">
                <a16:creationId xmlns:a16="http://schemas.microsoft.com/office/drawing/2014/main" id="{6FDBBD37-75BF-30E2-906A-39E088D4E6BF}"/>
              </a:ext>
            </a:extLst>
          </p:cNvPr>
          <p:cNvCxnSpPr>
            <a:cxnSpLocks/>
          </p:cNvCxnSpPr>
          <p:nvPr/>
        </p:nvCxnSpPr>
        <p:spPr>
          <a:xfrm flipV="1">
            <a:off x="10105053" y="3009122"/>
            <a:ext cx="527180" cy="541176"/>
          </a:xfrm>
          <a:prstGeom prst="straightConnector1">
            <a:avLst/>
          </a:prstGeom>
          <a:ln w="38100">
            <a:solidFill>
              <a:schemeClr val="accent1">
                <a:lumMod val="40000"/>
                <a:lumOff val="60000"/>
              </a:schemeClr>
            </a:solidFill>
            <a:headEnd type="triangle"/>
            <a:tailEnd type="triangle"/>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a:spLocks noGrp="1"/>
          </p:cNvSpPr>
          <p:nvPr>
            <p:ph type="title" idx="101"/>
          </p:nvPr>
        </p:nvSpPr>
        <p:spPr>
          <a:prstGeom prst="rect">
            <a:avLst/>
          </a:prstGeom>
          <a:noFill/>
          <a:ln/>
        </p:spPr>
        <p:txBody>
          <a:bodyPr wrap="square" lIns="0" tIns="0" rIns="0" bIns="0" rtlCol="0" anchor="ctr"/>
          <a:lstStyle/>
          <a:p>
            <a:pPr marL="0" indent="0" algn="l">
              <a:buNone/>
            </a:pPr>
            <a:r>
              <a:rPr lang="en-US" sz="3000" b="1" dirty="0">
                <a:solidFill>
                  <a:schemeClr val="tx1"/>
                </a:solidFill>
              </a:rPr>
              <a:t>目次</a:t>
            </a:r>
            <a:endParaRPr lang="en-US" sz="30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5"/>
                </a:solidFill>
              </a:defRPr>
            </a:lvl1pPr>
          </a:lstStyle>
          <a:p>
            <a:pPr algn="r"/>
            <a:fld id="{F7021451-1387-4CA6-816F-3879F97B5CBC}" type="slidenum">
              <a:rPr lang="en-US" b="0"/>
              <a:t>15</a:t>
            </a:fld>
            <a:endParaRPr lang="en-US"/>
          </a:p>
        </p:txBody>
      </p:sp>
      <p:sp>
        <p:nvSpPr>
          <p:cNvPr id="4" name="Shape 1"/>
          <p:cNvSpPr/>
          <p:nvPr/>
        </p:nvSpPr>
        <p:spPr>
          <a:xfrm>
            <a:off x="822960" y="1371600"/>
            <a:ext cx="548640" cy="548640"/>
          </a:xfrm>
          <a:prstGeom prst="ellipse">
            <a:avLst/>
          </a:prstGeom>
          <a:solidFill>
            <a:schemeClr val="accent5">
              <a:alpha val="45000"/>
            </a:schemeClr>
          </a:solidFill>
          <a:ln w="12700">
            <a:solidFill>
              <a:schemeClr val="accent5">
                <a:alpha val="45000"/>
              </a:schemeClr>
            </a:solidFill>
            <a:prstDash val="solid"/>
          </a:ln>
        </p:spPr>
        <p:txBody>
          <a:bodyPr/>
          <a:lstStyle/>
          <a:p>
            <a:endParaRPr lang="ja-JP" altLang="en-US"/>
          </a:p>
        </p:txBody>
      </p:sp>
      <p:sp>
        <p:nvSpPr>
          <p:cNvPr id="5" name="Text 2"/>
          <p:cNvSpPr txBox="1"/>
          <p:nvPr/>
        </p:nvSpPr>
        <p:spPr>
          <a:xfrm>
            <a:off x="822960" y="1371600"/>
            <a:ext cx="548640" cy="548640"/>
          </a:xfrm>
          <a:prstGeom prst="rect">
            <a:avLst/>
          </a:prstGeom>
          <a:noFill/>
          <a:ln/>
        </p:spPr>
        <p:txBody>
          <a:bodyPr wrap="square" lIns="0" tIns="0" rIns="0" bIns="0" rtlCol="0" anchor="ctr"/>
          <a:lstStyle/>
          <a:p>
            <a:pPr marL="0" indent="0" algn="ctr">
              <a:buNone/>
            </a:pPr>
            <a:r>
              <a:rPr lang="en-US" sz="2000" b="1" dirty="0">
                <a:solidFill>
                  <a:schemeClr val="bg1"/>
                </a:solidFill>
              </a:rPr>
              <a:t>1</a:t>
            </a:r>
            <a:endParaRPr lang="en-US" sz="2000" dirty="0"/>
          </a:p>
        </p:txBody>
      </p:sp>
      <p:sp>
        <p:nvSpPr>
          <p:cNvPr id="6" name="Text 3"/>
          <p:cNvSpPr txBox="1"/>
          <p:nvPr/>
        </p:nvSpPr>
        <p:spPr>
          <a:xfrm>
            <a:off x="1645920" y="1325880"/>
            <a:ext cx="3291840" cy="640080"/>
          </a:xfrm>
          <a:prstGeom prst="rect">
            <a:avLst/>
          </a:prstGeom>
          <a:noFill/>
          <a:ln/>
        </p:spPr>
        <p:txBody>
          <a:bodyPr wrap="square" lIns="0" tIns="0" rIns="0" bIns="0" rtlCol="0" anchor="ctr"/>
          <a:lstStyle/>
          <a:p>
            <a:pPr marL="0" indent="0">
              <a:buNone/>
            </a:pPr>
            <a:r>
              <a:rPr lang="en-US" sz="2400" b="1" dirty="0">
                <a:solidFill>
                  <a:schemeClr val="tx1">
                    <a:alpha val="30000"/>
                  </a:schemeClr>
                </a:solidFill>
              </a:rPr>
              <a:t>導入</a:t>
            </a:r>
            <a:endParaRPr lang="en-US" sz="2400" dirty="0"/>
          </a:p>
        </p:txBody>
      </p:sp>
      <p:sp>
        <p:nvSpPr>
          <p:cNvPr id="7" name="Text 4"/>
          <p:cNvSpPr txBox="1"/>
          <p:nvPr/>
        </p:nvSpPr>
        <p:spPr>
          <a:xfrm>
            <a:off x="4937760" y="1325880"/>
            <a:ext cx="6492240" cy="640080"/>
          </a:xfrm>
          <a:prstGeom prst="rect">
            <a:avLst/>
          </a:prstGeom>
          <a:noFill/>
          <a:ln/>
        </p:spPr>
        <p:txBody>
          <a:bodyPr wrap="square" lIns="0" tIns="0" rIns="0" bIns="0" rtlCol="0" anchor="ctr"/>
          <a:lstStyle/>
          <a:p>
            <a:pPr marL="0" indent="0">
              <a:buNone/>
            </a:pPr>
            <a:r>
              <a:rPr lang="en-US" sz="1600" dirty="0">
                <a:solidFill>
                  <a:schemeClr val="tx1">
                    <a:alpha val="25000"/>
                  </a:schemeClr>
                </a:solidFill>
              </a:rPr>
              <a:t>今日の問い</a:t>
            </a:r>
            <a:endParaRPr lang="en-US" sz="1600" dirty="0"/>
          </a:p>
        </p:txBody>
      </p:sp>
      <p:sp>
        <p:nvSpPr>
          <p:cNvPr id="8" name="Shape 5"/>
          <p:cNvSpPr/>
          <p:nvPr/>
        </p:nvSpPr>
        <p:spPr>
          <a:xfrm>
            <a:off x="822960" y="2331720"/>
            <a:ext cx="548640" cy="548640"/>
          </a:xfrm>
          <a:prstGeom prst="ellipse">
            <a:avLst/>
          </a:prstGeom>
          <a:solidFill>
            <a:schemeClr val="accent5">
              <a:alpha val="45000"/>
            </a:schemeClr>
          </a:solidFill>
          <a:ln w="12700">
            <a:solidFill>
              <a:schemeClr val="accent5">
                <a:alpha val="45000"/>
              </a:schemeClr>
            </a:solidFill>
            <a:prstDash val="solid"/>
          </a:ln>
        </p:spPr>
        <p:txBody>
          <a:bodyPr/>
          <a:lstStyle/>
          <a:p>
            <a:endParaRPr lang="ja-JP" altLang="en-US"/>
          </a:p>
        </p:txBody>
      </p:sp>
      <p:sp>
        <p:nvSpPr>
          <p:cNvPr id="9" name="Text 6"/>
          <p:cNvSpPr txBox="1"/>
          <p:nvPr/>
        </p:nvSpPr>
        <p:spPr>
          <a:xfrm>
            <a:off x="822960" y="2331720"/>
            <a:ext cx="548640" cy="548640"/>
          </a:xfrm>
          <a:prstGeom prst="rect">
            <a:avLst/>
          </a:prstGeom>
          <a:noFill/>
          <a:ln/>
        </p:spPr>
        <p:txBody>
          <a:bodyPr wrap="square" lIns="0" tIns="0" rIns="0" bIns="0" rtlCol="0" anchor="ctr"/>
          <a:lstStyle/>
          <a:p>
            <a:pPr marL="0" indent="0" algn="ctr">
              <a:buNone/>
            </a:pPr>
            <a:r>
              <a:rPr lang="en-US" sz="2000" b="1" dirty="0">
                <a:solidFill>
                  <a:schemeClr val="bg1"/>
                </a:solidFill>
              </a:rPr>
              <a:t>2</a:t>
            </a:r>
            <a:endParaRPr lang="en-US" sz="2000" dirty="0"/>
          </a:p>
        </p:txBody>
      </p:sp>
      <p:sp>
        <p:nvSpPr>
          <p:cNvPr id="10" name="Text 7"/>
          <p:cNvSpPr txBox="1"/>
          <p:nvPr/>
        </p:nvSpPr>
        <p:spPr>
          <a:xfrm>
            <a:off x="1645920" y="2286000"/>
            <a:ext cx="3291840" cy="640080"/>
          </a:xfrm>
          <a:prstGeom prst="rect">
            <a:avLst/>
          </a:prstGeom>
          <a:noFill/>
          <a:ln/>
        </p:spPr>
        <p:txBody>
          <a:bodyPr wrap="square" lIns="0" tIns="0" rIns="0" bIns="0" rtlCol="0" anchor="ctr"/>
          <a:lstStyle/>
          <a:p>
            <a:pPr marL="0" indent="0">
              <a:buNone/>
            </a:pPr>
            <a:r>
              <a:rPr lang="en-US" sz="2400" b="1" dirty="0">
                <a:solidFill>
                  <a:schemeClr val="tx1">
                    <a:alpha val="30000"/>
                  </a:schemeClr>
                </a:solidFill>
              </a:rPr>
              <a:t>問題と発想</a:t>
            </a:r>
            <a:endParaRPr lang="en-US" sz="2400" dirty="0"/>
          </a:p>
        </p:txBody>
      </p:sp>
      <p:sp>
        <p:nvSpPr>
          <p:cNvPr id="11" name="Text 8"/>
          <p:cNvSpPr txBox="1"/>
          <p:nvPr/>
        </p:nvSpPr>
        <p:spPr>
          <a:xfrm>
            <a:off x="4937760" y="2286000"/>
            <a:ext cx="6492240" cy="640080"/>
          </a:xfrm>
          <a:prstGeom prst="rect">
            <a:avLst/>
          </a:prstGeom>
          <a:noFill/>
          <a:ln/>
        </p:spPr>
        <p:txBody>
          <a:bodyPr wrap="square" lIns="0" tIns="0" rIns="0" bIns="0" rtlCol="0" anchor="ctr"/>
          <a:lstStyle/>
          <a:p>
            <a:pPr marL="0" indent="0">
              <a:buNone/>
            </a:pPr>
            <a:r>
              <a:rPr lang="en-US" sz="1600" dirty="0">
                <a:solidFill>
                  <a:schemeClr val="tx1">
                    <a:alpha val="25000"/>
                  </a:schemeClr>
                </a:solidFill>
              </a:rPr>
              <a:t>LIMEのおさらい，多クラスLIMEの問題，クラス側をまとめる発想，目標</a:t>
            </a:r>
            <a:endParaRPr lang="en-US" sz="1600" dirty="0"/>
          </a:p>
        </p:txBody>
      </p:sp>
      <p:sp>
        <p:nvSpPr>
          <p:cNvPr id="12" name="Shape 9"/>
          <p:cNvSpPr/>
          <p:nvPr/>
        </p:nvSpPr>
        <p:spPr>
          <a:xfrm>
            <a:off x="822960" y="3291840"/>
            <a:ext cx="548640" cy="548640"/>
          </a:xfrm>
          <a:prstGeom prst="ellipse">
            <a:avLst/>
          </a:prstGeom>
          <a:solidFill>
            <a:schemeClr val="accent5">
              <a:alpha val="45000"/>
            </a:schemeClr>
          </a:solidFill>
          <a:ln w="12700">
            <a:solidFill>
              <a:schemeClr val="accent5">
                <a:alpha val="45000"/>
              </a:schemeClr>
            </a:solidFill>
            <a:prstDash val="solid"/>
          </a:ln>
        </p:spPr>
        <p:txBody>
          <a:bodyPr/>
          <a:lstStyle/>
          <a:p>
            <a:endParaRPr lang="ja-JP" altLang="en-US"/>
          </a:p>
        </p:txBody>
      </p:sp>
      <p:sp>
        <p:nvSpPr>
          <p:cNvPr id="13" name="Text 10"/>
          <p:cNvSpPr txBox="1"/>
          <p:nvPr/>
        </p:nvSpPr>
        <p:spPr>
          <a:xfrm>
            <a:off x="822960" y="3291840"/>
            <a:ext cx="548640" cy="548640"/>
          </a:xfrm>
          <a:prstGeom prst="rect">
            <a:avLst/>
          </a:prstGeom>
          <a:noFill/>
          <a:ln/>
        </p:spPr>
        <p:txBody>
          <a:bodyPr wrap="square" lIns="0" tIns="0" rIns="0" bIns="0" rtlCol="0" anchor="ctr"/>
          <a:lstStyle/>
          <a:p>
            <a:pPr marL="0" indent="0" algn="ctr">
              <a:buNone/>
            </a:pPr>
            <a:r>
              <a:rPr lang="en-US" sz="2000" b="1" dirty="0">
                <a:solidFill>
                  <a:schemeClr val="bg1"/>
                </a:solidFill>
              </a:rPr>
              <a:t>3</a:t>
            </a:r>
            <a:endParaRPr lang="en-US" sz="2000" dirty="0"/>
          </a:p>
        </p:txBody>
      </p:sp>
      <p:sp>
        <p:nvSpPr>
          <p:cNvPr id="14" name="Text 11"/>
          <p:cNvSpPr txBox="1"/>
          <p:nvPr/>
        </p:nvSpPr>
        <p:spPr>
          <a:xfrm>
            <a:off x="1645920" y="3246120"/>
            <a:ext cx="3291840" cy="640080"/>
          </a:xfrm>
          <a:prstGeom prst="rect">
            <a:avLst/>
          </a:prstGeom>
          <a:noFill/>
          <a:ln/>
        </p:spPr>
        <p:txBody>
          <a:bodyPr wrap="square" lIns="0" tIns="0" rIns="0" bIns="0" rtlCol="0" anchor="ctr"/>
          <a:lstStyle/>
          <a:p>
            <a:pPr marL="0" indent="0">
              <a:buNone/>
            </a:pPr>
            <a:r>
              <a:rPr lang="en-US" sz="2400" b="1" dirty="0">
                <a:solidFill>
                  <a:schemeClr val="tx1">
                    <a:alpha val="30000"/>
                  </a:schemeClr>
                </a:solidFill>
              </a:rPr>
              <a:t>手法と仮定</a:t>
            </a:r>
            <a:endParaRPr lang="en-US" sz="2400" dirty="0"/>
          </a:p>
        </p:txBody>
      </p:sp>
      <p:sp>
        <p:nvSpPr>
          <p:cNvPr id="15" name="Text 12"/>
          <p:cNvSpPr txBox="1"/>
          <p:nvPr/>
        </p:nvSpPr>
        <p:spPr>
          <a:xfrm>
            <a:off x="4937760" y="3246120"/>
            <a:ext cx="6492240" cy="640080"/>
          </a:xfrm>
          <a:prstGeom prst="rect">
            <a:avLst/>
          </a:prstGeom>
          <a:noFill/>
          <a:ln/>
        </p:spPr>
        <p:txBody>
          <a:bodyPr wrap="square" lIns="0" tIns="0" rIns="0" bIns="0" rtlCol="0" anchor="ctr"/>
          <a:lstStyle/>
          <a:p>
            <a:pPr marL="0" indent="0">
              <a:buNone/>
            </a:pPr>
            <a:r>
              <a:rPr lang="en-US" sz="1600" dirty="0">
                <a:solidFill>
                  <a:schemeClr val="tx1">
                    <a:alpha val="25000"/>
                  </a:schemeClr>
                </a:solidFill>
              </a:rPr>
              <a:t>手順，成り立つための仮定</a:t>
            </a:r>
            <a:endParaRPr lang="en-US" sz="1600" dirty="0"/>
          </a:p>
        </p:txBody>
      </p:sp>
      <p:sp>
        <p:nvSpPr>
          <p:cNvPr id="16" name="Shape 13"/>
          <p:cNvSpPr/>
          <p:nvPr/>
        </p:nvSpPr>
        <p:spPr>
          <a:xfrm>
            <a:off x="548640" y="4096512"/>
            <a:ext cx="11064240" cy="868680"/>
          </a:xfrm>
          <a:prstGeom prst="roundRect">
            <a:avLst>
              <a:gd name="adj" fmla="val 12632"/>
            </a:avLst>
          </a:prstGeom>
          <a:noFill/>
          <a:ln w="28575">
            <a:solidFill>
              <a:schemeClr val="accent2"/>
            </a:solidFill>
            <a:prstDash val="solid"/>
          </a:ln>
        </p:spPr>
        <p:txBody>
          <a:bodyPr/>
          <a:lstStyle/>
          <a:p>
            <a:endParaRPr lang="ja-JP" altLang="en-US"/>
          </a:p>
        </p:txBody>
      </p:sp>
      <p:sp>
        <p:nvSpPr>
          <p:cNvPr id="17" name="Shape 14"/>
          <p:cNvSpPr/>
          <p:nvPr/>
        </p:nvSpPr>
        <p:spPr>
          <a:xfrm>
            <a:off x="822960" y="4251960"/>
            <a:ext cx="548640" cy="548640"/>
          </a:xfrm>
          <a:prstGeom prst="ellipse">
            <a:avLst/>
          </a:prstGeom>
          <a:solidFill>
            <a:schemeClr val="accent1"/>
          </a:solidFill>
          <a:ln w="12700">
            <a:solidFill>
              <a:schemeClr val="accent1"/>
            </a:solidFill>
            <a:prstDash val="solid"/>
          </a:ln>
        </p:spPr>
        <p:txBody>
          <a:bodyPr/>
          <a:lstStyle/>
          <a:p>
            <a:endParaRPr lang="ja-JP" altLang="en-US"/>
          </a:p>
        </p:txBody>
      </p:sp>
      <p:sp>
        <p:nvSpPr>
          <p:cNvPr id="18" name="Text 15"/>
          <p:cNvSpPr txBox="1"/>
          <p:nvPr/>
        </p:nvSpPr>
        <p:spPr>
          <a:xfrm>
            <a:off x="822960" y="4251960"/>
            <a:ext cx="548640" cy="548640"/>
          </a:xfrm>
          <a:prstGeom prst="rect">
            <a:avLst/>
          </a:prstGeom>
          <a:noFill/>
          <a:ln/>
        </p:spPr>
        <p:txBody>
          <a:bodyPr wrap="square" lIns="0" tIns="0" rIns="0" bIns="0" rtlCol="0" anchor="ctr"/>
          <a:lstStyle/>
          <a:p>
            <a:pPr marL="0" indent="0" algn="ctr">
              <a:buNone/>
            </a:pPr>
            <a:r>
              <a:rPr lang="en-US" sz="2000" b="1" dirty="0">
                <a:solidFill>
                  <a:schemeClr val="bg1"/>
                </a:solidFill>
              </a:rPr>
              <a:t>4</a:t>
            </a:r>
            <a:endParaRPr lang="en-US" sz="2000" dirty="0"/>
          </a:p>
        </p:txBody>
      </p:sp>
      <p:sp>
        <p:nvSpPr>
          <p:cNvPr id="19" name="Text 16"/>
          <p:cNvSpPr txBox="1"/>
          <p:nvPr/>
        </p:nvSpPr>
        <p:spPr>
          <a:xfrm>
            <a:off x="1645920" y="4206240"/>
            <a:ext cx="3291840" cy="640080"/>
          </a:xfrm>
          <a:prstGeom prst="rect">
            <a:avLst/>
          </a:prstGeom>
          <a:noFill/>
          <a:ln/>
        </p:spPr>
        <p:txBody>
          <a:bodyPr wrap="square" lIns="0" tIns="0" rIns="0" bIns="0" rtlCol="0" anchor="ctr"/>
          <a:lstStyle/>
          <a:p>
            <a:pPr marL="0" indent="0">
              <a:buNone/>
            </a:pPr>
            <a:r>
              <a:rPr lang="en-US" sz="2400" b="1" dirty="0">
                <a:solidFill>
                  <a:schemeClr val="tx1"/>
                </a:solidFill>
              </a:rPr>
              <a:t>実験</a:t>
            </a:r>
            <a:endParaRPr lang="en-US" sz="2400" dirty="0"/>
          </a:p>
        </p:txBody>
      </p:sp>
      <p:sp>
        <p:nvSpPr>
          <p:cNvPr id="20" name="Text 17"/>
          <p:cNvSpPr txBox="1"/>
          <p:nvPr/>
        </p:nvSpPr>
        <p:spPr>
          <a:xfrm>
            <a:off x="4937760" y="4206240"/>
            <a:ext cx="6492240" cy="640080"/>
          </a:xfrm>
          <a:prstGeom prst="rect">
            <a:avLst/>
          </a:prstGeom>
          <a:noFill/>
          <a:ln/>
        </p:spPr>
        <p:txBody>
          <a:bodyPr wrap="square" lIns="0" tIns="0" rIns="0" bIns="0" rtlCol="0" anchor="ctr"/>
          <a:lstStyle/>
          <a:p>
            <a:pPr marL="0" indent="0">
              <a:buNone/>
            </a:pPr>
            <a:r>
              <a:rPr lang="en-US" sz="1600" dirty="0">
                <a:solidFill>
                  <a:schemeClr val="tx2"/>
                </a:solidFill>
              </a:rPr>
              <a:t>仮定の確かめ方，実験の設定，結果</a:t>
            </a:r>
            <a:endParaRPr lang="en-US" sz="1600" dirty="0"/>
          </a:p>
        </p:txBody>
      </p:sp>
      <p:sp>
        <p:nvSpPr>
          <p:cNvPr id="21" name="Shape 18"/>
          <p:cNvSpPr/>
          <p:nvPr/>
        </p:nvSpPr>
        <p:spPr>
          <a:xfrm>
            <a:off x="822960" y="5212080"/>
            <a:ext cx="548640" cy="548640"/>
          </a:xfrm>
          <a:prstGeom prst="ellipse">
            <a:avLst/>
          </a:prstGeom>
          <a:solidFill>
            <a:schemeClr val="accent5">
              <a:alpha val="45000"/>
            </a:schemeClr>
          </a:solidFill>
          <a:ln w="12700">
            <a:solidFill>
              <a:schemeClr val="accent5">
                <a:alpha val="45000"/>
              </a:schemeClr>
            </a:solidFill>
            <a:prstDash val="solid"/>
          </a:ln>
        </p:spPr>
        <p:txBody>
          <a:bodyPr/>
          <a:lstStyle/>
          <a:p>
            <a:endParaRPr lang="ja-JP" altLang="en-US"/>
          </a:p>
        </p:txBody>
      </p:sp>
      <p:sp>
        <p:nvSpPr>
          <p:cNvPr id="22" name="Text 19"/>
          <p:cNvSpPr txBox="1"/>
          <p:nvPr/>
        </p:nvSpPr>
        <p:spPr>
          <a:xfrm>
            <a:off x="822960" y="5212080"/>
            <a:ext cx="548640" cy="548640"/>
          </a:xfrm>
          <a:prstGeom prst="rect">
            <a:avLst/>
          </a:prstGeom>
          <a:noFill/>
          <a:ln/>
        </p:spPr>
        <p:txBody>
          <a:bodyPr wrap="square" lIns="0" tIns="0" rIns="0" bIns="0" rtlCol="0" anchor="ctr"/>
          <a:lstStyle/>
          <a:p>
            <a:pPr marL="0" indent="0" algn="ctr">
              <a:buNone/>
            </a:pPr>
            <a:r>
              <a:rPr lang="en-US" sz="2000" b="1" dirty="0">
                <a:solidFill>
                  <a:schemeClr val="bg1"/>
                </a:solidFill>
              </a:rPr>
              <a:t>5</a:t>
            </a:r>
            <a:endParaRPr lang="en-US" sz="2000" dirty="0"/>
          </a:p>
        </p:txBody>
      </p:sp>
      <p:sp>
        <p:nvSpPr>
          <p:cNvPr id="23" name="Text 20"/>
          <p:cNvSpPr txBox="1"/>
          <p:nvPr/>
        </p:nvSpPr>
        <p:spPr>
          <a:xfrm>
            <a:off x="1645920" y="5166360"/>
            <a:ext cx="3291840" cy="640080"/>
          </a:xfrm>
          <a:prstGeom prst="rect">
            <a:avLst/>
          </a:prstGeom>
          <a:noFill/>
          <a:ln/>
        </p:spPr>
        <p:txBody>
          <a:bodyPr wrap="square" lIns="0" tIns="0" rIns="0" bIns="0" rtlCol="0" anchor="ctr"/>
          <a:lstStyle/>
          <a:p>
            <a:pPr marL="0" indent="0">
              <a:buNone/>
            </a:pPr>
            <a:r>
              <a:rPr lang="en-US" sz="2400" b="1" dirty="0">
                <a:solidFill>
                  <a:schemeClr val="tx1">
                    <a:alpha val="30000"/>
                  </a:schemeClr>
                </a:solidFill>
              </a:rPr>
              <a:t>課題と今後</a:t>
            </a:r>
            <a:endParaRPr lang="en-US" sz="2400" dirty="0"/>
          </a:p>
        </p:txBody>
      </p:sp>
      <p:sp>
        <p:nvSpPr>
          <p:cNvPr id="24" name="Text 21"/>
          <p:cNvSpPr txBox="1"/>
          <p:nvPr/>
        </p:nvSpPr>
        <p:spPr>
          <a:xfrm>
            <a:off x="4937760" y="5166360"/>
            <a:ext cx="6492240" cy="640080"/>
          </a:xfrm>
          <a:prstGeom prst="rect">
            <a:avLst/>
          </a:prstGeom>
          <a:noFill/>
          <a:ln/>
        </p:spPr>
        <p:txBody>
          <a:bodyPr wrap="square" lIns="0" tIns="0" rIns="0" bIns="0" rtlCol="0" anchor="ctr"/>
          <a:lstStyle/>
          <a:p>
            <a:pPr marL="0" indent="0">
              <a:buNone/>
            </a:pPr>
            <a:r>
              <a:rPr lang="en-US" sz="1600" dirty="0">
                <a:solidFill>
                  <a:schemeClr val="tx1">
                    <a:alpha val="25000"/>
                  </a:schemeClr>
                </a:solidFill>
              </a:rPr>
              <a:t>課題，今後の計画</a:t>
            </a:r>
            <a:endParaRPr lang="en-US" sz="1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a:spLocks noGrp="1"/>
          </p:cNvSpPr>
          <p:nvPr>
            <p:ph type="title" idx="101"/>
          </p:nvPr>
        </p:nvSpPr>
        <p:spPr>
          <a:prstGeom prst="rect">
            <a:avLst/>
          </a:prstGeom>
          <a:noFill/>
          <a:ln/>
        </p:spPr>
        <p:txBody>
          <a:bodyPr wrap="square" lIns="0" tIns="0" rIns="0" bIns="0" rtlCol="0" anchor="ctr"/>
          <a:lstStyle/>
          <a:p>
            <a:pPr marL="0" indent="0" algn="l">
              <a:buNone/>
            </a:pPr>
            <a:r>
              <a:rPr lang="en-US" sz="3000" b="1" dirty="0">
                <a:solidFill>
                  <a:schemeClr val="tx1"/>
                </a:solidFill>
              </a:rPr>
              <a:t>仮定1の確かめ方（1）動くクラスの数</a:t>
            </a:r>
            <a:endParaRPr lang="en-US" sz="30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5"/>
                </a:solidFill>
              </a:defRPr>
            </a:lvl1pPr>
          </a:lstStyle>
          <a:p>
            <a:pPr algn="r"/>
            <a:fld id="{F7021451-1387-4CA6-816F-3879F97B5CBC}" type="slidenum">
              <a:rPr lang="en-US" b="0"/>
              <a:t>16</a:t>
            </a:fld>
            <a:endParaRPr lang="en-US"/>
          </a:p>
        </p:txBody>
      </p:sp>
      <p:sp>
        <p:nvSpPr>
          <p:cNvPr id="4" name="Shape 1"/>
          <p:cNvSpPr/>
          <p:nvPr/>
        </p:nvSpPr>
        <p:spPr>
          <a:xfrm>
            <a:off x="548640" y="1458290"/>
            <a:ext cx="411480" cy="411480"/>
          </a:xfrm>
          <a:prstGeom prst="ellipse">
            <a:avLst/>
          </a:prstGeom>
          <a:solidFill>
            <a:schemeClr val="tx1"/>
          </a:solidFill>
          <a:ln w="12700">
            <a:solidFill>
              <a:schemeClr val="tx1"/>
            </a:solidFill>
            <a:prstDash val="solid"/>
          </a:ln>
        </p:spPr>
        <p:txBody>
          <a:bodyPr/>
          <a:lstStyle/>
          <a:p>
            <a:endParaRPr lang="ja-JP" altLang="en-US"/>
          </a:p>
        </p:txBody>
      </p:sp>
      <p:sp>
        <p:nvSpPr>
          <p:cNvPr id="5" name="Text 2"/>
          <p:cNvSpPr txBox="1"/>
          <p:nvPr/>
        </p:nvSpPr>
        <p:spPr>
          <a:xfrm>
            <a:off x="548640" y="1458290"/>
            <a:ext cx="411480" cy="411480"/>
          </a:xfrm>
          <a:prstGeom prst="rect">
            <a:avLst/>
          </a:prstGeom>
          <a:noFill/>
          <a:ln/>
        </p:spPr>
        <p:txBody>
          <a:bodyPr wrap="square" lIns="0" tIns="0" rIns="0" bIns="0" rtlCol="0" anchor="ctr"/>
          <a:lstStyle/>
          <a:p>
            <a:pPr marL="0" indent="0" algn="ctr">
              <a:buNone/>
            </a:pPr>
            <a:r>
              <a:rPr lang="en-US" sz="1400" b="1" dirty="0">
                <a:solidFill>
                  <a:schemeClr val="bg1"/>
                </a:solidFill>
              </a:rPr>
              <a:t>1</a:t>
            </a:r>
            <a:endParaRPr lang="en-US" sz="1400" dirty="0"/>
          </a:p>
        </p:txBody>
      </p:sp>
      <p:sp>
        <p:nvSpPr>
          <p:cNvPr id="6" name="Text 3"/>
          <p:cNvSpPr txBox="1"/>
          <p:nvPr/>
        </p:nvSpPr>
        <p:spPr>
          <a:xfrm>
            <a:off x="1097280" y="1525860"/>
            <a:ext cx="4389120" cy="411480"/>
          </a:xfrm>
          <a:prstGeom prst="rect">
            <a:avLst/>
          </a:prstGeom>
          <a:noFill/>
          <a:ln/>
        </p:spPr>
        <p:txBody>
          <a:bodyPr wrap="square" lIns="0" tIns="0" rIns="0" bIns="0" rtlCol="0" anchor="t"/>
          <a:lstStyle/>
          <a:p>
            <a:pPr marL="0" indent="0">
              <a:buNone/>
            </a:pPr>
            <a:r>
              <a:rPr lang="en-US" sz="1700" b="1" dirty="0">
                <a:solidFill>
                  <a:schemeClr val="tx1"/>
                </a:solidFill>
              </a:rPr>
              <a:t>摂動データを撒く</a:t>
            </a:r>
            <a:endParaRPr lang="en-US" sz="1700" dirty="0"/>
          </a:p>
        </p:txBody>
      </p:sp>
      <p:sp>
        <p:nvSpPr>
          <p:cNvPr id="7" name="Text 4"/>
          <p:cNvSpPr txBox="1"/>
          <p:nvPr/>
        </p:nvSpPr>
        <p:spPr>
          <a:xfrm>
            <a:off x="1097280" y="1964772"/>
            <a:ext cx="4389120" cy="731520"/>
          </a:xfrm>
          <a:prstGeom prst="rect">
            <a:avLst/>
          </a:prstGeom>
          <a:noFill/>
          <a:ln/>
        </p:spPr>
        <p:txBody>
          <a:bodyPr wrap="square" lIns="0" tIns="0" rIns="0" bIns="0" rtlCol="0" anchor="t"/>
          <a:lstStyle/>
          <a:p>
            <a:pPr marL="0" indent="0">
              <a:buNone/>
            </a:pPr>
            <a:r>
              <a:rPr lang="en-US" sz="1300" dirty="0">
                <a:solidFill>
                  <a:schemeClr val="tx2"/>
                </a:solidFill>
              </a:rPr>
              <a:t>説明する点のまわりに，小さい半径で600点</a:t>
            </a:r>
            <a:endParaRPr lang="en-US" sz="1300" dirty="0"/>
          </a:p>
        </p:txBody>
      </p:sp>
      <p:sp>
        <p:nvSpPr>
          <p:cNvPr id="8" name="Shape 5"/>
          <p:cNvSpPr/>
          <p:nvPr/>
        </p:nvSpPr>
        <p:spPr>
          <a:xfrm>
            <a:off x="548640" y="2418410"/>
            <a:ext cx="411480" cy="411480"/>
          </a:xfrm>
          <a:prstGeom prst="ellipse">
            <a:avLst/>
          </a:prstGeom>
          <a:solidFill>
            <a:schemeClr val="tx1"/>
          </a:solidFill>
          <a:ln w="12700">
            <a:solidFill>
              <a:schemeClr val="tx1"/>
            </a:solidFill>
            <a:prstDash val="solid"/>
          </a:ln>
        </p:spPr>
        <p:txBody>
          <a:bodyPr/>
          <a:lstStyle/>
          <a:p>
            <a:endParaRPr lang="ja-JP" altLang="en-US"/>
          </a:p>
        </p:txBody>
      </p:sp>
      <p:sp>
        <p:nvSpPr>
          <p:cNvPr id="9" name="Text 6"/>
          <p:cNvSpPr txBox="1"/>
          <p:nvPr/>
        </p:nvSpPr>
        <p:spPr>
          <a:xfrm>
            <a:off x="548640" y="2418410"/>
            <a:ext cx="411480" cy="411480"/>
          </a:xfrm>
          <a:prstGeom prst="rect">
            <a:avLst/>
          </a:prstGeom>
          <a:noFill/>
          <a:ln/>
        </p:spPr>
        <p:txBody>
          <a:bodyPr wrap="square" lIns="0" tIns="0" rIns="0" bIns="0" rtlCol="0" anchor="ctr"/>
          <a:lstStyle/>
          <a:p>
            <a:pPr marL="0" indent="0" algn="ctr">
              <a:buNone/>
            </a:pPr>
            <a:r>
              <a:rPr lang="en-US" sz="1400" b="1" dirty="0">
                <a:solidFill>
                  <a:schemeClr val="bg1"/>
                </a:solidFill>
              </a:rPr>
              <a:t>2</a:t>
            </a:r>
            <a:endParaRPr lang="en-US" sz="1400" dirty="0"/>
          </a:p>
        </p:txBody>
      </p:sp>
      <p:sp>
        <p:nvSpPr>
          <p:cNvPr id="10" name="Text 7"/>
          <p:cNvSpPr txBox="1"/>
          <p:nvPr/>
        </p:nvSpPr>
        <p:spPr>
          <a:xfrm>
            <a:off x="1097280" y="2485980"/>
            <a:ext cx="4389120" cy="411480"/>
          </a:xfrm>
          <a:prstGeom prst="rect">
            <a:avLst/>
          </a:prstGeom>
          <a:noFill/>
          <a:ln/>
        </p:spPr>
        <p:txBody>
          <a:bodyPr wrap="square" lIns="0" tIns="0" rIns="0" bIns="0" rtlCol="0" anchor="t"/>
          <a:lstStyle/>
          <a:p>
            <a:pPr marL="0" indent="0">
              <a:buNone/>
            </a:pPr>
            <a:r>
              <a:rPr lang="en-US" sz="1700" b="1" dirty="0">
                <a:solidFill>
                  <a:schemeClr val="tx1"/>
                </a:solidFill>
              </a:rPr>
              <a:t>元の点の確率との差（ずれ）を取る</a:t>
            </a:r>
            <a:endParaRPr lang="en-US" sz="1700" dirty="0"/>
          </a:p>
        </p:txBody>
      </p:sp>
      <p:sp>
        <p:nvSpPr>
          <p:cNvPr id="11" name="Shape 8"/>
          <p:cNvSpPr/>
          <p:nvPr/>
        </p:nvSpPr>
        <p:spPr>
          <a:xfrm>
            <a:off x="548640" y="4795850"/>
            <a:ext cx="411480" cy="411480"/>
          </a:xfrm>
          <a:prstGeom prst="ellipse">
            <a:avLst/>
          </a:prstGeom>
          <a:solidFill>
            <a:schemeClr val="accent1"/>
          </a:solidFill>
          <a:ln w="12700">
            <a:solidFill>
              <a:schemeClr val="accent1"/>
            </a:solidFill>
            <a:prstDash val="solid"/>
          </a:ln>
        </p:spPr>
        <p:txBody>
          <a:bodyPr/>
          <a:lstStyle/>
          <a:p>
            <a:endParaRPr lang="ja-JP" altLang="en-US"/>
          </a:p>
        </p:txBody>
      </p:sp>
      <p:sp>
        <p:nvSpPr>
          <p:cNvPr id="12" name="Text 9"/>
          <p:cNvSpPr txBox="1"/>
          <p:nvPr/>
        </p:nvSpPr>
        <p:spPr>
          <a:xfrm>
            <a:off x="548640" y="4795850"/>
            <a:ext cx="411480" cy="411480"/>
          </a:xfrm>
          <a:prstGeom prst="rect">
            <a:avLst/>
          </a:prstGeom>
          <a:noFill/>
          <a:ln/>
        </p:spPr>
        <p:txBody>
          <a:bodyPr wrap="square" lIns="0" tIns="0" rIns="0" bIns="0" rtlCol="0" anchor="ctr"/>
          <a:lstStyle/>
          <a:p>
            <a:pPr marL="0" indent="0" algn="ctr">
              <a:buNone/>
            </a:pPr>
            <a:r>
              <a:rPr lang="en-US" sz="1400" b="1" dirty="0">
                <a:solidFill>
                  <a:schemeClr val="bg1"/>
                </a:solidFill>
              </a:rPr>
              <a:t>3</a:t>
            </a:r>
            <a:endParaRPr lang="en-US" sz="1400" dirty="0"/>
          </a:p>
        </p:txBody>
      </p:sp>
      <p:sp>
        <p:nvSpPr>
          <p:cNvPr id="13" name="Text 10"/>
          <p:cNvSpPr txBox="1"/>
          <p:nvPr/>
        </p:nvSpPr>
        <p:spPr>
          <a:xfrm>
            <a:off x="1097280" y="4863420"/>
            <a:ext cx="4389120" cy="411480"/>
          </a:xfrm>
          <a:prstGeom prst="rect">
            <a:avLst/>
          </a:prstGeom>
          <a:noFill/>
          <a:ln/>
        </p:spPr>
        <p:txBody>
          <a:bodyPr wrap="square" lIns="0" tIns="0" rIns="0" bIns="0" rtlCol="0" anchor="t"/>
          <a:lstStyle/>
          <a:p>
            <a:pPr marL="0" indent="0">
              <a:buNone/>
            </a:pPr>
            <a:r>
              <a:rPr lang="en-US" sz="1700" b="1" dirty="0">
                <a:solidFill>
                  <a:schemeClr val="tx1"/>
                </a:solidFill>
              </a:rPr>
              <a:t>クラスごとにずれを集計する</a:t>
            </a:r>
            <a:endParaRPr lang="en-US" sz="1700" dirty="0"/>
          </a:p>
        </p:txBody>
      </p:sp>
      <p:sp>
        <p:nvSpPr>
          <p:cNvPr id="14" name="Text 11"/>
          <p:cNvSpPr txBox="1"/>
          <p:nvPr/>
        </p:nvSpPr>
        <p:spPr>
          <a:xfrm>
            <a:off x="1097280" y="5302332"/>
            <a:ext cx="4389120" cy="731520"/>
          </a:xfrm>
          <a:prstGeom prst="rect">
            <a:avLst/>
          </a:prstGeom>
          <a:noFill/>
          <a:ln/>
        </p:spPr>
        <p:txBody>
          <a:bodyPr wrap="square" lIns="0" tIns="0" rIns="0" bIns="0" rtlCol="0" anchor="t"/>
          <a:lstStyle/>
          <a:p>
            <a:pPr marL="0" indent="0">
              <a:buNone/>
            </a:pPr>
            <a:r>
              <a:rPr lang="en-US" sz="1300" dirty="0">
                <a:solidFill>
                  <a:schemeClr val="tx2"/>
                </a:solidFill>
              </a:rPr>
              <a:t>ずれの2乗を600点分足し，大きい順に全体の95%に届くまでのクラス数を数える</a:t>
            </a:r>
            <a:endParaRPr lang="en-US" sz="1300" dirty="0"/>
          </a:p>
        </p:txBody>
      </p:sp>
      <p:graphicFrame>
        <p:nvGraphicFramePr>
          <p:cNvPr id="18" name="Table 0"/>
          <p:cNvGraphicFramePr>
            <a:graphicFrameLocks noGrp="1"/>
          </p:cNvGraphicFramePr>
          <p:nvPr>
            <p:extLst>
              <p:ext uri="{D42A27DB-BD31-4B8C-83A1-F6EECF244321}">
                <p14:modId xmlns:p14="http://schemas.microsoft.com/office/powerpoint/2010/main" val="2351657094"/>
              </p:ext>
            </p:extLst>
          </p:nvPr>
        </p:nvGraphicFramePr>
        <p:xfrm>
          <a:off x="1097280" y="3016332"/>
          <a:ext cx="4480560" cy="1536192"/>
        </p:xfrm>
        <a:graphic>
          <a:graphicData uri="http://schemas.openxmlformats.org/drawingml/2006/table">
            <a:tbl>
              <a:tblPr/>
              <a:tblGrid>
                <a:gridCol w="1554480">
                  <a:extLst>
                    <a:ext uri="{9D8B030D-6E8A-4147-A177-3AD203B41FA5}">
                      <a16:colId xmlns:a16="http://schemas.microsoft.com/office/drawing/2014/main" val="20000"/>
                    </a:ext>
                  </a:extLst>
                </a:gridCol>
                <a:gridCol w="731520">
                  <a:extLst>
                    <a:ext uri="{9D8B030D-6E8A-4147-A177-3AD203B41FA5}">
                      <a16:colId xmlns:a16="http://schemas.microsoft.com/office/drawing/2014/main" val="20001"/>
                    </a:ext>
                  </a:extLst>
                </a:gridCol>
                <a:gridCol w="731520">
                  <a:extLst>
                    <a:ext uri="{9D8B030D-6E8A-4147-A177-3AD203B41FA5}">
                      <a16:colId xmlns:a16="http://schemas.microsoft.com/office/drawing/2014/main" val="20002"/>
                    </a:ext>
                  </a:extLst>
                </a:gridCol>
                <a:gridCol w="731520">
                  <a:extLst>
                    <a:ext uri="{9D8B030D-6E8A-4147-A177-3AD203B41FA5}">
                      <a16:colId xmlns:a16="http://schemas.microsoft.com/office/drawing/2014/main" val="20003"/>
                    </a:ext>
                  </a:extLst>
                </a:gridCol>
                <a:gridCol w="731520">
                  <a:extLst>
                    <a:ext uri="{9D8B030D-6E8A-4147-A177-3AD203B41FA5}">
                      <a16:colId xmlns:a16="http://schemas.microsoft.com/office/drawing/2014/main" val="20004"/>
                    </a:ext>
                  </a:extLst>
                </a:gridCol>
              </a:tblGrid>
              <a:tr h="384048">
                <a:tc>
                  <a:txBody>
                    <a:bodyPr/>
                    <a:lstStyle/>
                    <a:p>
                      <a:pPr marL="0" indent="0" algn="ctr">
                        <a:buNone/>
                      </a:pPr>
                      <a:endParaRPr lang="en-US" sz="1300" dirty="0"/>
                    </a:p>
                  </a:txBody>
                  <a:tcPr marL="50800" marR="50800" marT="25400" marB="254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tx1"/>
                    </a:solidFill>
                  </a:tcPr>
                </a:tc>
                <a:tc>
                  <a:txBody>
                    <a:bodyPr/>
                    <a:lstStyle/>
                    <a:p>
                      <a:pPr marL="0" indent="0" algn="ctr">
                        <a:buNone/>
                      </a:pPr>
                      <a:r>
                        <a:rPr lang="en-US" sz="1300" b="1" dirty="0">
                          <a:solidFill>
                            <a:schemeClr val="bg1"/>
                          </a:solidFill>
                        </a:rPr>
                        <a:t>2</a:t>
                      </a:r>
                      <a:endParaRPr lang="en-US" sz="1300" dirty="0"/>
                    </a:p>
                  </a:txBody>
                  <a:tcPr marL="50800" marR="50800" marT="25400" marB="254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tx1"/>
                    </a:solidFill>
                  </a:tcPr>
                </a:tc>
                <a:tc>
                  <a:txBody>
                    <a:bodyPr/>
                    <a:lstStyle/>
                    <a:p>
                      <a:pPr marL="0" indent="0" algn="ctr">
                        <a:buNone/>
                      </a:pPr>
                      <a:r>
                        <a:rPr lang="en-US" sz="1300" b="1" dirty="0">
                          <a:solidFill>
                            <a:schemeClr val="bg1"/>
                          </a:solidFill>
                        </a:rPr>
                        <a:t>3</a:t>
                      </a:r>
                      <a:endParaRPr lang="en-US" sz="1300" dirty="0"/>
                    </a:p>
                  </a:txBody>
                  <a:tcPr marL="50800" marR="50800" marT="25400" marB="254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tx1"/>
                    </a:solidFill>
                  </a:tcPr>
                </a:tc>
                <a:tc>
                  <a:txBody>
                    <a:bodyPr/>
                    <a:lstStyle/>
                    <a:p>
                      <a:pPr marL="0" indent="0" algn="ctr">
                        <a:buNone/>
                      </a:pPr>
                      <a:r>
                        <a:rPr lang="en-US" sz="1300" b="1" dirty="0">
                          <a:solidFill>
                            <a:schemeClr val="bg1"/>
                          </a:solidFill>
                        </a:rPr>
                        <a:t>9</a:t>
                      </a:r>
                      <a:endParaRPr lang="en-US" sz="1300" dirty="0"/>
                    </a:p>
                  </a:txBody>
                  <a:tcPr marL="50800" marR="50800" marT="25400" marB="254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tx1"/>
                    </a:solidFill>
                  </a:tcPr>
                </a:tc>
                <a:tc>
                  <a:txBody>
                    <a:bodyPr/>
                    <a:lstStyle/>
                    <a:p>
                      <a:pPr marL="0" indent="0" algn="ctr">
                        <a:buNone/>
                      </a:pPr>
                      <a:r>
                        <a:rPr lang="en-US" sz="1300" b="1" dirty="0">
                          <a:solidFill>
                            <a:schemeClr val="bg1"/>
                          </a:solidFill>
                        </a:rPr>
                        <a:t>その他</a:t>
                      </a:r>
                      <a:endParaRPr lang="en-US" sz="1300" dirty="0"/>
                    </a:p>
                  </a:txBody>
                  <a:tcPr marL="50800" marR="50800" marT="25400" marB="254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384048">
                <a:tc>
                  <a:txBody>
                    <a:bodyPr/>
                    <a:lstStyle/>
                    <a:p>
                      <a:pPr marL="0" indent="0" algn="l">
                        <a:buNone/>
                      </a:pPr>
                      <a:r>
                        <a:rPr lang="en-US" sz="1300" dirty="0">
                          <a:solidFill>
                            <a:schemeClr val="tx1"/>
                          </a:solidFill>
                        </a:rPr>
                        <a:t>説明する点</a:t>
                      </a:r>
                      <a:endParaRPr lang="en-US" sz="1300" dirty="0"/>
                    </a:p>
                  </a:txBody>
                  <a:tcPr marL="50800" marR="50800" marT="25400" marB="254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bg1"/>
                    </a:solidFill>
                  </a:tcPr>
                </a:tc>
                <a:tc>
                  <a:txBody>
                    <a:bodyPr/>
                    <a:lstStyle/>
                    <a:p>
                      <a:pPr marL="0" indent="0" algn="ctr">
                        <a:buNone/>
                      </a:pPr>
                      <a:r>
                        <a:rPr lang="en-US" sz="1300" dirty="0">
                          <a:solidFill>
                            <a:schemeClr val="tx1"/>
                          </a:solidFill>
                        </a:rPr>
                        <a:t>0.39</a:t>
                      </a:r>
                      <a:endParaRPr lang="en-US" sz="1300" dirty="0"/>
                    </a:p>
                  </a:txBody>
                  <a:tcPr marL="50800" marR="50800" marT="25400" marB="254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bg1"/>
                    </a:solidFill>
                  </a:tcPr>
                </a:tc>
                <a:tc>
                  <a:txBody>
                    <a:bodyPr/>
                    <a:lstStyle/>
                    <a:p>
                      <a:pPr marL="0" indent="0" algn="ctr">
                        <a:buNone/>
                      </a:pPr>
                      <a:r>
                        <a:rPr lang="en-US" sz="1300" dirty="0">
                          <a:solidFill>
                            <a:schemeClr val="tx1"/>
                          </a:solidFill>
                        </a:rPr>
                        <a:t>0.39</a:t>
                      </a:r>
                      <a:endParaRPr lang="en-US" sz="1300" dirty="0"/>
                    </a:p>
                  </a:txBody>
                  <a:tcPr marL="50800" marR="50800" marT="25400" marB="254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bg1"/>
                    </a:solidFill>
                  </a:tcPr>
                </a:tc>
                <a:tc>
                  <a:txBody>
                    <a:bodyPr/>
                    <a:lstStyle/>
                    <a:p>
                      <a:pPr marL="0" indent="0" algn="ctr">
                        <a:buNone/>
                      </a:pPr>
                      <a:r>
                        <a:rPr lang="en-US" sz="1300" dirty="0">
                          <a:solidFill>
                            <a:schemeClr val="tx1"/>
                          </a:solidFill>
                        </a:rPr>
                        <a:t>0.12</a:t>
                      </a:r>
                      <a:endParaRPr lang="en-US" sz="1300" dirty="0"/>
                    </a:p>
                  </a:txBody>
                  <a:tcPr marL="50800" marR="50800" marT="25400" marB="254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bg1"/>
                    </a:solidFill>
                  </a:tcPr>
                </a:tc>
                <a:tc>
                  <a:txBody>
                    <a:bodyPr/>
                    <a:lstStyle/>
                    <a:p>
                      <a:pPr marL="0" indent="0" algn="ctr">
                        <a:buNone/>
                      </a:pPr>
                      <a:r>
                        <a:rPr lang="en-US" sz="1300" dirty="0">
                          <a:solidFill>
                            <a:schemeClr val="tx1"/>
                          </a:solidFill>
                        </a:rPr>
                        <a:t>0.10</a:t>
                      </a:r>
                      <a:endParaRPr lang="en-US" sz="1300" dirty="0"/>
                    </a:p>
                  </a:txBody>
                  <a:tcPr marL="50800" marR="50800" marT="25400" marB="254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384048">
                <a:tc>
                  <a:txBody>
                    <a:bodyPr/>
                    <a:lstStyle/>
                    <a:p>
                      <a:pPr marL="0" indent="0" algn="l">
                        <a:buNone/>
                      </a:pPr>
                      <a:r>
                        <a:rPr lang="en-US" sz="1300" dirty="0">
                          <a:solidFill>
                            <a:schemeClr val="tx1"/>
                          </a:solidFill>
                        </a:rPr>
                        <a:t>摂動データの1つ</a:t>
                      </a:r>
                      <a:endParaRPr lang="en-US" sz="1300" dirty="0"/>
                    </a:p>
                  </a:txBody>
                  <a:tcPr marL="50800" marR="50800" marT="25400" marB="254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bg1"/>
                    </a:solidFill>
                  </a:tcPr>
                </a:tc>
                <a:tc>
                  <a:txBody>
                    <a:bodyPr/>
                    <a:lstStyle/>
                    <a:p>
                      <a:pPr marL="0" indent="0" algn="ctr">
                        <a:buNone/>
                      </a:pPr>
                      <a:r>
                        <a:rPr lang="en-US" sz="1300" dirty="0">
                          <a:solidFill>
                            <a:schemeClr val="tx1"/>
                          </a:solidFill>
                        </a:rPr>
                        <a:t>0.46</a:t>
                      </a:r>
                      <a:endParaRPr lang="en-US" sz="1300" dirty="0"/>
                    </a:p>
                  </a:txBody>
                  <a:tcPr marL="50800" marR="50800" marT="25400" marB="254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bg1"/>
                    </a:solidFill>
                  </a:tcPr>
                </a:tc>
                <a:tc>
                  <a:txBody>
                    <a:bodyPr/>
                    <a:lstStyle/>
                    <a:p>
                      <a:pPr marL="0" indent="0" algn="ctr">
                        <a:buNone/>
                      </a:pPr>
                      <a:r>
                        <a:rPr lang="en-US" sz="1300" dirty="0">
                          <a:solidFill>
                            <a:schemeClr val="tx1"/>
                          </a:solidFill>
                        </a:rPr>
                        <a:t>0.35</a:t>
                      </a:r>
                      <a:endParaRPr lang="en-US" sz="1300" dirty="0"/>
                    </a:p>
                  </a:txBody>
                  <a:tcPr marL="50800" marR="50800" marT="25400" marB="254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bg1"/>
                    </a:solidFill>
                  </a:tcPr>
                </a:tc>
                <a:tc>
                  <a:txBody>
                    <a:bodyPr/>
                    <a:lstStyle/>
                    <a:p>
                      <a:pPr marL="0" indent="0" algn="ctr">
                        <a:buNone/>
                      </a:pPr>
                      <a:r>
                        <a:rPr lang="en-US" sz="1300" dirty="0">
                          <a:solidFill>
                            <a:schemeClr val="tx1"/>
                          </a:solidFill>
                        </a:rPr>
                        <a:t>0.09</a:t>
                      </a:r>
                      <a:endParaRPr lang="en-US" sz="1300" dirty="0"/>
                    </a:p>
                  </a:txBody>
                  <a:tcPr marL="50800" marR="50800" marT="25400" marB="254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bg1"/>
                    </a:solidFill>
                  </a:tcPr>
                </a:tc>
                <a:tc>
                  <a:txBody>
                    <a:bodyPr/>
                    <a:lstStyle/>
                    <a:p>
                      <a:pPr marL="0" indent="0" algn="ctr">
                        <a:buNone/>
                      </a:pPr>
                      <a:r>
                        <a:rPr lang="en-US" sz="1300" dirty="0">
                          <a:solidFill>
                            <a:schemeClr val="tx1"/>
                          </a:solidFill>
                        </a:rPr>
                        <a:t>0.10</a:t>
                      </a:r>
                      <a:endParaRPr lang="en-US" sz="1300" dirty="0"/>
                    </a:p>
                  </a:txBody>
                  <a:tcPr marL="50800" marR="50800" marT="25400" marB="254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r h="384048">
                <a:tc>
                  <a:txBody>
                    <a:bodyPr/>
                    <a:lstStyle/>
                    <a:p>
                      <a:pPr marL="0" indent="0" algn="l">
                        <a:buNone/>
                      </a:pPr>
                      <a:r>
                        <a:rPr lang="en-US" sz="1300" b="1" dirty="0">
                          <a:solidFill>
                            <a:schemeClr val="accent1"/>
                          </a:solidFill>
                        </a:rPr>
                        <a:t>ずれ</a:t>
                      </a:r>
                      <a:endParaRPr lang="en-US" sz="1300" dirty="0"/>
                    </a:p>
                  </a:txBody>
                  <a:tcPr marL="50800" marR="50800" marT="25400" marB="254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bg2"/>
                    </a:solidFill>
                  </a:tcPr>
                </a:tc>
                <a:tc>
                  <a:txBody>
                    <a:bodyPr/>
                    <a:lstStyle/>
                    <a:p>
                      <a:pPr marL="0" indent="0" algn="ctr">
                        <a:buNone/>
                      </a:pPr>
                      <a:r>
                        <a:rPr lang="en-US" sz="1300" b="1" dirty="0">
                          <a:solidFill>
                            <a:schemeClr val="accent1"/>
                          </a:solidFill>
                        </a:rPr>
                        <a:t>+0.07</a:t>
                      </a:r>
                      <a:endParaRPr lang="en-US" sz="1300" dirty="0"/>
                    </a:p>
                  </a:txBody>
                  <a:tcPr marL="50800" marR="50800" marT="25400" marB="254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bg2"/>
                    </a:solidFill>
                  </a:tcPr>
                </a:tc>
                <a:tc>
                  <a:txBody>
                    <a:bodyPr/>
                    <a:lstStyle/>
                    <a:p>
                      <a:pPr marL="0" indent="0" algn="ctr">
                        <a:buNone/>
                      </a:pPr>
                      <a:r>
                        <a:rPr lang="en-US" sz="1300" b="1" dirty="0">
                          <a:solidFill>
                            <a:schemeClr val="accent1"/>
                          </a:solidFill>
                        </a:rPr>
                        <a:t>−0.04</a:t>
                      </a:r>
                      <a:endParaRPr lang="en-US" sz="1300" dirty="0"/>
                    </a:p>
                  </a:txBody>
                  <a:tcPr marL="50800" marR="50800" marT="25400" marB="254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bg2"/>
                    </a:solidFill>
                  </a:tcPr>
                </a:tc>
                <a:tc>
                  <a:txBody>
                    <a:bodyPr/>
                    <a:lstStyle/>
                    <a:p>
                      <a:pPr marL="0" indent="0" algn="ctr">
                        <a:buNone/>
                      </a:pPr>
                      <a:r>
                        <a:rPr lang="en-US" sz="1300" b="1" dirty="0">
                          <a:solidFill>
                            <a:schemeClr val="accent1"/>
                          </a:solidFill>
                        </a:rPr>
                        <a:t>−0.03</a:t>
                      </a:r>
                      <a:endParaRPr lang="en-US" sz="1300" dirty="0"/>
                    </a:p>
                  </a:txBody>
                  <a:tcPr marL="50800" marR="50800" marT="25400" marB="254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bg2"/>
                    </a:solidFill>
                  </a:tcPr>
                </a:tc>
                <a:tc>
                  <a:txBody>
                    <a:bodyPr/>
                    <a:lstStyle/>
                    <a:p>
                      <a:pPr marL="0" indent="0" algn="ctr">
                        <a:buNone/>
                      </a:pPr>
                      <a:r>
                        <a:rPr lang="en-US" sz="1300" b="1" dirty="0">
                          <a:solidFill>
                            <a:schemeClr val="accent1"/>
                          </a:solidFill>
                        </a:rPr>
                        <a:t>0.00</a:t>
                      </a:r>
                      <a:endParaRPr lang="en-US" sz="1300" dirty="0"/>
                    </a:p>
                  </a:txBody>
                  <a:tcPr marL="50800" marR="50800" marT="25400" marB="254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bg2"/>
                    </a:solidFill>
                  </a:tcPr>
                </a:tc>
                <a:extLst>
                  <a:ext uri="{0D108BD9-81ED-4DB2-BD59-A6C34878D82A}">
                    <a16:rowId xmlns:a16="http://schemas.microsoft.com/office/drawing/2014/main" val="10003"/>
                  </a:ext>
                </a:extLst>
              </a:tr>
            </a:tbl>
          </a:graphicData>
        </a:graphic>
      </p:graphicFrame>
      <p:graphicFrame>
        <p:nvGraphicFramePr>
          <p:cNvPr id="16" name="Chart 0"/>
          <p:cNvGraphicFramePr/>
          <p:nvPr/>
        </p:nvGraphicFramePr>
        <p:xfrm>
          <a:off x="5852160" y="1234440"/>
          <a:ext cx="5760720" cy="4069080"/>
        </p:xfrm>
        <a:graphic>
          <a:graphicData uri="http://schemas.openxmlformats.org/drawingml/2006/chart">
            <c:chart xmlns:c="http://schemas.openxmlformats.org/drawingml/2006/chart" xmlns:r="http://schemas.openxmlformats.org/officeDocument/2006/relationships" r:id="rId3"/>
          </a:graphicData>
        </a:graphic>
      </p:graphicFrame>
      <p:sp>
        <p:nvSpPr>
          <p:cNvPr id="17" name="Shape 12"/>
          <p:cNvSpPr/>
          <p:nvPr/>
        </p:nvSpPr>
        <p:spPr>
          <a:xfrm>
            <a:off x="5852160" y="5440680"/>
            <a:ext cx="5760720" cy="731520"/>
          </a:xfrm>
          <a:prstGeom prst="roundRect">
            <a:avLst>
              <a:gd name="adj" fmla="val 15000"/>
            </a:avLst>
          </a:prstGeom>
          <a:noFill/>
          <a:ln w="28575">
            <a:solidFill>
              <a:schemeClr val="tx1"/>
            </a:solidFill>
            <a:prstDash val="solid"/>
          </a:ln>
        </p:spPr>
        <p:txBody>
          <a:bodyPr/>
          <a:lstStyle/>
          <a:p>
            <a:endParaRPr lang="ja-JP" altLang="en-US"/>
          </a:p>
        </p:txBody>
      </p:sp>
      <p:sp>
        <p:nvSpPr>
          <p:cNvPr id="3" name="Text 13"/>
          <p:cNvSpPr txBox="1"/>
          <p:nvPr/>
        </p:nvSpPr>
        <p:spPr>
          <a:xfrm>
            <a:off x="6080760" y="5440680"/>
            <a:ext cx="5394960" cy="731520"/>
          </a:xfrm>
          <a:prstGeom prst="rect">
            <a:avLst/>
          </a:prstGeom>
          <a:noFill/>
          <a:ln/>
        </p:spPr>
        <p:txBody>
          <a:bodyPr wrap="square" lIns="0" tIns="0" rIns="0" bIns="0" rtlCol="0" anchor="ctr"/>
          <a:lstStyle/>
          <a:p>
            <a:pPr marL="0" indent="0">
              <a:buNone/>
            </a:pPr>
            <a:r>
              <a:rPr lang="en-US" sz="1700" dirty="0">
                <a:solidFill>
                  <a:schemeClr val="tx1"/>
                </a:solidFill>
              </a:rPr>
              <a:t>2・3・9で全体の97%　→　動くクラス </a:t>
            </a:r>
            <a:r>
              <a:rPr lang="en-US" sz="1700" b="1" dirty="0">
                <a:solidFill>
                  <a:schemeClr val="accent1"/>
                </a:solidFill>
              </a:rPr>
              <a:t>3個</a:t>
            </a:r>
            <a:endParaRPr lang="en-US" sz="17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a:spLocks noGrp="1"/>
          </p:cNvSpPr>
          <p:nvPr>
            <p:ph type="title" idx="101"/>
          </p:nvPr>
        </p:nvSpPr>
        <p:spPr>
          <a:prstGeom prst="rect">
            <a:avLst/>
          </a:prstGeom>
          <a:noFill/>
          <a:ln/>
        </p:spPr>
        <p:txBody>
          <a:bodyPr wrap="square" lIns="0" tIns="0" rIns="0" bIns="0" rtlCol="0" anchor="ctr"/>
          <a:lstStyle/>
          <a:p>
            <a:pPr marL="0" indent="0" algn="l">
              <a:buNone/>
            </a:pPr>
            <a:r>
              <a:rPr lang="en-US" sz="3000" b="1" dirty="0">
                <a:solidFill>
                  <a:schemeClr val="tx1"/>
                </a:solidFill>
              </a:rPr>
              <a:t>仮定1の確かめ方（2）必要な軸の数</a:t>
            </a:r>
            <a:endParaRPr lang="en-US" sz="30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5"/>
                </a:solidFill>
              </a:defRPr>
            </a:lvl1pPr>
          </a:lstStyle>
          <a:p>
            <a:pPr algn="r"/>
            <a:fld id="{F7021451-1387-4CA6-816F-3879F97B5CBC}" type="slidenum">
              <a:rPr lang="en-US" b="0"/>
              <a:t>17</a:t>
            </a:fld>
            <a:endParaRPr lang="en-US"/>
          </a:p>
        </p:txBody>
      </p:sp>
      <p:sp>
        <p:nvSpPr>
          <p:cNvPr id="4" name="Shape 1"/>
          <p:cNvSpPr/>
          <p:nvPr/>
        </p:nvSpPr>
        <p:spPr>
          <a:xfrm>
            <a:off x="548640" y="1280160"/>
            <a:ext cx="411480" cy="411480"/>
          </a:xfrm>
          <a:prstGeom prst="ellipse">
            <a:avLst/>
          </a:prstGeom>
          <a:solidFill>
            <a:schemeClr val="tx1"/>
          </a:solidFill>
          <a:ln w="12700">
            <a:solidFill>
              <a:schemeClr val="tx1"/>
            </a:solidFill>
            <a:prstDash val="solid"/>
          </a:ln>
        </p:spPr>
        <p:txBody>
          <a:bodyPr/>
          <a:lstStyle/>
          <a:p>
            <a:endParaRPr lang="ja-JP" altLang="en-US"/>
          </a:p>
        </p:txBody>
      </p:sp>
      <p:sp>
        <p:nvSpPr>
          <p:cNvPr id="5" name="Text 2"/>
          <p:cNvSpPr txBox="1"/>
          <p:nvPr/>
        </p:nvSpPr>
        <p:spPr>
          <a:xfrm>
            <a:off x="548640" y="1280160"/>
            <a:ext cx="411480" cy="411480"/>
          </a:xfrm>
          <a:prstGeom prst="rect">
            <a:avLst/>
          </a:prstGeom>
          <a:noFill/>
          <a:ln/>
        </p:spPr>
        <p:txBody>
          <a:bodyPr wrap="square" lIns="0" tIns="0" rIns="0" bIns="0" rtlCol="0" anchor="ctr"/>
          <a:lstStyle/>
          <a:p>
            <a:pPr marL="0" indent="0" algn="ctr">
              <a:buNone/>
            </a:pPr>
            <a:r>
              <a:rPr lang="en-US" sz="1400" b="1" dirty="0">
                <a:solidFill>
                  <a:schemeClr val="bg1"/>
                </a:solidFill>
              </a:rPr>
              <a:t>1</a:t>
            </a:r>
            <a:endParaRPr lang="en-US" sz="1400" dirty="0"/>
          </a:p>
        </p:txBody>
      </p:sp>
      <p:sp>
        <p:nvSpPr>
          <p:cNvPr id="6" name="Text 3"/>
          <p:cNvSpPr txBox="1"/>
          <p:nvPr/>
        </p:nvSpPr>
        <p:spPr>
          <a:xfrm>
            <a:off x="1097280" y="1252728"/>
            <a:ext cx="4572000" cy="411480"/>
          </a:xfrm>
          <a:prstGeom prst="rect">
            <a:avLst/>
          </a:prstGeom>
          <a:noFill/>
          <a:ln/>
        </p:spPr>
        <p:txBody>
          <a:bodyPr wrap="square" lIns="0" tIns="0" rIns="0" bIns="0" rtlCol="0" anchor="t"/>
          <a:lstStyle/>
          <a:p>
            <a:pPr marL="0" indent="0">
              <a:buNone/>
            </a:pPr>
            <a:r>
              <a:rPr lang="en-US" sz="1600" b="1" dirty="0">
                <a:solidFill>
                  <a:schemeClr val="tx1"/>
                </a:solidFill>
              </a:rPr>
              <a:t>600個のずれを，10次元の点として並べる</a:t>
            </a:r>
            <a:endParaRPr lang="en-US" sz="1600" dirty="0"/>
          </a:p>
        </p:txBody>
      </p:sp>
      <p:sp>
        <p:nvSpPr>
          <p:cNvPr id="7" name="Text 4"/>
          <p:cNvSpPr txBox="1"/>
          <p:nvPr/>
        </p:nvSpPr>
        <p:spPr>
          <a:xfrm>
            <a:off x="1097280" y="1691640"/>
            <a:ext cx="4572000" cy="457200"/>
          </a:xfrm>
          <a:prstGeom prst="rect">
            <a:avLst/>
          </a:prstGeom>
          <a:noFill/>
          <a:ln/>
        </p:spPr>
        <p:txBody>
          <a:bodyPr wrap="square" lIns="0" tIns="0" rIns="0" bIns="0" rtlCol="0" anchor="t"/>
          <a:lstStyle/>
          <a:p>
            <a:pPr marL="0" indent="0">
              <a:buNone/>
            </a:pPr>
            <a:r>
              <a:rPr lang="en-US" sz="1300" dirty="0">
                <a:solidFill>
                  <a:schemeClr val="tx2"/>
                </a:solidFill>
              </a:rPr>
              <a:t>ずれは10個の数の組．和はいつも0</a:t>
            </a:r>
            <a:endParaRPr lang="en-US" sz="1300" dirty="0"/>
          </a:p>
        </p:txBody>
      </p:sp>
      <p:sp>
        <p:nvSpPr>
          <p:cNvPr id="8" name="Shape 5"/>
          <p:cNvSpPr/>
          <p:nvPr/>
        </p:nvSpPr>
        <p:spPr>
          <a:xfrm>
            <a:off x="548640" y="2331720"/>
            <a:ext cx="411480" cy="411480"/>
          </a:xfrm>
          <a:prstGeom prst="ellipse">
            <a:avLst/>
          </a:prstGeom>
          <a:solidFill>
            <a:schemeClr val="tx1"/>
          </a:solidFill>
          <a:ln w="12700">
            <a:solidFill>
              <a:schemeClr val="tx1"/>
            </a:solidFill>
            <a:prstDash val="solid"/>
          </a:ln>
        </p:spPr>
        <p:txBody>
          <a:bodyPr/>
          <a:lstStyle/>
          <a:p>
            <a:endParaRPr lang="ja-JP" altLang="en-US"/>
          </a:p>
        </p:txBody>
      </p:sp>
      <p:sp>
        <p:nvSpPr>
          <p:cNvPr id="9" name="Text 6"/>
          <p:cNvSpPr txBox="1"/>
          <p:nvPr/>
        </p:nvSpPr>
        <p:spPr>
          <a:xfrm>
            <a:off x="548640" y="2331720"/>
            <a:ext cx="411480" cy="411480"/>
          </a:xfrm>
          <a:prstGeom prst="rect">
            <a:avLst/>
          </a:prstGeom>
          <a:noFill/>
          <a:ln/>
        </p:spPr>
        <p:txBody>
          <a:bodyPr wrap="square" lIns="0" tIns="0" rIns="0" bIns="0" rtlCol="0" anchor="ctr"/>
          <a:lstStyle/>
          <a:p>
            <a:pPr marL="0" indent="0" algn="ctr">
              <a:buNone/>
            </a:pPr>
            <a:r>
              <a:rPr lang="en-US" sz="1400" b="1" dirty="0">
                <a:solidFill>
                  <a:schemeClr val="bg1"/>
                </a:solidFill>
              </a:rPr>
              <a:t>2</a:t>
            </a:r>
            <a:endParaRPr lang="en-US" sz="1400" dirty="0"/>
          </a:p>
        </p:txBody>
      </p:sp>
      <p:sp>
        <p:nvSpPr>
          <p:cNvPr id="10" name="Text 7"/>
          <p:cNvSpPr txBox="1"/>
          <p:nvPr/>
        </p:nvSpPr>
        <p:spPr>
          <a:xfrm>
            <a:off x="1097280" y="2304288"/>
            <a:ext cx="4572000" cy="411480"/>
          </a:xfrm>
          <a:prstGeom prst="rect">
            <a:avLst/>
          </a:prstGeom>
          <a:noFill/>
          <a:ln/>
        </p:spPr>
        <p:txBody>
          <a:bodyPr wrap="square" lIns="0" tIns="0" rIns="0" bIns="0" rtlCol="0" anchor="t"/>
          <a:lstStyle/>
          <a:p>
            <a:pPr marL="0" indent="0">
              <a:buNone/>
            </a:pPr>
            <a:r>
              <a:rPr lang="en-US" sz="1600" b="1" dirty="0">
                <a:solidFill>
                  <a:schemeClr val="tx1"/>
                </a:solidFill>
              </a:rPr>
              <a:t>向き（軸）をPCAで，よく表す順に求める</a:t>
            </a:r>
            <a:endParaRPr lang="en-US" sz="1600" dirty="0"/>
          </a:p>
        </p:txBody>
      </p:sp>
      <p:sp>
        <p:nvSpPr>
          <p:cNvPr id="11" name="Text 8"/>
          <p:cNvSpPr txBox="1"/>
          <p:nvPr/>
        </p:nvSpPr>
        <p:spPr>
          <a:xfrm>
            <a:off x="1097280" y="2743200"/>
            <a:ext cx="4572000" cy="457200"/>
          </a:xfrm>
          <a:prstGeom prst="rect">
            <a:avLst/>
          </a:prstGeom>
          <a:noFill/>
          <a:ln/>
        </p:spPr>
        <p:txBody>
          <a:bodyPr wrap="square" lIns="0" tIns="0" rIns="0" bIns="0" rtlCol="0" anchor="t"/>
          <a:lstStyle/>
          <a:p>
            <a:pPr marL="0" indent="0">
              <a:buNone/>
            </a:pPr>
            <a:r>
              <a:rPr lang="en-US" sz="1300" dirty="0">
                <a:solidFill>
                  <a:schemeClr val="tx2"/>
                </a:solidFill>
              </a:rPr>
              <a:t>軸ごとに，ずれ全体の何%を表すかが分かる</a:t>
            </a:r>
            <a:endParaRPr lang="en-US" sz="1300" dirty="0"/>
          </a:p>
        </p:txBody>
      </p:sp>
      <p:sp>
        <p:nvSpPr>
          <p:cNvPr id="12" name="Shape 9"/>
          <p:cNvSpPr/>
          <p:nvPr/>
        </p:nvSpPr>
        <p:spPr>
          <a:xfrm>
            <a:off x="548640" y="3383280"/>
            <a:ext cx="411480" cy="411480"/>
          </a:xfrm>
          <a:prstGeom prst="ellipse">
            <a:avLst/>
          </a:prstGeom>
          <a:solidFill>
            <a:schemeClr val="accent1"/>
          </a:solidFill>
          <a:ln w="12700">
            <a:solidFill>
              <a:schemeClr val="accent1"/>
            </a:solidFill>
            <a:prstDash val="solid"/>
          </a:ln>
        </p:spPr>
        <p:txBody>
          <a:bodyPr/>
          <a:lstStyle/>
          <a:p>
            <a:endParaRPr lang="ja-JP" altLang="en-US"/>
          </a:p>
        </p:txBody>
      </p:sp>
      <p:sp>
        <p:nvSpPr>
          <p:cNvPr id="13" name="Text 10"/>
          <p:cNvSpPr txBox="1"/>
          <p:nvPr/>
        </p:nvSpPr>
        <p:spPr>
          <a:xfrm>
            <a:off x="548640" y="3383280"/>
            <a:ext cx="411480" cy="411480"/>
          </a:xfrm>
          <a:prstGeom prst="rect">
            <a:avLst/>
          </a:prstGeom>
          <a:noFill/>
          <a:ln/>
        </p:spPr>
        <p:txBody>
          <a:bodyPr wrap="square" lIns="0" tIns="0" rIns="0" bIns="0" rtlCol="0" anchor="ctr"/>
          <a:lstStyle/>
          <a:p>
            <a:pPr marL="0" indent="0" algn="ctr">
              <a:buNone/>
            </a:pPr>
            <a:r>
              <a:rPr lang="en-US" sz="1400" b="1" dirty="0">
                <a:solidFill>
                  <a:schemeClr val="bg1"/>
                </a:solidFill>
              </a:rPr>
              <a:t>3</a:t>
            </a:r>
            <a:endParaRPr lang="en-US" sz="1400" dirty="0"/>
          </a:p>
        </p:txBody>
      </p:sp>
      <p:sp>
        <p:nvSpPr>
          <p:cNvPr id="14" name="Text 11"/>
          <p:cNvSpPr txBox="1"/>
          <p:nvPr/>
        </p:nvSpPr>
        <p:spPr>
          <a:xfrm>
            <a:off x="1097280" y="3355848"/>
            <a:ext cx="4572000" cy="411480"/>
          </a:xfrm>
          <a:prstGeom prst="rect">
            <a:avLst/>
          </a:prstGeom>
          <a:noFill/>
          <a:ln/>
        </p:spPr>
        <p:txBody>
          <a:bodyPr wrap="square" lIns="0" tIns="0" rIns="0" bIns="0" rtlCol="0" anchor="t"/>
          <a:lstStyle/>
          <a:p>
            <a:pPr marL="0" indent="0">
              <a:buNone/>
            </a:pPr>
            <a:r>
              <a:rPr lang="en-US" sz="1600" b="1" dirty="0">
                <a:solidFill>
                  <a:schemeClr val="tx1"/>
                </a:solidFill>
              </a:rPr>
              <a:t>95%に届くまでの軸の本数を数える</a:t>
            </a:r>
            <a:endParaRPr lang="en-US" sz="1600" dirty="0"/>
          </a:p>
        </p:txBody>
      </p:sp>
      <p:sp>
        <p:nvSpPr>
          <p:cNvPr id="15" name="Shape 12"/>
          <p:cNvSpPr/>
          <p:nvPr/>
        </p:nvSpPr>
        <p:spPr>
          <a:xfrm>
            <a:off x="1097280" y="3794760"/>
            <a:ext cx="4572000" cy="868680"/>
          </a:xfrm>
          <a:prstGeom prst="roundRect">
            <a:avLst>
              <a:gd name="adj" fmla="val 12632"/>
            </a:avLst>
          </a:prstGeom>
          <a:noFill/>
          <a:ln w="28575">
            <a:solidFill>
              <a:schemeClr val="tx1"/>
            </a:solidFill>
            <a:prstDash val="solid"/>
          </a:ln>
        </p:spPr>
        <p:txBody>
          <a:bodyPr/>
          <a:lstStyle/>
          <a:p>
            <a:endParaRPr lang="ja-JP" altLang="en-US"/>
          </a:p>
        </p:txBody>
      </p:sp>
      <p:sp>
        <p:nvSpPr>
          <p:cNvPr id="16" name="Text 13"/>
          <p:cNvSpPr txBox="1"/>
          <p:nvPr/>
        </p:nvSpPr>
        <p:spPr>
          <a:xfrm>
            <a:off x="1280160" y="3849624"/>
            <a:ext cx="4297680" cy="411480"/>
          </a:xfrm>
          <a:prstGeom prst="rect">
            <a:avLst/>
          </a:prstGeom>
          <a:noFill/>
          <a:ln/>
        </p:spPr>
        <p:txBody>
          <a:bodyPr wrap="square" lIns="0" tIns="0" rIns="0" bIns="0" rtlCol="0" anchor="ctr"/>
          <a:lstStyle/>
          <a:p>
            <a:pPr marL="0" indent="0">
              <a:buNone/>
            </a:pPr>
            <a:r>
              <a:rPr lang="en-US" sz="1500" b="1" dirty="0">
                <a:solidFill>
                  <a:schemeClr val="tx1"/>
                </a:solidFill>
              </a:rPr>
              <a:t>軸1　</a:t>
            </a:r>
            <a:r>
              <a:rPr lang="en-US" sz="1500" b="1" dirty="0">
                <a:solidFill>
                  <a:schemeClr val="accent1"/>
                </a:solidFill>
              </a:rPr>
              <a:t>69%</a:t>
            </a:r>
            <a:r>
              <a:rPr lang="en-US" sz="1500" dirty="0">
                <a:solidFill>
                  <a:schemeClr val="tx1"/>
                </a:solidFill>
              </a:rPr>
              <a:t>　2が下がり，3と9が上がる</a:t>
            </a:r>
            <a:endParaRPr lang="en-US" sz="1500" dirty="0"/>
          </a:p>
        </p:txBody>
      </p:sp>
      <p:sp>
        <p:nvSpPr>
          <p:cNvPr id="17" name="Text 14"/>
          <p:cNvSpPr txBox="1"/>
          <p:nvPr/>
        </p:nvSpPr>
        <p:spPr>
          <a:xfrm>
            <a:off x="1280160" y="4251960"/>
            <a:ext cx="4297680" cy="320040"/>
          </a:xfrm>
          <a:prstGeom prst="rect">
            <a:avLst/>
          </a:prstGeom>
          <a:noFill/>
          <a:ln/>
        </p:spPr>
        <p:txBody>
          <a:bodyPr wrap="square" lIns="0" tIns="0" rIns="0" bIns="0" rtlCol="0" anchor="t"/>
          <a:lstStyle/>
          <a:p>
            <a:pPr marL="0" indent="0">
              <a:buNone/>
            </a:pPr>
            <a:r>
              <a:rPr lang="en-US" sz="1200" dirty="0">
                <a:solidFill>
                  <a:schemeClr val="tx2"/>
                </a:solidFill>
              </a:rPr>
              <a:t>重み　2: −0.76　3: +0.59　9: +0.27</a:t>
            </a:r>
            <a:endParaRPr lang="en-US" sz="1200" dirty="0"/>
          </a:p>
        </p:txBody>
      </p:sp>
      <p:sp>
        <p:nvSpPr>
          <p:cNvPr id="18" name="Shape 15"/>
          <p:cNvSpPr/>
          <p:nvPr/>
        </p:nvSpPr>
        <p:spPr>
          <a:xfrm>
            <a:off x="1097280" y="4754880"/>
            <a:ext cx="4572000" cy="868680"/>
          </a:xfrm>
          <a:prstGeom prst="roundRect">
            <a:avLst>
              <a:gd name="adj" fmla="val 12632"/>
            </a:avLst>
          </a:prstGeom>
          <a:noFill/>
          <a:ln w="28575">
            <a:solidFill>
              <a:schemeClr val="tx1"/>
            </a:solidFill>
            <a:prstDash val="solid"/>
          </a:ln>
        </p:spPr>
        <p:txBody>
          <a:bodyPr/>
          <a:lstStyle/>
          <a:p>
            <a:endParaRPr lang="ja-JP" altLang="en-US"/>
          </a:p>
        </p:txBody>
      </p:sp>
      <p:sp>
        <p:nvSpPr>
          <p:cNvPr id="19" name="Text 16"/>
          <p:cNvSpPr txBox="1"/>
          <p:nvPr/>
        </p:nvSpPr>
        <p:spPr>
          <a:xfrm>
            <a:off x="1280160" y="4809744"/>
            <a:ext cx="4297680" cy="411480"/>
          </a:xfrm>
          <a:prstGeom prst="rect">
            <a:avLst/>
          </a:prstGeom>
          <a:noFill/>
          <a:ln/>
        </p:spPr>
        <p:txBody>
          <a:bodyPr wrap="square" lIns="0" tIns="0" rIns="0" bIns="0" rtlCol="0" anchor="ctr"/>
          <a:lstStyle/>
          <a:p>
            <a:pPr marL="0" indent="0">
              <a:buNone/>
            </a:pPr>
            <a:r>
              <a:rPr lang="en-US" sz="1500" b="1" dirty="0">
                <a:solidFill>
                  <a:schemeClr val="tx1"/>
                </a:solidFill>
              </a:rPr>
              <a:t>軸2　</a:t>
            </a:r>
            <a:r>
              <a:rPr lang="en-US" sz="1500" b="1" dirty="0">
                <a:solidFill>
                  <a:schemeClr val="accent1"/>
                </a:solidFill>
              </a:rPr>
              <a:t>29%</a:t>
            </a:r>
            <a:r>
              <a:rPr lang="en-US" sz="1500" dirty="0">
                <a:solidFill>
                  <a:schemeClr val="tx1"/>
                </a:solidFill>
              </a:rPr>
              <a:t>　9が下がり，3と2が上がる</a:t>
            </a:r>
            <a:endParaRPr lang="en-US" sz="1500" dirty="0"/>
          </a:p>
        </p:txBody>
      </p:sp>
      <p:sp>
        <p:nvSpPr>
          <p:cNvPr id="20" name="Text 17"/>
          <p:cNvSpPr txBox="1"/>
          <p:nvPr/>
        </p:nvSpPr>
        <p:spPr>
          <a:xfrm>
            <a:off x="1280160" y="5212080"/>
            <a:ext cx="4297680" cy="320040"/>
          </a:xfrm>
          <a:prstGeom prst="rect">
            <a:avLst/>
          </a:prstGeom>
          <a:noFill/>
          <a:ln/>
        </p:spPr>
        <p:txBody>
          <a:bodyPr wrap="square" lIns="0" tIns="0" rIns="0" bIns="0" rtlCol="0" anchor="t"/>
          <a:lstStyle/>
          <a:p>
            <a:pPr marL="0" indent="0">
              <a:buNone/>
            </a:pPr>
            <a:r>
              <a:rPr lang="en-US" sz="1200" dirty="0">
                <a:solidFill>
                  <a:schemeClr val="tx2"/>
                </a:solidFill>
              </a:rPr>
              <a:t>重み　2: +0.35　3: +0.70　9: −0.58</a:t>
            </a:r>
            <a:endParaRPr lang="en-US" sz="1200" dirty="0"/>
          </a:p>
        </p:txBody>
      </p:sp>
      <p:sp>
        <p:nvSpPr>
          <p:cNvPr id="21" name="Shape 18"/>
          <p:cNvSpPr/>
          <p:nvPr/>
        </p:nvSpPr>
        <p:spPr>
          <a:xfrm>
            <a:off x="1097280" y="5715000"/>
            <a:ext cx="4572000" cy="457200"/>
          </a:xfrm>
          <a:prstGeom prst="roundRect">
            <a:avLst>
              <a:gd name="adj" fmla="val 16000"/>
            </a:avLst>
          </a:prstGeom>
          <a:noFill/>
          <a:ln w="28575">
            <a:solidFill>
              <a:schemeClr val="tx1"/>
            </a:solidFill>
            <a:prstDash val="solid"/>
          </a:ln>
        </p:spPr>
        <p:txBody>
          <a:bodyPr/>
          <a:lstStyle/>
          <a:p>
            <a:endParaRPr lang="ja-JP" altLang="en-US"/>
          </a:p>
        </p:txBody>
      </p:sp>
      <p:sp>
        <p:nvSpPr>
          <p:cNvPr id="22" name="Text 19"/>
          <p:cNvSpPr txBox="1"/>
          <p:nvPr/>
        </p:nvSpPr>
        <p:spPr>
          <a:xfrm>
            <a:off x="1234440" y="5715000"/>
            <a:ext cx="4389120" cy="457200"/>
          </a:xfrm>
          <a:prstGeom prst="rect">
            <a:avLst/>
          </a:prstGeom>
          <a:noFill/>
          <a:ln/>
        </p:spPr>
        <p:txBody>
          <a:bodyPr wrap="square" lIns="0" tIns="0" rIns="0" bIns="0" rtlCol="0" anchor="ctr"/>
          <a:lstStyle/>
          <a:p>
            <a:pPr marL="0" indent="0">
              <a:buNone/>
            </a:pPr>
            <a:r>
              <a:rPr lang="en-US" sz="1400" dirty="0">
                <a:solidFill>
                  <a:schemeClr val="tx1"/>
                </a:solidFill>
              </a:rPr>
              <a:t>軸1で69%，軸2まで99% → 必要な軸 </a:t>
            </a:r>
            <a:r>
              <a:rPr lang="en-US" sz="1400" b="1" dirty="0">
                <a:solidFill>
                  <a:schemeClr val="accent3"/>
                </a:solidFill>
              </a:rPr>
              <a:t>2本</a:t>
            </a:r>
            <a:endParaRPr lang="en-US" sz="1400" dirty="0"/>
          </a:p>
        </p:txBody>
      </p:sp>
      <p:graphicFrame>
        <p:nvGraphicFramePr>
          <p:cNvPr id="23" name="Chart 0"/>
          <p:cNvGraphicFramePr/>
          <p:nvPr/>
        </p:nvGraphicFramePr>
        <p:xfrm>
          <a:off x="6035040" y="1234440"/>
          <a:ext cx="5577840" cy="4937760"/>
        </p:xfrm>
        <a:graphic>
          <a:graphicData uri="http://schemas.openxmlformats.org/drawingml/2006/chart">
            <c:chart xmlns:c="http://schemas.openxmlformats.org/drawingml/2006/chart" xmlns:r="http://schemas.openxmlformats.org/officeDocument/2006/relationships" r:id="rId3"/>
          </a:graphicData>
        </a:graphic>
      </p:graphicFrame>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a:spLocks noGrp="1"/>
          </p:cNvSpPr>
          <p:nvPr>
            <p:ph type="title" idx="101"/>
          </p:nvPr>
        </p:nvSpPr>
        <p:spPr>
          <a:prstGeom prst="rect">
            <a:avLst/>
          </a:prstGeom>
          <a:noFill/>
          <a:ln/>
        </p:spPr>
        <p:txBody>
          <a:bodyPr wrap="square" lIns="0" tIns="0" rIns="0" bIns="0" rtlCol="0" anchor="ctr"/>
          <a:lstStyle/>
          <a:p>
            <a:pPr marL="0" indent="0" algn="l">
              <a:buNone/>
            </a:pPr>
            <a:r>
              <a:rPr lang="en-US" sz="3000" b="1" dirty="0">
                <a:solidFill>
                  <a:schemeClr val="tx1"/>
                </a:solidFill>
              </a:rPr>
              <a:t>実験の設定</a:t>
            </a:r>
            <a:endParaRPr lang="en-US" sz="30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5"/>
                </a:solidFill>
              </a:defRPr>
            </a:lvl1pPr>
          </a:lstStyle>
          <a:p>
            <a:pPr algn="r"/>
            <a:fld id="{F7021451-1387-4CA6-816F-3879F97B5CBC}" type="slidenum">
              <a:rPr lang="en-US" b="0"/>
              <a:t>18</a:t>
            </a:fld>
            <a:endParaRPr lang="en-US"/>
          </a:p>
        </p:txBody>
      </p:sp>
      <p:sp>
        <p:nvSpPr>
          <p:cNvPr id="4" name="Shape 1"/>
          <p:cNvSpPr/>
          <p:nvPr/>
        </p:nvSpPr>
        <p:spPr>
          <a:xfrm>
            <a:off x="548640" y="1234440"/>
            <a:ext cx="5394960" cy="914400"/>
          </a:xfrm>
          <a:prstGeom prst="roundRect">
            <a:avLst>
              <a:gd name="adj" fmla="val 12000"/>
            </a:avLst>
          </a:prstGeom>
          <a:noFill/>
          <a:ln w="28575">
            <a:solidFill>
              <a:schemeClr val="tx1"/>
            </a:solidFill>
            <a:prstDash val="solid"/>
          </a:ln>
        </p:spPr>
        <p:txBody>
          <a:bodyPr/>
          <a:lstStyle/>
          <a:p>
            <a:endParaRPr lang="ja-JP" altLang="en-US"/>
          </a:p>
        </p:txBody>
      </p:sp>
      <p:sp>
        <p:nvSpPr>
          <p:cNvPr id="5" name="Shape 2"/>
          <p:cNvSpPr/>
          <p:nvPr/>
        </p:nvSpPr>
        <p:spPr>
          <a:xfrm>
            <a:off x="777240" y="1463040"/>
            <a:ext cx="457200" cy="457200"/>
          </a:xfrm>
          <a:prstGeom prst="ellipse">
            <a:avLst/>
          </a:prstGeom>
          <a:solidFill>
            <a:schemeClr val="accent1"/>
          </a:solidFill>
          <a:ln w="12700">
            <a:solidFill>
              <a:schemeClr val="accent1"/>
            </a:solidFill>
            <a:prstDash val="solid"/>
          </a:ln>
        </p:spPr>
        <p:txBody>
          <a:bodyPr/>
          <a:lstStyle/>
          <a:p>
            <a:endParaRPr lang="ja-JP" altLang="en-US"/>
          </a:p>
        </p:txBody>
      </p:sp>
      <p:sp>
        <p:nvSpPr>
          <p:cNvPr id="6" name="Text 3"/>
          <p:cNvSpPr txBox="1"/>
          <p:nvPr/>
        </p:nvSpPr>
        <p:spPr>
          <a:xfrm>
            <a:off x="777240" y="1463040"/>
            <a:ext cx="457200" cy="457200"/>
          </a:xfrm>
          <a:prstGeom prst="rect">
            <a:avLst/>
          </a:prstGeom>
          <a:noFill/>
          <a:ln/>
        </p:spPr>
        <p:txBody>
          <a:bodyPr wrap="square" lIns="0" tIns="0" rIns="0" bIns="0" rtlCol="0" anchor="ctr"/>
          <a:lstStyle/>
          <a:p>
            <a:pPr marL="0" indent="0" algn="ctr">
              <a:buNone/>
            </a:pPr>
            <a:r>
              <a:rPr lang="en-US" sz="1600" b="1" dirty="0">
                <a:solidFill>
                  <a:schemeClr val="bg1"/>
                </a:solidFill>
              </a:rPr>
              <a:t>1</a:t>
            </a:r>
            <a:endParaRPr lang="en-US" sz="1600" dirty="0"/>
          </a:p>
        </p:txBody>
      </p:sp>
      <p:sp>
        <p:nvSpPr>
          <p:cNvPr id="7" name="Text 4"/>
          <p:cNvSpPr txBox="1"/>
          <p:nvPr/>
        </p:nvSpPr>
        <p:spPr>
          <a:xfrm>
            <a:off x="1417320" y="1234440"/>
            <a:ext cx="4389120" cy="914400"/>
          </a:xfrm>
          <a:prstGeom prst="rect">
            <a:avLst/>
          </a:prstGeom>
          <a:noFill/>
          <a:ln/>
        </p:spPr>
        <p:txBody>
          <a:bodyPr wrap="square" lIns="0" tIns="0" rIns="0" bIns="0" rtlCol="0" anchor="ctr"/>
          <a:lstStyle/>
          <a:p>
            <a:pPr marL="0" indent="0">
              <a:buNone/>
            </a:pPr>
            <a:r>
              <a:rPr lang="en-US" sz="1700" b="1" dirty="0">
                <a:solidFill>
                  <a:schemeClr val="tx1"/>
                </a:solidFill>
              </a:rPr>
              <a:t>近傍で，出力は少数の方向にしか動かないか（仮定1）</a:t>
            </a:r>
            <a:endParaRPr lang="en-US" sz="1700" dirty="0"/>
          </a:p>
        </p:txBody>
      </p:sp>
      <p:sp>
        <p:nvSpPr>
          <p:cNvPr id="8" name="Shape 5"/>
          <p:cNvSpPr/>
          <p:nvPr/>
        </p:nvSpPr>
        <p:spPr>
          <a:xfrm>
            <a:off x="6217920" y="1234440"/>
            <a:ext cx="5394960" cy="914400"/>
          </a:xfrm>
          <a:prstGeom prst="roundRect">
            <a:avLst>
              <a:gd name="adj" fmla="val 12000"/>
            </a:avLst>
          </a:prstGeom>
          <a:noFill/>
          <a:ln w="28575">
            <a:solidFill>
              <a:schemeClr val="tx1"/>
            </a:solidFill>
            <a:prstDash val="solid"/>
          </a:ln>
        </p:spPr>
        <p:txBody>
          <a:bodyPr/>
          <a:lstStyle/>
          <a:p>
            <a:endParaRPr lang="ja-JP" altLang="en-US"/>
          </a:p>
        </p:txBody>
      </p:sp>
      <p:sp>
        <p:nvSpPr>
          <p:cNvPr id="9" name="Shape 6"/>
          <p:cNvSpPr/>
          <p:nvPr/>
        </p:nvSpPr>
        <p:spPr>
          <a:xfrm>
            <a:off x="6446520" y="1463040"/>
            <a:ext cx="457200" cy="457200"/>
          </a:xfrm>
          <a:prstGeom prst="ellipse">
            <a:avLst/>
          </a:prstGeom>
          <a:solidFill>
            <a:schemeClr val="accent1"/>
          </a:solidFill>
          <a:ln w="12700">
            <a:solidFill>
              <a:schemeClr val="accent1"/>
            </a:solidFill>
            <a:prstDash val="solid"/>
          </a:ln>
        </p:spPr>
        <p:txBody>
          <a:bodyPr/>
          <a:lstStyle/>
          <a:p>
            <a:endParaRPr lang="ja-JP" altLang="en-US"/>
          </a:p>
        </p:txBody>
      </p:sp>
      <p:sp>
        <p:nvSpPr>
          <p:cNvPr id="10" name="Text 7"/>
          <p:cNvSpPr txBox="1"/>
          <p:nvPr/>
        </p:nvSpPr>
        <p:spPr>
          <a:xfrm>
            <a:off x="6446520" y="1463040"/>
            <a:ext cx="457200" cy="457200"/>
          </a:xfrm>
          <a:prstGeom prst="rect">
            <a:avLst/>
          </a:prstGeom>
          <a:noFill/>
          <a:ln/>
        </p:spPr>
        <p:txBody>
          <a:bodyPr wrap="square" lIns="0" tIns="0" rIns="0" bIns="0" rtlCol="0" anchor="ctr"/>
          <a:lstStyle/>
          <a:p>
            <a:pPr marL="0" indent="0" algn="ctr">
              <a:buNone/>
            </a:pPr>
            <a:r>
              <a:rPr lang="en-US" sz="1600" b="1" dirty="0">
                <a:solidFill>
                  <a:schemeClr val="bg1"/>
                </a:solidFill>
              </a:rPr>
              <a:t>2</a:t>
            </a:r>
            <a:endParaRPr lang="en-US" sz="1600" dirty="0"/>
          </a:p>
        </p:txBody>
      </p:sp>
      <p:sp>
        <p:nvSpPr>
          <p:cNvPr id="11" name="Text 8"/>
          <p:cNvSpPr txBox="1"/>
          <p:nvPr/>
        </p:nvSpPr>
        <p:spPr>
          <a:xfrm>
            <a:off x="7086600" y="1234440"/>
            <a:ext cx="4389120" cy="914400"/>
          </a:xfrm>
          <a:prstGeom prst="rect">
            <a:avLst/>
          </a:prstGeom>
          <a:noFill/>
          <a:ln/>
        </p:spPr>
        <p:txBody>
          <a:bodyPr wrap="square" lIns="0" tIns="0" rIns="0" bIns="0" rtlCol="0" anchor="ctr"/>
          <a:lstStyle/>
          <a:p>
            <a:pPr marL="0" indent="0">
              <a:buNone/>
            </a:pPr>
            <a:r>
              <a:rPr lang="en-US" sz="1700" b="1" dirty="0">
                <a:solidFill>
                  <a:schemeClr val="tx1"/>
                </a:solidFill>
              </a:rPr>
              <a:t>少数の軸にまとめても，通常のLIMEと同じくらい忠実か</a:t>
            </a:r>
            <a:endParaRPr lang="en-US" sz="17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2423160"/>
          <a:ext cx="11064240" cy="3291840"/>
        </p:xfrm>
        <a:graphic>
          <a:graphicData uri="http://schemas.openxmlformats.org/drawingml/2006/table">
            <a:tbl>
              <a:tblPr/>
              <a:tblGrid>
                <a:gridCol w="2103120">
                  <a:extLst>
                    <a:ext uri="{9D8B030D-6E8A-4147-A177-3AD203B41FA5}">
                      <a16:colId xmlns:a16="http://schemas.microsoft.com/office/drawing/2014/main" val="20000"/>
                    </a:ext>
                  </a:extLst>
                </a:gridCol>
                <a:gridCol w="8961120">
                  <a:extLst>
                    <a:ext uri="{9D8B030D-6E8A-4147-A177-3AD203B41FA5}">
                      <a16:colId xmlns:a16="http://schemas.microsoft.com/office/drawing/2014/main" val="20001"/>
                    </a:ext>
                  </a:extLst>
                </a:gridCol>
              </a:tblGrid>
              <a:tr h="548640">
                <a:tc>
                  <a:txBody>
                    <a:bodyPr/>
                    <a:lstStyle/>
                    <a:p>
                      <a:pPr marL="0" indent="0" algn="l">
                        <a:buNone/>
                      </a:pPr>
                      <a:r>
                        <a:rPr lang="en-US" sz="1500" b="1" dirty="0">
                          <a:solidFill>
                            <a:schemeClr val="bg1"/>
                          </a:solidFill>
                        </a:rPr>
                        <a:t>項目</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tx1"/>
                    </a:solidFill>
                  </a:tcPr>
                </a:tc>
                <a:tc>
                  <a:txBody>
                    <a:bodyPr/>
                    <a:lstStyle/>
                    <a:p>
                      <a:pPr marL="0" indent="0" algn="l">
                        <a:buNone/>
                      </a:pPr>
                      <a:r>
                        <a:rPr lang="en-US" sz="1500" b="1" dirty="0">
                          <a:solidFill>
                            <a:schemeClr val="bg1"/>
                          </a:solidFill>
                        </a:rPr>
                        <a:t>内容</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548640">
                <a:tc>
                  <a:txBody>
                    <a:bodyPr/>
                    <a:lstStyle/>
                    <a:p>
                      <a:pPr marL="0" indent="0">
                        <a:buNone/>
                      </a:pPr>
                      <a:r>
                        <a:rPr lang="en-US" sz="1500" dirty="0">
                          <a:solidFill>
                            <a:schemeClr val="tx1"/>
                          </a:solidFill>
                        </a:rPr>
                        <a:t>データ</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en-US" sz="1500" dirty="0">
                          <a:solidFill>
                            <a:schemeClr val="tx1"/>
                          </a:solidFill>
                        </a:rPr>
                        <a:t>手書き数字（10クラス，8×8画素），文字認識（26クラス，16特徴），yeast（9クラス，8特徴），ワイン品質（6クラス，11特徴）</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1"/>
                  </a:ext>
                </a:extLst>
              </a:tr>
              <a:tr h="548640">
                <a:tc>
                  <a:txBody>
                    <a:bodyPr/>
                    <a:lstStyle/>
                    <a:p>
                      <a:pPr marL="0" indent="0">
                        <a:buNone/>
                      </a:pPr>
                      <a:r>
                        <a:rPr lang="en-US" sz="1500" dirty="0">
                          <a:solidFill>
                            <a:schemeClr val="tx1"/>
                          </a:solidFill>
                        </a:rPr>
                        <a:t>分類器</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en-US" sz="1500" dirty="0">
                          <a:solidFill>
                            <a:schemeClr val="tx1"/>
                          </a:solidFill>
                        </a:rPr>
                        <a:t>MLP，RBFカーネルのSVM（どちらも出力が滑らか）</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r h="548640">
                <a:tc>
                  <a:txBody>
                    <a:bodyPr/>
                    <a:lstStyle/>
                    <a:p>
                      <a:pPr marL="0" indent="0">
                        <a:buNone/>
                      </a:pPr>
                      <a:r>
                        <a:rPr lang="en-US" sz="1500" dirty="0">
                          <a:solidFill>
                            <a:schemeClr val="tx1"/>
                          </a:solidFill>
                        </a:rPr>
                        <a:t>説明する点</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en-US" sz="1500" dirty="0">
                          <a:solidFill>
                            <a:schemeClr val="tx1"/>
                          </a:solidFill>
                        </a:rPr>
                        <a:t>予測の迷い（1位と2位の確率差）が大・中・小から各10点，3回の学習で各データ90点</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3"/>
                  </a:ext>
                </a:extLst>
              </a:tr>
              <a:tr h="548640">
                <a:tc>
                  <a:txBody>
                    <a:bodyPr/>
                    <a:lstStyle/>
                    <a:p>
                      <a:pPr marL="0" indent="0">
                        <a:buNone/>
                      </a:pPr>
                      <a:r>
                        <a:rPr lang="en-US" sz="1500" dirty="0">
                          <a:solidFill>
                            <a:schemeClr val="tx1"/>
                          </a:solidFill>
                        </a:rPr>
                        <a:t>近傍</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en-US" sz="1500" dirty="0">
                          <a:solidFill>
                            <a:schemeClr val="tx1"/>
                          </a:solidFill>
                        </a:rPr>
                        <a:t>標準化した特徴に，データの共分散に沿った正規分布の摂動を加える．半径0.15と0.4</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extLst>
                  <a:ext uri="{0D108BD9-81ED-4DB2-BD59-A6C34878D82A}">
                    <a16:rowId xmlns:a16="http://schemas.microsoft.com/office/drawing/2014/main" val="10004"/>
                  </a:ext>
                </a:extLst>
              </a:tr>
              <a:tr h="548640">
                <a:tc>
                  <a:txBody>
                    <a:bodyPr/>
                    <a:lstStyle/>
                    <a:p>
                      <a:pPr marL="0" indent="0">
                        <a:buNone/>
                      </a:pPr>
                      <a:r>
                        <a:rPr lang="en-US" sz="1500" dirty="0">
                          <a:solidFill>
                            <a:schemeClr val="tx1"/>
                          </a:solidFill>
                        </a:rPr>
                        <a:t>忠実さの評価</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en-US" sz="1500" dirty="0">
                          <a:solidFill>
                            <a:schemeClr val="tx1"/>
                          </a:solidFill>
                        </a:rPr>
                        <a:t>学習に使っていない摂動600点での決定係数 R²（全クラスの確率で計算）</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a:spLocks noGrp="1"/>
          </p:cNvSpPr>
          <p:nvPr>
            <p:ph type="title" idx="101"/>
          </p:nvPr>
        </p:nvSpPr>
        <p:spPr>
          <a:prstGeom prst="rect">
            <a:avLst/>
          </a:prstGeom>
          <a:noFill/>
          <a:ln/>
        </p:spPr>
        <p:txBody>
          <a:bodyPr wrap="square" lIns="0" tIns="0" rIns="0" bIns="0" rtlCol="0" anchor="ctr"/>
          <a:lstStyle/>
          <a:p>
            <a:pPr marL="0" indent="0" algn="l">
              <a:buNone/>
            </a:pPr>
            <a:r>
              <a:rPr lang="en-US" sz="3000" b="1" dirty="0">
                <a:solidFill>
                  <a:schemeClr val="tx1"/>
                </a:solidFill>
              </a:rPr>
              <a:t>結果1　局所的には少数の方向にしか動かない</a:t>
            </a:r>
            <a:endParaRPr lang="en-US" sz="30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5"/>
                </a:solidFill>
              </a:defRPr>
            </a:lvl1pPr>
          </a:lstStyle>
          <a:p>
            <a:pPr algn="r"/>
            <a:fld id="{F7021451-1387-4CA6-816F-3879F97B5CBC}" type="slidenum">
              <a:rPr lang="en-US" b="0"/>
              <a:t>19</a:t>
            </a:fld>
            <a:endParaRPr lang="en-US"/>
          </a:p>
        </p:txBody>
      </p:sp>
      <p:graphicFrame>
        <p:nvGraphicFramePr>
          <p:cNvPr id="22" name="Table 0"/>
          <p:cNvGraphicFramePr>
            <a:graphicFrameLocks noGrp="1"/>
          </p:cNvGraphicFramePr>
          <p:nvPr>
            <p:extLst>
              <p:ext uri="{D42A27DB-BD31-4B8C-83A1-F6EECF244321}">
                <p14:modId xmlns:p14="http://schemas.microsoft.com/office/powerpoint/2010/main" val="3101950393"/>
              </p:ext>
            </p:extLst>
          </p:nvPr>
        </p:nvGraphicFramePr>
        <p:xfrm>
          <a:off x="548640" y="1371600"/>
          <a:ext cx="6858000" cy="3429000"/>
        </p:xfrm>
        <a:graphic>
          <a:graphicData uri="http://schemas.openxmlformats.org/drawingml/2006/table">
            <a:tbl>
              <a:tblPr/>
              <a:tblGrid>
                <a:gridCol w="192024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gridCol w="1737360">
                  <a:extLst>
                    <a:ext uri="{9D8B030D-6E8A-4147-A177-3AD203B41FA5}">
                      <a16:colId xmlns:a16="http://schemas.microsoft.com/office/drawing/2014/main" val="20003"/>
                    </a:ext>
                  </a:extLst>
                </a:gridCol>
              </a:tblGrid>
              <a:tr h="685800">
                <a:tc>
                  <a:txBody>
                    <a:bodyPr/>
                    <a:lstStyle/>
                    <a:p>
                      <a:pPr marL="0" indent="0" algn="l">
                        <a:buNone/>
                      </a:pPr>
                      <a:r>
                        <a:rPr lang="en-US" sz="1800" b="1" dirty="0">
                          <a:solidFill>
                            <a:schemeClr val="bg1"/>
                          </a:solidFill>
                        </a:rPr>
                        <a:t>データ</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1"/>
                    </a:solidFill>
                  </a:tcPr>
                </a:tc>
                <a:tc>
                  <a:txBody>
                    <a:bodyPr/>
                    <a:lstStyle/>
                    <a:p>
                      <a:pPr marL="0" indent="0" algn="ctr">
                        <a:buNone/>
                      </a:pPr>
                      <a:r>
                        <a:rPr lang="en-US" sz="1800" b="1" dirty="0">
                          <a:solidFill>
                            <a:schemeClr val="bg1"/>
                          </a:solidFill>
                        </a:rPr>
                        <a:t>クラス数</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1"/>
                    </a:solidFill>
                  </a:tcPr>
                </a:tc>
                <a:tc>
                  <a:txBody>
                    <a:bodyPr/>
                    <a:lstStyle/>
                    <a:p>
                      <a:pPr marL="0" indent="0" algn="ctr">
                        <a:buNone/>
                      </a:pPr>
                      <a:r>
                        <a:rPr lang="en-US" sz="1800" b="1" dirty="0" err="1">
                          <a:solidFill>
                            <a:schemeClr val="bg1"/>
                          </a:solidFill>
                        </a:rPr>
                        <a:t>動くクラス</a:t>
                      </a:r>
                      <a:br>
                        <a:rPr lang="en-US" sz="1800" b="1" dirty="0">
                          <a:solidFill>
                            <a:schemeClr val="bg1"/>
                          </a:solidFill>
                        </a:rPr>
                      </a:br>
                      <a:r>
                        <a:rPr lang="en-US" sz="1800" b="1" dirty="0">
                          <a:solidFill>
                            <a:schemeClr val="bg1"/>
                          </a:solidFill>
                        </a:rPr>
                        <a:t>（個）</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1"/>
                    </a:solidFill>
                  </a:tcPr>
                </a:tc>
                <a:tc>
                  <a:txBody>
                    <a:bodyPr/>
                    <a:lstStyle/>
                    <a:p>
                      <a:pPr marL="0" indent="0" algn="ctr">
                        <a:buNone/>
                      </a:pPr>
                      <a:r>
                        <a:rPr lang="en-US" sz="1800" b="1" dirty="0" err="1">
                          <a:solidFill>
                            <a:schemeClr val="bg1"/>
                          </a:solidFill>
                        </a:rPr>
                        <a:t>必要な軸</a:t>
                      </a:r>
                      <a:br>
                        <a:rPr lang="en-US" sz="1800" b="1" dirty="0">
                          <a:solidFill>
                            <a:schemeClr val="bg1"/>
                          </a:solidFill>
                        </a:rPr>
                      </a:br>
                      <a:r>
                        <a:rPr lang="en-US" sz="1800" b="1" dirty="0">
                          <a:solidFill>
                            <a:schemeClr val="bg1"/>
                          </a:solidFill>
                        </a:rPr>
                        <a:t>（本）</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1"/>
                    </a:solidFill>
                  </a:tcPr>
                </a:tc>
                <a:extLst>
                  <a:ext uri="{0D108BD9-81ED-4DB2-BD59-A6C34878D82A}">
                    <a16:rowId xmlns:a16="http://schemas.microsoft.com/office/drawing/2014/main" val="10000"/>
                  </a:ext>
                </a:extLst>
              </a:tr>
              <a:tr h="685800">
                <a:tc>
                  <a:txBody>
                    <a:bodyPr/>
                    <a:lstStyle/>
                    <a:p>
                      <a:pPr marL="0" indent="0" algn="l">
                        <a:buNone/>
                      </a:pPr>
                      <a:r>
                        <a:rPr lang="en-US" sz="1800" dirty="0">
                          <a:solidFill>
                            <a:schemeClr val="tx1"/>
                          </a:solidFill>
                        </a:rPr>
                        <a:t>手書き数字</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r>
                        <a:rPr lang="en-US" sz="1800" dirty="0">
                          <a:solidFill>
                            <a:schemeClr val="tx1"/>
                          </a:solidFill>
                        </a:rPr>
                        <a:t>10</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r>
                        <a:rPr lang="en-US" sz="1800" dirty="0">
                          <a:solidFill>
                            <a:schemeClr val="tx1"/>
                          </a:solidFill>
                        </a:rPr>
                        <a:t>3.04</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r>
                        <a:rPr lang="en-US" sz="1800" b="1" dirty="0">
                          <a:solidFill>
                            <a:schemeClr val="accent1"/>
                          </a:solidFill>
                        </a:rPr>
                        <a:t>1.71</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1"/>
                  </a:ext>
                </a:extLst>
              </a:tr>
              <a:tr h="685800">
                <a:tc>
                  <a:txBody>
                    <a:bodyPr/>
                    <a:lstStyle/>
                    <a:p>
                      <a:pPr marL="0" indent="0" algn="l">
                        <a:buNone/>
                      </a:pPr>
                      <a:r>
                        <a:rPr lang="en-US" sz="1800" dirty="0">
                          <a:solidFill>
                            <a:schemeClr val="tx1"/>
                          </a:solidFill>
                        </a:rPr>
                        <a:t>文字認識</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lgn="ctr">
                        <a:buNone/>
                      </a:pPr>
                      <a:r>
                        <a:rPr lang="en-US" sz="1800" dirty="0">
                          <a:solidFill>
                            <a:schemeClr val="tx1"/>
                          </a:solidFill>
                        </a:rPr>
                        <a:t>26</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lgn="ctr">
                        <a:buNone/>
                      </a:pPr>
                      <a:r>
                        <a:rPr lang="en-US" sz="1800" dirty="0">
                          <a:solidFill>
                            <a:schemeClr val="tx1"/>
                          </a:solidFill>
                        </a:rPr>
                        <a:t>2.85</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lgn="ctr">
                        <a:buNone/>
                      </a:pPr>
                      <a:r>
                        <a:rPr lang="en-US" sz="1800" b="1" dirty="0">
                          <a:solidFill>
                            <a:schemeClr val="accent1"/>
                          </a:solidFill>
                        </a:rPr>
                        <a:t>1.90</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r h="685800">
                <a:tc>
                  <a:txBody>
                    <a:bodyPr/>
                    <a:lstStyle/>
                    <a:p>
                      <a:pPr marL="0" indent="0" algn="l">
                        <a:buNone/>
                      </a:pPr>
                      <a:r>
                        <a:rPr lang="en-US" sz="1800" dirty="0">
                          <a:solidFill>
                            <a:schemeClr val="tx1"/>
                          </a:solidFill>
                        </a:rPr>
                        <a:t>yeast</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r>
                        <a:rPr lang="en-US" sz="1800" dirty="0">
                          <a:solidFill>
                            <a:schemeClr val="tx1"/>
                          </a:solidFill>
                        </a:rPr>
                        <a:t>9</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r>
                        <a:rPr lang="en-US" sz="1800" dirty="0">
                          <a:solidFill>
                            <a:schemeClr val="tx1"/>
                          </a:solidFill>
                        </a:rPr>
                        <a:t>3.88</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r>
                        <a:rPr lang="en-US" sz="1800" b="1" dirty="0">
                          <a:solidFill>
                            <a:schemeClr val="accent1"/>
                          </a:solidFill>
                        </a:rPr>
                        <a:t>2.17</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3"/>
                  </a:ext>
                </a:extLst>
              </a:tr>
              <a:tr h="685800">
                <a:tc>
                  <a:txBody>
                    <a:bodyPr/>
                    <a:lstStyle/>
                    <a:p>
                      <a:pPr marL="0" indent="0" algn="l">
                        <a:buNone/>
                      </a:pPr>
                      <a:r>
                        <a:rPr lang="en-US" sz="1800" dirty="0">
                          <a:solidFill>
                            <a:schemeClr val="tx1"/>
                          </a:solidFill>
                        </a:rPr>
                        <a:t>ワイン品質</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lgn="ctr">
                        <a:buNone/>
                      </a:pPr>
                      <a:r>
                        <a:rPr lang="en-US" sz="1800" dirty="0">
                          <a:solidFill>
                            <a:schemeClr val="tx1"/>
                          </a:solidFill>
                        </a:rPr>
                        <a:t>6</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lgn="ctr">
                        <a:buNone/>
                      </a:pPr>
                      <a:r>
                        <a:rPr lang="en-US" sz="1800" dirty="0">
                          <a:solidFill>
                            <a:schemeClr val="tx1"/>
                          </a:solidFill>
                        </a:rPr>
                        <a:t>2.81</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lgn="ctr">
                        <a:buNone/>
                      </a:pPr>
                      <a:r>
                        <a:rPr lang="en-US" sz="1800" b="1" dirty="0">
                          <a:solidFill>
                            <a:schemeClr val="accent1"/>
                          </a:solidFill>
                        </a:rPr>
                        <a:t>1.68</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extLst>
                  <a:ext uri="{0D108BD9-81ED-4DB2-BD59-A6C34878D82A}">
                    <a16:rowId xmlns:a16="http://schemas.microsoft.com/office/drawing/2014/main" val="10004"/>
                  </a:ext>
                </a:extLst>
              </a:tr>
            </a:tbl>
          </a:graphicData>
        </a:graphic>
      </p:graphicFrame>
      <p:sp>
        <p:nvSpPr>
          <p:cNvPr id="6" name="Shape 2"/>
          <p:cNvSpPr/>
          <p:nvPr/>
        </p:nvSpPr>
        <p:spPr>
          <a:xfrm>
            <a:off x="7680960" y="1371600"/>
            <a:ext cx="4227022" cy="3886200"/>
          </a:xfrm>
          <a:prstGeom prst="roundRect">
            <a:avLst>
              <a:gd name="adj" fmla="val 2791"/>
            </a:avLst>
          </a:prstGeom>
          <a:ln w="38100"/>
        </p:spPr>
        <p:style>
          <a:lnRef idx="2">
            <a:schemeClr val="accent2"/>
          </a:lnRef>
          <a:fillRef idx="1">
            <a:schemeClr val="lt1"/>
          </a:fillRef>
          <a:effectRef idx="0">
            <a:schemeClr val="accent2"/>
          </a:effectRef>
          <a:fontRef idx="minor">
            <a:schemeClr val="dk1"/>
          </a:fontRef>
        </p:style>
        <p:txBody>
          <a:bodyPr/>
          <a:lstStyle/>
          <a:p>
            <a:endParaRPr lang="ja-JP" altLang="en-US"/>
          </a:p>
        </p:txBody>
      </p:sp>
      <p:sp>
        <p:nvSpPr>
          <p:cNvPr id="7" name="Text 3"/>
          <p:cNvSpPr txBox="1"/>
          <p:nvPr/>
        </p:nvSpPr>
        <p:spPr>
          <a:xfrm>
            <a:off x="7909559" y="1600200"/>
            <a:ext cx="3894513" cy="3532909"/>
          </a:xfrm>
          <a:prstGeom prst="rect">
            <a:avLst/>
          </a:prstGeom>
          <a:noFill/>
          <a:ln/>
        </p:spPr>
        <p:txBody>
          <a:bodyPr wrap="square" lIns="0" tIns="0" rIns="0" bIns="0" rtlCol="0" anchor="t"/>
          <a:lstStyle/>
          <a:p>
            <a:pPr marL="342900" indent="-342900">
              <a:spcAft>
                <a:spcPts val="600"/>
              </a:spcAft>
              <a:buSzPct val="100000"/>
              <a:buChar char="•"/>
            </a:pPr>
            <a:r>
              <a:rPr lang="en-US" dirty="0">
                <a:solidFill>
                  <a:schemeClr val="tx1"/>
                </a:solidFill>
              </a:rPr>
              <a:t>26クラスの文字認識でも，動くクラスは3個前後，軸は2本前後</a:t>
            </a:r>
            <a:endParaRPr lang="en-US" dirty="0"/>
          </a:p>
          <a:p>
            <a:pPr marL="342900" indent="-342900">
              <a:spcAft>
                <a:spcPts val="600"/>
              </a:spcAft>
              <a:buSzPct val="100000"/>
              <a:buChar char="•"/>
            </a:pPr>
            <a:r>
              <a:rPr lang="en-US" dirty="0">
                <a:solidFill>
                  <a:schemeClr val="tx1"/>
                </a:solidFill>
              </a:rPr>
              <a:t>必要な軸は，動くクラスより1つ前後少ない</a:t>
            </a:r>
            <a:endParaRPr lang="en-US" dirty="0"/>
          </a:p>
          <a:p>
            <a:pPr marL="457200" lvl="1" indent="-228600">
              <a:spcAft>
                <a:spcPts val="600"/>
              </a:spcAft>
              <a:buSzPct val="100000"/>
              <a:buChar char="•"/>
            </a:pPr>
            <a:r>
              <a:rPr lang="en-US" sz="1600" dirty="0">
                <a:solidFill>
                  <a:schemeClr val="tx2"/>
                </a:solidFill>
              </a:rPr>
              <a:t>低次元の主な理由は，近傍で競合するクラスが少ないこと</a:t>
            </a:r>
            <a:endParaRPr lang="en-US" dirty="0"/>
          </a:p>
          <a:p>
            <a:pPr marL="457200" lvl="1" indent="-228600">
              <a:spcAft>
                <a:spcPts val="600"/>
              </a:spcAft>
              <a:buSzPct val="100000"/>
              <a:buChar char="•"/>
            </a:pPr>
            <a:r>
              <a:rPr lang="en-US" sz="1600" dirty="0">
                <a:solidFill>
                  <a:schemeClr val="tx2"/>
                </a:solidFill>
              </a:rPr>
              <a:t>手書き数字とyeastでは，複数のクラスがまとまって動く近傍もあった（32%，45%）</a:t>
            </a:r>
            <a:endParaRPr lang="en-US" dirty="0"/>
          </a:p>
          <a:p>
            <a:pPr marL="342900" indent="-342900">
              <a:spcAft>
                <a:spcPts val="600"/>
              </a:spcAft>
              <a:buSzPct val="100000"/>
              <a:buChar char="•"/>
            </a:pPr>
            <a:r>
              <a:rPr lang="en-US" dirty="0" err="1">
                <a:solidFill>
                  <a:schemeClr val="tx1"/>
                </a:solidFill>
              </a:rPr>
              <a:t>SVMでも同じ傾向</a:t>
            </a:r>
            <a:br>
              <a:rPr lang="en-US" dirty="0">
                <a:solidFill>
                  <a:schemeClr val="tx1"/>
                </a:solidFill>
              </a:rPr>
            </a:br>
            <a:r>
              <a:rPr lang="en-US" dirty="0">
                <a:solidFill>
                  <a:schemeClr val="tx1"/>
                </a:solidFill>
              </a:rPr>
              <a:t>（軸は平均1.4〜1.9本）</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a:spLocks noGrp="1"/>
          </p:cNvSpPr>
          <p:nvPr>
            <p:ph type="title" idx="101"/>
          </p:nvPr>
        </p:nvSpPr>
        <p:spPr>
          <a:prstGeom prst="rect">
            <a:avLst/>
          </a:prstGeom>
          <a:noFill/>
          <a:ln/>
        </p:spPr>
        <p:txBody>
          <a:bodyPr wrap="square" lIns="0" tIns="0" rIns="0" bIns="0" rtlCol="0" anchor="ctr"/>
          <a:lstStyle/>
          <a:p>
            <a:pPr marL="0" indent="0" algn="l">
              <a:buNone/>
            </a:pPr>
            <a:r>
              <a:rPr lang="en-US" sz="3000" b="1" dirty="0">
                <a:solidFill>
                  <a:schemeClr val="tx1"/>
                </a:solidFill>
              </a:rPr>
              <a:t>結果2　通常のLIMEに劣らないか</a:t>
            </a:r>
            <a:endParaRPr lang="en-US" sz="30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5"/>
                </a:solidFill>
              </a:defRPr>
            </a:lvl1pPr>
          </a:lstStyle>
          <a:p>
            <a:pPr algn="r"/>
            <a:fld id="{F7021451-1387-4CA6-816F-3879F97B5CBC}" type="slidenum">
              <a:rPr lang="en-US" b="0"/>
              <a:t>20</a:t>
            </a:fld>
            <a:endParaRPr lang="en-US"/>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6949440" cy="3429000"/>
        </p:xfrm>
        <a:graphic>
          <a:graphicData uri="http://schemas.openxmlformats.org/drawingml/2006/table">
            <a:tbl>
              <a:tblPr/>
              <a:tblGrid>
                <a:gridCol w="1828800">
                  <a:extLst>
                    <a:ext uri="{9D8B030D-6E8A-4147-A177-3AD203B41FA5}">
                      <a16:colId xmlns:a16="http://schemas.microsoft.com/office/drawing/2014/main" val="20000"/>
                    </a:ext>
                  </a:extLst>
                </a:gridCol>
                <a:gridCol w="1280160">
                  <a:extLst>
                    <a:ext uri="{9D8B030D-6E8A-4147-A177-3AD203B41FA5}">
                      <a16:colId xmlns:a16="http://schemas.microsoft.com/office/drawing/2014/main" val="20001"/>
                    </a:ext>
                  </a:extLst>
                </a:gridCol>
                <a:gridCol w="1280160">
                  <a:extLst>
                    <a:ext uri="{9D8B030D-6E8A-4147-A177-3AD203B41FA5}">
                      <a16:colId xmlns:a16="http://schemas.microsoft.com/office/drawing/2014/main" val="20002"/>
                    </a:ext>
                  </a:extLst>
                </a:gridCol>
                <a:gridCol w="128016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tblGrid>
              <a:tr h="685800">
                <a:tc>
                  <a:txBody>
                    <a:bodyPr/>
                    <a:lstStyle/>
                    <a:p>
                      <a:pPr marL="0" indent="0">
                        <a:buNone/>
                      </a:pPr>
                      <a:r>
                        <a:rPr lang="en-US" sz="1800" b="1" dirty="0">
                          <a:solidFill>
                            <a:schemeClr val="bg1"/>
                          </a:solidFill>
                        </a:rPr>
                        <a:t>データ</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1"/>
                    </a:solidFill>
                  </a:tcPr>
                </a:tc>
                <a:tc>
                  <a:txBody>
                    <a:bodyPr/>
                    <a:lstStyle/>
                    <a:p>
                      <a:pPr marL="0" indent="0" algn="ctr">
                        <a:buNone/>
                      </a:pPr>
                      <a:r>
                        <a:rPr lang="en-US" sz="1800" b="1" dirty="0">
                          <a:solidFill>
                            <a:schemeClr val="bg1"/>
                          </a:solidFill>
                        </a:rPr>
                        <a:t>軸1本</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1"/>
                    </a:solidFill>
                  </a:tcPr>
                </a:tc>
                <a:tc>
                  <a:txBody>
                    <a:bodyPr/>
                    <a:lstStyle/>
                    <a:p>
                      <a:pPr marL="0" indent="0" algn="ctr">
                        <a:buNone/>
                      </a:pPr>
                      <a:r>
                        <a:rPr lang="en-US" sz="1800" b="1" dirty="0">
                          <a:solidFill>
                            <a:schemeClr val="bg1"/>
                          </a:solidFill>
                        </a:rPr>
                        <a:t>軸2本</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1"/>
                    </a:solidFill>
                  </a:tcPr>
                </a:tc>
                <a:tc>
                  <a:txBody>
                    <a:bodyPr/>
                    <a:lstStyle/>
                    <a:p>
                      <a:pPr marL="0" indent="0" algn="ctr">
                        <a:buNone/>
                      </a:pPr>
                      <a:r>
                        <a:rPr lang="en-US" sz="1800" b="1" dirty="0">
                          <a:solidFill>
                            <a:schemeClr val="bg1"/>
                          </a:solidFill>
                        </a:rPr>
                        <a:t>軸3本</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1"/>
                    </a:solidFill>
                  </a:tcPr>
                </a:tc>
                <a:tc>
                  <a:txBody>
                    <a:bodyPr/>
                    <a:lstStyle/>
                    <a:p>
                      <a:pPr marL="0" indent="0" algn="ctr">
                        <a:buNone/>
                      </a:pPr>
                      <a:r>
                        <a:rPr lang="en-US" sz="1800" b="1" dirty="0">
                          <a:solidFill>
                            <a:schemeClr val="bg1"/>
                          </a:solidFill>
                        </a:rPr>
                        <a:t>通常のLIME</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685800">
                <a:tc>
                  <a:txBody>
                    <a:bodyPr/>
                    <a:lstStyle/>
                    <a:p>
                      <a:pPr marL="0" indent="0" algn="l">
                        <a:buNone/>
                      </a:pPr>
                      <a:r>
                        <a:rPr lang="en-US" sz="1800" dirty="0">
                          <a:solidFill>
                            <a:schemeClr val="tx1"/>
                          </a:solidFill>
                        </a:rPr>
                        <a:t>手書き数字</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r>
                        <a:rPr lang="en-US" sz="1800" dirty="0">
                          <a:solidFill>
                            <a:schemeClr val="tx2"/>
                          </a:solidFill>
                        </a:rPr>
                        <a:t>0.783</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r>
                        <a:rPr lang="en-US" sz="1800" dirty="0">
                          <a:solidFill>
                            <a:schemeClr val="tx1"/>
                          </a:solidFill>
                        </a:rPr>
                        <a:t>0.855</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r>
                        <a:rPr lang="en-US" sz="1800" b="1" dirty="0">
                          <a:solidFill>
                            <a:schemeClr val="accent1"/>
                          </a:solidFill>
                        </a:rPr>
                        <a:t>0.868</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r>
                        <a:rPr lang="en-US" sz="1800" b="1" dirty="0">
                          <a:solidFill>
                            <a:schemeClr val="tx1"/>
                          </a:solidFill>
                        </a:rPr>
                        <a:t>0.874</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1"/>
                  </a:ext>
                </a:extLst>
              </a:tr>
              <a:tr h="685800">
                <a:tc>
                  <a:txBody>
                    <a:bodyPr/>
                    <a:lstStyle/>
                    <a:p>
                      <a:pPr marL="0" indent="0" algn="l">
                        <a:buNone/>
                      </a:pPr>
                      <a:r>
                        <a:rPr lang="en-US" sz="1800" dirty="0">
                          <a:solidFill>
                            <a:schemeClr val="tx1"/>
                          </a:solidFill>
                        </a:rPr>
                        <a:t>文字認識</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lgn="ctr">
                        <a:buNone/>
                      </a:pPr>
                      <a:r>
                        <a:rPr lang="en-US" sz="1800" dirty="0">
                          <a:solidFill>
                            <a:schemeClr val="tx2"/>
                          </a:solidFill>
                        </a:rPr>
                        <a:t>0.434</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lgn="ctr">
                        <a:buNone/>
                      </a:pPr>
                      <a:r>
                        <a:rPr lang="en-US" sz="1800" dirty="0">
                          <a:solidFill>
                            <a:schemeClr val="tx1"/>
                          </a:solidFill>
                        </a:rPr>
                        <a:t>0.483</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lgn="ctr">
                        <a:buNone/>
                      </a:pPr>
                      <a:r>
                        <a:rPr lang="en-US" sz="1800" b="1" dirty="0">
                          <a:solidFill>
                            <a:schemeClr val="accent1"/>
                          </a:solidFill>
                        </a:rPr>
                        <a:t>0.491</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lgn="ctr">
                        <a:buNone/>
                      </a:pPr>
                      <a:r>
                        <a:rPr lang="en-US" sz="1800" b="1" dirty="0">
                          <a:solidFill>
                            <a:schemeClr val="tx1"/>
                          </a:solidFill>
                        </a:rPr>
                        <a:t>0.494</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r h="685800">
                <a:tc>
                  <a:txBody>
                    <a:bodyPr/>
                    <a:lstStyle/>
                    <a:p>
                      <a:pPr marL="0" indent="0" algn="l">
                        <a:buNone/>
                      </a:pPr>
                      <a:r>
                        <a:rPr lang="en-US" sz="1800" dirty="0">
                          <a:solidFill>
                            <a:schemeClr val="tx1"/>
                          </a:solidFill>
                        </a:rPr>
                        <a:t>yeast</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r>
                        <a:rPr lang="en-US" sz="1800" dirty="0">
                          <a:solidFill>
                            <a:schemeClr val="tx2"/>
                          </a:solidFill>
                        </a:rPr>
                        <a:t>0.765</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r>
                        <a:rPr lang="en-US" sz="1800" dirty="0">
                          <a:solidFill>
                            <a:schemeClr val="tx1"/>
                          </a:solidFill>
                        </a:rPr>
                        <a:t>0.936</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r>
                        <a:rPr lang="en-US" sz="1800" b="1" dirty="0">
                          <a:solidFill>
                            <a:schemeClr val="accent1"/>
                          </a:solidFill>
                        </a:rPr>
                        <a:t>0.967</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r>
                        <a:rPr lang="en-US" sz="1800" b="1" dirty="0">
                          <a:solidFill>
                            <a:schemeClr val="tx1"/>
                          </a:solidFill>
                        </a:rPr>
                        <a:t>0.974</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3"/>
                  </a:ext>
                </a:extLst>
              </a:tr>
              <a:tr h="685800">
                <a:tc>
                  <a:txBody>
                    <a:bodyPr/>
                    <a:lstStyle/>
                    <a:p>
                      <a:pPr marL="0" indent="0" algn="l">
                        <a:buNone/>
                      </a:pPr>
                      <a:r>
                        <a:rPr lang="en-US" sz="1800" dirty="0">
                          <a:solidFill>
                            <a:schemeClr val="tx1"/>
                          </a:solidFill>
                        </a:rPr>
                        <a:t>ワイン品質</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lgn="ctr">
                        <a:buNone/>
                      </a:pPr>
                      <a:r>
                        <a:rPr lang="en-US" sz="1800" dirty="0">
                          <a:solidFill>
                            <a:schemeClr val="tx2"/>
                          </a:solidFill>
                        </a:rPr>
                        <a:t>0.863</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lgn="ctr">
                        <a:buNone/>
                      </a:pPr>
                      <a:r>
                        <a:rPr lang="en-US" sz="1800" dirty="0">
                          <a:solidFill>
                            <a:schemeClr val="tx1"/>
                          </a:solidFill>
                        </a:rPr>
                        <a:t>0.969</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lgn="ctr">
                        <a:buNone/>
                      </a:pPr>
                      <a:r>
                        <a:rPr lang="en-US" sz="1800" b="1" dirty="0">
                          <a:solidFill>
                            <a:schemeClr val="accent1"/>
                          </a:solidFill>
                        </a:rPr>
                        <a:t>0.976</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lgn="ctr">
                        <a:buNone/>
                      </a:pPr>
                      <a:r>
                        <a:rPr lang="en-US" sz="1800" b="1" dirty="0">
                          <a:solidFill>
                            <a:schemeClr val="tx1"/>
                          </a:solidFill>
                        </a:rPr>
                        <a:t>0.977</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extLst>
                  <a:ext uri="{0D108BD9-81ED-4DB2-BD59-A6C34878D82A}">
                    <a16:rowId xmlns:a16="http://schemas.microsoft.com/office/drawing/2014/main" val="10004"/>
                  </a:ext>
                </a:extLst>
              </a:tr>
            </a:tbl>
          </a:graphicData>
        </a:graphic>
      </p:graphicFrame>
      <p:sp>
        <p:nvSpPr>
          <p:cNvPr id="5" name="Text 1"/>
          <p:cNvSpPr txBox="1"/>
          <p:nvPr/>
        </p:nvSpPr>
        <p:spPr>
          <a:xfrm>
            <a:off x="548640" y="4983480"/>
            <a:ext cx="6949440" cy="658784"/>
          </a:xfrm>
          <a:prstGeom prst="rect">
            <a:avLst/>
          </a:prstGeom>
          <a:noFill/>
          <a:ln/>
        </p:spPr>
        <p:txBody>
          <a:bodyPr wrap="square" lIns="0" tIns="0" rIns="0" bIns="0" rtlCol="0" anchor="t"/>
          <a:lstStyle/>
          <a:p>
            <a:r>
              <a:rPr lang="en-US" sz="1200" dirty="0">
                <a:solidFill>
                  <a:schemeClr val="tx2"/>
                </a:solidFill>
              </a:rPr>
              <a:t>学習に使っていない摂動での R²（MLP，半径0.15）</a:t>
            </a:r>
            <a:br>
              <a:rPr lang="en-US" sz="1200" dirty="0">
                <a:solidFill>
                  <a:schemeClr val="tx2"/>
                </a:solidFill>
              </a:rPr>
            </a:br>
            <a:r>
              <a:rPr lang="en-US" sz="1200" dirty="0" err="1">
                <a:solidFill>
                  <a:schemeClr val="tx2"/>
                </a:solidFill>
              </a:rPr>
              <a:t>スーパーピクセル分割ではなく，ピクセルごとの説明</a:t>
            </a:r>
            <a:br>
              <a:rPr lang="en-US" sz="1200" dirty="0">
                <a:solidFill>
                  <a:schemeClr val="tx2"/>
                </a:solidFill>
              </a:rPr>
            </a:br>
            <a:r>
              <a:rPr lang="en-US" sz="1200" dirty="0" err="1">
                <a:solidFill>
                  <a:schemeClr val="tx2"/>
                </a:solidFill>
              </a:rPr>
              <a:t>つまり</a:t>
            </a:r>
            <a:r>
              <a:rPr lang="en-US" sz="1200" dirty="0">
                <a:solidFill>
                  <a:schemeClr val="tx2"/>
                </a:solidFill>
              </a:rPr>
              <a:t>，</a:t>
            </a:r>
            <a:r>
              <a:rPr lang="en-US" altLang="ja-JP" sz="1200" dirty="0">
                <a:solidFill>
                  <a:schemeClr val="tx1"/>
                </a:solidFill>
              </a:rPr>
              <a:t> </a:t>
            </a:r>
            <a:r>
              <a:rPr lang="ja-JP" altLang="en-US" sz="1200"/>
              <a:t>通常の</a:t>
            </a:r>
            <a:r>
              <a:rPr lang="en-US" altLang="ja-JP" sz="1200" dirty="0"/>
              <a:t>LIME</a:t>
            </a:r>
            <a:r>
              <a:rPr lang="ja-JP" altLang="en-US" sz="1200"/>
              <a:t>では，</a:t>
            </a:r>
            <a:r>
              <a:rPr lang="en-US" altLang="ja-JP" sz="1200" dirty="0">
                <a:solidFill>
                  <a:schemeClr val="tx1"/>
                </a:solidFill>
              </a:rPr>
              <a:t>係数は640個（64画素×10クラス）</a:t>
            </a:r>
            <a:endParaRPr lang="en-US" sz="1200" dirty="0"/>
          </a:p>
        </p:txBody>
      </p:sp>
      <p:sp>
        <p:nvSpPr>
          <p:cNvPr id="3" name="Shape 2">
            <a:extLst>
              <a:ext uri="{FF2B5EF4-FFF2-40B4-BE49-F238E27FC236}">
                <a16:creationId xmlns:a16="http://schemas.microsoft.com/office/drawing/2014/main" id="{79F85422-5D01-CEA3-853A-C66596EF4810}"/>
              </a:ext>
            </a:extLst>
          </p:cNvPr>
          <p:cNvSpPr/>
          <p:nvPr/>
        </p:nvSpPr>
        <p:spPr>
          <a:xfrm>
            <a:off x="7703820" y="2171700"/>
            <a:ext cx="4227022" cy="2697480"/>
          </a:xfrm>
          <a:prstGeom prst="roundRect">
            <a:avLst>
              <a:gd name="adj" fmla="val 2791"/>
            </a:avLst>
          </a:prstGeom>
          <a:ln w="38100"/>
        </p:spPr>
        <p:style>
          <a:lnRef idx="2">
            <a:schemeClr val="accent2"/>
          </a:lnRef>
          <a:fillRef idx="1">
            <a:schemeClr val="lt1"/>
          </a:fillRef>
          <a:effectRef idx="0">
            <a:schemeClr val="accent2"/>
          </a:effectRef>
          <a:fontRef idx="minor">
            <a:schemeClr val="dk1"/>
          </a:fontRef>
        </p:style>
        <p:txBody>
          <a:bodyPr/>
          <a:lstStyle/>
          <a:p>
            <a:pPr marL="342900" indent="-342900">
              <a:spcAft>
                <a:spcPts val="600"/>
              </a:spcAft>
              <a:buSzPct val="100000"/>
              <a:buChar char="•"/>
            </a:pPr>
            <a:r>
              <a:rPr lang="en-US" altLang="ja-JP" sz="2000" dirty="0">
                <a:solidFill>
                  <a:schemeClr val="tx1"/>
                </a:solidFill>
              </a:rPr>
              <a:t>係数は640個から192個に減る（手書き数字）</a:t>
            </a:r>
            <a:endParaRPr lang="en-US" altLang="ja-JP" sz="2000" dirty="0"/>
          </a:p>
          <a:p>
            <a:pPr marL="342900" indent="-342900">
              <a:spcAft>
                <a:spcPts val="600"/>
              </a:spcAft>
              <a:buSzPct val="100000"/>
              <a:buChar char="•"/>
            </a:pPr>
            <a:r>
              <a:rPr lang="en-US" altLang="ja-JP" sz="2000" dirty="0">
                <a:solidFill>
                  <a:schemeClr val="tx1"/>
                </a:solidFill>
              </a:rPr>
              <a:t>1本だと失う量は0.06〜0.22</a:t>
            </a:r>
            <a:endParaRPr lang="en-US" altLang="ja-JP" sz="2000" dirty="0"/>
          </a:p>
          <a:p>
            <a:pPr lvl="1" indent="-228600">
              <a:spcAft>
                <a:spcPts val="600"/>
              </a:spcAft>
              <a:buSzPct val="100000"/>
              <a:buChar char="•"/>
            </a:pPr>
            <a:r>
              <a:rPr lang="en-US" altLang="ja-JP" dirty="0">
                <a:solidFill>
                  <a:schemeClr val="tx2"/>
                </a:solidFill>
              </a:rPr>
              <a:t>2本前後より減らすと落ちる</a:t>
            </a:r>
            <a:endParaRPr lang="en-US" altLang="ja-JP" sz="2000" dirty="0"/>
          </a:p>
          <a:p>
            <a:pPr marL="342900" indent="-342900">
              <a:spcAft>
                <a:spcPts val="600"/>
              </a:spcAft>
              <a:buSzPct val="100000"/>
              <a:buChar char="•"/>
            </a:pPr>
            <a:r>
              <a:rPr lang="en-US" altLang="ja-JP" sz="2000" dirty="0">
                <a:solidFill>
                  <a:schemeClr val="tx1"/>
                </a:solidFill>
              </a:rPr>
              <a:t>SVMでも3本の損失は0.015以下</a:t>
            </a:r>
            <a:endParaRPr lang="en-US" altLang="ja-JP" sz="2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a:spLocks noGrp="1"/>
          </p:cNvSpPr>
          <p:nvPr>
            <p:ph type="title" idx="101"/>
          </p:nvPr>
        </p:nvSpPr>
        <p:spPr>
          <a:prstGeom prst="rect">
            <a:avLst/>
          </a:prstGeom>
          <a:noFill/>
          <a:ln/>
        </p:spPr>
        <p:txBody>
          <a:bodyPr wrap="square" lIns="0" tIns="0" rIns="0" bIns="0" rtlCol="0" anchor="ctr"/>
          <a:lstStyle/>
          <a:p>
            <a:pPr marL="0" indent="0" algn="l">
              <a:buNone/>
            </a:pPr>
            <a:r>
              <a:rPr lang="en-US" sz="3000" b="1" dirty="0">
                <a:solidFill>
                  <a:schemeClr val="tx1"/>
                </a:solidFill>
              </a:rPr>
              <a:t>目次</a:t>
            </a:r>
            <a:endParaRPr lang="en-US" sz="30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5"/>
                </a:solidFill>
              </a:defRPr>
            </a:lvl1pPr>
          </a:lstStyle>
          <a:p>
            <a:pPr algn="r"/>
            <a:fld id="{F7021451-1387-4CA6-816F-3879F97B5CBC}" type="slidenum">
              <a:rPr lang="en-US" b="0"/>
              <a:t>21</a:t>
            </a:fld>
            <a:endParaRPr lang="en-US"/>
          </a:p>
        </p:txBody>
      </p:sp>
      <p:sp>
        <p:nvSpPr>
          <p:cNvPr id="4" name="Shape 1"/>
          <p:cNvSpPr/>
          <p:nvPr/>
        </p:nvSpPr>
        <p:spPr>
          <a:xfrm>
            <a:off x="822960" y="1371600"/>
            <a:ext cx="548640" cy="548640"/>
          </a:xfrm>
          <a:prstGeom prst="ellipse">
            <a:avLst/>
          </a:prstGeom>
          <a:solidFill>
            <a:schemeClr val="accent5">
              <a:alpha val="45000"/>
            </a:schemeClr>
          </a:solidFill>
          <a:ln w="12700">
            <a:solidFill>
              <a:schemeClr val="accent5">
                <a:alpha val="45000"/>
              </a:schemeClr>
            </a:solidFill>
            <a:prstDash val="solid"/>
          </a:ln>
        </p:spPr>
        <p:txBody>
          <a:bodyPr/>
          <a:lstStyle/>
          <a:p>
            <a:endParaRPr lang="ja-JP" altLang="en-US"/>
          </a:p>
        </p:txBody>
      </p:sp>
      <p:sp>
        <p:nvSpPr>
          <p:cNvPr id="5" name="Text 2"/>
          <p:cNvSpPr txBox="1"/>
          <p:nvPr/>
        </p:nvSpPr>
        <p:spPr>
          <a:xfrm>
            <a:off x="822960" y="1371600"/>
            <a:ext cx="548640" cy="548640"/>
          </a:xfrm>
          <a:prstGeom prst="rect">
            <a:avLst/>
          </a:prstGeom>
          <a:noFill/>
          <a:ln/>
        </p:spPr>
        <p:txBody>
          <a:bodyPr wrap="square" lIns="0" tIns="0" rIns="0" bIns="0" rtlCol="0" anchor="ctr"/>
          <a:lstStyle/>
          <a:p>
            <a:pPr marL="0" indent="0" algn="ctr">
              <a:buNone/>
            </a:pPr>
            <a:r>
              <a:rPr lang="en-US" sz="2000" b="1" dirty="0">
                <a:solidFill>
                  <a:schemeClr val="bg1"/>
                </a:solidFill>
              </a:rPr>
              <a:t>1</a:t>
            </a:r>
            <a:endParaRPr lang="en-US" sz="2000" dirty="0"/>
          </a:p>
        </p:txBody>
      </p:sp>
      <p:sp>
        <p:nvSpPr>
          <p:cNvPr id="6" name="Text 3"/>
          <p:cNvSpPr txBox="1"/>
          <p:nvPr/>
        </p:nvSpPr>
        <p:spPr>
          <a:xfrm>
            <a:off x="1645920" y="1325880"/>
            <a:ext cx="3291840" cy="640080"/>
          </a:xfrm>
          <a:prstGeom prst="rect">
            <a:avLst/>
          </a:prstGeom>
          <a:noFill/>
          <a:ln/>
        </p:spPr>
        <p:txBody>
          <a:bodyPr wrap="square" lIns="0" tIns="0" rIns="0" bIns="0" rtlCol="0" anchor="ctr"/>
          <a:lstStyle/>
          <a:p>
            <a:pPr marL="0" indent="0">
              <a:buNone/>
            </a:pPr>
            <a:r>
              <a:rPr lang="en-US" sz="2400" b="1" dirty="0">
                <a:solidFill>
                  <a:schemeClr val="tx1">
                    <a:alpha val="30000"/>
                  </a:schemeClr>
                </a:solidFill>
              </a:rPr>
              <a:t>導入</a:t>
            </a:r>
            <a:endParaRPr lang="en-US" sz="2400" dirty="0"/>
          </a:p>
        </p:txBody>
      </p:sp>
      <p:sp>
        <p:nvSpPr>
          <p:cNvPr id="7" name="Text 4"/>
          <p:cNvSpPr txBox="1"/>
          <p:nvPr/>
        </p:nvSpPr>
        <p:spPr>
          <a:xfrm>
            <a:off x="4937760" y="1325880"/>
            <a:ext cx="6492240" cy="640080"/>
          </a:xfrm>
          <a:prstGeom prst="rect">
            <a:avLst/>
          </a:prstGeom>
          <a:noFill/>
          <a:ln/>
        </p:spPr>
        <p:txBody>
          <a:bodyPr wrap="square" lIns="0" tIns="0" rIns="0" bIns="0" rtlCol="0" anchor="ctr"/>
          <a:lstStyle/>
          <a:p>
            <a:pPr marL="0" indent="0">
              <a:buNone/>
            </a:pPr>
            <a:r>
              <a:rPr lang="en-US" sz="1600" dirty="0">
                <a:solidFill>
                  <a:schemeClr val="tx1">
                    <a:alpha val="25000"/>
                  </a:schemeClr>
                </a:solidFill>
              </a:rPr>
              <a:t>今日の問い</a:t>
            </a:r>
            <a:endParaRPr lang="en-US" sz="1600" dirty="0"/>
          </a:p>
        </p:txBody>
      </p:sp>
      <p:sp>
        <p:nvSpPr>
          <p:cNvPr id="8" name="Shape 5"/>
          <p:cNvSpPr/>
          <p:nvPr/>
        </p:nvSpPr>
        <p:spPr>
          <a:xfrm>
            <a:off x="822960" y="2331720"/>
            <a:ext cx="548640" cy="548640"/>
          </a:xfrm>
          <a:prstGeom prst="ellipse">
            <a:avLst/>
          </a:prstGeom>
          <a:solidFill>
            <a:schemeClr val="accent5">
              <a:alpha val="45000"/>
            </a:schemeClr>
          </a:solidFill>
          <a:ln w="12700">
            <a:solidFill>
              <a:schemeClr val="accent5">
                <a:alpha val="45000"/>
              </a:schemeClr>
            </a:solidFill>
            <a:prstDash val="solid"/>
          </a:ln>
        </p:spPr>
        <p:txBody>
          <a:bodyPr/>
          <a:lstStyle/>
          <a:p>
            <a:endParaRPr lang="ja-JP" altLang="en-US"/>
          </a:p>
        </p:txBody>
      </p:sp>
      <p:sp>
        <p:nvSpPr>
          <p:cNvPr id="9" name="Text 6"/>
          <p:cNvSpPr txBox="1"/>
          <p:nvPr/>
        </p:nvSpPr>
        <p:spPr>
          <a:xfrm>
            <a:off x="822960" y="2331720"/>
            <a:ext cx="548640" cy="548640"/>
          </a:xfrm>
          <a:prstGeom prst="rect">
            <a:avLst/>
          </a:prstGeom>
          <a:noFill/>
          <a:ln/>
        </p:spPr>
        <p:txBody>
          <a:bodyPr wrap="square" lIns="0" tIns="0" rIns="0" bIns="0" rtlCol="0" anchor="ctr"/>
          <a:lstStyle/>
          <a:p>
            <a:pPr marL="0" indent="0" algn="ctr">
              <a:buNone/>
            </a:pPr>
            <a:r>
              <a:rPr lang="en-US" sz="2000" b="1" dirty="0">
                <a:solidFill>
                  <a:schemeClr val="bg1"/>
                </a:solidFill>
              </a:rPr>
              <a:t>2</a:t>
            </a:r>
            <a:endParaRPr lang="en-US" sz="2000" dirty="0"/>
          </a:p>
        </p:txBody>
      </p:sp>
      <p:sp>
        <p:nvSpPr>
          <p:cNvPr id="10" name="Text 7"/>
          <p:cNvSpPr txBox="1"/>
          <p:nvPr/>
        </p:nvSpPr>
        <p:spPr>
          <a:xfrm>
            <a:off x="1645920" y="2286000"/>
            <a:ext cx="3291840" cy="640080"/>
          </a:xfrm>
          <a:prstGeom prst="rect">
            <a:avLst/>
          </a:prstGeom>
          <a:noFill/>
          <a:ln/>
        </p:spPr>
        <p:txBody>
          <a:bodyPr wrap="square" lIns="0" tIns="0" rIns="0" bIns="0" rtlCol="0" anchor="ctr"/>
          <a:lstStyle/>
          <a:p>
            <a:pPr marL="0" indent="0">
              <a:buNone/>
            </a:pPr>
            <a:r>
              <a:rPr lang="en-US" sz="2400" b="1" dirty="0">
                <a:solidFill>
                  <a:schemeClr val="tx1">
                    <a:alpha val="30000"/>
                  </a:schemeClr>
                </a:solidFill>
              </a:rPr>
              <a:t>問題と発想</a:t>
            </a:r>
            <a:endParaRPr lang="en-US" sz="2400" dirty="0"/>
          </a:p>
        </p:txBody>
      </p:sp>
      <p:sp>
        <p:nvSpPr>
          <p:cNvPr id="11" name="Text 8"/>
          <p:cNvSpPr txBox="1"/>
          <p:nvPr/>
        </p:nvSpPr>
        <p:spPr>
          <a:xfrm>
            <a:off x="4937760" y="2286000"/>
            <a:ext cx="6492240" cy="640080"/>
          </a:xfrm>
          <a:prstGeom prst="rect">
            <a:avLst/>
          </a:prstGeom>
          <a:noFill/>
          <a:ln/>
        </p:spPr>
        <p:txBody>
          <a:bodyPr wrap="square" lIns="0" tIns="0" rIns="0" bIns="0" rtlCol="0" anchor="ctr"/>
          <a:lstStyle/>
          <a:p>
            <a:pPr marL="0" indent="0">
              <a:buNone/>
            </a:pPr>
            <a:r>
              <a:rPr lang="en-US" sz="1600" dirty="0">
                <a:solidFill>
                  <a:schemeClr val="tx1">
                    <a:alpha val="25000"/>
                  </a:schemeClr>
                </a:solidFill>
              </a:rPr>
              <a:t>LIMEのおさらい，多クラスLIMEの問題，クラス側をまとめる発想，目標</a:t>
            </a:r>
            <a:endParaRPr lang="en-US" sz="1600" dirty="0"/>
          </a:p>
        </p:txBody>
      </p:sp>
      <p:sp>
        <p:nvSpPr>
          <p:cNvPr id="12" name="Shape 9"/>
          <p:cNvSpPr/>
          <p:nvPr/>
        </p:nvSpPr>
        <p:spPr>
          <a:xfrm>
            <a:off x="822960" y="3291840"/>
            <a:ext cx="548640" cy="548640"/>
          </a:xfrm>
          <a:prstGeom prst="ellipse">
            <a:avLst/>
          </a:prstGeom>
          <a:solidFill>
            <a:schemeClr val="accent5">
              <a:alpha val="45000"/>
            </a:schemeClr>
          </a:solidFill>
          <a:ln w="12700">
            <a:solidFill>
              <a:schemeClr val="accent5">
                <a:alpha val="45000"/>
              </a:schemeClr>
            </a:solidFill>
            <a:prstDash val="solid"/>
          </a:ln>
        </p:spPr>
        <p:txBody>
          <a:bodyPr/>
          <a:lstStyle/>
          <a:p>
            <a:endParaRPr lang="ja-JP" altLang="en-US"/>
          </a:p>
        </p:txBody>
      </p:sp>
      <p:sp>
        <p:nvSpPr>
          <p:cNvPr id="13" name="Text 10"/>
          <p:cNvSpPr txBox="1"/>
          <p:nvPr/>
        </p:nvSpPr>
        <p:spPr>
          <a:xfrm>
            <a:off x="822960" y="3291840"/>
            <a:ext cx="548640" cy="548640"/>
          </a:xfrm>
          <a:prstGeom prst="rect">
            <a:avLst/>
          </a:prstGeom>
          <a:noFill/>
          <a:ln/>
        </p:spPr>
        <p:txBody>
          <a:bodyPr wrap="square" lIns="0" tIns="0" rIns="0" bIns="0" rtlCol="0" anchor="ctr"/>
          <a:lstStyle/>
          <a:p>
            <a:pPr marL="0" indent="0" algn="ctr">
              <a:buNone/>
            </a:pPr>
            <a:r>
              <a:rPr lang="en-US" sz="2000" b="1" dirty="0">
                <a:solidFill>
                  <a:schemeClr val="bg1"/>
                </a:solidFill>
              </a:rPr>
              <a:t>3</a:t>
            </a:r>
            <a:endParaRPr lang="en-US" sz="2000" dirty="0"/>
          </a:p>
        </p:txBody>
      </p:sp>
      <p:sp>
        <p:nvSpPr>
          <p:cNvPr id="14" name="Text 11"/>
          <p:cNvSpPr txBox="1"/>
          <p:nvPr/>
        </p:nvSpPr>
        <p:spPr>
          <a:xfrm>
            <a:off x="1645920" y="3246120"/>
            <a:ext cx="3291840" cy="640080"/>
          </a:xfrm>
          <a:prstGeom prst="rect">
            <a:avLst/>
          </a:prstGeom>
          <a:noFill/>
          <a:ln/>
        </p:spPr>
        <p:txBody>
          <a:bodyPr wrap="square" lIns="0" tIns="0" rIns="0" bIns="0" rtlCol="0" anchor="ctr"/>
          <a:lstStyle/>
          <a:p>
            <a:pPr marL="0" indent="0">
              <a:buNone/>
            </a:pPr>
            <a:r>
              <a:rPr lang="en-US" sz="2400" b="1" dirty="0">
                <a:solidFill>
                  <a:schemeClr val="tx1">
                    <a:alpha val="30000"/>
                  </a:schemeClr>
                </a:solidFill>
              </a:rPr>
              <a:t>手法と仮定</a:t>
            </a:r>
            <a:endParaRPr lang="en-US" sz="2400" dirty="0"/>
          </a:p>
        </p:txBody>
      </p:sp>
      <p:sp>
        <p:nvSpPr>
          <p:cNvPr id="15" name="Text 12"/>
          <p:cNvSpPr txBox="1"/>
          <p:nvPr/>
        </p:nvSpPr>
        <p:spPr>
          <a:xfrm>
            <a:off x="4937760" y="3246120"/>
            <a:ext cx="6492240" cy="640080"/>
          </a:xfrm>
          <a:prstGeom prst="rect">
            <a:avLst/>
          </a:prstGeom>
          <a:noFill/>
          <a:ln/>
        </p:spPr>
        <p:txBody>
          <a:bodyPr wrap="square" lIns="0" tIns="0" rIns="0" bIns="0" rtlCol="0" anchor="ctr"/>
          <a:lstStyle/>
          <a:p>
            <a:pPr marL="0" indent="0">
              <a:buNone/>
            </a:pPr>
            <a:r>
              <a:rPr lang="en-US" sz="1600" dirty="0">
                <a:solidFill>
                  <a:schemeClr val="tx1">
                    <a:alpha val="25000"/>
                  </a:schemeClr>
                </a:solidFill>
              </a:rPr>
              <a:t>手順，成り立つための仮定</a:t>
            </a:r>
            <a:endParaRPr lang="en-US" sz="1600" dirty="0"/>
          </a:p>
        </p:txBody>
      </p:sp>
      <p:sp>
        <p:nvSpPr>
          <p:cNvPr id="16" name="Shape 13"/>
          <p:cNvSpPr/>
          <p:nvPr/>
        </p:nvSpPr>
        <p:spPr>
          <a:xfrm>
            <a:off x="822960" y="4251960"/>
            <a:ext cx="548640" cy="548640"/>
          </a:xfrm>
          <a:prstGeom prst="ellipse">
            <a:avLst/>
          </a:prstGeom>
          <a:solidFill>
            <a:schemeClr val="accent5">
              <a:alpha val="45000"/>
            </a:schemeClr>
          </a:solidFill>
          <a:ln w="12700">
            <a:solidFill>
              <a:schemeClr val="accent5">
                <a:alpha val="45000"/>
              </a:schemeClr>
            </a:solidFill>
            <a:prstDash val="solid"/>
          </a:ln>
        </p:spPr>
        <p:txBody>
          <a:bodyPr/>
          <a:lstStyle/>
          <a:p>
            <a:endParaRPr lang="ja-JP" altLang="en-US"/>
          </a:p>
        </p:txBody>
      </p:sp>
      <p:sp>
        <p:nvSpPr>
          <p:cNvPr id="17" name="Text 14"/>
          <p:cNvSpPr txBox="1"/>
          <p:nvPr/>
        </p:nvSpPr>
        <p:spPr>
          <a:xfrm>
            <a:off x="822960" y="4251960"/>
            <a:ext cx="548640" cy="548640"/>
          </a:xfrm>
          <a:prstGeom prst="rect">
            <a:avLst/>
          </a:prstGeom>
          <a:noFill/>
          <a:ln/>
        </p:spPr>
        <p:txBody>
          <a:bodyPr wrap="square" lIns="0" tIns="0" rIns="0" bIns="0" rtlCol="0" anchor="ctr"/>
          <a:lstStyle/>
          <a:p>
            <a:pPr marL="0" indent="0" algn="ctr">
              <a:buNone/>
            </a:pPr>
            <a:r>
              <a:rPr lang="en-US" sz="2000" b="1" dirty="0">
                <a:solidFill>
                  <a:schemeClr val="bg1"/>
                </a:solidFill>
              </a:rPr>
              <a:t>4</a:t>
            </a:r>
            <a:endParaRPr lang="en-US" sz="2000" dirty="0"/>
          </a:p>
        </p:txBody>
      </p:sp>
      <p:sp>
        <p:nvSpPr>
          <p:cNvPr id="18" name="Text 15"/>
          <p:cNvSpPr txBox="1"/>
          <p:nvPr/>
        </p:nvSpPr>
        <p:spPr>
          <a:xfrm>
            <a:off x="1645920" y="4206240"/>
            <a:ext cx="3291840" cy="640080"/>
          </a:xfrm>
          <a:prstGeom prst="rect">
            <a:avLst/>
          </a:prstGeom>
          <a:noFill/>
          <a:ln/>
        </p:spPr>
        <p:txBody>
          <a:bodyPr wrap="square" lIns="0" tIns="0" rIns="0" bIns="0" rtlCol="0" anchor="ctr"/>
          <a:lstStyle/>
          <a:p>
            <a:pPr marL="0" indent="0">
              <a:buNone/>
            </a:pPr>
            <a:r>
              <a:rPr lang="en-US" sz="2400" b="1" dirty="0">
                <a:solidFill>
                  <a:schemeClr val="tx1">
                    <a:alpha val="30000"/>
                  </a:schemeClr>
                </a:solidFill>
              </a:rPr>
              <a:t>実験</a:t>
            </a:r>
            <a:endParaRPr lang="en-US" sz="2400" dirty="0"/>
          </a:p>
        </p:txBody>
      </p:sp>
      <p:sp>
        <p:nvSpPr>
          <p:cNvPr id="19" name="Text 16"/>
          <p:cNvSpPr txBox="1"/>
          <p:nvPr/>
        </p:nvSpPr>
        <p:spPr>
          <a:xfrm>
            <a:off x="4937760" y="4206240"/>
            <a:ext cx="6492240" cy="640080"/>
          </a:xfrm>
          <a:prstGeom prst="rect">
            <a:avLst/>
          </a:prstGeom>
          <a:noFill/>
          <a:ln/>
        </p:spPr>
        <p:txBody>
          <a:bodyPr wrap="square" lIns="0" tIns="0" rIns="0" bIns="0" rtlCol="0" anchor="ctr"/>
          <a:lstStyle/>
          <a:p>
            <a:pPr marL="0" indent="0">
              <a:buNone/>
            </a:pPr>
            <a:r>
              <a:rPr lang="en-US" sz="1600" dirty="0">
                <a:solidFill>
                  <a:schemeClr val="tx1">
                    <a:alpha val="25000"/>
                  </a:schemeClr>
                </a:solidFill>
              </a:rPr>
              <a:t>仮定の確かめ方，実験の設定，結果</a:t>
            </a:r>
            <a:endParaRPr lang="en-US" sz="1600" dirty="0"/>
          </a:p>
        </p:txBody>
      </p:sp>
      <p:sp>
        <p:nvSpPr>
          <p:cNvPr id="20" name="Shape 17"/>
          <p:cNvSpPr/>
          <p:nvPr/>
        </p:nvSpPr>
        <p:spPr>
          <a:xfrm>
            <a:off x="548640" y="5056632"/>
            <a:ext cx="11064240" cy="868680"/>
          </a:xfrm>
          <a:prstGeom prst="roundRect">
            <a:avLst>
              <a:gd name="adj" fmla="val 12632"/>
            </a:avLst>
          </a:prstGeom>
          <a:noFill/>
          <a:ln w="28575">
            <a:solidFill>
              <a:schemeClr val="accent2"/>
            </a:solidFill>
            <a:prstDash val="solid"/>
          </a:ln>
        </p:spPr>
        <p:txBody>
          <a:bodyPr/>
          <a:lstStyle/>
          <a:p>
            <a:endParaRPr lang="ja-JP" altLang="en-US"/>
          </a:p>
        </p:txBody>
      </p:sp>
      <p:sp>
        <p:nvSpPr>
          <p:cNvPr id="21" name="Shape 18"/>
          <p:cNvSpPr/>
          <p:nvPr/>
        </p:nvSpPr>
        <p:spPr>
          <a:xfrm>
            <a:off x="822960" y="5212080"/>
            <a:ext cx="548640" cy="548640"/>
          </a:xfrm>
          <a:prstGeom prst="ellipse">
            <a:avLst/>
          </a:prstGeom>
          <a:solidFill>
            <a:schemeClr val="accent1"/>
          </a:solidFill>
          <a:ln w="12700">
            <a:solidFill>
              <a:schemeClr val="accent1"/>
            </a:solidFill>
            <a:prstDash val="solid"/>
          </a:ln>
        </p:spPr>
        <p:txBody>
          <a:bodyPr/>
          <a:lstStyle/>
          <a:p>
            <a:endParaRPr lang="ja-JP" altLang="en-US"/>
          </a:p>
        </p:txBody>
      </p:sp>
      <p:sp>
        <p:nvSpPr>
          <p:cNvPr id="22" name="Text 19"/>
          <p:cNvSpPr txBox="1"/>
          <p:nvPr/>
        </p:nvSpPr>
        <p:spPr>
          <a:xfrm>
            <a:off x="822960" y="5212080"/>
            <a:ext cx="548640" cy="548640"/>
          </a:xfrm>
          <a:prstGeom prst="rect">
            <a:avLst/>
          </a:prstGeom>
          <a:noFill/>
          <a:ln/>
        </p:spPr>
        <p:txBody>
          <a:bodyPr wrap="square" lIns="0" tIns="0" rIns="0" bIns="0" rtlCol="0" anchor="ctr"/>
          <a:lstStyle/>
          <a:p>
            <a:pPr marL="0" indent="0" algn="ctr">
              <a:buNone/>
            </a:pPr>
            <a:r>
              <a:rPr lang="en-US" sz="2000" b="1" dirty="0">
                <a:solidFill>
                  <a:schemeClr val="bg1"/>
                </a:solidFill>
              </a:rPr>
              <a:t>5</a:t>
            </a:r>
            <a:endParaRPr lang="en-US" sz="2000" dirty="0"/>
          </a:p>
        </p:txBody>
      </p:sp>
      <p:sp>
        <p:nvSpPr>
          <p:cNvPr id="23" name="Text 20"/>
          <p:cNvSpPr txBox="1"/>
          <p:nvPr/>
        </p:nvSpPr>
        <p:spPr>
          <a:xfrm>
            <a:off x="1645920" y="5166360"/>
            <a:ext cx="3291840" cy="640080"/>
          </a:xfrm>
          <a:prstGeom prst="rect">
            <a:avLst/>
          </a:prstGeom>
          <a:noFill/>
          <a:ln/>
        </p:spPr>
        <p:txBody>
          <a:bodyPr wrap="square" lIns="0" tIns="0" rIns="0" bIns="0" rtlCol="0" anchor="ctr"/>
          <a:lstStyle/>
          <a:p>
            <a:pPr marL="0" indent="0">
              <a:buNone/>
            </a:pPr>
            <a:r>
              <a:rPr lang="en-US" sz="2400" b="1" dirty="0">
                <a:solidFill>
                  <a:schemeClr val="tx1"/>
                </a:solidFill>
              </a:rPr>
              <a:t>課題と今後</a:t>
            </a:r>
            <a:endParaRPr lang="en-US" sz="2400" dirty="0"/>
          </a:p>
        </p:txBody>
      </p:sp>
      <p:sp>
        <p:nvSpPr>
          <p:cNvPr id="24" name="Text 21"/>
          <p:cNvSpPr txBox="1"/>
          <p:nvPr/>
        </p:nvSpPr>
        <p:spPr>
          <a:xfrm>
            <a:off x="4937760" y="5166360"/>
            <a:ext cx="6492240" cy="640080"/>
          </a:xfrm>
          <a:prstGeom prst="rect">
            <a:avLst/>
          </a:prstGeom>
          <a:noFill/>
          <a:ln/>
        </p:spPr>
        <p:txBody>
          <a:bodyPr wrap="square" lIns="0" tIns="0" rIns="0" bIns="0" rtlCol="0" anchor="ctr"/>
          <a:lstStyle/>
          <a:p>
            <a:pPr marL="0" indent="0">
              <a:buNone/>
            </a:pPr>
            <a:r>
              <a:rPr lang="en-US" sz="1600" dirty="0">
                <a:solidFill>
                  <a:schemeClr val="tx2"/>
                </a:solidFill>
              </a:rPr>
              <a:t>課題，今後の計画</a:t>
            </a:r>
            <a:endParaRPr lang="en-US" sz="16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a:spLocks noGrp="1"/>
          </p:cNvSpPr>
          <p:nvPr>
            <p:ph type="title" idx="101"/>
          </p:nvPr>
        </p:nvSpPr>
        <p:spPr>
          <a:prstGeom prst="rect">
            <a:avLst/>
          </a:prstGeom>
          <a:noFill/>
          <a:ln/>
        </p:spPr>
        <p:txBody>
          <a:bodyPr wrap="square" lIns="0" tIns="0" rIns="0" bIns="0" rtlCol="0" anchor="ctr"/>
          <a:lstStyle/>
          <a:p>
            <a:pPr marL="0" indent="0" algn="l">
              <a:buNone/>
            </a:pPr>
            <a:r>
              <a:rPr lang="en-US" sz="3000" b="1" dirty="0">
                <a:solidFill>
                  <a:schemeClr val="tx1"/>
                </a:solidFill>
              </a:rPr>
              <a:t>課題</a:t>
            </a:r>
            <a:endParaRPr lang="en-US" sz="3000" dirty="0"/>
          </a:p>
        </p:txBody>
      </p:sp>
      <p:sp>
        <p:nvSpPr>
          <p:cNvPr id="3"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5"/>
                </a:solidFill>
              </a:defRPr>
            </a:lvl1pPr>
          </a:lstStyle>
          <a:p>
            <a:pPr algn="r"/>
            <a:fld id="{F7021451-1387-4CA6-816F-3879F97B5CBC}" type="slidenum">
              <a:rPr lang="en-US" b="0"/>
              <a:t>22</a:t>
            </a:fld>
            <a:endParaRPr lang="en-US"/>
          </a:p>
        </p:txBody>
      </p:sp>
      <p:sp>
        <p:nvSpPr>
          <p:cNvPr id="4" name="Rounded Rectangle 3"/>
          <p:cNvSpPr/>
          <p:nvPr/>
        </p:nvSpPr>
        <p:spPr>
          <a:xfrm>
            <a:off x="548640" y="1188720"/>
            <a:ext cx="5623560" cy="4983480"/>
          </a:xfrm>
          <a:prstGeom prst="roundRect">
            <a:avLst>
              <a:gd name="adj" fmla="val 3000"/>
            </a:avLst>
          </a:prstGeom>
          <a:noFill/>
          <a:ln w="285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749808" y="1344168"/>
            <a:ext cx="411480" cy="411480"/>
          </a:xfrm>
          <a:prstGeom prst="ellipse">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49808" y="1344168"/>
            <a:ext cx="411480" cy="411480"/>
          </a:xfrm>
          <a:prstGeom prst="rect">
            <a:avLst/>
          </a:prstGeom>
          <a:noFill/>
        </p:spPr>
        <p:txBody>
          <a:bodyPr wrap="square" lIns="0" tIns="0" rIns="0" bIns="0" anchor="ctr">
            <a:spAutoFit/>
          </a:bodyPr>
          <a:lstStyle/>
          <a:p>
            <a:pPr algn="ctr"/>
            <a:r>
              <a:rPr sz="1400" b="1">
                <a:solidFill>
                  <a:schemeClr val="bg1"/>
                </a:solidFill>
              </a:rPr>
              <a:t>1</a:t>
            </a:r>
          </a:p>
        </p:txBody>
      </p:sp>
      <p:sp>
        <p:nvSpPr>
          <p:cNvPr id="7" name="TextBox 6"/>
          <p:cNvSpPr txBox="1"/>
          <p:nvPr/>
        </p:nvSpPr>
        <p:spPr>
          <a:xfrm>
            <a:off x="1298448" y="1344168"/>
            <a:ext cx="4754880" cy="411480"/>
          </a:xfrm>
          <a:prstGeom prst="rect">
            <a:avLst/>
          </a:prstGeom>
          <a:noFill/>
        </p:spPr>
        <p:txBody>
          <a:bodyPr wrap="square" lIns="0" tIns="0" rIns="0" bIns="0" anchor="ctr">
            <a:spAutoFit/>
          </a:bodyPr>
          <a:lstStyle/>
          <a:p>
            <a:pPr algn="l"/>
            <a:r>
              <a:rPr sz="1800" b="1">
                <a:solidFill>
                  <a:schemeClr val="tx1"/>
                </a:solidFill>
              </a:rPr>
              <a:t>軸が読めるとは限らない</a:t>
            </a:r>
          </a:p>
        </p:txBody>
      </p:sp>
      <p:graphicFrame>
        <p:nvGraphicFramePr>
          <p:cNvPr id="8" name="Table 7"/>
          <p:cNvGraphicFramePr>
            <a:graphicFrameLocks noGrp="1"/>
          </p:cNvGraphicFramePr>
          <p:nvPr/>
        </p:nvGraphicFramePr>
        <p:xfrm>
          <a:off x="777240" y="1965960"/>
          <a:ext cx="5166360" cy="1645920"/>
        </p:xfrm>
        <a:graphic>
          <a:graphicData uri="http://schemas.openxmlformats.org/drawingml/2006/table">
            <a:tbl>
              <a:tblPr firstRow="1" bandRow="1">
                <a:tableStyleId>{5C22544A-7EE6-4342-B048-85BDC9FD1C3A}</a:tableStyleId>
              </a:tblPr>
              <a:tblGrid>
                <a:gridCol w="1417320">
                  <a:extLst>
                    <a:ext uri="{9D8B030D-6E8A-4147-A177-3AD203B41FA5}">
                      <a16:colId xmlns:a16="http://schemas.microsoft.com/office/drawing/2014/main" val="20000"/>
                    </a:ext>
                  </a:extLst>
                </a:gridCol>
                <a:gridCol w="2606040">
                  <a:extLst>
                    <a:ext uri="{9D8B030D-6E8A-4147-A177-3AD203B41FA5}">
                      <a16:colId xmlns:a16="http://schemas.microsoft.com/office/drawing/2014/main" val="20001"/>
                    </a:ext>
                  </a:extLst>
                </a:gridCol>
                <a:gridCol w="1143000">
                  <a:extLst>
                    <a:ext uri="{9D8B030D-6E8A-4147-A177-3AD203B41FA5}">
                      <a16:colId xmlns:a16="http://schemas.microsoft.com/office/drawing/2014/main" val="20002"/>
                    </a:ext>
                  </a:extLst>
                </a:gridCol>
              </a:tblGrid>
              <a:tr h="411480">
                <a:tc>
                  <a:txBody>
                    <a:bodyPr/>
                    <a:lstStyle/>
                    <a:p>
                      <a:pPr algn="l"/>
                      <a:r>
                        <a:rPr sz="1200" b="1">
                          <a:solidFill>
                            <a:schemeClr val="bg1"/>
                          </a:solidFill>
                        </a:rPr>
                        <a:t>軸の形</a:t>
                      </a:r>
                    </a:p>
                  </a:txBody>
                  <a:tcPr marL="54864" marR="54864" marT="18288" marB="18288" anchor="ctr">
                    <a:solidFill>
                      <a:schemeClr val="tx1"/>
                    </a:solidFill>
                  </a:tcPr>
                </a:tc>
                <a:tc>
                  <a:txBody>
                    <a:bodyPr/>
                    <a:lstStyle/>
                    <a:p>
                      <a:pPr algn="l"/>
                      <a:r>
                        <a:rPr sz="1200" b="1">
                          <a:solidFill>
                            <a:schemeClr val="bg1"/>
                          </a:solidFill>
                        </a:rPr>
                        <a:t>例（重みの大きいクラス）</a:t>
                      </a:r>
                    </a:p>
                  </a:txBody>
                  <a:tcPr marL="54864" marR="54864" marT="18288" marB="18288" anchor="ctr">
                    <a:solidFill>
                      <a:schemeClr val="tx1"/>
                    </a:solidFill>
                  </a:tcPr>
                </a:tc>
                <a:tc>
                  <a:txBody>
                    <a:bodyPr/>
                    <a:lstStyle/>
                    <a:p>
                      <a:pPr algn="ctr"/>
                      <a:r>
                        <a:rPr sz="1200" b="1">
                          <a:solidFill>
                            <a:schemeClr val="bg1"/>
                          </a:solidFill>
                        </a:rPr>
                        <a:t>読めるか</a:t>
                      </a:r>
                    </a:p>
                  </a:txBody>
                  <a:tcPr marL="54864" marR="54864" marT="18288" marB="18288" anchor="ctr">
                    <a:solidFill>
                      <a:schemeClr val="tx1"/>
                    </a:solidFill>
                  </a:tcPr>
                </a:tc>
                <a:extLst>
                  <a:ext uri="{0D108BD9-81ED-4DB2-BD59-A6C34878D82A}">
                    <a16:rowId xmlns:a16="http://schemas.microsoft.com/office/drawing/2014/main" val="10000"/>
                  </a:ext>
                </a:extLst>
              </a:tr>
              <a:tr h="411480">
                <a:tc>
                  <a:txBody>
                    <a:bodyPr/>
                    <a:lstStyle/>
                    <a:p>
                      <a:pPr algn="l"/>
                      <a:r>
                        <a:rPr sz="1200" b="0">
                          <a:solidFill>
                            <a:schemeClr val="tx1"/>
                          </a:solidFill>
                        </a:rPr>
                        <a:t>2クラスの対比</a:t>
                      </a:r>
                    </a:p>
                  </a:txBody>
                  <a:tcPr marL="54864" marR="54864" marT="18288" marB="18288" anchor="ctr">
                    <a:solidFill>
                      <a:schemeClr val="bg1"/>
                    </a:solidFill>
                  </a:tcPr>
                </a:tc>
                <a:tc>
                  <a:txBody>
                    <a:bodyPr/>
                    <a:lstStyle/>
                    <a:p>
                      <a:pPr algn="l"/>
                      <a:r>
                        <a:rPr sz="1200" b="0">
                          <a:solidFill>
                            <a:schemeClr val="tx1"/>
                          </a:solidFill>
                        </a:rPr>
                        <a:t>6 + ／ 0 −</a:t>
                      </a:r>
                    </a:p>
                  </a:txBody>
                  <a:tcPr marL="54864" marR="54864" marT="18288" marB="18288" anchor="ctr">
                    <a:solidFill>
                      <a:schemeClr val="bg1"/>
                    </a:solidFill>
                  </a:tcPr>
                </a:tc>
                <a:tc>
                  <a:txBody>
                    <a:bodyPr/>
                    <a:lstStyle/>
                    <a:p>
                      <a:pPr algn="ctr"/>
                      <a:r>
                        <a:rPr sz="1200" b="1">
                          <a:solidFill>
                            <a:schemeClr val="accent1"/>
                          </a:solidFill>
                        </a:rPr>
                        <a:t>読める</a:t>
                      </a:r>
                    </a:p>
                  </a:txBody>
                  <a:tcPr marL="54864" marR="54864" marT="18288" marB="18288" anchor="ctr">
                    <a:solidFill>
                      <a:schemeClr val="bg1"/>
                    </a:solidFill>
                  </a:tcPr>
                </a:tc>
                <a:extLst>
                  <a:ext uri="{0D108BD9-81ED-4DB2-BD59-A6C34878D82A}">
                    <a16:rowId xmlns:a16="http://schemas.microsoft.com/office/drawing/2014/main" val="10001"/>
                  </a:ext>
                </a:extLst>
              </a:tr>
              <a:tr h="411480">
                <a:tc>
                  <a:txBody>
                    <a:bodyPr/>
                    <a:lstStyle/>
                    <a:p>
                      <a:pPr algn="l"/>
                      <a:r>
                        <a:rPr sz="1200" b="0">
                          <a:solidFill>
                            <a:schemeClr val="tx1"/>
                          </a:solidFill>
                        </a:rPr>
                        <a:t>1対多</a:t>
                      </a:r>
                    </a:p>
                  </a:txBody>
                  <a:tcPr marL="54864" marR="54864" marT="18288" marB="18288" anchor="ctr">
                    <a:solidFill>
                      <a:schemeClr val="bg2"/>
                    </a:solidFill>
                  </a:tcPr>
                </a:tc>
                <a:tc>
                  <a:txBody>
                    <a:bodyPr/>
                    <a:lstStyle/>
                    <a:p>
                      <a:pPr algn="l"/>
                      <a:r>
                        <a:rPr sz="1200" b="0">
                          <a:solidFill>
                            <a:schemeClr val="tx1"/>
                          </a:solidFill>
                        </a:rPr>
                        <a:t>6 +0.8 ／ 0 −0.5, 9 −0.3</a:t>
                      </a:r>
                    </a:p>
                  </a:txBody>
                  <a:tcPr marL="54864" marR="54864" marT="18288" marB="18288" anchor="ctr">
                    <a:solidFill>
                      <a:schemeClr val="bg2"/>
                    </a:solidFill>
                  </a:tcPr>
                </a:tc>
                <a:tc>
                  <a:txBody>
                    <a:bodyPr/>
                    <a:lstStyle/>
                    <a:p>
                      <a:pPr algn="ctr"/>
                      <a:r>
                        <a:rPr sz="1200" b="1">
                          <a:solidFill>
                            <a:schemeClr val="accent1"/>
                          </a:solidFill>
                        </a:rPr>
                        <a:t>読める</a:t>
                      </a:r>
                    </a:p>
                  </a:txBody>
                  <a:tcPr marL="54864" marR="54864" marT="18288" marB="18288" anchor="ctr">
                    <a:solidFill>
                      <a:schemeClr val="bg2"/>
                    </a:solidFill>
                  </a:tcPr>
                </a:tc>
                <a:extLst>
                  <a:ext uri="{0D108BD9-81ED-4DB2-BD59-A6C34878D82A}">
                    <a16:rowId xmlns:a16="http://schemas.microsoft.com/office/drawing/2014/main" val="10002"/>
                  </a:ext>
                </a:extLst>
              </a:tr>
              <a:tr h="411480">
                <a:tc>
                  <a:txBody>
                    <a:bodyPr/>
                    <a:lstStyle/>
                    <a:p>
                      <a:pPr algn="l"/>
                      <a:r>
                        <a:rPr sz="1200" b="0">
                          <a:solidFill>
                            <a:schemeClr val="tx1"/>
                          </a:solidFill>
                        </a:rPr>
                        <a:t>混在</a:t>
                      </a:r>
                    </a:p>
                  </a:txBody>
                  <a:tcPr marL="54864" marR="54864" marT="18288" marB="18288" anchor="ctr">
                    <a:solidFill>
                      <a:schemeClr val="bg1"/>
                    </a:solidFill>
                  </a:tcPr>
                </a:tc>
                <a:tc>
                  <a:txBody>
                    <a:bodyPr/>
                    <a:lstStyle/>
                    <a:p>
                      <a:pPr algn="l"/>
                      <a:r>
                        <a:rPr sz="1200" b="0">
                          <a:solidFill>
                            <a:schemeClr val="tx1"/>
                          </a:solidFill>
                        </a:rPr>
                        <a:t>6 +0.37, 1 +0.21 ／ 0 −0.46</a:t>
                      </a:r>
                    </a:p>
                  </a:txBody>
                  <a:tcPr marL="54864" marR="54864" marT="18288" marB="18288" anchor="ctr">
                    <a:solidFill>
                      <a:schemeClr val="bg1"/>
                    </a:solidFill>
                  </a:tcPr>
                </a:tc>
                <a:tc>
                  <a:txBody>
                    <a:bodyPr/>
                    <a:lstStyle/>
                    <a:p>
                      <a:pPr algn="ctr"/>
                      <a:r>
                        <a:rPr sz="1200" b="1">
                          <a:solidFill>
                            <a:schemeClr val="accent2"/>
                          </a:solidFill>
                        </a:rPr>
                        <a:t>読めない</a:t>
                      </a:r>
                    </a:p>
                  </a:txBody>
                  <a:tcPr marL="54864" marR="54864" marT="18288" marB="18288" anchor="ctr">
                    <a:solidFill>
                      <a:schemeClr val="bg1"/>
                    </a:solidFill>
                  </a:tcPr>
                </a:tc>
                <a:extLst>
                  <a:ext uri="{0D108BD9-81ED-4DB2-BD59-A6C34878D82A}">
                    <a16:rowId xmlns:a16="http://schemas.microsoft.com/office/drawing/2014/main" val="10003"/>
                  </a:ext>
                </a:extLst>
              </a:tr>
            </a:tbl>
          </a:graphicData>
        </a:graphic>
      </p:graphicFrame>
      <p:sp>
        <p:nvSpPr>
          <p:cNvPr id="9" name="TextBox 8"/>
          <p:cNvSpPr txBox="1"/>
          <p:nvPr/>
        </p:nvSpPr>
        <p:spPr>
          <a:xfrm>
            <a:off x="777240" y="3749039"/>
            <a:ext cx="5212080" cy="914400"/>
          </a:xfrm>
          <a:prstGeom prst="rect">
            <a:avLst/>
          </a:prstGeom>
          <a:noFill/>
        </p:spPr>
        <p:txBody>
          <a:bodyPr wrap="square" lIns="0" tIns="0" rIns="0" bIns="0" anchor="t">
            <a:spAutoFit/>
          </a:bodyPr>
          <a:lstStyle/>
          <a:p>
            <a:pPr algn="l"/>
            <a:r>
              <a:rPr sz="1300" b="0">
                <a:solidFill>
                  <a:schemeClr val="tx1"/>
                </a:solidFill>
              </a:rPr>
              <a:t>1対多なら「6の確率は主に0から，一部は9から来た」と読める．混在だと，6と1が同じ側にあり意味が取れない</a:t>
            </a:r>
          </a:p>
        </p:txBody>
      </p:sp>
      <p:sp>
        <p:nvSpPr>
          <p:cNvPr id="10" name="TextBox 9"/>
          <p:cNvSpPr txBox="1"/>
          <p:nvPr/>
        </p:nvSpPr>
        <p:spPr>
          <a:xfrm>
            <a:off x="777240" y="4617720"/>
            <a:ext cx="5212080" cy="457200"/>
          </a:xfrm>
          <a:prstGeom prst="rect">
            <a:avLst/>
          </a:prstGeom>
          <a:noFill/>
        </p:spPr>
        <p:txBody>
          <a:bodyPr wrap="square" lIns="0" tIns="0" rIns="0" bIns="0" anchor="t">
            <a:spAutoFit/>
          </a:bodyPr>
          <a:lstStyle/>
          <a:p>
            <a:pPr algn="l"/>
            <a:r>
              <a:rPr sz="1200" b="0">
                <a:solidFill>
                  <a:schemeClr val="tx1"/>
                </a:solidFill>
              </a:rPr>
              <a:t>実際の軸の例（手書き数字）　2 −0.76，3 +0.59，9 +0.27（1対多の形）</a:t>
            </a:r>
          </a:p>
        </p:txBody>
      </p:sp>
      <p:sp>
        <p:nvSpPr>
          <p:cNvPr id="11" name="TextBox 10"/>
          <p:cNvSpPr txBox="1"/>
          <p:nvPr/>
        </p:nvSpPr>
        <p:spPr>
          <a:xfrm>
            <a:off x="777240" y="5257800"/>
            <a:ext cx="5212080" cy="731520"/>
          </a:xfrm>
          <a:prstGeom prst="rect">
            <a:avLst/>
          </a:prstGeom>
          <a:noFill/>
        </p:spPr>
        <p:txBody>
          <a:bodyPr wrap="square" lIns="0" tIns="0" rIns="0" bIns="0" anchor="t">
            <a:spAutoFit/>
          </a:bodyPr>
          <a:lstStyle/>
          <a:p>
            <a:pPr algn="l"/>
            <a:r>
              <a:rPr sz="1300" b="1">
                <a:solidFill>
                  <a:schemeClr val="accent2"/>
                </a:solidFill>
              </a:rPr>
              <a:t>次元が減っても，軸の意味が分からなければ解釈しやすくならない</a:t>
            </a:r>
          </a:p>
        </p:txBody>
      </p:sp>
      <p:sp>
        <p:nvSpPr>
          <p:cNvPr id="12" name="Rounded Rectangle 11"/>
          <p:cNvSpPr/>
          <p:nvPr/>
        </p:nvSpPr>
        <p:spPr>
          <a:xfrm>
            <a:off x="6355080" y="1188720"/>
            <a:ext cx="5257800" cy="2331720"/>
          </a:xfrm>
          <a:prstGeom prst="roundRect">
            <a:avLst>
              <a:gd name="adj" fmla="val 3000"/>
            </a:avLst>
          </a:prstGeom>
          <a:noFill/>
          <a:ln w="285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6537960" y="1344168"/>
            <a:ext cx="411480" cy="411480"/>
          </a:xfrm>
          <a:prstGeom prst="ellipse">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537960" y="1344168"/>
            <a:ext cx="411480" cy="411480"/>
          </a:xfrm>
          <a:prstGeom prst="rect">
            <a:avLst/>
          </a:prstGeom>
          <a:noFill/>
        </p:spPr>
        <p:txBody>
          <a:bodyPr wrap="square" lIns="0" tIns="0" rIns="0" bIns="0" anchor="ctr">
            <a:spAutoFit/>
          </a:bodyPr>
          <a:lstStyle/>
          <a:p>
            <a:pPr algn="ctr"/>
            <a:r>
              <a:rPr sz="1400" b="1">
                <a:solidFill>
                  <a:schemeClr val="bg1"/>
                </a:solidFill>
              </a:rPr>
              <a:t>2</a:t>
            </a:r>
          </a:p>
        </p:txBody>
      </p:sp>
      <p:sp>
        <p:nvSpPr>
          <p:cNvPr id="15" name="TextBox 14"/>
          <p:cNvSpPr txBox="1"/>
          <p:nvPr/>
        </p:nvSpPr>
        <p:spPr>
          <a:xfrm>
            <a:off x="7086600" y="1344168"/>
            <a:ext cx="4434840" cy="411480"/>
          </a:xfrm>
          <a:prstGeom prst="rect">
            <a:avLst/>
          </a:prstGeom>
          <a:noFill/>
        </p:spPr>
        <p:txBody>
          <a:bodyPr wrap="square" lIns="0" tIns="0" rIns="0" bIns="0" anchor="ctr">
            <a:spAutoFit/>
          </a:bodyPr>
          <a:lstStyle/>
          <a:p>
            <a:pPr algn="l"/>
            <a:r>
              <a:rPr sz="1500" b="1">
                <a:solidFill>
                  <a:schemeClr val="tx1"/>
                </a:solidFill>
              </a:rPr>
              <a:t>多くのクラスがまとまって動く場合は未検証</a:t>
            </a:r>
          </a:p>
        </p:txBody>
      </p:sp>
      <p:sp>
        <p:nvSpPr>
          <p:cNvPr id="16" name="TextBox 15"/>
          <p:cNvSpPr txBox="1"/>
          <p:nvPr/>
        </p:nvSpPr>
        <p:spPr>
          <a:xfrm>
            <a:off x="6583680" y="1892807"/>
            <a:ext cx="4846320" cy="1600200"/>
          </a:xfrm>
          <a:prstGeom prst="rect">
            <a:avLst/>
          </a:prstGeom>
          <a:noFill/>
        </p:spPr>
        <p:txBody>
          <a:bodyPr wrap="square" lIns="0" tIns="0" rIns="0" bIns="0" anchor="t">
            <a:spAutoFit/>
          </a:bodyPr>
          <a:lstStyle/>
          <a:p>
            <a:pPr algn="l"/>
            <a:r>
              <a:rPr sz="1200" b="0">
                <a:solidFill>
                  <a:schemeClr val="tx1"/>
                </a:solidFill>
              </a:rPr>
              <a:t>今回のデータでは動くクラスが3〜4個で，まとまって動いても軸が1本減る程度（yeast 45%，手書き数字 32%の近傍）</a:t>
            </a:r>
          </a:p>
          <a:p>
            <a:pPr algn="l"/>
            <a:r>
              <a:rPr sz="1200" b="0">
                <a:solidFill>
                  <a:schemeClr val="tx1"/>
                </a:solidFill>
              </a:rPr>
              <a:t>検証案　似たクラスが群になったデータ（100クラスが20の上位クラスにまとまるCIFAR-100など）で，動くクラスの数と必要な軸の数を比べる</a:t>
            </a:r>
          </a:p>
        </p:txBody>
      </p:sp>
      <p:sp>
        <p:nvSpPr>
          <p:cNvPr id="17" name="Rounded Rectangle 16"/>
          <p:cNvSpPr/>
          <p:nvPr/>
        </p:nvSpPr>
        <p:spPr>
          <a:xfrm>
            <a:off x="6355080" y="3703320"/>
            <a:ext cx="5257800" cy="2468880"/>
          </a:xfrm>
          <a:prstGeom prst="roundRect">
            <a:avLst>
              <a:gd name="adj" fmla="val 3000"/>
            </a:avLst>
          </a:prstGeom>
          <a:noFill/>
          <a:ln w="285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Oval 17"/>
          <p:cNvSpPr/>
          <p:nvPr/>
        </p:nvSpPr>
        <p:spPr>
          <a:xfrm>
            <a:off x="6537960" y="3858768"/>
            <a:ext cx="411480" cy="411480"/>
          </a:xfrm>
          <a:prstGeom prst="ellipse">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537960" y="3858768"/>
            <a:ext cx="411480" cy="411480"/>
          </a:xfrm>
          <a:prstGeom prst="rect">
            <a:avLst/>
          </a:prstGeom>
          <a:noFill/>
        </p:spPr>
        <p:txBody>
          <a:bodyPr wrap="square" lIns="0" tIns="0" rIns="0" bIns="0" anchor="ctr">
            <a:spAutoFit/>
          </a:bodyPr>
          <a:lstStyle/>
          <a:p>
            <a:pPr algn="ctr"/>
            <a:r>
              <a:rPr sz="1400" b="1">
                <a:solidFill>
                  <a:schemeClr val="bg1"/>
                </a:solidFill>
              </a:rPr>
              <a:t>3</a:t>
            </a:r>
          </a:p>
        </p:txBody>
      </p:sp>
      <p:sp>
        <p:nvSpPr>
          <p:cNvPr id="20" name="TextBox 19"/>
          <p:cNvSpPr txBox="1"/>
          <p:nvPr/>
        </p:nvSpPr>
        <p:spPr>
          <a:xfrm>
            <a:off x="7086600" y="3858768"/>
            <a:ext cx="4389120" cy="411480"/>
          </a:xfrm>
          <a:prstGeom prst="rect">
            <a:avLst/>
          </a:prstGeom>
          <a:noFill/>
        </p:spPr>
        <p:txBody>
          <a:bodyPr wrap="square" lIns="0" tIns="0" rIns="0" bIns="0" anchor="ctr">
            <a:spAutoFit/>
          </a:bodyPr>
          <a:lstStyle/>
          <a:p>
            <a:pPr algn="l"/>
            <a:r>
              <a:rPr sz="1700" b="1">
                <a:solidFill>
                  <a:schemeClr val="tx1"/>
                </a:solidFill>
              </a:rPr>
              <a:t>ランダムフォレストではうまくいかない</a:t>
            </a:r>
          </a:p>
        </p:txBody>
      </p:sp>
      <p:graphicFrame>
        <p:nvGraphicFramePr>
          <p:cNvPr id="21" name="Table 20"/>
          <p:cNvGraphicFramePr>
            <a:graphicFrameLocks noGrp="1"/>
          </p:cNvGraphicFramePr>
          <p:nvPr/>
        </p:nvGraphicFramePr>
        <p:xfrm>
          <a:off x="6583680" y="4434840"/>
          <a:ext cx="4846320" cy="1152144"/>
        </p:xfrm>
        <a:graphic>
          <a:graphicData uri="http://schemas.openxmlformats.org/drawingml/2006/table">
            <a:tbl>
              <a:tblPr firstRow="1" bandRow="1">
                <a:tableStyleId>{5C22544A-7EE6-4342-B048-85BDC9FD1C3A}</a:tableStyleId>
              </a:tblPr>
              <a:tblGrid>
                <a:gridCol w="1508760">
                  <a:extLst>
                    <a:ext uri="{9D8B030D-6E8A-4147-A177-3AD203B41FA5}">
                      <a16:colId xmlns:a16="http://schemas.microsoft.com/office/drawing/2014/main" val="20000"/>
                    </a:ext>
                  </a:extLst>
                </a:gridCol>
                <a:gridCol w="960120">
                  <a:extLst>
                    <a:ext uri="{9D8B030D-6E8A-4147-A177-3AD203B41FA5}">
                      <a16:colId xmlns:a16="http://schemas.microsoft.com/office/drawing/2014/main" val="20001"/>
                    </a:ext>
                  </a:extLst>
                </a:gridCol>
                <a:gridCol w="9144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tblGrid>
              <a:tr h="384048">
                <a:tc>
                  <a:txBody>
                    <a:bodyPr/>
                    <a:lstStyle/>
                    <a:p>
                      <a:pPr algn="l"/>
                      <a:endParaRPr/>
                    </a:p>
                  </a:txBody>
                  <a:tcPr marL="54864" marR="54864" marT="18288" marB="18288" anchor="ctr">
                    <a:solidFill>
                      <a:schemeClr val="tx1"/>
                    </a:solidFill>
                  </a:tcPr>
                </a:tc>
                <a:tc>
                  <a:txBody>
                    <a:bodyPr/>
                    <a:lstStyle/>
                    <a:p>
                      <a:pPr algn="ctr"/>
                      <a:r>
                        <a:rPr sz="1000" b="1">
                          <a:solidFill>
                            <a:schemeClr val="bg1"/>
                          </a:solidFill>
                        </a:rPr>
                        <a:t>動くクラス（個）</a:t>
                      </a:r>
                    </a:p>
                  </a:txBody>
                  <a:tcPr marL="54864" marR="54864" marT="18288" marB="18288" anchor="ctr">
                    <a:solidFill>
                      <a:schemeClr val="tx1"/>
                    </a:solidFill>
                  </a:tcPr>
                </a:tc>
                <a:tc>
                  <a:txBody>
                    <a:bodyPr/>
                    <a:lstStyle/>
                    <a:p>
                      <a:pPr algn="ctr"/>
                      <a:r>
                        <a:rPr sz="1000" b="1">
                          <a:solidFill>
                            <a:schemeClr val="bg1"/>
                          </a:solidFill>
                        </a:rPr>
                        <a:t>必要な軸（本）</a:t>
                      </a:r>
                    </a:p>
                  </a:txBody>
                  <a:tcPr marL="54864" marR="54864" marT="18288" marB="18288" anchor="ctr">
                    <a:solidFill>
                      <a:schemeClr val="tx1"/>
                    </a:solidFill>
                  </a:tcPr>
                </a:tc>
                <a:tc>
                  <a:txBody>
                    <a:bodyPr/>
                    <a:lstStyle/>
                    <a:p>
                      <a:pPr algn="ctr"/>
                      <a:r>
                        <a:rPr sz="1000" b="1">
                          <a:solidFill>
                            <a:schemeClr val="bg1"/>
                          </a:solidFill>
                        </a:rPr>
                        <a:t>3本の R²（通常 → この手法）</a:t>
                      </a:r>
                    </a:p>
                  </a:txBody>
                  <a:tcPr marL="54864" marR="54864" marT="18288" marB="18288" anchor="ctr">
                    <a:solidFill>
                      <a:schemeClr val="tx1"/>
                    </a:solidFill>
                  </a:tcPr>
                </a:tc>
                <a:extLst>
                  <a:ext uri="{0D108BD9-81ED-4DB2-BD59-A6C34878D82A}">
                    <a16:rowId xmlns:a16="http://schemas.microsoft.com/office/drawing/2014/main" val="10000"/>
                  </a:ext>
                </a:extLst>
              </a:tr>
              <a:tr h="384048">
                <a:tc>
                  <a:txBody>
                    <a:bodyPr/>
                    <a:lstStyle/>
                    <a:p>
                      <a:pPr algn="l"/>
                      <a:r>
                        <a:rPr sz="1000" b="0">
                          <a:solidFill>
                            <a:schemeClr val="tx1"/>
                          </a:solidFill>
                        </a:rPr>
                        <a:t>MLP</a:t>
                      </a:r>
                    </a:p>
                  </a:txBody>
                  <a:tcPr marL="54864" marR="54864" marT="18288" marB="18288" anchor="ctr">
                    <a:solidFill>
                      <a:schemeClr val="bg1"/>
                    </a:solidFill>
                  </a:tcPr>
                </a:tc>
                <a:tc>
                  <a:txBody>
                    <a:bodyPr/>
                    <a:lstStyle/>
                    <a:p>
                      <a:pPr algn="ctr"/>
                      <a:r>
                        <a:rPr sz="1000" b="0">
                          <a:solidFill>
                            <a:schemeClr val="tx1"/>
                          </a:solidFill>
                        </a:rPr>
                        <a:t>3.15</a:t>
                      </a:r>
                    </a:p>
                  </a:txBody>
                  <a:tcPr marL="54864" marR="54864" marT="18288" marB="18288" anchor="ctr">
                    <a:solidFill>
                      <a:schemeClr val="bg1"/>
                    </a:solidFill>
                  </a:tcPr>
                </a:tc>
                <a:tc>
                  <a:txBody>
                    <a:bodyPr/>
                    <a:lstStyle/>
                    <a:p>
                      <a:pPr algn="ctr"/>
                      <a:r>
                        <a:rPr sz="1000" b="0">
                          <a:solidFill>
                            <a:schemeClr val="tx1"/>
                          </a:solidFill>
                        </a:rPr>
                        <a:t>2.09</a:t>
                      </a:r>
                    </a:p>
                  </a:txBody>
                  <a:tcPr marL="54864" marR="54864" marT="18288" marB="18288" anchor="ctr">
                    <a:solidFill>
                      <a:schemeClr val="bg1"/>
                    </a:solidFill>
                  </a:tcPr>
                </a:tc>
                <a:tc>
                  <a:txBody>
                    <a:bodyPr/>
                    <a:lstStyle/>
                    <a:p>
                      <a:pPr algn="ctr"/>
                      <a:r>
                        <a:rPr sz="1000" b="0">
                          <a:solidFill>
                            <a:schemeClr val="tx1"/>
                          </a:solidFill>
                        </a:rPr>
                        <a:t>0.793 → 0.785</a:t>
                      </a:r>
                    </a:p>
                  </a:txBody>
                  <a:tcPr marL="54864" marR="54864" marT="18288" marB="18288" anchor="ctr">
                    <a:solidFill>
                      <a:schemeClr val="bg1"/>
                    </a:solidFill>
                  </a:tcPr>
                </a:tc>
                <a:extLst>
                  <a:ext uri="{0D108BD9-81ED-4DB2-BD59-A6C34878D82A}">
                    <a16:rowId xmlns:a16="http://schemas.microsoft.com/office/drawing/2014/main" val="10001"/>
                  </a:ext>
                </a:extLst>
              </a:tr>
              <a:tr h="384048">
                <a:tc>
                  <a:txBody>
                    <a:bodyPr/>
                    <a:lstStyle/>
                    <a:p>
                      <a:pPr algn="l"/>
                      <a:r>
                        <a:rPr sz="1000" b="0">
                          <a:solidFill>
                            <a:schemeClr val="tx1"/>
                          </a:solidFill>
                        </a:rPr>
                        <a:t>ランダムフォレスト</a:t>
                      </a:r>
                    </a:p>
                  </a:txBody>
                  <a:tcPr marL="54864" marR="54864" marT="18288" marB="18288" anchor="ctr">
                    <a:solidFill>
                      <a:schemeClr val="bg2"/>
                    </a:solidFill>
                  </a:tcPr>
                </a:tc>
                <a:tc>
                  <a:txBody>
                    <a:bodyPr/>
                    <a:lstStyle/>
                    <a:p>
                      <a:pPr algn="ctr"/>
                      <a:r>
                        <a:rPr sz="1000" b="0">
                          <a:solidFill>
                            <a:schemeClr val="tx1"/>
                          </a:solidFill>
                        </a:rPr>
                        <a:t>14.31</a:t>
                      </a:r>
                    </a:p>
                  </a:txBody>
                  <a:tcPr marL="54864" marR="54864" marT="18288" marB="18288" anchor="ctr">
                    <a:solidFill>
                      <a:schemeClr val="bg2"/>
                    </a:solidFill>
                  </a:tcPr>
                </a:tc>
                <a:tc>
                  <a:txBody>
                    <a:bodyPr/>
                    <a:lstStyle/>
                    <a:p>
                      <a:pPr algn="ctr"/>
                      <a:r>
                        <a:rPr sz="1000" b="1">
                          <a:solidFill>
                            <a:schemeClr val="accent2"/>
                          </a:solidFill>
                        </a:rPr>
                        <a:t>11.06</a:t>
                      </a:r>
                    </a:p>
                  </a:txBody>
                  <a:tcPr marL="54864" marR="54864" marT="18288" marB="18288" anchor="ctr">
                    <a:solidFill>
                      <a:schemeClr val="bg2"/>
                    </a:solidFill>
                  </a:tcPr>
                </a:tc>
                <a:tc>
                  <a:txBody>
                    <a:bodyPr/>
                    <a:lstStyle/>
                    <a:p>
                      <a:pPr algn="ctr"/>
                      <a:r>
                        <a:rPr sz="1000" b="1">
                          <a:solidFill>
                            <a:schemeClr val="accent2"/>
                          </a:solidFill>
                        </a:rPr>
                        <a:t>0.638 → 0.519</a:t>
                      </a:r>
                    </a:p>
                  </a:txBody>
                  <a:tcPr marL="54864" marR="54864" marT="18288" marB="18288" anchor="ctr">
                    <a:solidFill>
                      <a:schemeClr val="bg2"/>
                    </a:solidFill>
                  </a:tcPr>
                </a:tc>
                <a:extLst>
                  <a:ext uri="{0D108BD9-81ED-4DB2-BD59-A6C34878D82A}">
                    <a16:rowId xmlns:a16="http://schemas.microsoft.com/office/drawing/2014/main" val="10002"/>
                  </a:ext>
                </a:extLst>
              </a:tr>
            </a:tbl>
          </a:graphicData>
        </a:graphic>
      </p:graphicFrame>
      <p:sp>
        <p:nvSpPr>
          <p:cNvPr id="22" name="TextBox 21"/>
          <p:cNvSpPr txBox="1"/>
          <p:nvPr/>
        </p:nvSpPr>
        <p:spPr>
          <a:xfrm>
            <a:off x="6583680" y="5650992"/>
            <a:ext cx="4892040" cy="502920"/>
          </a:xfrm>
          <a:prstGeom prst="rect">
            <a:avLst/>
          </a:prstGeom>
          <a:noFill/>
        </p:spPr>
        <p:txBody>
          <a:bodyPr wrap="square" lIns="0" tIns="0" rIns="0" bIns="0" anchor="t">
            <a:spAutoFit/>
          </a:bodyPr>
          <a:lstStyle/>
          <a:p>
            <a:pPr algn="l"/>
            <a:r>
              <a:rPr sz="1000" b="0">
                <a:solidFill>
                  <a:schemeClr val="tx1"/>
                </a:solidFill>
              </a:rPr>
              <a:t>合成データ，20クラス，半径0.15．出力が木の多数決で階段状（ガタガタ）なので，多くのクラスが少しずつ揺れ，少ない軸にも直線にも収まらない</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a:spLocks noGrp="1"/>
          </p:cNvSpPr>
          <p:nvPr>
            <p:ph type="title" idx="101"/>
          </p:nvPr>
        </p:nvSpPr>
        <p:spPr>
          <a:prstGeom prst="rect">
            <a:avLst/>
          </a:prstGeom>
          <a:noFill/>
          <a:ln/>
        </p:spPr>
        <p:txBody>
          <a:bodyPr wrap="square" lIns="0" tIns="0" rIns="0" bIns="0" rtlCol="0" anchor="ctr"/>
          <a:lstStyle/>
          <a:p>
            <a:pPr marL="0" indent="0" algn="l">
              <a:buNone/>
            </a:pPr>
            <a:r>
              <a:rPr lang="en-US" sz="3000" b="1" dirty="0">
                <a:solidFill>
                  <a:schemeClr val="tx1"/>
                </a:solidFill>
              </a:rPr>
              <a:t>今後の計画と最終ゴール</a:t>
            </a:r>
            <a:endParaRPr lang="en-US" sz="3000" dirty="0"/>
          </a:p>
        </p:txBody>
      </p:sp>
      <p:sp>
        <p:nvSpPr>
          <p:cNvPr id="3"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5"/>
                </a:solidFill>
              </a:defRPr>
            </a:lvl1pPr>
          </a:lstStyle>
          <a:p>
            <a:pPr algn="r"/>
            <a:fld id="{F7021451-1387-4CA6-816F-3879F97B5CBC}" type="slidenum">
              <a:rPr lang="en-US" b="0"/>
              <a:t>23</a:t>
            </a:fld>
            <a:endParaRPr lang="en-US"/>
          </a:p>
        </p:txBody>
      </p:sp>
      <p:sp>
        <p:nvSpPr>
          <p:cNvPr id="4" name="Shape 1"/>
          <p:cNvSpPr/>
          <p:nvPr/>
        </p:nvSpPr>
        <p:spPr>
          <a:xfrm>
            <a:off x="1561865" y="1691640"/>
            <a:ext cx="8457286" cy="0"/>
          </a:xfrm>
          <a:prstGeom prst="line">
            <a:avLst/>
          </a:prstGeom>
          <a:noFill/>
          <a:ln w="25400">
            <a:solidFill>
              <a:schemeClr val="accent5"/>
            </a:solidFill>
            <a:prstDash val="solid"/>
          </a:ln>
        </p:spPr>
        <p:txBody>
          <a:bodyPr/>
          <a:lstStyle/>
          <a:p>
            <a:endParaRPr lang="ja-JP" altLang="en-US"/>
          </a:p>
        </p:txBody>
      </p:sp>
      <p:sp>
        <p:nvSpPr>
          <p:cNvPr id="5" name="Shape 2"/>
          <p:cNvSpPr/>
          <p:nvPr/>
        </p:nvSpPr>
        <p:spPr>
          <a:xfrm>
            <a:off x="1333265" y="1463040"/>
            <a:ext cx="457200" cy="457200"/>
          </a:xfrm>
          <a:prstGeom prst="ellipse">
            <a:avLst/>
          </a:prstGeom>
          <a:solidFill>
            <a:schemeClr val="accent1"/>
          </a:solidFill>
          <a:ln w="12700">
            <a:solidFill>
              <a:schemeClr val="accent1"/>
            </a:solidFill>
            <a:prstDash val="solid"/>
          </a:ln>
        </p:spPr>
        <p:txBody>
          <a:bodyPr/>
          <a:lstStyle/>
          <a:p>
            <a:endParaRPr lang="ja-JP" altLang="en-US"/>
          </a:p>
        </p:txBody>
      </p:sp>
      <p:sp>
        <p:nvSpPr>
          <p:cNvPr id="6" name="Text 3"/>
          <p:cNvSpPr txBox="1"/>
          <p:nvPr/>
        </p:nvSpPr>
        <p:spPr>
          <a:xfrm>
            <a:off x="1333265" y="1463040"/>
            <a:ext cx="457200" cy="457200"/>
          </a:xfrm>
          <a:prstGeom prst="rect">
            <a:avLst/>
          </a:prstGeom>
          <a:noFill/>
          <a:ln/>
        </p:spPr>
        <p:txBody>
          <a:bodyPr wrap="square" lIns="0" tIns="0" rIns="0" bIns="0" rtlCol="0" anchor="ctr"/>
          <a:lstStyle/>
          <a:p>
            <a:pPr marL="0" indent="0" algn="ctr">
              <a:buNone/>
            </a:pPr>
            <a:r>
              <a:rPr lang="en-US" sz="1600" b="1" dirty="0">
                <a:solidFill>
                  <a:schemeClr val="bg1"/>
                </a:solidFill>
              </a:rPr>
              <a:t>1</a:t>
            </a:r>
            <a:endParaRPr lang="en-US" sz="1600" dirty="0"/>
          </a:p>
        </p:txBody>
      </p:sp>
      <p:sp>
        <p:nvSpPr>
          <p:cNvPr id="7" name="Shape 4"/>
          <p:cNvSpPr/>
          <p:nvPr/>
        </p:nvSpPr>
        <p:spPr>
          <a:xfrm>
            <a:off x="548640" y="2148840"/>
            <a:ext cx="2606040" cy="2697480"/>
          </a:xfrm>
          <a:prstGeom prst="roundRect">
            <a:avLst>
              <a:gd name="adj" fmla="val 4211"/>
            </a:avLst>
          </a:prstGeom>
          <a:noFill/>
          <a:ln w="28575">
            <a:solidFill>
              <a:schemeClr val="tx1"/>
            </a:solidFill>
            <a:prstDash val="solid"/>
          </a:ln>
        </p:spPr>
        <p:txBody>
          <a:bodyPr/>
          <a:lstStyle/>
          <a:p>
            <a:endParaRPr lang="ja-JP" altLang="en-US"/>
          </a:p>
        </p:txBody>
      </p:sp>
      <p:sp>
        <p:nvSpPr>
          <p:cNvPr id="8" name="Text 5"/>
          <p:cNvSpPr txBox="1"/>
          <p:nvPr/>
        </p:nvSpPr>
        <p:spPr>
          <a:xfrm>
            <a:off x="731520" y="2286000"/>
            <a:ext cx="2240280" cy="731520"/>
          </a:xfrm>
          <a:prstGeom prst="rect">
            <a:avLst/>
          </a:prstGeom>
          <a:noFill/>
          <a:ln/>
        </p:spPr>
        <p:txBody>
          <a:bodyPr wrap="square" lIns="0" tIns="0" rIns="0" bIns="0" rtlCol="0" anchor="t"/>
          <a:lstStyle/>
          <a:p>
            <a:pPr marL="0" indent="0">
              <a:buNone/>
            </a:pPr>
            <a:r>
              <a:rPr lang="en-US" sz="1600" b="1" dirty="0">
                <a:solidFill>
                  <a:schemeClr val="tx1"/>
                </a:solidFill>
              </a:rPr>
              <a:t>読める軸を作る</a:t>
            </a:r>
            <a:endParaRPr lang="en-US" sz="1600" dirty="0"/>
          </a:p>
        </p:txBody>
      </p:sp>
      <p:sp>
        <p:nvSpPr>
          <p:cNvPr id="9" name="Text 6"/>
          <p:cNvSpPr txBox="1"/>
          <p:nvPr/>
        </p:nvSpPr>
        <p:spPr>
          <a:xfrm>
            <a:off x="731520" y="3017520"/>
            <a:ext cx="2240280" cy="868680"/>
          </a:xfrm>
          <a:prstGeom prst="rect">
            <a:avLst/>
          </a:prstGeom>
          <a:noFill/>
          <a:ln/>
        </p:spPr>
        <p:txBody>
          <a:bodyPr wrap="square" lIns="0" tIns="0" rIns="0" bIns="0" rtlCol="0" anchor="t"/>
          <a:lstStyle/>
          <a:p>
            <a:pPr marL="0" indent="0">
              <a:buNone/>
            </a:pPr>
            <a:r>
              <a:rPr lang="en-US" sz="1300" dirty="0">
                <a:solidFill>
                  <a:schemeClr val="tx2"/>
                </a:solidFill>
              </a:rPr>
              <a:t>軸の形を対比や1対多に限る，回転，スパース化</a:t>
            </a:r>
            <a:endParaRPr lang="en-US" sz="1300" dirty="0"/>
          </a:p>
        </p:txBody>
      </p:sp>
      <p:sp>
        <p:nvSpPr>
          <p:cNvPr id="10" name="Text 7"/>
          <p:cNvSpPr txBox="1"/>
          <p:nvPr/>
        </p:nvSpPr>
        <p:spPr>
          <a:xfrm>
            <a:off x="731520" y="3931920"/>
            <a:ext cx="2240280" cy="822960"/>
          </a:xfrm>
          <a:prstGeom prst="rect">
            <a:avLst/>
          </a:prstGeom>
          <a:noFill/>
          <a:ln/>
        </p:spPr>
        <p:txBody>
          <a:bodyPr wrap="square" lIns="0" tIns="0" rIns="0" bIns="0" rtlCol="0" anchor="t"/>
          <a:lstStyle/>
          <a:p>
            <a:pPr marL="0" indent="0">
              <a:buNone/>
            </a:pPr>
            <a:r>
              <a:rPr lang="en-US" sz="1300" dirty="0">
                <a:solidFill>
                  <a:schemeClr val="accent1"/>
                </a:solidFill>
              </a:rPr>
              <a:t>確かめること　忠実さを保ったまま軸が読めるか</a:t>
            </a:r>
            <a:endParaRPr lang="en-US" sz="1300" dirty="0"/>
          </a:p>
        </p:txBody>
      </p:sp>
      <p:sp>
        <p:nvSpPr>
          <p:cNvPr id="11" name="Shape 8"/>
          <p:cNvSpPr/>
          <p:nvPr/>
        </p:nvSpPr>
        <p:spPr>
          <a:xfrm>
            <a:off x="4152360" y="1463040"/>
            <a:ext cx="457200" cy="457200"/>
          </a:xfrm>
          <a:prstGeom prst="ellipse">
            <a:avLst/>
          </a:prstGeom>
          <a:solidFill>
            <a:schemeClr val="tx1"/>
          </a:solidFill>
          <a:ln w="12700">
            <a:solidFill>
              <a:schemeClr val="tx1"/>
            </a:solidFill>
            <a:prstDash val="solid"/>
          </a:ln>
        </p:spPr>
        <p:txBody>
          <a:bodyPr/>
          <a:lstStyle/>
          <a:p>
            <a:endParaRPr lang="ja-JP" altLang="en-US"/>
          </a:p>
        </p:txBody>
      </p:sp>
      <p:sp>
        <p:nvSpPr>
          <p:cNvPr id="12" name="Text 9"/>
          <p:cNvSpPr txBox="1"/>
          <p:nvPr/>
        </p:nvSpPr>
        <p:spPr>
          <a:xfrm>
            <a:off x="4152360" y="1463040"/>
            <a:ext cx="457200" cy="457200"/>
          </a:xfrm>
          <a:prstGeom prst="rect">
            <a:avLst/>
          </a:prstGeom>
          <a:noFill/>
          <a:ln/>
        </p:spPr>
        <p:txBody>
          <a:bodyPr wrap="square" lIns="0" tIns="0" rIns="0" bIns="0" rtlCol="0" anchor="ctr"/>
          <a:lstStyle/>
          <a:p>
            <a:pPr marL="0" indent="0" algn="ctr">
              <a:buNone/>
            </a:pPr>
            <a:r>
              <a:rPr lang="en-US" sz="1600" b="1" dirty="0">
                <a:solidFill>
                  <a:schemeClr val="bg1"/>
                </a:solidFill>
              </a:rPr>
              <a:t>2</a:t>
            </a:r>
            <a:endParaRPr lang="en-US" sz="1600" dirty="0"/>
          </a:p>
        </p:txBody>
      </p:sp>
      <p:sp>
        <p:nvSpPr>
          <p:cNvPr id="13" name="Shape 10"/>
          <p:cNvSpPr/>
          <p:nvPr/>
        </p:nvSpPr>
        <p:spPr>
          <a:xfrm>
            <a:off x="3367735" y="2148840"/>
            <a:ext cx="2606040" cy="2697480"/>
          </a:xfrm>
          <a:prstGeom prst="roundRect">
            <a:avLst>
              <a:gd name="adj" fmla="val 4211"/>
            </a:avLst>
          </a:prstGeom>
          <a:noFill/>
          <a:ln w="28575">
            <a:solidFill>
              <a:schemeClr val="tx1"/>
            </a:solidFill>
            <a:prstDash val="solid"/>
          </a:ln>
        </p:spPr>
        <p:txBody>
          <a:bodyPr/>
          <a:lstStyle/>
          <a:p>
            <a:endParaRPr lang="ja-JP" altLang="en-US"/>
          </a:p>
        </p:txBody>
      </p:sp>
      <p:sp>
        <p:nvSpPr>
          <p:cNvPr id="14" name="Text 11"/>
          <p:cNvSpPr txBox="1"/>
          <p:nvPr/>
        </p:nvSpPr>
        <p:spPr>
          <a:xfrm>
            <a:off x="3550615" y="2286000"/>
            <a:ext cx="2240280" cy="731520"/>
          </a:xfrm>
          <a:prstGeom prst="rect">
            <a:avLst/>
          </a:prstGeom>
          <a:noFill/>
          <a:ln/>
        </p:spPr>
        <p:txBody>
          <a:bodyPr wrap="square" lIns="0" tIns="0" rIns="0" bIns="0" rtlCol="0" anchor="t"/>
          <a:lstStyle/>
          <a:p>
            <a:pPr marL="0" indent="0">
              <a:buNone/>
            </a:pPr>
            <a:r>
              <a:rPr lang="en-US" sz="1600" b="1" dirty="0">
                <a:solidFill>
                  <a:schemeClr val="tx1"/>
                </a:solidFill>
              </a:rPr>
              <a:t>データを広げる</a:t>
            </a:r>
            <a:endParaRPr lang="en-US" sz="1600" dirty="0"/>
          </a:p>
        </p:txBody>
      </p:sp>
      <p:sp>
        <p:nvSpPr>
          <p:cNvPr id="15" name="Text 12"/>
          <p:cNvSpPr txBox="1"/>
          <p:nvPr/>
        </p:nvSpPr>
        <p:spPr>
          <a:xfrm>
            <a:off x="3550615" y="3017520"/>
            <a:ext cx="2240280" cy="868680"/>
          </a:xfrm>
          <a:prstGeom prst="rect">
            <a:avLst/>
          </a:prstGeom>
          <a:noFill/>
          <a:ln/>
        </p:spPr>
        <p:txBody>
          <a:bodyPr wrap="square" lIns="0" tIns="0" rIns="0" bIns="0" rtlCol="0" anchor="t"/>
          <a:lstStyle/>
          <a:p>
            <a:pPr marL="0" indent="0">
              <a:buNone/>
            </a:pPr>
            <a:r>
              <a:rPr lang="en-US" sz="1300" dirty="0">
                <a:solidFill>
                  <a:schemeClr val="tx2"/>
                </a:solidFill>
              </a:rPr>
              <a:t>クラス数が多く，似たクラスが群になったデータなど</a:t>
            </a:r>
            <a:endParaRPr lang="en-US" sz="1300" dirty="0"/>
          </a:p>
        </p:txBody>
      </p:sp>
      <p:sp>
        <p:nvSpPr>
          <p:cNvPr id="16" name="Text 13"/>
          <p:cNvSpPr txBox="1"/>
          <p:nvPr/>
        </p:nvSpPr>
        <p:spPr>
          <a:xfrm>
            <a:off x="3550615" y="3931920"/>
            <a:ext cx="2240280" cy="822960"/>
          </a:xfrm>
          <a:prstGeom prst="rect">
            <a:avLst/>
          </a:prstGeom>
          <a:noFill/>
          <a:ln/>
        </p:spPr>
        <p:txBody>
          <a:bodyPr wrap="square" lIns="0" tIns="0" rIns="0" bIns="0" rtlCol="0" anchor="t"/>
          <a:lstStyle/>
          <a:p>
            <a:pPr marL="0" indent="0">
              <a:buNone/>
            </a:pPr>
            <a:r>
              <a:rPr lang="en-US" sz="1300" dirty="0">
                <a:solidFill>
                  <a:schemeClr val="accent1"/>
                </a:solidFill>
              </a:rPr>
              <a:t>確かめること　仮定が成り立つ範囲</a:t>
            </a:r>
            <a:endParaRPr lang="en-US" sz="1300" dirty="0"/>
          </a:p>
        </p:txBody>
      </p:sp>
      <p:sp>
        <p:nvSpPr>
          <p:cNvPr id="17" name="Shape 14"/>
          <p:cNvSpPr/>
          <p:nvPr/>
        </p:nvSpPr>
        <p:spPr>
          <a:xfrm>
            <a:off x="6971455" y="1463040"/>
            <a:ext cx="457200" cy="457200"/>
          </a:xfrm>
          <a:prstGeom prst="ellipse">
            <a:avLst/>
          </a:prstGeom>
          <a:solidFill>
            <a:schemeClr val="tx1"/>
          </a:solidFill>
          <a:ln w="12700">
            <a:solidFill>
              <a:schemeClr val="tx1"/>
            </a:solidFill>
            <a:prstDash val="solid"/>
          </a:ln>
        </p:spPr>
        <p:txBody>
          <a:bodyPr/>
          <a:lstStyle/>
          <a:p>
            <a:endParaRPr lang="ja-JP" altLang="en-US"/>
          </a:p>
        </p:txBody>
      </p:sp>
      <p:sp>
        <p:nvSpPr>
          <p:cNvPr id="18" name="Text 15"/>
          <p:cNvSpPr txBox="1"/>
          <p:nvPr/>
        </p:nvSpPr>
        <p:spPr>
          <a:xfrm>
            <a:off x="6971455" y="1463040"/>
            <a:ext cx="457200" cy="457200"/>
          </a:xfrm>
          <a:prstGeom prst="rect">
            <a:avLst/>
          </a:prstGeom>
          <a:noFill/>
          <a:ln/>
        </p:spPr>
        <p:txBody>
          <a:bodyPr wrap="square" lIns="0" tIns="0" rIns="0" bIns="0" rtlCol="0" anchor="ctr"/>
          <a:lstStyle/>
          <a:p>
            <a:pPr marL="0" indent="0" algn="ctr">
              <a:buNone/>
            </a:pPr>
            <a:r>
              <a:rPr lang="en-US" sz="1600" b="1" dirty="0">
                <a:solidFill>
                  <a:schemeClr val="bg1"/>
                </a:solidFill>
              </a:rPr>
              <a:t>3</a:t>
            </a:r>
            <a:endParaRPr lang="en-US" sz="1600" dirty="0"/>
          </a:p>
        </p:txBody>
      </p:sp>
      <p:sp>
        <p:nvSpPr>
          <p:cNvPr id="19" name="Shape 16"/>
          <p:cNvSpPr/>
          <p:nvPr/>
        </p:nvSpPr>
        <p:spPr>
          <a:xfrm>
            <a:off x="6186830" y="2148840"/>
            <a:ext cx="2606040" cy="2697480"/>
          </a:xfrm>
          <a:prstGeom prst="roundRect">
            <a:avLst>
              <a:gd name="adj" fmla="val 4211"/>
            </a:avLst>
          </a:prstGeom>
          <a:noFill/>
          <a:ln w="28575">
            <a:solidFill>
              <a:schemeClr val="tx1"/>
            </a:solidFill>
            <a:prstDash val="solid"/>
          </a:ln>
        </p:spPr>
        <p:txBody>
          <a:bodyPr/>
          <a:lstStyle/>
          <a:p>
            <a:endParaRPr lang="ja-JP" altLang="en-US"/>
          </a:p>
        </p:txBody>
      </p:sp>
      <p:sp>
        <p:nvSpPr>
          <p:cNvPr id="20" name="Text 17"/>
          <p:cNvSpPr txBox="1"/>
          <p:nvPr/>
        </p:nvSpPr>
        <p:spPr>
          <a:xfrm>
            <a:off x="6369710" y="2286000"/>
            <a:ext cx="2240280" cy="731520"/>
          </a:xfrm>
          <a:prstGeom prst="rect">
            <a:avLst/>
          </a:prstGeom>
          <a:noFill/>
          <a:ln/>
        </p:spPr>
        <p:txBody>
          <a:bodyPr wrap="square" lIns="0" tIns="0" rIns="0" bIns="0" rtlCol="0" anchor="t"/>
          <a:lstStyle/>
          <a:p>
            <a:pPr marL="0" indent="0">
              <a:buNone/>
            </a:pPr>
            <a:r>
              <a:rPr lang="en-US" sz="1600" b="1" dirty="0">
                <a:solidFill>
                  <a:schemeClr val="tx1"/>
                </a:solidFill>
              </a:rPr>
              <a:t>説明の量をそろえる</a:t>
            </a:r>
            <a:endParaRPr lang="en-US" sz="1600" dirty="0"/>
          </a:p>
        </p:txBody>
      </p:sp>
      <p:sp>
        <p:nvSpPr>
          <p:cNvPr id="21" name="Text 18"/>
          <p:cNvSpPr txBox="1"/>
          <p:nvPr/>
        </p:nvSpPr>
        <p:spPr>
          <a:xfrm>
            <a:off x="6369710" y="3017520"/>
            <a:ext cx="2240280" cy="868680"/>
          </a:xfrm>
          <a:prstGeom prst="rect">
            <a:avLst/>
          </a:prstGeom>
          <a:noFill/>
          <a:ln/>
        </p:spPr>
        <p:txBody>
          <a:bodyPr wrap="square" lIns="0" tIns="0" rIns="0" bIns="0" rtlCol="0" anchor="t"/>
          <a:lstStyle/>
          <a:p>
            <a:pPr marL="0" indent="0">
              <a:buNone/>
            </a:pPr>
            <a:r>
              <a:rPr lang="en-US" sz="1300" dirty="0">
                <a:solidFill>
                  <a:schemeClr val="tx2"/>
                </a:solidFill>
              </a:rPr>
              <a:t>上位クラスの対比や特徴選択ありのLIMEと</a:t>
            </a:r>
            <a:endParaRPr lang="en-US" sz="1300" dirty="0"/>
          </a:p>
        </p:txBody>
      </p:sp>
      <p:sp>
        <p:nvSpPr>
          <p:cNvPr id="22" name="Text 19"/>
          <p:cNvSpPr txBox="1"/>
          <p:nvPr/>
        </p:nvSpPr>
        <p:spPr>
          <a:xfrm>
            <a:off x="6369710" y="3931920"/>
            <a:ext cx="2240280" cy="822960"/>
          </a:xfrm>
          <a:prstGeom prst="rect">
            <a:avLst/>
          </a:prstGeom>
          <a:noFill/>
          <a:ln/>
        </p:spPr>
        <p:txBody>
          <a:bodyPr wrap="square" lIns="0" tIns="0" rIns="0" bIns="0" rtlCol="0" anchor="t"/>
          <a:lstStyle/>
          <a:p>
            <a:pPr marL="0" indent="0">
              <a:buNone/>
            </a:pPr>
            <a:r>
              <a:rPr lang="en-US" sz="1300" dirty="0">
                <a:solidFill>
                  <a:schemeClr val="accent1"/>
                </a:solidFill>
              </a:rPr>
              <a:t>確かめること　同じ量の説明で，より忠実か</a:t>
            </a:r>
            <a:endParaRPr lang="en-US" sz="1300" dirty="0"/>
          </a:p>
        </p:txBody>
      </p:sp>
      <p:sp>
        <p:nvSpPr>
          <p:cNvPr id="23" name="Shape 20"/>
          <p:cNvSpPr/>
          <p:nvPr/>
        </p:nvSpPr>
        <p:spPr>
          <a:xfrm>
            <a:off x="9790551" y="1463040"/>
            <a:ext cx="457200" cy="457200"/>
          </a:xfrm>
          <a:prstGeom prst="ellipse">
            <a:avLst/>
          </a:prstGeom>
          <a:solidFill>
            <a:schemeClr val="tx1"/>
          </a:solidFill>
          <a:ln w="12700">
            <a:solidFill>
              <a:schemeClr val="tx1"/>
            </a:solidFill>
            <a:prstDash val="solid"/>
          </a:ln>
        </p:spPr>
        <p:txBody>
          <a:bodyPr/>
          <a:lstStyle/>
          <a:p>
            <a:endParaRPr lang="ja-JP" altLang="en-US"/>
          </a:p>
        </p:txBody>
      </p:sp>
      <p:sp>
        <p:nvSpPr>
          <p:cNvPr id="24" name="Text 21"/>
          <p:cNvSpPr txBox="1"/>
          <p:nvPr/>
        </p:nvSpPr>
        <p:spPr>
          <a:xfrm>
            <a:off x="9790551" y="1463040"/>
            <a:ext cx="457200" cy="457200"/>
          </a:xfrm>
          <a:prstGeom prst="rect">
            <a:avLst/>
          </a:prstGeom>
          <a:noFill/>
          <a:ln/>
        </p:spPr>
        <p:txBody>
          <a:bodyPr wrap="square" lIns="0" tIns="0" rIns="0" bIns="0" rtlCol="0" anchor="ctr"/>
          <a:lstStyle/>
          <a:p>
            <a:pPr marL="0" indent="0" algn="ctr">
              <a:buNone/>
            </a:pPr>
            <a:r>
              <a:rPr lang="en-US" sz="1600" b="1" dirty="0">
                <a:solidFill>
                  <a:schemeClr val="bg1"/>
                </a:solidFill>
              </a:rPr>
              <a:t>4</a:t>
            </a:r>
            <a:endParaRPr lang="en-US" sz="1600" dirty="0"/>
          </a:p>
        </p:txBody>
      </p:sp>
      <p:sp>
        <p:nvSpPr>
          <p:cNvPr id="25" name="Shape 22"/>
          <p:cNvSpPr/>
          <p:nvPr/>
        </p:nvSpPr>
        <p:spPr>
          <a:xfrm>
            <a:off x="9005926" y="2148840"/>
            <a:ext cx="2606040" cy="2697480"/>
          </a:xfrm>
          <a:prstGeom prst="roundRect">
            <a:avLst>
              <a:gd name="adj" fmla="val 4211"/>
            </a:avLst>
          </a:prstGeom>
          <a:noFill/>
          <a:ln w="28575">
            <a:solidFill>
              <a:schemeClr val="tx1"/>
            </a:solidFill>
            <a:prstDash val="solid"/>
          </a:ln>
        </p:spPr>
        <p:txBody>
          <a:bodyPr/>
          <a:lstStyle/>
          <a:p>
            <a:endParaRPr lang="ja-JP" altLang="en-US"/>
          </a:p>
        </p:txBody>
      </p:sp>
      <p:sp>
        <p:nvSpPr>
          <p:cNvPr id="26" name="Text 23"/>
          <p:cNvSpPr txBox="1"/>
          <p:nvPr/>
        </p:nvSpPr>
        <p:spPr>
          <a:xfrm>
            <a:off x="9188806" y="2286000"/>
            <a:ext cx="2240280" cy="731520"/>
          </a:xfrm>
          <a:prstGeom prst="rect">
            <a:avLst/>
          </a:prstGeom>
          <a:noFill/>
          <a:ln/>
        </p:spPr>
        <p:txBody>
          <a:bodyPr wrap="square" lIns="0" tIns="0" rIns="0" bIns="0" rtlCol="0" anchor="t"/>
          <a:lstStyle/>
          <a:p>
            <a:pPr marL="0" indent="0">
              <a:buNone/>
            </a:pPr>
            <a:r>
              <a:rPr lang="en-US" sz="1600" b="1" dirty="0">
                <a:solidFill>
                  <a:schemeClr val="tx1"/>
                </a:solidFill>
              </a:rPr>
              <a:t>人による評価</a:t>
            </a:r>
            <a:endParaRPr lang="en-US" sz="1600" dirty="0"/>
          </a:p>
        </p:txBody>
      </p:sp>
      <p:sp>
        <p:nvSpPr>
          <p:cNvPr id="27" name="Text 24"/>
          <p:cNvSpPr txBox="1"/>
          <p:nvPr/>
        </p:nvSpPr>
        <p:spPr>
          <a:xfrm>
            <a:off x="9188806" y="3017520"/>
            <a:ext cx="2240280" cy="868680"/>
          </a:xfrm>
          <a:prstGeom prst="rect">
            <a:avLst/>
          </a:prstGeom>
          <a:noFill/>
          <a:ln/>
        </p:spPr>
        <p:txBody>
          <a:bodyPr wrap="square" lIns="0" tIns="0" rIns="0" bIns="0" rtlCol="0" anchor="t"/>
          <a:lstStyle/>
          <a:p>
            <a:pPr marL="0" indent="0">
              <a:buNone/>
            </a:pPr>
            <a:r>
              <a:rPr lang="en-US" sz="1300" dirty="0">
                <a:solidFill>
                  <a:schemeClr val="tx2"/>
                </a:solidFill>
              </a:rPr>
              <a:t>説明を読んで判断してもらう</a:t>
            </a:r>
            <a:endParaRPr lang="en-US" sz="1300" dirty="0"/>
          </a:p>
        </p:txBody>
      </p:sp>
      <p:sp>
        <p:nvSpPr>
          <p:cNvPr id="28" name="Text 25"/>
          <p:cNvSpPr txBox="1"/>
          <p:nvPr/>
        </p:nvSpPr>
        <p:spPr>
          <a:xfrm>
            <a:off x="9188806" y="3931920"/>
            <a:ext cx="2240280" cy="822960"/>
          </a:xfrm>
          <a:prstGeom prst="rect">
            <a:avLst/>
          </a:prstGeom>
          <a:noFill/>
          <a:ln/>
        </p:spPr>
        <p:txBody>
          <a:bodyPr wrap="square" lIns="0" tIns="0" rIns="0" bIns="0" rtlCol="0" anchor="t"/>
          <a:lstStyle/>
          <a:p>
            <a:pPr marL="0" indent="0">
              <a:buNone/>
            </a:pPr>
            <a:r>
              <a:rPr lang="en-US" sz="1300" dirty="0">
                <a:solidFill>
                  <a:schemeClr val="accent1"/>
                </a:solidFill>
              </a:rPr>
              <a:t>確かめること　本当に分かりやすくなったか</a:t>
            </a:r>
            <a:endParaRPr lang="en-US" sz="1300" dirty="0"/>
          </a:p>
        </p:txBody>
      </p:sp>
      <p:sp>
        <p:nvSpPr>
          <p:cNvPr id="29" name="Shape 26"/>
          <p:cNvSpPr/>
          <p:nvPr/>
        </p:nvSpPr>
        <p:spPr>
          <a:xfrm>
            <a:off x="548640" y="5120640"/>
            <a:ext cx="11064240" cy="1051560"/>
          </a:xfrm>
          <a:prstGeom prst="roundRect">
            <a:avLst>
              <a:gd name="adj" fmla="val 10435"/>
            </a:avLst>
          </a:prstGeom>
          <a:noFill/>
          <a:ln w="28575">
            <a:solidFill>
              <a:schemeClr val="tx1"/>
            </a:solidFill>
            <a:prstDash val="solid"/>
          </a:ln>
        </p:spPr>
        <p:txBody>
          <a:bodyPr/>
          <a:lstStyle/>
          <a:p>
            <a:endParaRPr lang="ja-JP" altLang="en-US"/>
          </a:p>
        </p:txBody>
      </p:sp>
      <p:sp>
        <p:nvSpPr>
          <p:cNvPr id="31" name="Text 28"/>
          <p:cNvSpPr txBox="1"/>
          <p:nvPr/>
        </p:nvSpPr>
        <p:spPr>
          <a:xfrm>
            <a:off x="822960" y="5486400"/>
            <a:ext cx="10607040" cy="640080"/>
          </a:xfrm>
          <a:prstGeom prst="rect">
            <a:avLst/>
          </a:prstGeom>
          <a:noFill/>
          <a:ln/>
        </p:spPr>
        <p:txBody>
          <a:bodyPr wrap="square" lIns="0" tIns="0" rIns="0" bIns="0" rtlCol="0" anchor="t"/>
          <a:lstStyle/>
          <a:p>
            <a:pPr marL="0" indent="0">
              <a:buNone/>
            </a:pPr>
            <a:r>
              <a:rPr lang="en-US" sz="1600" b="1" dirty="0">
                <a:solidFill>
                  <a:schemeClr val="tx1"/>
                </a:solidFill>
              </a:rPr>
              <a:t>多クラス分類器の予測を「どのクラスからどのクラスへ，どの特徴によって確率が移ったか」という少数の軸で説明し，通常のLIMEより人が理解しやすいことを示す</a:t>
            </a:r>
            <a:endParaRPr lang="en-US" sz="16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30E952D-4869-8A8F-A25C-08B8C4CEE604}"/>
              </a:ext>
            </a:extLst>
          </p:cNvPr>
          <p:cNvSpPr>
            <a:spLocks noGrp="1"/>
          </p:cNvSpPr>
          <p:nvPr>
            <p:ph type="title" idx="101"/>
          </p:nvPr>
        </p:nvSpPr>
        <p:spPr/>
        <p:txBody>
          <a:bodyPr/>
          <a:lstStyle/>
          <a:p>
            <a:endParaRPr kumimoji="1" lang="ja-JP" altLang="en-US"/>
          </a:p>
        </p:txBody>
      </p:sp>
      <p:pic>
        <p:nvPicPr>
          <p:cNvPr id="3" name="図 2">
            <a:extLst>
              <a:ext uri="{FF2B5EF4-FFF2-40B4-BE49-F238E27FC236}">
                <a16:creationId xmlns:a16="http://schemas.microsoft.com/office/drawing/2014/main" id="{B44760E1-CAF5-7AE8-6790-9AA13A541932}"/>
              </a:ext>
            </a:extLst>
          </p:cNvPr>
          <p:cNvPicPr>
            <a:picLocks noChangeAspect="1"/>
          </p:cNvPicPr>
          <p:nvPr/>
        </p:nvPicPr>
        <p:blipFill>
          <a:blip r:embed="rId2"/>
          <a:stretch>
            <a:fillRect/>
          </a:stretch>
        </p:blipFill>
        <p:spPr>
          <a:xfrm>
            <a:off x="500216" y="1005840"/>
            <a:ext cx="11191568" cy="5509694"/>
          </a:xfrm>
          <a:prstGeom prst="rect">
            <a:avLst/>
          </a:prstGeom>
        </p:spPr>
      </p:pic>
    </p:spTree>
    <p:extLst>
      <p:ext uri="{BB962C8B-B14F-4D97-AF65-F5344CB8AC3E}">
        <p14:creationId xmlns:p14="http://schemas.microsoft.com/office/powerpoint/2010/main" val="511287560"/>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67</TotalTime>
  <Words>2579</Words>
  <Application>Microsoft Macintosh PowerPoint</Application>
  <PresentationFormat>ワイド画面</PresentationFormat>
  <Paragraphs>515</Paragraphs>
  <Slides>24</Slides>
  <Notes>23</Notes>
  <HiddenSlides>0</HiddenSlides>
  <MMClips>0</MMClips>
  <ScaleCrop>false</ScaleCrop>
  <HeadingPairs>
    <vt:vector size="6" baseType="variant">
      <vt:variant>
        <vt:lpstr>使用されているフォント</vt:lpstr>
      </vt:variant>
      <vt:variant>
        <vt:i4>4</vt:i4>
      </vt:variant>
      <vt:variant>
        <vt:lpstr>テーマ</vt:lpstr>
      </vt:variant>
      <vt:variant>
        <vt:i4>1</vt:i4>
      </vt:variant>
      <vt:variant>
        <vt:lpstr>スライド タイトル</vt:lpstr>
      </vt:variant>
      <vt:variant>
        <vt:i4>24</vt:i4>
      </vt:variant>
    </vt:vector>
  </HeadingPairs>
  <TitlesOfParts>
    <vt:vector size="29" baseType="lpstr">
      <vt:lpstr>游ゴシック</vt:lpstr>
      <vt:lpstr>游ゴシック Light</vt:lpstr>
      <vt:lpstr>Arial</vt:lpstr>
      <vt:lpstr>Wingdings</vt:lpstr>
      <vt:lpstr>Office テーマ</vt:lpstr>
      <vt:lpstr>多クラスに適用するLIME</vt:lpstr>
      <vt:lpstr>目次</vt:lpstr>
      <vt:lpstr>今日の問い</vt:lpstr>
      <vt:lpstr>目次</vt:lpstr>
      <vt:lpstr>LIMEのおさらい（1）摂動画像を作る</vt:lpstr>
      <vt:lpstr>LIMEのおさらい（2）線形回帰してヒートマップにする</vt:lpstr>
      <vt:lpstr>多クラス分類でのLIMEのやり方</vt:lpstr>
      <vt:lpstr>問題点</vt:lpstr>
      <vt:lpstr>説明をまとめる2つの方向</vt:lpstr>
      <vt:lpstr>発想</vt:lpstr>
      <vt:lpstr>目標とする説明</vt:lpstr>
      <vt:lpstr>目次</vt:lpstr>
      <vt:lpstr>手法</vt:lpstr>
      <vt:lpstr>成り立つための仮定</vt:lpstr>
      <vt:lpstr>目次</vt:lpstr>
      <vt:lpstr>仮定1の確かめ方（1）動くクラスの数</vt:lpstr>
      <vt:lpstr>仮定1の確かめ方（2）必要な軸の数</vt:lpstr>
      <vt:lpstr>実験の設定</vt:lpstr>
      <vt:lpstr>結果1　局所的には少数の方向にしか動かない</vt:lpstr>
      <vt:lpstr>結果2　通常のLIMEに劣らないか</vt:lpstr>
      <vt:lpstr>目次</vt:lpstr>
      <vt:lpstr>課題</vt:lpstr>
      <vt:lpstr>今後の計画と最終ゴール</vt:lpstr>
      <vt:lpstr>PowerPoint プレゼンテーション</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多クラス分類器の局所説明を「クラス間の確率の移動」としてまとめる</dc:title>
  <dc:subject>PptxGenJS Presentation</dc:subject>
  <dc:creator>PptxGenJS</dc:creator>
  <cp:lastModifiedBy>池亀　颯太</cp:lastModifiedBy>
  <cp:revision>5</cp:revision>
  <dcterms:created xsi:type="dcterms:W3CDTF">2026-10-03T11:29:05Z</dcterms:created>
  <dcterms:modified xsi:type="dcterms:W3CDTF">2026-10-05T04:38:48Z</dcterms:modified>
</cp:coreProperties>
</file>