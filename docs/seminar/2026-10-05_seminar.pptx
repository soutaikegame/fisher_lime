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2.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3.xml" ContentType="application/vnd.openxmlformats-officedocument.drawingml.chart+xml"/>
  <Override PartName="/ppt/charts/chart4.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rts/chart5.xml" ContentType="application/vnd.openxmlformats-officedocument.drawingml.chart+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3" r:id="rId1"/>
  </p:sldMasterIdLst>
  <p:notesMasterIdLst>
    <p:notesMasterId r:id="rId2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70" r:id="rId15"/>
    <p:sldId id="271" r:id="rId16"/>
    <p:sldId id="272" r:id="rId17"/>
    <p:sldId id="274" r:id="rId18"/>
    <p:sldId id="276" r:id="rId19"/>
    <p:sldId id="277" r:id="rId20"/>
    <p:sldId id="278" r:id="rId21"/>
    <p:sldId id="279" r:id="rId22"/>
    <p:sldId id="280" r:id="rId23"/>
    <p:sldId id="281" r:id="rId24"/>
  </p:sldIdLst>
  <p:sldSz cx="12192000" cy="6858000"/>
  <p:notesSz cx="6858000" cy="12192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導入" id="{EBDDFECB-F9CF-4067-F711-73DB37C6E2B8}">
          <p14:sldIdLst>
            <p14:sldId id="256"/>
            <p14:sldId id="257"/>
            <p14:sldId id="258"/>
          </p14:sldIdLst>
        </p14:section>
        <p14:section name="問題と発想" id="{B98328F1-1D2F-1975-2068-92939E978FE1}">
          <p14:sldIdLst>
            <p14:sldId id="259"/>
            <p14:sldId id="260"/>
            <p14:sldId id="261"/>
            <p14:sldId id="262"/>
            <p14:sldId id="263"/>
            <p14:sldId id="264"/>
            <p14:sldId id="265"/>
            <p14:sldId id="266"/>
          </p14:sldIdLst>
        </p14:section>
        <p14:section name="手法と仮定" id="{BECDCA00-49AE-862B-3636-9B464BE66232}">
          <p14:sldIdLst>
            <p14:sldId id="267"/>
            <p14:sldId id="268"/>
            <p14:sldId id="270"/>
          </p14:sldIdLst>
        </p14:section>
        <p14:section name="実験" id="{6473C8D2-9EB7-7BE5-65EA-CD0E9130C72A}">
          <p14:sldIdLst>
            <p14:sldId id="271"/>
            <p14:sldId id="272"/>
            <p14:sldId id="274"/>
            <p14:sldId id="276"/>
            <p14:sldId id="277"/>
          </p14:sldIdLst>
        </p14:section>
        <p14:section name="課題と今後" id="{52E529C2-4A1F-0FD2-7081-A933E8D1AA35}">
          <p14:sldIdLst>
            <p14:sldId id="278"/>
            <p14:sldId id="279"/>
            <p14:sldId id="280"/>
          </p14:sldIdLst>
        </p14:section>
        <p14:section name="付録" id="{FF98B60F-B89B-9D5E-B271-929F3B9E2C78}">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8986"/>
    <p:restoredTop sz="94568"/>
  </p:normalViewPr>
  <p:slideViewPr>
    <p:cSldViewPr snapToGrid="0" snapToObjects="1">
      <p:cViewPr>
        <p:scale>
          <a:sx n="116" d="100"/>
          <a:sy n="116" d="100"/>
        </p:scale>
        <p:origin x="1344" y="9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______.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______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______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______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______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300" b="0" i="0" u="none" strike="noStrike">
                <a:solidFill>
                  <a:srgbClr val="1D2433"/>
                </a:solidFill>
                <a:latin typeface="+mn-lt"/>
              </a:defRPr>
            </a:pPr>
            <a:r>
              <a:rPr lang="en" sz="1300" b="0" i="0" u="none" strike="noStrike">
                <a:solidFill>
                  <a:srgbClr val="1D2433"/>
                </a:solidFill>
                <a:latin typeface="+mn-lt"/>
              </a:rPr>
              <a:t>AI</a:t>
            </a:r>
            <a:r>
              <a:rPr lang="ja-JP" altLang="en-US" sz="1300" b="0" i="0" u="none" strike="noStrike">
                <a:solidFill>
                  <a:srgbClr val="1D2433"/>
                </a:solidFill>
                <a:latin typeface="+mn-lt"/>
              </a:rPr>
              <a:t>の出力（各数字の確率，例）</a:t>
            </a:r>
          </a:p>
        </c:rich>
      </c:tx>
      <c:overlay val="0"/>
    </c:title>
    <c:autoTitleDeleted val="0"/>
    <c:plotArea>
      <c:layout/>
      <c:barChart>
        <c:barDir val="col"/>
        <c:grouping val="clustered"/>
        <c:varyColors val="0"/>
        <c:ser>
          <c:idx val="0"/>
          <c:order val="0"/>
          <c:tx>
            <c:strRef>
              <c:f>Sheet1!$B$1</c:f>
              <c:strCache>
                <c:ptCount val="1"/>
                <c:pt idx="0">
                  <c:v>確率</c:v>
                </c:pt>
              </c:strCache>
            </c:strRef>
          </c:tx>
          <c:spPr>
            <a:solidFill>
              <a:srgbClr val="2F78A8"/>
            </a:solidFill>
            <a:effectLst/>
          </c:spPr>
          <c:invertIfNegative val="0"/>
          <c:dPt>
            <c:idx val="0"/>
            <c:invertIfNegative val="0"/>
            <c:bubble3D val="0"/>
            <c:extLst>
              <c:ext xmlns:c16="http://schemas.microsoft.com/office/drawing/2014/chart" uri="{C3380CC4-5D6E-409C-BE32-E72D297353CC}">
                <c16:uniqueId val="{00000001-C9C4-644C-BB45-6F25F69BB999}"/>
              </c:ext>
            </c:extLst>
          </c:dPt>
          <c:dPt>
            <c:idx val="1"/>
            <c:invertIfNegative val="0"/>
            <c:bubble3D val="0"/>
            <c:spPr>
              <a:solidFill>
                <a:srgbClr val="9AA3B2"/>
              </a:solidFill>
              <a:effectLst/>
            </c:spPr>
            <c:extLst>
              <c:ext xmlns:c16="http://schemas.microsoft.com/office/drawing/2014/chart" uri="{C3380CC4-5D6E-409C-BE32-E72D297353CC}">
                <c16:uniqueId val="{00000003-C9C4-644C-BB45-6F25F69BB999}"/>
              </c:ext>
            </c:extLst>
          </c:dPt>
          <c:dPt>
            <c:idx val="2"/>
            <c:invertIfNegative val="0"/>
            <c:bubble3D val="0"/>
            <c:spPr>
              <a:solidFill>
                <a:srgbClr val="9AA3B2"/>
              </a:solidFill>
              <a:effectLst/>
            </c:spPr>
            <c:extLst>
              <c:ext xmlns:c16="http://schemas.microsoft.com/office/drawing/2014/chart" uri="{C3380CC4-5D6E-409C-BE32-E72D297353CC}">
                <c16:uniqueId val="{00000005-C9C4-644C-BB45-6F25F69BB999}"/>
              </c:ext>
            </c:extLst>
          </c:dPt>
          <c:dPt>
            <c:idx val="3"/>
            <c:invertIfNegative val="0"/>
            <c:bubble3D val="0"/>
            <c:spPr>
              <a:solidFill>
                <a:srgbClr val="9AA3B2"/>
              </a:solidFill>
              <a:effectLst/>
            </c:spPr>
            <c:extLst>
              <c:ext xmlns:c16="http://schemas.microsoft.com/office/drawing/2014/chart" uri="{C3380CC4-5D6E-409C-BE32-E72D297353CC}">
                <c16:uniqueId val="{00000007-C9C4-644C-BB45-6F25F69BB999}"/>
              </c:ext>
            </c:extLst>
          </c:dPt>
          <c:dPt>
            <c:idx val="4"/>
            <c:invertIfNegative val="0"/>
            <c:bubble3D val="0"/>
            <c:spPr>
              <a:solidFill>
                <a:srgbClr val="9AA3B2"/>
              </a:solidFill>
              <a:effectLst/>
            </c:spPr>
            <c:extLst>
              <c:ext xmlns:c16="http://schemas.microsoft.com/office/drawing/2014/chart" uri="{C3380CC4-5D6E-409C-BE32-E72D297353CC}">
                <c16:uniqueId val="{00000009-C9C4-644C-BB45-6F25F69BB999}"/>
              </c:ext>
            </c:extLst>
          </c:dPt>
          <c:dPt>
            <c:idx val="5"/>
            <c:invertIfNegative val="0"/>
            <c:bubble3D val="0"/>
            <c:spPr>
              <a:solidFill>
                <a:srgbClr val="9AA3B2"/>
              </a:solidFill>
              <a:effectLst/>
            </c:spPr>
            <c:extLst>
              <c:ext xmlns:c16="http://schemas.microsoft.com/office/drawing/2014/chart" uri="{C3380CC4-5D6E-409C-BE32-E72D297353CC}">
                <c16:uniqueId val="{0000000B-C9C4-644C-BB45-6F25F69BB999}"/>
              </c:ext>
            </c:extLst>
          </c:dPt>
          <c:dPt>
            <c:idx val="6"/>
            <c:invertIfNegative val="0"/>
            <c:bubble3D val="0"/>
            <c:spPr>
              <a:solidFill>
                <a:srgbClr val="D9532B"/>
              </a:solidFill>
              <a:effectLst/>
            </c:spPr>
            <c:extLst>
              <c:ext xmlns:c16="http://schemas.microsoft.com/office/drawing/2014/chart" uri="{C3380CC4-5D6E-409C-BE32-E72D297353CC}">
                <c16:uniqueId val="{0000000D-C9C4-644C-BB45-6F25F69BB999}"/>
              </c:ext>
            </c:extLst>
          </c:dPt>
          <c:dPt>
            <c:idx val="7"/>
            <c:invertIfNegative val="0"/>
            <c:bubble3D val="0"/>
            <c:spPr>
              <a:solidFill>
                <a:srgbClr val="9AA3B2"/>
              </a:solidFill>
              <a:effectLst/>
            </c:spPr>
            <c:extLst>
              <c:ext xmlns:c16="http://schemas.microsoft.com/office/drawing/2014/chart" uri="{C3380CC4-5D6E-409C-BE32-E72D297353CC}">
                <c16:uniqueId val="{0000000F-C9C4-644C-BB45-6F25F69BB999}"/>
              </c:ext>
            </c:extLst>
          </c:dPt>
          <c:dPt>
            <c:idx val="8"/>
            <c:invertIfNegative val="0"/>
            <c:bubble3D val="0"/>
            <c:spPr>
              <a:solidFill>
                <a:srgbClr val="9AA3B2"/>
              </a:solidFill>
              <a:effectLst/>
            </c:spPr>
            <c:extLst>
              <c:ext xmlns:c16="http://schemas.microsoft.com/office/drawing/2014/chart" uri="{C3380CC4-5D6E-409C-BE32-E72D297353CC}">
                <c16:uniqueId val="{00000011-C9C4-644C-BB45-6F25F69BB999}"/>
              </c:ext>
            </c:extLst>
          </c:dPt>
          <c:dPt>
            <c:idx val="9"/>
            <c:invertIfNegative val="0"/>
            <c:bubble3D val="0"/>
            <c:spPr>
              <a:solidFill>
                <a:srgbClr val="E3A21A"/>
              </a:solidFill>
              <a:effectLst/>
            </c:spPr>
            <c:extLst>
              <c:ext xmlns:c16="http://schemas.microsoft.com/office/drawing/2014/chart" uri="{C3380CC4-5D6E-409C-BE32-E72D297353CC}">
                <c16:uniqueId val="{00000013-C9C4-644C-BB45-6F25F69BB999}"/>
              </c:ext>
            </c:extLst>
          </c:dPt>
          <c:dLbls>
            <c:numFmt formatCode="0.00" sourceLinked="0"/>
            <c:spPr>
              <a:noFill/>
              <a:ln>
                <a:noFill/>
              </a:ln>
              <a:effectLst/>
            </c:spPr>
            <c:txPr>
              <a:bodyPr/>
              <a:lstStyle/>
              <a:p>
                <a:pPr>
                  <a:defRPr sz="1100" b="0" i="0" u="none" strike="noStrike">
                    <a:solidFill>
                      <a:srgbClr val="1D2433"/>
                    </a:solidFill>
                    <a:latin typeface="+mn-lt"/>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0</c:v>
                </c:pt>
                <c:pt idx="1">
                  <c:v>1</c:v>
                </c:pt>
                <c:pt idx="2">
                  <c:v>2</c:v>
                </c:pt>
                <c:pt idx="3">
                  <c:v>3</c:v>
                </c:pt>
                <c:pt idx="4">
                  <c:v>4</c:v>
                </c:pt>
                <c:pt idx="5">
                  <c:v>5</c:v>
                </c:pt>
                <c:pt idx="6">
                  <c:v>6</c:v>
                </c:pt>
                <c:pt idx="7">
                  <c:v>7</c:v>
                </c:pt>
                <c:pt idx="8">
                  <c:v>8</c:v>
                </c:pt>
                <c:pt idx="9">
                  <c:v>9</c:v>
                </c:pt>
              </c:strCache>
            </c:strRef>
          </c:cat>
          <c:val>
            <c:numRef>
              <c:f>Sheet1!$B$2:$B$11</c:f>
              <c:numCache>
                <c:formatCode>General</c:formatCode>
                <c:ptCount val="10"/>
                <c:pt idx="0">
                  <c:v>0.4</c:v>
                </c:pt>
                <c:pt idx="1">
                  <c:v>7.0000000000000001E-3</c:v>
                </c:pt>
                <c:pt idx="2">
                  <c:v>7.0000000000000001E-3</c:v>
                </c:pt>
                <c:pt idx="3">
                  <c:v>7.0000000000000001E-3</c:v>
                </c:pt>
                <c:pt idx="4">
                  <c:v>7.0000000000000001E-3</c:v>
                </c:pt>
                <c:pt idx="5">
                  <c:v>7.0000000000000001E-3</c:v>
                </c:pt>
                <c:pt idx="6">
                  <c:v>0.5</c:v>
                </c:pt>
                <c:pt idx="7">
                  <c:v>8.0000000000000002E-3</c:v>
                </c:pt>
                <c:pt idx="8">
                  <c:v>7.0000000000000001E-3</c:v>
                </c:pt>
                <c:pt idx="9">
                  <c:v>0.05</c:v>
                </c:pt>
              </c:numCache>
            </c:numRef>
          </c:val>
          <c:extLst>
            <c:ext xmlns:c16="http://schemas.microsoft.com/office/drawing/2014/chart" uri="{C3380CC4-5D6E-409C-BE32-E72D297353CC}">
              <c16:uniqueId val="{00000014-C9C4-644C-BB45-6F25F69BB999}"/>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5568"/>
                </a:solidFill>
                <a:latin typeface="+mn-lt"/>
              </a:defRPr>
            </a:pPr>
            <a:endParaRPr lang="en-US"/>
          </a:p>
        </c:txPr>
        <c:crossAx val="2094734552"/>
        <c:crosses val="autoZero"/>
        <c:auto val="1"/>
        <c:lblAlgn val="ctr"/>
        <c:lblOffset val="100"/>
        <c:noMultiLvlLbl val="1"/>
      </c:catAx>
      <c:valAx>
        <c:axId val="2094734552"/>
        <c:scaling>
          <c:orientation val="minMax"/>
          <c:max val="0.6"/>
          <c:min val="0"/>
        </c:scaling>
        <c:delete val="0"/>
        <c:axPos val="l"/>
        <c:majorGridlines>
          <c:spPr>
            <a:ln w="9525" cap="flat">
              <a:solidFill>
                <a:srgbClr val="DDE2EA"/>
              </a:solidFill>
              <a:prstDash val="solid"/>
              <a:round/>
            </a:ln>
          </c:spPr>
        </c:majorGridlines>
        <c:numFmt formatCode="0.0" sourceLinked="0"/>
        <c:majorTickMark val="out"/>
        <c:minorTickMark val="none"/>
        <c:tickLblPos val="nextTo"/>
        <c:spPr>
          <a:ln w="12700" cap="flat">
            <a:noFill/>
            <a:prstDash val="solid"/>
            <a:round/>
          </a:ln>
        </c:spPr>
        <c:txPr>
          <a:bodyPr/>
          <a:lstStyle/>
          <a:p>
            <a:pPr>
              <a:defRPr sz="1100" b="0" i="0" u="none" strike="noStrike">
                <a:solidFill>
                  <a:srgbClr val="4A5568"/>
                </a:solidFill>
                <a:latin typeface="+mn-lt"/>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defRPr sz="1300" b="0" i="0" u="none" strike="noStrike">
                <a:solidFill>
                  <a:srgbClr val="1D2433"/>
                </a:solidFill>
                <a:latin typeface="+mn-lt"/>
              </a:defRPr>
            </a:pPr>
            <a:r>
              <a:rPr lang="en" sz="1300" b="0" i="0" u="none" strike="noStrike">
                <a:solidFill>
                  <a:srgbClr val="1D2433"/>
                </a:solidFill>
                <a:latin typeface="+mn-lt"/>
              </a:rPr>
              <a:t>AI</a:t>
            </a:r>
            <a:r>
              <a:rPr lang="ja-JP" altLang="en-US" sz="1300" b="0" i="0" u="none" strike="noStrike">
                <a:solidFill>
                  <a:srgbClr val="1D2433"/>
                </a:solidFill>
                <a:latin typeface="+mn-lt"/>
              </a:rPr>
              <a:t>の出力（各数字の確率，例）</a:t>
            </a:r>
          </a:p>
        </c:rich>
      </c:tx>
      <c:overlay val="0"/>
    </c:title>
    <c:autoTitleDeleted val="0"/>
    <c:plotArea>
      <c:layout/>
      <c:barChart>
        <c:barDir val="col"/>
        <c:grouping val="clustered"/>
        <c:varyColors val="0"/>
        <c:ser>
          <c:idx val="0"/>
          <c:order val="0"/>
          <c:tx>
            <c:strRef>
              <c:f>Sheet1!$B$1</c:f>
              <c:strCache>
                <c:ptCount val="1"/>
                <c:pt idx="0">
                  <c:v>確率</c:v>
                </c:pt>
              </c:strCache>
            </c:strRef>
          </c:tx>
          <c:spPr>
            <a:solidFill>
              <a:srgbClr val="2F78A8"/>
            </a:solidFill>
            <a:effectLst/>
          </c:spPr>
          <c:invertIfNegative val="0"/>
          <c:dPt>
            <c:idx val="0"/>
            <c:invertIfNegative val="0"/>
            <c:bubble3D val="0"/>
            <c:extLst>
              <c:ext xmlns:c16="http://schemas.microsoft.com/office/drawing/2014/chart" uri="{C3380CC4-5D6E-409C-BE32-E72D297353CC}">
                <c16:uniqueId val="{00000000-3FC8-A149-A2C4-321FC3DF4494}"/>
              </c:ext>
            </c:extLst>
          </c:dPt>
          <c:dPt>
            <c:idx val="1"/>
            <c:invertIfNegative val="0"/>
            <c:bubble3D val="0"/>
            <c:spPr>
              <a:solidFill>
                <a:srgbClr val="9AA3B2"/>
              </a:solidFill>
              <a:effectLst/>
            </c:spPr>
            <c:extLst>
              <c:ext xmlns:c16="http://schemas.microsoft.com/office/drawing/2014/chart" uri="{C3380CC4-5D6E-409C-BE32-E72D297353CC}">
                <c16:uniqueId val="{00000002-3FC8-A149-A2C4-321FC3DF4494}"/>
              </c:ext>
            </c:extLst>
          </c:dPt>
          <c:dPt>
            <c:idx val="2"/>
            <c:invertIfNegative val="0"/>
            <c:bubble3D val="0"/>
            <c:spPr>
              <a:solidFill>
                <a:srgbClr val="9AA3B2"/>
              </a:solidFill>
              <a:effectLst/>
            </c:spPr>
            <c:extLst>
              <c:ext xmlns:c16="http://schemas.microsoft.com/office/drawing/2014/chart" uri="{C3380CC4-5D6E-409C-BE32-E72D297353CC}">
                <c16:uniqueId val="{00000004-3FC8-A149-A2C4-321FC3DF4494}"/>
              </c:ext>
            </c:extLst>
          </c:dPt>
          <c:dPt>
            <c:idx val="3"/>
            <c:invertIfNegative val="0"/>
            <c:bubble3D val="0"/>
            <c:spPr>
              <a:solidFill>
                <a:srgbClr val="9AA3B2"/>
              </a:solidFill>
              <a:effectLst/>
            </c:spPr>
            <c:extLst>
              <c:ext xmlns:c16="http://schemas.microsoft.com/office/drawing/2014/chart" uri="{C3380CC4-5D6E-409C-BE32-E72D297353CC}">
                <c16:uniqueId val="{00000006-3FC8-A149-A2C4-321FC3DF4494}"/>
              </c:ext>
            </c:extLst>
          </c:dPt>
          <c:dPt>
            <c:idx val="4"/>
            <c:invertIfNegative val="0"/>
            <c:bubble3D val="0"/>
            <c:spPr>
              <a:solidFill>
                <a:srgbClr val="9AA3B2"/>
              </a:solidFill>
              <a:effectLst/>
            </c:spPr>
            <c:extLst>
              <c:ext xmlns:c16="http://schemas.microsoft.com/office/drawing/2014/chart" uri="{C3380CC4-5D6E-409C-BE32-E72D297353CC}">
                <c16:uniqueId val="{00000008-3FC8-A149-A2C4-321FC3DF4494}"/>
              </c:ext>
            </c:extLst>
          </c:dPt>
          <c:dPt>
            <c:idx val="5"/>
            <c:invertIfNegative val="0"/>
            <c:bubble3D val="0"/>
            <c:spPr>
              <a:solidFill>
                <a:srgbClr val="9AA3B2"/>
              </a:solidFill>
              <a:effectLst/>
            </c:spPr>
            <c:extLst>
              <c:ext xmlns:c16="http://schemas.microsoft.com/office/drawing/2014/chart" uri="{C3380CC4-5D6E-409C-BE32-E72D297353CC}">
                <c16:uniqueId val="{0000000A-3FC8-A149-A2C4-321FC3DF4494}"/>
              </c:ext>
            </c:extLst>
          </c:dPt>
          <c:dPt>
            <c:idx val="6"/>
            <c:invertIfNegative val="0"/>
            <c:bubble3D val="0"/>
            <c:spPr>
              <a:solidFill>
                <a:srgbClr val="D9532B"/>
              </a:solidFill>
              <a:effectLst/>
            </c:spPr>
            <c:extLst>
              <c:ext xmlns:c16="http://schemas.microsoft.com/office/drawing/2014/chart" uri="{C3380CC4-5D6E-409C-BE32-E72D297353CC}">
                <c16:uniqueId val="{0000000C-3FC8-A149-A2C4-321FC3DF4494}"/>
              </c:ext>
            </c:extLst>
          </c:dPt>
          <c:dPt>
            <c:idx val="7"/>
            <c:invertIfNegative val="0"/>
            <c:bubble3D val="0"/>
            <c:spPr>
              <a:solidFill>
                <a:srgbClr val="9AA3B2"/>
              </a:solidFill>
              <a:effectLst/>
            </c:spPr>
            <c:extLst>
              <c:ext xmlns:c16="http://schemas.microsoft.com/office/drawing/2014/chart" uri="{C3380CC4-5D6E-409C-BE32-E72D297353CC}">
                <c16:uniqueId val="{0000000E-3FC8-A149-A2C4-321FC3DF4494}"/>
              </c:ext>
            </c:extLst>
          </c:dPt>
          <c:dPt>
            <c:idx val="8"/>
            <c:invertIfNegative val="0"/>
            <c:bubble3D val="0"/>
            <c:spPr>
              <a:solidFill>
                <a:srgbClr val="9AA3B2"/>
              </a:solidFill>
              <a:effectLst/>
            </c:spPr>
            <c:extLst>
              <c:ext xmlns:c16="http://schemas.microsoft.com/office/drawing/2014/chart" uri="{C3380CC4-5D6E-409C-BE32-E72D297353CC}">
                <c16:uniqueId val="{00000010-3FC8-A149-A2C4-321FC3DF4494}"/>
              </c:ext>
            </c:extLst>
          </c:dPt>
          <c:dPt>
            <c:idx val="9"/>
            <c:invertIfNegative val="0"/>
            <c:bubble3D val="0"/>
            <c:spPr>
              <a:solidFill>
                <a:srgbClr val="E3A21A"/>
              </a:solidFill>
              <a:effectLst/>
            </c:spPr>
            <c:extLst>
              <c:ext xmlns:c16="http://schemas.microsoft.com/office/drawing/2014/chart" uri="{C3380CC4-5D6E-409C-BE32-E72D297353CC}">
                <c16:uniqueId val="{00000012-3FC8-A149-A2C4-321FC3DF4494}"/>
              </c:ext>
            </c:extLst>
          </c:dPt>
          <c:dLbls>
            <c:numFmt formatCode="0.00" sourceLinked="0"/>
            <c:spPr>
              <a:noFill/>
              <a:ln>
                <a:noFill/>
              </a:ln>
              <a:effectLst/>
            </c:spPr>
            <c:txPr>
              <a:bodyPr/>
              <a:lstStyle/>
              <a:p>
                <a:pPr>
                  <a:defRPr sz="1100" b="0" i="0" u="none" strike="noStrike">
                    <a:solidFill>
                      <a:srgbClr val="1D2433"/>
                    </a:solidFill>
                    <a:latin typeface="+mn-lt"/>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0</c:v>
                </c:pt>
                <c:pt idx="1">
                  <c:v>1</c:v>
                </c:pt>
                <c:pt idx="2">
                  <c:v>2</c:v>
                </c:pt>
                <c:pt idx="3">
                  <c:v>3</c:v>
                </c:pt>
                <c:pt idx="4">
                  <c:v>4</c:v>
                </c:pt>
                <c:pt idx="5">
                  <c:v>5</c:v>
                </c:pt>
                <c:pt idx="6">
                  <c:v>6</c:v>
                </c:pt>
                <c:pt idx="7">
                  <c:v>7</c:v>
                </c:pt>
                <c:pt idx="8">
                  <c:v>8</c:v>
                </c:pt>
                <c:pt idx="9">
                  <c:v>9</c:v>
                </c:pt>
              </c:strCache>
            </c:strRef>
          </c:cat>
          <c:val>
            <c:numRef>
              <c:f>Sheet1!$B$2:$B$11</c:f>
              <c:numCache>
                <c:formatCode>General</c:formatCode>
                <c:ptCount val="10"/>
                <c:pt idx="0">
                  <c:v>0.4</c:v>
                </c:pt>
                <c:pt idx="1">
                  <c:v>7.0000000000000001E-3</c:v>
                </c:pt>
                <c:pt idx="2">
                  <c:v>7.0000000000000001E-3</c:v>
                </c:pt>
                <c:pt idx="3">
                  <c:v>7.0000000000000001E-3</c:v>
                </c:pt>
                <c:pt idx="4">
                  <c:v>7.0000000000000001E-3</c:v>
                </c:pt>
                <c:pt idx="5">
                  <c:v>7.0000000000000001E-3</c:v>
                </c:pt>
                <c:pt idx="6">
                  <c:v>0.5</c:v>
                </c:pt>
                <c:pt idx="7">
                  <c:v>8.0000000000000002E-3</c:v>
                </c:pt>
                <c:pt idx="8">
                  <c:v>7.0000000000000001E-3</c:v>
                </c:pt>
                <c:pt idx="9">
                  <c:v>0.05</c:v>
                </c:pt>
              </c:numCache>
            </c:numRef>
          </c:val>
          <c:extLst>
            <c:ext xmlns:c16="http://schemas.microsoft.com/office/drawing/2014/chart" uri="{C3380CC4-5D6E-409C-BE32-E72D297353CC}">
              <c16:uniqueId val="{00000013-3FC8-A149-A2C4-321FC3DF4494}"/>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5568"/>
                </a:solidFill>
                <a:latin typeface="+mn-lt"/>
              </a:defRPr>
            </a:pPr>
            <a:endParaRPr lang="en-US"/>
          </a:p>
        </c:txPr>
        <c:crossAx val="2094734552"/>
        <c:crosses val="autoZero"/>
        <c:auto val="1"/>
        <c:lblAlgn val="ctr"/>
        <c:lblOffset val="100"/>
        <c:noMultiLvlLbl val="1"/>
      </c:catAx>
      <c:valAx>
        <c:axId val="2094734552"/>
        <c:scaling>
          <c:orientation val="minMax"/>
          <c:max val="0.6"/>
          <c:min val="0"/>
        </c:scaling>
        <c:delete val="0"/>
        <c:axPos val="l"/>
        <c:majorGridlines>
          <c:spPr>
            <a:ln w="9525" cap="flat">
              <a:solidFill>
                <a:srgbClr val="DDE2EA"/>
              </a:solidFill>
              <a:prstDash val="solid"/>
              <a:round/>
            </a:ln>
          </c:spPr>
        </c:majorGridlines>
        <c:numFmt formatCode="0.0" sourceLinked="0"/>
        <c:majorTickMark val="out"/>
        <c:minorTickMark val="none"/>
        <c:tickLblPos val="nextTo"/>
        <c:spPr>
          <a:ln w="12700" cap="flat">
            <a:noFill/>
            <a:prstDash val="solid"/>
            <a:round/>
          </a:ln>
        </c:spPr>
        <c:txPr>
          <a:bodyPr/>
          <a:lstStyle/>
          <a:p>
            <a:pPr>
              <a:defRPr sz="1100" b="0" i="0" u="none" strike="noStrike">
                <a:solidFill>
                  <a:srgbClr val="4A5568"/>
                </a:solidFill>
                <a:latin typeface="+mn-lt"/>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300" b="0" i="0" u="none" strike="noStrike">
                <a:solidFill>
                  <a:srgbClr val="1D2433"/>
                </a:solidFill>
                <a:latin typeface="+mn-lt"/>
              </a:defRPr>
            </a:pPr>
            <a:r>
              <a:rPr lang="en-US" altLang="ja-JP" sz="1300" b="0" i="0" u="none" strike="noStrike" dirty="0">
                <a:solidFill>
                  <a:srgbClr val="1D2433"/>
                </a:solidFill>
                <a:latin typeface="+mn-lt"/>
              </a:rPr>
              <a:t>0</a:t>
            </a:r>
            <a:r>
              <a:rPr lang="ja-JP" altLang="en-US" sz="1300" b="0" i="0" u="none" strike="noStrike">
                <a:solidFill>
                  <a:srgbClr val="1D2433"/>
                </a:solidFill>
                <a:latin typeface="+mn-lt"/>
              </a:rPr>
              <a:t>と</a:t>
            </a:r>
            <a:r>
              <a:rPr lang="en-US" altLang="ja-JP" sz="1300" b="0" i="0" u="none" strike="noStrike" dirty="0">
                <a:solidFill>
                  <a:srgbClr val="1D2433"/>
                </a:solidFill>
                <a:latin typeface="+mn-lt"/>
              </a:rPr>
              <a:t>6</a:t>
            </a:r>
            <a:r>
              <a:rPr lang="ja-JP" altLang="en-US" sz="1300" b="0" i="0" u="none" strike="noStrike">
                <a:solidFill>
                  <a:srgbClr val="1D2433"/>
                </a:solidFill>
                <a:latin typeface="+mn-lt"/>
              </a:rPr>
              <a:t>だけが動く → 直線上</a:t>
            </a:r>
          </a:p>
        </c:rich>
      </c:tx>
      <c:overlay val="0"/>
    </c:title>
    <c:autoTitleDeleted val="0"/>
    <c:plotArea>
      <c:layout/>
      <c:scatterChart>
        <c:scatterStyle val="lineMarker"/>
        <c:varyColors val="0"/>
        <c:ser>
          <c:idx val="0"/>
          <c:order val="0"/>
          <c:tx>
            <c:strRef>
              <c:f>Sheet1!$B$1</c:f>
              <c:strCache>
                <c:ptCount val="1"/>
                <c:pt idx="0">
                  <c:v>6</c:v>
                </c:pt>
              </c:strCache>
            </c:strRef>
          </c:tx>
          <c:spPr>
            <a:ln>
              <a:noFill/>
            </a:ln>
            <a:effectLst/>
          </c:spPr>
          <c:marker>
            <c:symbol val="circle"/>
            <c:size val="6"/>
            <c:spPr>
              <a:solidFill>
                <a:srgbClr val="D9532B"/>
              </a:solidFill>
              <a:ln w="9525" cap="flat">
                <a:solidFill>
                  <a:srgbClr val="D9532B"/>
                </a:solidFill>
                <a:prstDash val="solid"/>
                <a:round/>
              </a:ln>
              <a:effectLst/>
            </c:spPr>
          </c:marker>
          <c:xVal>
            <c:numRef>
              <c:f>Sheet1!$A$2:$A$41</c:f>
              <c:numCache>
                <c:formatCode>General</c:formatCode>
                <c:ptCount val="40"/>
                <c:pt idx="0">
                  <c:v>0.27300000000000002</c:v>
                </c:pt>
                <c:pt idx="1">
                  <c:v>0.53300000000000003</c:v>
                </c:pt>
                <c:pt idx="2">
                  <c:v>0.38300000000000001</c:v>
                </c:pt>
                <c:pt idx="3">
                  <c:v>0.438</c:v>
                </c:pt>
                <c:pt idx="4">
                  <c:v>0.41399999999999998</c:v>
                </c:pt>
                <c:pt idx="5">
                  <c:v>0.36199999999999999</c:v>
                </c:pt>
                <c:pt idx="6">
                  <c:v>0.5</c:v>
                </c:pt>
                <c:pt idx="7">
                  <c:v>0.34899999999999998</c:v>
                </c:pt>
                <c:pt idx="8">
                  <c:v>0.41199999999999998</c:v>
                </c:pt>
                <c:pt idx="9">
                  <c:v>0.54100000000000004</c:v>
                </c:pt>
                <c:pt idx="10">
                  <c:v>0.496</c:v>
                </c:pt>
                <c:pt idx="11">
                  <c:v>0.30399999999999999</c:v>
                </c:pt>
                <c:pt idx="12">
                  <c:v>0.54900000000000004</c:v>
                </c:pt>
                <c:pt idx="13">
                  <c:v>0.495</c:v>
                </c:pt>
                <c:pt idx="14">
                  <c:v>0.41699999999999998</c:v>
                </c:pt>
                <c:pt idx="15">
                  <c:v>0.27200000000000002</c:v>
                </c:pt>
                <c:pt idx="16">
                  <c:v>0.42</c:v>
                </c:pt>
                <c:pt idx="17">
                  <c:v>0.35699999999999998</c:v>
                </c:pt>
                <c:pt idx="18">
                  <c:v>0.45300000000000001</c:v>
                </c:pt>
                <c:pt idx="19">
                  <c:v>0.32200000000000001</c:v>
                </c:pt>
                <c:pt idx="20">
                  <c:v>0.38300000000000001</c:v>
                </c:pt>
                <c:pt idx="21">
                  <c:v>0.35199999999999998</c:v>
                </c:pt>
                <c:pt idx="22">
                  <c:v>0.376</c:v>
                </c:pt>
                <c:pt idx="23">
                  <c:v>0.29099999999999998</c:v>
                </c:pt>
                <c:pt idx="24">
                  <c:v>0.34899999999999998</c:v>
                </c:pt>
                <c:pt idx="25">
                  <c:v>0.39900000000000002</c:v>
                </c:pt>
                <c:pt idx="26">
                  <c:v>0.25</c:v>
                </c:pt>
                <c:pt idx="27">
                  <c:v>0.29899999999999999</c:v>
                </c:pt>
                <c:pt idx="28">
                  <c:v>0.376</c:v>
                </c:pt>
                <c:pt idx="29">
                  <c:v>0.254</c:v>
                </c:pt>
                <c:pt idx="30">
                  <c:v>0.33300000000000002</c:v>
                </c:pt>
                <c:pt idx="31">
                  <c:v>0.46400000000000002</c:v>
                </c:pt>
                <c:pt idx="32">
                  <c:v>0.42499999999999999</c:v>
                </c:pt>
                <c:pt idx="33">
                  <c:v>0.49</c:v>
                </c:pt>
                <c:pt idx="34">
                  <c:v>0.377</c:v>
                </c:pt>
                <c:pt idx="35">
                  <c:v>0.25600000000000001</c:v>
                </c:pt>
                <c:pt idx="36">
                  <c:v>0.27400000000000002</c:v>
                </c:pt>
                <c:pt idx="37">
                  <c:v>0.39100000000000001</c:v>
                </c:pt>
                <c:pt idx="38">
                  <c:v>0.48</c:v>
                </c:pt>
                <c:pt idx="39">
                  <c:v>0.42899999999999999</c:v>
                </c:pt>
              </c:numCache>
            </c:numRef>
          </c:xVal>
          <c:yVal>
            <c:numRef>
              <c:f>Sheet1!$B$2:$B$41</c:f>
              <c:numCache>
                <c:formatCode>General</c:formatCode>
                <c:ptCount val="40"/>
                <c:pt idx="0">
                  <c:v>0.627</c:v>
                </c:pt>
                <c:pt idx="1">
                  <c:v>0.36699999999999999</c:v>
                </c:pt>
                <c:pt idx="2">
                  <c:v>0.51700000000000002</c:v>
                </c:pt>
                <c:pt idx="3">
                  <c:v>0.46200000000000002</c:v>
                </c:pt>
                <c:pt idx="4">
                  <c:v>0.48599999999999999</c:v>
                </c:pt>
                <c:pt idx="5">
                  <c:v>0.53800000000000003</c:v>
                </c:pt>
                <c:pt idx="6">
                  <c:v>0.4</c:v>
                </c:pt>
                <c:pt idx="7">
                  <c:v>0.55100000000000005</c:v>
                </c:pt>
                <c:pt idx="8">
                  <c:v>0.48799999999999999</c:v>
                </c:pt>
                <c:pt idx="9">
                  <c:v>0.35899999999999999</c:v>
                </c:pt>
                <c:pt idx="10">
                  <c:v>0.40400000000000003</c:v>
                </c:pt>
                <c:pt idx="11">
                  <c:v>0.59599999999999997</c:v>
                </c:pt>
                <c:pt idx="12">
                  <c:v>0.35099999999999998</c:v>
                </c:pt>
                <c:pt idx="13">
                  <c:v>0.40500000000000003</c:v>
                </c:pt>
                <c:pt idx="14">
                  <c:v>0.48299999999999998</c:v>
                </c:pt>
                <c:pt idx="15">
                  <c:v>0.628</c:v>
                </c:pt>
                <c:pt idx="16">
                  <c:v>0.48</c:v>
                </c:pt>
                <c:pt idx="17">
                  <c:v>0.54300000000000004</c:v>
                </c:pt>
                <c:pt idx="18">
                  <c:v>0.44700000000000001</c:v>
                </c:pt>
                <c:pt idx="19">
                  <c:v>0.57799999999999996</c:v>
                </c:pt>
                <c:pt idx="20">
                  <c:v>0.51700000000000002</c:v>
                </c:pt>
                <c:pt idx="21">
                  <c:v>0.54800000000000004</c:v>
                </c:pt>
                <c:pt idx="22">
                  <c:v>0.52400000000000002</c:v>
                </c:pt>
                <c:pt idx="23">
                  <c:v>0.60899999999999999</c:v>
                </c:pt>
                <c:pt idx="24">
                  <c:v>0.55100000000000005</c:v>
                </c:pt>
                <c:pt idx="25">
                  <c:v>0.501</c:v>
                </c:pt>
                <c:pt idx="26">
                  <c:v>0.65</c:v>
                </c:pt>
                <c:pt idx="27">
                  <c:v>0.60099999999999998</c:v>
                </c:pt>
                <c:pt idx="28">
                  <c:v>0.52400000000000002</c:v>
                </c:pt>
                <c:pt idx="29">
                  <c:v>0.64600000000000002</c:v>
                </c:pt>
                <c:pt idx="30">
                  <c:v>0.56699999999999995</c:v>
                </c:pt>
                <c:pt idx="31">
                  <c:v>0.436</c:v>
                </c:pt>
                <c:pt idx="32">
                  <c:v>0.47499999999999998</c:v>
                </c:pt>
                <c:pt idx="33">
                  <c:v>0.41</c:v>
                </c:pt>
                <c:pt idx="34">
                  <c:v>0.52300000000000002</c:v>
                </c:pt>
                <c:pt idx="35">
                  <c:v>0.64400000000000002</c:v>
                </c:pt>
                <c:pt idx="36">
                  <c:v>0.626</c:v>
                </c:pt>
                <c:pt idx="37">
                  <c:v>0.50900000000000001</c:v>
                </c:pt>
                <c:pt idx="38">
                  <c:v>0.42</c:v>
                </c:pt>
                <c:pt idx="39">
                  <c:v>0.47099999999999997</c:v>
                </c:pt>
              </c:numCache>
            </c:numRef>
          </c:yVal>
          <c:smooth val="0"/>
          <c:extLst>
            <c:ext xmlns:c16="http://schemas.microsoft.com/office/drawing/2014/chart" uri="{C3380CC4-5D6E-409C-BE32-E72D297353CC}">
              <c16:uniqueId val="{00000000-009D-C148-996F-9F76DFACDBEA}"/>
            </c:ext>
          </c:extLst>
        </c:ser>
        <c:dLbls>
          <c:showLegendKey val="0"/>
          <c:showVal val="0"/>
          <c:showCatName val="0"/>
          <c:showSerName val="0"/>
          <c:showPercent val="0"/>
          <c:showBubbleSize val="0"/>
        </c:dLbls>
        <c:axId val="2094734554"/>
        <c:axId val="2094734552"/>
      </c:scatterChart>
      <c:valAx>
        <c:axId val="2094734554"/>
        <c:scaling>
          <c:orientation val="minMax"/>
          <c:max val="0.7"/>
          <c:min val="0.1"/>
        </c:scaling>
        <c:delete val="0"/>
        <c:axPos val="b"/>
        <c:title>
          <c:tx>
            <c:rich>
              <a:bodyPr/>
              <a:lstStyle/>
              <a:p>
                <a:pPr>
                  <a:defRPr sz="1100" b="0" i="0" u="none" strike="noStrike">
                    <a:solidFill>
                      <a:srgbClr val="4A5568"/>
                    </a:solidFill>
                    <a:latin typeface="Arial"/>
                  </a:defRPr>
                </a:pPr>
                <a:r>
                  <a:rPr lang="en-US" altLang="ja-JP" sz="1100" b="0" i="0" u="none" strike="noStrike">
                    <a:solidFill>
                      <a:srgbClr val="4A5568"/>
                    </a:solidFill>
                    <a:latin typeface="Arial"/>
                  </a:rPr>
                  <a:t>0</a:t>
                </a:r>
                <a:r>
                  <a:rPr lang="ja-JP" altLang="en-US" sz="1100" b="0" i="0" u="none" strike="noStrike">
                    <a:solidFill>
                      <a:srgbClr val="4A5568"/>
                    </a:solidFill>
                    <a:latin typeface="Arial"/>
                  </a:rPr>
                  <a:t>の確率</a:t>
                </a:r>
              </a:p>
            </c:rich>
          </c:tx>
          <c:overlay val="0"/>
        </c:title>
        <c:numFmt formatCode="General" sourceLinked="1"/>
        <c:majorTickMark val="none"/>
        <c:minorTickMark val="none"/>
        <c:tickLblPos val="nextTo"/>
        <c:spPr>
          <a:ln w="12700" cap="flat">
            <a:solidFill>
              <a:srgbClr val="888888"/>
            </a:solidFill>
            <a:prstDash val="solid"/>
            <a:round/>
          </a:ln>
        </c:spPr>
        <c:txPr>
          <a:bodyPr/>
          <a:lstStyle/>
          <a:p>
            <a:pPr>
              <a:defRPr sz="1200" b="0" i="0" u="none" strike="noStrike">
                <a:solidFill>
                  <a:srgbClr val="4A5568"/>
                </a:solidFill>
                <a:latin typeface="+mn-lt"/>
              </a:defRPr>
            </a:pPr>
            <a:endParaRPr lang="en-US"/>
          </a:p>
        </c:txPr>
        <c:crossAx val="2094734552"/>
        <c:crosses val="autoZero"/>
        <c:crossBetween val="midCat"/>
      </c:valAx>
      <c:valAx>
        <c:axId val="2094734552"/>
        <c:scaling>
          <c:orientation val="minMax"/>
          <c:max val="0.8"/>
          <c:min val="0.2"/>
        </c:scaling>
        <c:delete val="0"/>
        <c:axPos val="l"/>
        <c:majorGridlines>
          <c:spPr>
            <a:ln w="9525" cap="flat">
              <a:solidFill>
                <a:srgbClr val="DDE2EA"/>
              </a:solidFill>
              <a:prstDash val="solid"/>
              <a:round/>
            </a:ln>
          </c:spPr>
        </c:majorGridlines>
        <c:title>
          <c:tx>
            <c:rich>
              <a:bodyPr/>
              <a:lstStyle/>
              <a:p>
                <a:pPr>
                  <a:defRPr sz="1100" b="0" i="0" u="none" strike="noStrike">
                    <a:solidFill>
                      <a:srgbClr val="4A5568"/>
                    </a:solidFill>
                    <a:latin typeface="Arial"/>
                  </a:defRPr>
                </a:pPr>
                <a:r>
                  <a:rPr lang="en-US" altLang="ja-JP" sz="1100" b="0" i="0" u="none" strike="noStrike">
                    <a:solidFill>
                      <a:srgbClr val="4A5568"/>
                    </a:solidFill>
                    <a:latin typeface="Arial"/>
                  </a:rPr>
                  <a:t>6</a:t>
                </a:r>
                <a:r>
                  <a:rPr lang="ja-JP" altLang="en-US" sz="1100" b="0" i="0" u="none" strike="noStrike">
                    <a:solidFill>
                      <a:srgbClr val="4A5568"/>
                    </a:solidFill>
                    <a:latin typeface="Arial"/>
                  </a:rPr>
                  <a:t>の確率</a:t>
                </a:r>
              </a:p>
            </c:rich>
          </c:tx>
          <c:overlay val="0"/>
        </c:title>
        <c:numFmt formatCode="0.0" sourceLinked="0"/>
        <c:majorTickMark val="none"/>
        <c:minorTickMark val="none"/>
        <c:tickLblPos val="nextTo"/>
        <c:spPr>
          <a:ln w="12700" cap="flat">
            <a:noFill/>
            <a:prstDash val="solid"/>
            <a:round/>
          </a:ln>
        </c:spPr>
        <c:txPr>
          <a:bodyPr/>
          <a:lstStyle/>
          <a:p>
            <a:pPr>
              <a:defRPr sz="1100" b="0" i="0" u="none" strike="noStrike">
                <a:solidFill>
                  <a:srgbClr val="4A5568"/>
                </a:solidFill>
                <a:latin typeface="+mn-lt"/>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300" b="0" i="0" u="none" strike="noStrike">
                <a:solidFill>
                  <a:srgbClr val="1D2433"/>
                </a:solidFill>
                <a:latin typeface="+mn-lt"/>
              </a:defRPr>
            </a:pPr>
            <a:r>
              <a:rPr lang="en-US" altLang="ja-JP" sz="1300" b="0" i="0" u="none" strike="noStrike">
                <a:solidFill>
                  <a:srgbClr val="1D2433"/>
                </a:solidFill>
                <a:latin typeface="+mn-lt"/>
              </a:rPr>
              <a:t>9</a:t>
            </a:r>
            <a:r>
              <a:rPr lang="ja-JP" altLang="en-US" sz="1300" b="0" i="0" u="none" strike="noStrike">
                <a:solidFill>
                  <a:srgbClr val="1D2433"/>
                </a:solidFill>
                <a:latin typeface="+mn-lt"/>
              </a:rPr>
              <a:t>も動く → 平面に広がる</a:t>
            </a:r>
          </a:p>
        </c:rich>
      </c:tx>
      <c:overlay val="0"/>
    </c:title>
    <c:autoTitleDeleted val="0"/>
    <c:plotArea>
      <c:layout/>
      <c:scatterChart>
        <c:scatterStyle val="lineMarker"/>
        <c:varyColors val="0"/>
        <c:ser>
          <c:idx val="0"/>
          <c:order val="0"/>
          <c:tx>
            <c:strRef>
              <c:f>Sheet1!$B$1</c:f>
              <c:strCache>
                <c:ptCount val="1"/>
                <c:pt idx="0">
                  <c:v>6</c:v>
                </c:pt>
              </c:strCache>
            </c:strRef>
          </c:tx>
          <c:spPr>
            <a:ln>
              <a:noFill/>
            </a:ln>
            <a:effectLst/>
          </c:spPr>
          <c:marker>
            <c:symbol val="circle"/>
            <c:size val="6"/>
            <c:spPr>
              <a:solidFill>
                <a:srgbClr val="E3A21A"/>
              </a:solidFill>
              <a:ln w="9525" cap="flat">
                <a:solidFill>
                  <a:srgbClr val="E3A21A"/>
                </a:solidFill>
                <a:prstDash val="solid"/>
                <a:round/>
              </a:ln>
              <a:effectLst/>
            </c:spPr>
          </c:marker>
          <c:xVal>
            <c:numRef>
              <c:f>Sheet1!$A$2:$A$41</c:f>
              <c:numCache>
                <c:formatCode>General</c:formatCode>
                <c:ptCount val="40"/>
                <c:pt idx="0">
                  <c:v>0.27300000000000002</c:v>
                </c:pt>
                <c:pt idx="1">
                  <c:v>0.53300000000000003</c:v>
                </c:pt>
                <c:pt idx="2">
                  <c:v>0.38300000000000001</c:v>
                </c:pt>
                <c:pt idx="3">
                  <c:v>0.438</c:v>
                </c:pt>
                <c:pt idx="4">
                  <c:v>0.41399999999999998</c:v>
                </c:pt>
                <c:pt idx="5">
                  <c:v>0.36199999999999999</c:v>
                </c:pt>
                <c:pt idx="6">
                  <c:v>0.5</c:v>
                </c:pt>
                <c:pt idx="7">
                  <c:v>0.34899999999999998</c:v>
                </c:pt>
                <c:pt idx="8">
                  <c:v>0.41199999999999998</c:v>
                </c:pt>
                <c:pt idx="9">
                  <c:v>0.54100000000000004</c:v>
                </c:pt>
                <c:pt idx="10">
                  <c:v>0.496</c:v>
                </c:pt>
                <c:pt idx="11">
                  <c:v>0.30399999999999999</c:v>
                </c:pt>
                <c:pt idx="12">
                  <c:v>0.54900000000000004</c:v>
                </c:pt>
                <c:pt idx="13">
                  <c:v>0.495</c:v>
                </c:pt>
                <c:pt idx="14">
                  <c:v>0.41699999999999998</c:v>
                </c:pt>
                <c:pt idx="15">
                  <c:v>0.27200000000000002</c:v>
                </c:pt>
                <c:pt idx="16">
                  <c:v>0.42</c:v>
                </c:pt>
                <c:pt idx="17">
                  <c:v>0.35699999999999998</c:v>
                </c:pt>
                <c:pt idx="18">
                  <c:v>0.45300000000000001</c:v>
                </c:pt>
                <c:pt idx="19">
                  <c:v>0.32200000000000001</c:v>
                </c:pt>
                <c:pt idx="20">
                  <c:v>0.38300000000000001</c:v>
                </c:pt>
                <c:pt idx="21">
                  <c:v>0.35199999999999998</c:v>
                </c:pt>
                <c:pt idx="22">
                  <c:v>0.376</c:v>
                </c:pt>
                <c:pt idx="23">
                  <c:v>0.29099999999999998</c:v>
                </c:pt>
                <c:pt idx="24">
                  <c:v>0.34899999999999998</c:v>
                </c:pt>
                <c:pt idx="25">
                  <c:v>0.39900000000000002</c:v>
                </c:pt>
                <c:pt idx="26">
                  <c:v>0.25</c:v>
                </c:pt>
                <c:pt idx="27">
                  <c:v>0.29899999999999999</c:v>
                </c:pt>
                <c:pt idx="28">
                  <c:v>0.376</c:v>
                </c:pt>
                <c:pt idx="29">
                  <c:v>0.254</c:v>
                </c:pt>
                <c:pt idx="30">
                  <c:v>0.33300000000000002</c:v>
                </c:pt>
                <c:pt idx="31">
                  <c:v>0.46400000000000002</c:v>
                </c:pt>
                <c:pt idx="32">
                  <c:v>0.42499999999999999</c:v>
                </c:pt>
                <c:pt idx="33">
                  <c:v>0.49</c:v>
                </c:pt>
                <c:pt idx="34">
                  <c:v>0.377</c:v>
                </c:pt>
                <c:pt idx="35">
                  <c:v>0.25600000000000001</c:v>
                </c:pt>
                <c:pt idx="36">
                  <c:v>0.27400000000000002</c:v>
                </c:pt>
                <c:pt idx="37">
                  <c:v>0.39100000000000001</c:v>
                </c:pt>
                <c:pt idx="38">
                  <c:v>0.48</c:v>
                </c:pt>
                <c:pt idx="39">
                  <c:v>0.42899999999999999</c:v>
                </c:pt>
              </c:numCache>
            </c:numRef>
          </c:xVal>
          <c:yVal>
            <c:numRef>
              <c:f>Sheet1!$B$2:$B$41</c:f>
              <c:numCache>
                <c:formatCode>General</c:formatCode>
                <c:ptCount val="40"/>
                <c:pt idx="0">
                  <c:v>0.66700000000000004</c:v>
                </c:pt>
                <c:pt idx="1">
                  <c:v>0.42599999999999999</c:v>
                </c:pt>
                <c:pt idx="2">
                  <c:v>0.52300000000000002</c:v>
                </c:pt>
                <c:pt idx="3">
                  <c:v>0.53600000000000003</c:v>
                </c:pt>
                <c:pt idx="4">
                  <c:v>0.55300000000000005</c:v>
                </c:pt>
                <c:pt idx="5">
                  <c:v>0.498</c:v>
                </c:pt>
                <c:pt idx="6">
                  <c:v>0.32800000000000001</c:v>
                </c:pt>
                <c:pt idx="7">
                  <c:v>0.52400000000000002</c:v>
                </c:pt>
                <c:pt idx="8">
                  <c:v>0.442</c:v>
                </c:pt>
                <c:pt idx="9">
                  <c:v>0.30099999999999999</c:v>
                </c:pt>
                <c:pt idx="10">
                  <c:v>0.32800000000000001</c:v>
                </c:pt>
                <c:pt idx="11">
                  <c:v>0.57999999999999996</c:v>
                </c:pt>
                <c:pt idx="12">
                  <c:v>0.3</c:v>
                </c:pt>
                <c:pt idx="13">
                  <c:v>0.48099999999999998</c:v>
                </c:pt>
                <c:pt idx="14">
                  <c:v>0.56000000000000005</c:v>
                </c:pt>
                <c:pt idx="15">
                  <c:v>0.66800000000000004</c:v>
                </c:pt>
                <c:pt idx="16">
                  <c:v>0.52400000000000002</c:v>
                </c:pt>
                <c:pt idx="17">
                  <c:v>0.58599999999999997</c:v>
                </c:pt>
                <c:pt idx="18">
                  <c:v>0.45300000000000001</c:v>
                </c:pt>
                <c:pt idx="19">
                  <c:v>0.626</c:v>
                </c:pt>
                <c:pt idx="20">
                  <c:v>0.437</c:v>
                </c:pt>
                <c:pt idx="21">
                  <c:v>0.52700000000000002</c:v>
                </c:pt>
                <c:pt idx="22">
                  <c:v>0.46300000000000002</c:v>
                </c:pt>
                <c:pt idx="23">
                  <c:v>0.53100000000000003</c:v>
                </c:pt>
                <c:pt idx="24">
                  <c:v>0.54200000000000004</c:v>
                </c:pt>
                <c:pt idx="25">
                  <c:v>0.501</c:v>
                </c:pt>
                <c:pt idx="26">
                  <c:v>0.59099999999999997</c:v>
                </c:pt>
                <c:pt idx="27">
                  <c:v>0.57699999999999996</c:v>
                </c:pt>
                <c:pt idx="28">
                  <c:v>0.58699999999999997</c:v>
                </c:pt>
                <c:pt idx="29">
                  <c:v>0.65100000000000002</c:v>
                </c:pt>
                <c:pt idx="30">
                  <c:v>0.625</c:v>
                </c:pt>
                <c:pt idx="31">
                  <c:v>0.48099999999999998</c:v>
                </c:pt>
                <c:pt idx="32">
                  <c:v>0.49</c:v>
                </c:pt>
                <c:pt idx="33">
                  <c:v>0.42799999999999999</c:v>
                </c:pt>
                <c:pt idx="34">
                  <c:v>0.60099999999999998</c:v>
                </c:pt>
                <c:pt idx="35">
                  <c:v>0.59899999999999998</c:v>
                </c:pt>
                <c:pt idx="36">
                  <c:v>0.56100000000000005</c:v>
                </c:pt>
                <c:pt idx="37">
                  <c:v>0.497</c:v>
                </c:pt>
                <c:pt idx="38">
                  <c:v>0.35499999999999998</c:v>
                </c:pt>
                <c:pt idx="39">
                  <c:v>0.40500000000000003</c:v>
                </c:pt>
              </c:numCache>
            </c:numRef>
          </c:yVal>
          <c:smooth val="0"/>
          <c:extLst>
            <c:ext xmlns:c16="http://schemas.microsoft.com/office/drawing/2014/chart" uri="{C3380CC4-5D6E-409C-BE32-E72D297353CC}">
              <c16:uniqueId val="{00000000-C337-EB4A-8788-C866F2F61BFE}"/>
            </c:ext>
          </c:extLst>
        </c:ser>
        <c:dLbls>
          <c:showLegendKey val="0"/>
          <c:showVal val="0"/>
          <c:showCatName val="0"/>
          <c:showSerName val="0"/>
          <c:showPercent val="0"/>
          <c:showBubbleSize val="0"/>
        </c:dLbls>
        <c:axId val="2094734554"/>
        <c:axId val="2094734552"/>
      </c:scatterChart>
      <c:valAx>
        <c:axId val="2094734554"/>
        <c:scaling>
          <c:orientation val="minMax"/>
          <c:max val="0.7"/>
          <c:min val="0.1"/>
        </c:scaling>
        <c:delete val="0"/>
        <c:axPos val="b"/>
        <c:title>
          <c:tx>
            <c:rich>
              <a:bodyPr/>
              <a:lstStyle/>
              <a:p>
                <a:pPr>
                  <a:defRPr sz="1100" b="0" i="0" u="none" strike="noStrike">
                    <a:solidFill>
                      <a:srgbClr val="4A5568"/>
                    </a:solidFill>
                    <a:latin typeface="Arial"/>
                  </a:defRPr>
                </a:pPr>
                <a:r>
                  <a:rPr lang="en-US" altLang="ja-JP" sz="1100" b="0" i="0" u="none" strike="noStrike">
                    <a:solidFill>
                      <a:srgbClr val="4A5568"/>
                    </a:solidFill>
                    <a:latin typeface="Arial"/>
                  </a:rPr>
                  <a:t>0</a:t>
                </a:r>
                <a:r>
                  <a:rPr lang="ja-JP" altLang="en-US" sz="1100" b="0" i="0" u="none" strike="noStrike">
                    <a:solidFill>
                      <a:srgbClr val="4A5568"/>
                    </a:solidFill>
                    <a:latin typeface="Arial"/>
                  </a:rPr>
                  <a:t>の確率</a:t>
                </a:r>
              </a:p>
            </c:rich>
          </c:tx>
          <c:overlay val="0"/>
        </c:title>
        <c:numFmt formatCode="General" sourceLinked="1"/>
        <c:majorTickMark val="none"/>
        <c:minorTickMark val="none"/>
        <c:tickLblPos val="nextTo"/>
        <c:spPr>
          <a:ln w="12700" cap="flat">
            <a:solidFill>
              <a:srgbClr val="888888"/>
            </a:solidFill>
            <a:prstDash val="solid"/>
            <a:round/>
          </a:ln>
        </c:spPr>
        <c:txPr>
          <a:bodyPr/>
          <a:lstStyle/>
          <a:p>
            <a:pPr>
              <a:defRPr sz="1200" b="0" i="0" u="none" strike="noStrike">
                <a:solidFill>
                  <a:srgbClr val="4A5568"/>
                </a:solidFill>
                <a:latin typeface="+mn-lt"/>
              </a:defRPr>
            </a:pPr>
            <a:endParaRPr lang="en-US"/>
          </a:p>
        </c:txPr>
        <c:crossAx val="2094734552"/>
        <c:crosses val="autoZero"/>
        <c:crossBetween val="midCat"/>
      </c:valAx>
      <c:valAx>
        <c:axId val="2094734552"/>
        <c:scaling>
          <c:orientation val="minMax"/>
          <c:max val="0.8"/>
          <c:min val="0.2"/>
        </c:scaling>
        <c:delete val="0"/>
        <c:axPos val="l"/>
        <c:majorGridlines>
          <c:spPr>
            <a:ln w="9525" cap="flat">
              <a:solidFill>
                <a:srgbClr val="DDE2EA"/>
              </a:solidFill>
              <a:prstDash val="solid"/>
              <a:round/>
            </a:ln>
          </c:spPr>
        </c:majorGridlines>
        <c:title>
          <c:tx>
            <c:rich>
              <a:bodyPr/>
              <a:lstStyle/>
              <a:p>
                <a:pPr>
                  <a:defRPr sz="1100" b="0" i="0" u="none" strike="noStrike">
                    <a:solidFill>
                      <a:srgbClr val="4A5568"/>
                    </a:solidFill>
                    <a:latin typeface="Arial"/>
                  </a:defRPr>
                </a:pPr>
                <a:r>
                  <a:rPr lang="en-US" altLang="ja-JP" sz="1100" b="0" i="0" u="none" strike="noStrike">
                    <a:solidFill>
                      <a:srgbClr val="4A5568"/>
                    </a:solidFill>
                    <a:latin typeface="Arial"/>
                  </a:rPr>
                  <a:t>6</a:t>
                </a:r>
                <a:r>
                  <a:rPr lang="ja-JP" altLang="en-US" sz="1100" b="0" i="0" u="none" strike="noStrike">
                    <a:solidFill>
                      <a:srgbClr val="4A5568"/>
                    </a:solidFill>
                    <a:latin typeface="Arial"/>
                  </a:rPr>
                  <a:t>の確率</a:t>
                </a:r>
              </a:p>
            </c:rich>
          </c:tx>
          <c:overlay val="0"/>
        </c:title>
        <c:numFmt formatCode="0.0" sourceLinked="0"/>
        <c:majorTickMark val="none"/>
        <c:minorTickMark val="none"/>
        <c:tickLblPos val="nextTo"/>
        <c:spPr>
          <a:ln w="12700" cap="flat">
            <a:noFill/>
            <a:prstDash val="solid"/>
            <a:round/>
          </a:ln>
        </c:spPr>
        <c:txPr>
          <a:bodyPr/>
          <a:lstStyle/>
          <a:p>
            <a:pPr>
              <a:defRPr sz="1100" b="0" i="0" u="none" strike="noStrike">
                <a:solidFill>
                  <a:srgbClr val="4A5568"/>
                </a:solidFill>
                <a:latin typeface="+mn-lt"/>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300" b="0" i="0" u="none" strike="noStrike">
                <a:solidFill>
                  <a:srgbClr val="1D2433"/>
                </a:solidFill>
                <a:latin typeface="+mn-lt"/>
              </a:defRPr>
            </a:pPr>
            <a:r>
              <a:rPr lang="ja-JP" altLang="en-US" sz="1100" b="0" i="0" u="none" strike="noStrike">
                <a:solidFill>
                  <a:srgbClr val="1D2433"/>
                </a:solidFill>
                <a:latin typeface="+mn-lt"/>
              </a:rPr>
              <a:t>クラスごとのずれの割合（</a:t>
            </a:r>
            <a:r>
              <a:rPr lang="en-US" altLang="ja-JP" sz="1100" b="0" i="0" u="none" strike="noStrike" dirty="0">
                <a:solidFill>
                  <a:srgbClr val="1D2433"/>
                </a:solidFill>
                <a:latin typeface="+mn-lt"/>
              </a:rPr>
              <a:t>%)</a:t>
            </a:r>
            <a:endParaRPr lang="ja-JP" altLang="en-US" sz="1100" b="0" i="0" u="none" strike="noStrike">
              <a:solidFill>
                <a:srgbClr val="1D2433"/>
              </a:solidFill>
              <a:latin typeface="+mn-lt"/>
            </a:endParaRPr>
          </a:p>
        </c:rich>
      </c:tx>
      <c:layout>
        <c:manualLayout>
          <c:xMode val="edge"/>
          <c:yMode val="edge"/>
          <c:x val="0.41802547950382946"/>
          <c:y val="3.3929059945969973E-2"/>
        </c:manualLayout>
      </c:layout>
      <c:overlay val="0"/>
    </c:title>
    <c:autoTitleDeleted val="0"/>
    <c:plotArea>
      <c:layout>
        <c:manualLayout>
          <c:layoutTarget val="inner"/>
          <c:xMode val="edge"/>
          <c:yMode val="edge"/>
          <c:x val="9.4093498052136557E-2"/>
          <c:y val="0.14925099596484628"/>
          <c:w val="0.91087971642433585"/>
          <c:h val="0.77329347174299845"/>
        </c:manualLayout>
      </c:layout>
      <c:barChart>
        <c:barDir val="col"/>
        <c:grouping val="clustered"/>
        <c:varyColors val="0"/>
        <c:ser>
          <c:idx val="0"/>
          <c:order val="0"/>
          <c:tx>
            <c:strRef>
              <c:f>Sheet1!$B$1</c:f>
              <c:strCache>
                <c:ptCount val="1"/>
                <c:pt idx="0">
                  <c:v>ずれの割合</c:v>
                </c:pt>
              </c:strCache>
            </c:strRef>
          </c:tx>
          <c:spPr>
            <a:solidFill>
              <a:srgbClr val="9AA3B2"/>
            </a:solidFill>
            <a:effectLst/>
          </c:spPr>
          <c:invertIfNegative val="0"/>
          <c:dPt>
            <c:idx val="0"/>
            <c:invertIfNegative val="0"/>
            <c:bubble3D val="0"/>
            <c:extLst>
              <c:ext xmlns:c16="http://schemas.microsoft.com/office/drawing/2014/chart" uri="{C3380CC4-5D6E-409C-BE32-E72D297353CC}">
                <c16:uniqueId val="{00000001-8E9D-374A-AB52-98227976924F}"/>
              </c:ext>
            </c:extLst>
          </c:dPt>
          <c:dPt>
            <c:idx val="1"/>
            <c:invertIfNegative val="0"/>
            <c:bubble3D val="0"/>
            <c:extLst>
              <c:ext xmlns:c16="http://schemas.microsoft.com/office/drawing/2014/chart" uri="{C3380CC4-5D6E-409C-BE32-E72D297353CC}">
                <c16:uniqueId val="{00000003-8E9D-374A-AB52-98227976924F}"/>
              </c:ext>
            </c:extLst>
          </c:dPt>
          <c:dPt>
            <c:idx val="2"/>
            <c:invertIfNegative val="0"/>
            <c:bubble3D val="0"/>
            <c:spPr>
              <a:solidFill>
                <a:srgbClr val="D9532B"/>
              </a:solidFill>
              <a:effectLst/>
            </c:spPr>
            <c:extLst>
              <c:ext xmlns:c16="http://schemas.microsoft.com/office/drawing/2014/chart" uri="{C3380CC4-5D6E-409C-BE32-E72D297353CC}">
                <c16:uniqueId val="{00000005-8E9D-374A-AB52-98227976924F}"/>
              </c:ext>
            </c:extLst>
          </c:dPt>
          <c:dPt>
            <c:idx val="3"/>
            <c:invertIfNegative val="0"/>
            <c:bubble3D val="0"/>
            <c:spPr>
              <a:solidFill>
                <a:srgbClr val="D9532B"/>
              </a:solidFill>
              <a:effectLst/>
            </c:spPr>
            <c:extLst>
              <c:ext xmlns:c16="http://schemas.microsoft.com/office/drawing/2014/chart" uri="{C3380CC4-5D6E-409C-BE32-E72D297353CC}">
                <c16:uniqueId val="{00000007-8E9D-374A-AB52-98227976924F}"/>
              </c:ext>
            </c:extLst>
          </c:dPt>
          <c:dPt>
            <c:idx val="4"/>
            <c:invertIfNegative val="0"/>
            <c:bubble3D val="0"/>
            <c:extLst>
              <c:ext xmlns:c16="http://schemas.microsoft.com/office/drawing/2014/chart" uri="{C3380CC4-5D6E-409C-BE32-E72D297353CC}">
                <c16:uniqueId val="{00000009-8E9D-374A-AB52-98227976924F}"/>
              </c:ext>
            </c:extLst>
          </c:dPt>
          <c:dPt>
            <c:idx val="5"/>
            <c:invertIfNegative val="0"/>
            <c:bubble3D val="0"/>
            <c:extLst>
              <c:ext xmlns:c16="http://schemas.microsoft.com/office/drawing/2014/chart" uri="{C3380CC4-5D6E-409C-BE32-E72D297353CC}">
                <c16:uniqueId val="{0000000B-8E9D-374A-AB52-98227976924F}"/>
              </c:ext>
            </c:extLst>
          </c:dPt>
          <c:dPt>
            <c:idx val="6"/>
            <c:invertIfNegative val="0"/>
            <c:bubble3D val="0"/>
            <c:extLst>
              <c:ext xmlns:c16="http://schemas.microsoft.com/office/drawing/2014/chart" uri="{C3380CC4-5D6E-409C-BE32-E72D297353CC}">
                <c16:uniqueId val="{0000000D-8E9D-374A-AB52-98227976924F}"/>
              </c:ext>
            </c:extLst>
          </c:dPt>
          <c:dPt>
            <c:idx val="7"/>
            <c:invertIfNegative val="0"/>
            <c:bubble3D val="0"/>
            <c:extLst>
              <c:ext xmlns:c16="http://schemas.microsoft.com/office/drawing/2014/chart" uri="{C3380CC4-5D6E-409C-BE32-E72D297353CC}">
                <c16:uniqueId val="{0000000F-8E9D-374A-AB52-98227976924F}"/>
              </c:ext>
            </c:extLst>
          </c:dPt>
          <c:dPt>
            <c:idx val="8"/>
            <c:invertIfNegative val="0"/>
            <c:bubble3D val="0"/>
            <c:extLst>
              <c:ext xmlns:c16="http://schemas.microsoft.com/office/drawing/2014/chart" uri="{C3380CC4-5D6E-409C-BE32-E72D297353CC}">
                <c16:uniqueId val="{00000011-8E9D-374A-AB52-98227976924F}"/>
              </c:ext>
            </c:extLst>
          </c:dPt>
          <c:dPt>
            <c:idx val="9"/>
            <c:invertIfNegative val="0"/>
            <c:bubble3D val="0"/>
            <c:spPr>
              <a:solidFill>
                <a:srgbClr val="D9532B"/>
              </a:solidFill>
              <a:effectLst/>
            </c:spPr>
            <c:extLst>
              <c:ext xmlns:c16="http://schemas.microsoft.com/office/drawing/2014/chart" uri="{C3380CC4-5D6E-409C-BE32-E72D297353CC}">
                <c16:uniqueId val="{00000013-8E9D-374A-AB52-98227976924F}"/>
              </c:ext>
            </c:extLst>
          </c:dPt>
          <c:dLbls>
            <c:numFmt formatCode="0" sourceLinked="0"/>
            <c:spPr>
              <a:noFill/>
              <a:ln>
                <a:noFill/>
              </a:ln>
              <a:effectLst/>
            </c:spPr>
            <c:txPr>
              <a:bodyPr/>
              <a:lstStyle/>
              <a:p>
                <a:pPr>
                  <a:defRPr sz="1100" b="0" i="0" u="none" strike="noStrike">
                    <a:solidFill>
                      <a:srgbClr val="1D2433"/>
                    </a:solidFill>
                    <a:latin typeface="+mn-lt"/>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0</c:v>
                </c:pt>
                <c:pt idx="1">
                  <c:v>1</c:v>
                </c:pt>
                <c:pt idx="2">
                  <c:v>2</c:v>
                </c:pt>
                <c:pt idx="3">
                  <c:v>3</c:v>
                </c:pt>
                <c:pt idx="4">
                  <c:v>4</c:v>
                </c:pt>
                <c:pt idx="5">
                  <c:v>5</c:v>
                </c:pt>
                <c:pt idx="6">
                  <c:v>6</c:v>
                </c:pt>
                <c:pt idx="7">
                  <c:v>7</c:v>
                </c:pt>
                <c:pt idx="8">
                  <c:v>8</c:v>
                </c:pt>
                <c:pt idx="9">
                  <c:v>9</c:v>
                </c:pt>
              </c:strCache>
            </c:strRef>
          </c:cat>
          <c:val>
            <c:numRef>
              <c:f>Sheet1!$B$2:$B$11</c:f>
              <c:numCache>
                <c:formatCode>General</c:formatCode>
                <c:ptCount val="10"/>
                <c:pt idx="0">
                  <c:v>0.1</c:v>
                </c:pt>
                <c:pt idx="1">
                  <c:v>1.1000000000000001</c:v>
                </c:pt>
                <c:pt idx="2">
                  <c:v>44.1</c:v>
                </c:pt>
                <c:pt idx="3">
                  <c:v>38.1</c:v>
                </c:pt>
                <c:pt idx="4">
                  <c:v>0.2</c:v>
                </c:pt>
                <c:pt idx="5">
                  <c:v>0</c:v>
                </c:pt>
                <c:pt idx="6">
                  <c:v>0</c:v>
                </c:pt>
                <c:pt idx="7">
                  <c:v>1.2</c:v>
                </c:pt>
                <c:pt idx="8">
                  <c:v>0</c:v>
                </c:pt>
                <c:pt idx="9">
                  <c:v>15.2</c:v>
                </c:pt>
              </c:numCache>
            </c:numRef>
          </c:val>
          <c:extLst>
            <c:ext xmlns:c16="http://schemas.microsoft.com/office/drawing/2014/chart" uri="{C3380CC4-5D6E-409C-BE32-E72D297353CC}">
              <c16:uniqueId val="{00000014-8E9D-374A-AB52-98227976924F}"/>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5568"/>
                </a:solidFill>
                <a:latin typeface="+mn-lt"/>
              </a:defRPr>
            </a:pPr>
            <a:endParaRPr lang="en-US"/>
          </a:p>
        </c:txPr>
        <c:crossAx val="2094734552"/>
        <c:crosses val="autoZero"/>
        <c:auto val="1"/>
        <c:lblAlgn val="ctr"/>
        <c:lblOffset val="100"/>
        <c:noMultiLvlLbl val="1"/>
      </c:catAx>
      <c:valAx>
        <c:axId val="2094734552"/>
        <c:scaling>
          <c:orientation val="minMax"/>
          <c:max val="50"/>
          <c:min val="0"/>
        </c:scaling>
        <c:delete val="0"/>
        <c:axPos val="l"/>
        <c:majorGridlines>
          <c:spPr>
            <a:ln w="9525" cap="flat">
              <a:solidFill>
                <a:srgbClr val="DDE2EA"/>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4A5568"/>
                </a:solidFill>
                <a:latin typeface="+mn-lt"/>
              </a:defRPr>
            </a:pPr>
            <a:endParaRPr lang="en-US"/>
          </a:p>
        </c:txPr>
        <c:crossAx val="2094734554"/>
        <c:crosses val="autoZero"/>
        <c:crossBetween val="between"/>
      </c:valAx>
      <c:spPr>
        <a:noFill/>
        <a:ln w="25400">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6348045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今回は，研究テーマを初めて紹介します．多クラス分類器をLIMEで説明するときの問題と，それに対する考え方，ここまでの実験結果を話します．手法はまだ完成していないので，前提となる仮定が成り立つかを確かめた結果が中心です．</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最初に全体の流れです．</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発表では，数字認識の例を最初から最後まで使います．このAIは6と答えましたが，0の確率も0.4あり，迷っています．知りたいのは，画像のどこが0ではなく6という判断につながったかです．この問いに答えるのが，今日の目標です．
（左の画像は手書き数字データの実際の画像．右の確率は説明のための例．）</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次は「問題と発想」です．</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まず，ふつうのLIMEが画像をどう説明するかを確認します．LIMEは，画像を意味のある小さな領域，スーパーピクセルに分けます．実際は数十個に分けますが，ここでは説明のために，左の縦線A，右上B，右下Cの3つにします．次に，領域をランダムに隠した画像を何枚も作り，それぞれをAIに入れて，説明したいクラスの確率を記録します．ここでは6の確率です．隠したときに確率が下がる領域は，6という判断に効いていることになります．</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に，記録した表を使って，6の確率を領域の有無で線形回帰します．係数は，その領域があると6の確率がどれだけ上がるかを表します．この例では，Aの係数が+0.30，Bが−0.30，Cが+0.10です．係数を領域の色にしたものがLIMEのヒートマップで，赤い領域は6の確率を上げ，青い領域は下げます．つまり「左の縦線があるから6，右上があると6らしさが下がる」と読めます．実際のLIMEでは，元画像に近い摂動画像ほど重みを大きくして回帰します．</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いま見た手順で説明できるのは，6の確率という出力1本だけです．多クラスでは出力が10本あるので，同じ摂動画像を使って，クラスごとに10回回帰します．結果として，クラスごとのヒートマップが10枚できます．公式の実装では説明するクラスを指定でき，ふつうは予測されたクラス，この例では6だけを見ます．</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実際に使うときは，10枚のヒートマップをすべて見ることはなく，確率の高い6と0だけを見ると思います．ただ，比べるクラスは人が確率を見て決めたものです．そのため，一緒に動いている9を見落としたり，確率は高いのに近傍ではほとんど動かないクラスを選んだりすることがあります．もう1つの問題はクラス間の関係です．今日の問いは「なぜ0ではなく6か」で，これは6と0の関係についての問いです．ところが通常のLIMEはクラスごとに説明を返すので，関係は人が2枚のマップを見比べて組み立てるしかありません．</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説明を読みやすくするには，この表を小さくすればよいわけです．行をまとめる方向は，画像LIMEのスーパーピクセルがまさにそうで，特徴のグループ化などの手法もあります．この研究は列，つまりクラスの方をまとめます．特徴は元のままなので，どの領域が効いたかという読み方は変わりません．</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入力空間は，10クラスそれぞれの領域に分かれています．ただ，説明したい点のまわりだけを見ると，そこに入ってくる領域は0・6・9の3つくらいです．残りの7クラスの領域は遠くにあるので，摂動しても確率はほぼ0のまま動きません．それなら，確率の動きは少数の方向で表せるはずです．方向ごとに説明すれば，量も減り，クラス間の関係も直接読める，というのが出発点です．
（図は説明のためのイメージ．実際の入力空間はもっと高次元．）</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指す出力は，この表のような形です．軸1を見れば「主に0と6で迷っていて，縦線があるから6になった」と読めます．軸ごとに，出力の動きのどれだけを占めるかも出るので，「9の関与は小さい」ことも分かります．条件は，通常のLIMEと比べて，AIの振る舞いを近似する精度をほとんど落とさないことです．</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次は「手法と仮定」です．</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手順の違いは，回帰する目的変数だけです．通常のLIMEは「6の確率」を回帰しますが，この手法は「軸1のスコア」を回帰します．軸1が「6が上がり0が下がる」方向なら，スコアは6寄りか0寄りかを表す1つの数です．表の例では，Aを隠すと0寄りに，Bを隠すと6寄りに動きます．回帰で得られる係数は，Aが正，Bが負です．これをヒートマップにすれば，「Aがあるから6，Bがあるから0の可能性も残った」と1枚で読めます．軸はPCAで近傍の確率の動きから決めるので，どのクラスの対比を見るかを人が選ぶ必要はありません．</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手法が働くには，2つの仮定が必要です．1つ目は，近傍で出力が動く方向が少ないことです．競合するクラスが少なければ，この仮定は必ず成り立ちます．確率の和が1なので，2クラスだけが動くなら，片方が上がった分だけもう片方が下がり，動く方向は1つです．ただし逆は言えず，多くのクラスがまとまって動く場合にも方向は少なくなります．2つ目は，通常のLIMEと同じ「局所的に線形で近似できる」という仮定です．</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次は「実験」です．</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仮定1は，手書き数字の実際の説明点1つを例に説明します．この点では，AIの確率は2が0.39，3が0.39，9が0.12でした．まず，この点のまわりに摂動データを600点撒き，それぞれの確率を出します．次に，摂動データの確率から元の点の確率を引いて「ずれ」を求めます．引き算をするのは，確率が高くても動かないクラスを数えないためです．最後に，クラスごとにずれの2乗を600点分足し合わせ，大きい順に並べます．この例では，2・3・9の3クラスでずれ全体の97%を占めるので，動くクラスは3個です．</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dirty="0"/>
              <a:t>次は必要な軸の数です．600個のずれは，それぞれ10個の数の組，つまり10次元の点です．この点の集まりを，何本の向きの組み合わせで表せるかを数えます．向きはPCAで，ずれをよく表す順に求めます．この例では，1本目の向き（2が下がり，3と9が上がる）でずれ全体の69%，2本目（9が下がり，3と2が上がる）まで使うと99%を表せました．95%に届くのが2本目なので，必要な軸は2本です．右の図は，ずれを2本の軸の上に並べたもので，点が1本目の方向に長く伸び，2本目の方向にも少し広がっています．動くクラスが3個なので，軸は多くても2本です．</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実験では2つのことを確かめました．1つ目は仮定1，2つ目は軸を減らしたときに通常のLIMEと比べてどれだけ忠実さを失うかです．忠実さは，学習に使っていない摂動で，説明のモデルがAIの確率をどれだけ再現できるかで測ります．データは公開されている実データを4つ使いました．手書き数字は今日の例と同じデータです．なお実験では，スーパーピクセルを隠す代わりに，画素の値に小さな正規分布の摂動を加えています．</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どのデータでも，近傍で確率が動くクラスは3個前後で，出力は2本前後の軸で表せました．26クラスの文字認識でも同じです．必要な軸の数は動くクラスの数より1つ前後少なく，2クラスが動くなら1本，3クラスなら2本という仮定1の説明とおおむね合います．つまり，低次元になる主な理由は，近傍で競合するクラスが少ないことです．ただ，手書き数字とyeastでは，軸の数がそれよりさらに少ない近傍が3〜4割ありました．これは，複数のクラスがまとまって動いていることを表しています．半径を0.4に広げると，文字認識では動くクラスが5個程度に増えます．SVMでも同じ傾向で，軸の数は平均1.4〜1.9本でした．</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4つのデータのどれでも，3本にまとめたときに失う R² は0.02未満でした．説明の量は大きく減りますが，忠実さはほとんど変わりません．一方で，軸を1本まで減らすと，yeastでは0.2ほど落ちます．結果1で見たとおり，必要な軸は2本前後なので，それより少なくすると表しきれません．SVMでも，3本で失う R² は0.001〜0.015でした．なお，文字認識では通常のLIME自体の R² が0.5程度と低く，これは次の課題につながります．</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次は「課題と今後」です．</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課題は3つあります．1つ目は軸の読みやすさです．PCAの軸は，複数のクラスに重みが分かれることがあります．6が上がって0と9が下がる形なら「6の確率は主に0から来た」と読めますが，6と1が同じ側に並ぶと意味が取れません．手書き数字の実際の軸は「2が下がり，3と9が上がる」という1対多の形でした．2つ目は，多くのクラスがまとまって動く場合をまだ検証していないことです．今回のデータでは動くクラスが3〜4個しかなく，まとまって動いても軸が1本減る程度でした．似たクラスが群になったCIFAR-100のようなデータで確かめる予定です．3つ目は，ランダムフォレストではうまくいかないことです．合成データの20クラスでは，動くクラスが14個，必要な軸が11本で，3本にまとめるとR²が0.64から0.52に落ちました．ランダムフォレストの出力は木の多数決で階段状になるので，多くのクラスが少しずつ揺れ，少ない軸にも直線にも収まりません．</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は，軸を読めるようにする方法を考えます．たとえば，軸の形を「2クラスの対比」や「1対多」に限った中で，確率の動きを最もよく表す軸を選ぶ方法です．データも増やして評価し，最後は人に説明を見てもらって，本当に分かりやすくなったかを確かめたいと考えています．</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251F3EF-F07F-95AE-8A54-5844BE8B778D}"/>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3A1B3113-DE82-A07B-BCAF-D7515AE5D5F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6EAD4158-D780-691C-ECD3-AC18A237F28D}"/>
              </a:ext>
            </a:extLst>
          </p:cNvPr>
          <p:cNvSpPr>
            <a:spLocks noGrp="1"/>
          </p:cNvSpPr>
          <p:nvPr>
            <p:ph type="dt" sz="half" idx="10"/>
          </p:nvPr>
        </p:nvSpPr>
        <p:spPr/>
        <p:txBody>
          <a:bodyPr/>
          <a:lstStyle/>
          <a:p>
            <a:fld id="{11EBB074-A963-024A-9190-32CF43C1033B}" type="datetimeFigureOut">
              <a:rPr kumimoji="1" lang="ja-JP" altLang="en-US" smtClean="0"/>
              <a:t>2026/10/5</a:t>
            </a:fld>
            <a:endParaRPr kumimoji="1" lang="ja-JP" altLang="en-US"/>
          </a:p>
        </p:txBody>
      </p:sp>
      <p:sp>
        <p:nvSpPr>
          <p:cNvPr id="5" name="フッター プレースホルダー 4">
            <a:extLst>
              <a:ext uri="{FF2B5EF4-FFF2-40B4-BE49-F238E27FC236}">
                <a16:creationId xmlns:a16="http://schemas.microsoft.com/office/drawing/2014/main" id="{7B402B77-8186-6473-85D3-521E6251397D}"/>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185D18D-1826-6DB3-E5F4-AA62E6055162}"/>
              </a:ext>
            </a:extLst>
          </p:cNvPr>
          <p:cNvSpPr>
            <a:spLocks noGrp="1"/>
          </p:cNvSpPr>
          <p:nvPr>
            <p:ph type="sldNum" sz="quarter" idx="12"/>
          </p:nvPr>
        </p:nvSpPr>
        <p:spPr/>
        <p:txBody>
          <a:bodyPr/>
          <a:lstStyle/>
          <a:p>
            <a:pPr algn="r"/>
            <a:fld id="{F7021451-1387-4CA6-816F-3879F97B5CBC}" type="slidenum">
              <a:rPr lang="en-US" b="0" smtClean="0"/>
              <a:t>‹#›</a:t>
            </a:fld>
            <a:endParaRPr lang="en-US"/>
          </a:p>
        </p:txBody>
      </p:sp>
    </p:spTree>
    <p:extLst>
      <p:ext uri="{BB962C8B-B14F-4D97-AF65-F5344CB8AC3E}">
        <p14:creationId xmlns:p14="http://schemas.microsoft.com/office/powerpoint/2010/main" val="3756928374"/>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BD81145-5951-203F-4840-EBEBBBF2B36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B1635B75-2CC8-CF14-9C9A-F3ADC6FA8C1A}"/>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FF36E987-CAAC-5C93-3083-E667AF0EDB26}"/>
              </a:ext>
            </a:extLst>
          </p:cNvPr>
          <p:cNvSpPr>
            <a:spLocks noGrp="1"/>
          </p:cNvSpPr>
          <p:nvPr>
            <p:ph type="dt" sz="half" idx="10"/>
          </p:nvPr>
        </p:nvSpPr>
        <p:spPr/>
        <p:txBody>
          <a:bodyPr/>
          <a:lstStyle/>
          <a:p>
            <a:fld id="{11EBB074-A963-024A-9190-32CF43C1033B}" type="datetimeFigureOut">
              <a:rPr kumimoji="1" lang="ja-JP" altLang="en-US" smtClean="0"/>
              <a:t>2026/10/5</a:t>
            </a:fld>
            <a:endParaRPr kumimoji="1" lang="ja-JP" altLang="en-US"/>
          </a:p>
        </p:txBody>
      </p:sp>
      <p:sp>
        <p:nvSpPr>
          <p:cNvPr id="5" name="フッター プレースホルダー 4">
            <a:extLst>
              <a:ext uri="{FF2B5EF4-FFF2-40B4-BE49-F238E27FC236}">
                <a16:creationId xmlns:a16="http://schemas.microsoft.com/office/drawing/2014/main" id="{553639F6-ED05-149D-4339-27910B514C7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0E91010-7AAF-E707-1AD1-5A404F51DEDF}"/>
              </a:ext>
            </a:extLst>
          </p:cNvPr>
          <p:cNvSpPr>
            <a:spLocks noGrp="1"/>
          </p:cNvSpPr>
          <p:nvPr>
            <p:ph type="sldNum" sz="quarter" idx="12"/>
          </p:nvPr>
        </p:nvSpPr>
        <p:spPr/>
        <p:txBody>
          <a:bodyPr/>
          <a:lstStyle/>
          <a:p>
            <a:pPr algn="r"/>
            <a:fld id="{F7021451-1387-4CA6-816F-3879F97B5CBC}" type="slidenum">
              <a:rPr lang="en-US" b="0" smtClean="0"/>
              <a:t>‹#›</a:t>
            </a:fld>
            <a:endParaRPr lang="en-US"/>
          </a:p>
        </p:txBody>
      </p:sp>
    </p:spTree>
    <p:extLst>
      <p:ext uri="{BB962C8B-B14F-4D97-AF65-F5344CB8AC3E}">
        <p14:creationId xmlns:p14="http://schemas.microsoft.com/office/powerpoint/2010/main" val="356150217"/>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0A75FEB-E5E7-A5FD-FE03-E668D8145759}"/>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A0BA3F8A-FAFC-9AEE-8F55-27B22C88663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BE0386AD-5A78-656E-09E7-05912816D1F0}"/>
              </a:ext>
            </a:extLst>
          </p:cNvPr>
          <p:cNvSpPr>
            <a:spLocks noGrp="1"/>
          </p:cNvSpPr>
          <p:nvPr>
            <p:ph type="dt" sz="half" idx="10"/>
          </p:nvPr>
        </p:nvSpPr>
        <p:spPr/>
        <p:txBody>
          <a:bodyPr/>
          <a:lstStyle/>
          <a:p>
            <a:fld id="{11EBB074-A963-024A-9190-32CF43C1033B}" type="datetimeFigureOut">
              <a:rPr kumimoji="1" lang="ja-JP" altLang="en-US" smtClean="0"/>
              <a:t>2026/10/5</a:t>
            </a:fld>
            <a:endParaRPr kumimoji="1" lang="ja-JP" altLang="en-US"/>
          </a:p>
        </p:txBody>
      </p:sp>
      <p:sp>
        <p:nvSpPr>
          <p:cNvPr id="5" name="フッター プレースホルダー 4">
            <a:extLst>
              <a:ext uri="{FF2B5EF4-FFF2-40B4-BE49-F238E27FC236}">
                <a16:creationId xmlns:a16="http://schemas.microsoft.com/office/drawing/2014/main" id="{CE6AD76A-8222-F088-4A8A-74E111597B9B}"/>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C54C415-0E2C-154C-3CC9-8F8793CFE3B6}"/>
              </a:ext>
            </a:extLst>
          </p:cNvPr>
          <p:cNvSpPr>
            <a:spLocks noGrp="1"/>
          </p:cNvSpPr>
          <p:nvPr>
            <p:ph type="sldNum" sz="quarter" idx="12"/>
          </p:nvPr>
        </p:nvSpPr>
        <p:spPr/>
        <p:txBody>
          <a:bodyPr/>
          <a:lstStyle/>
          <a:p>
            <a:pPr algn="r"/>
            <a:fld id="{F7021451-1387-4CA6-816F-3879F97B5CBC}" type="slidenum">
              <a:rPr lang="en-US" b="0" smtClean="0"/>
              <a:t>‹#›</a:t>
            </a:fld>
            <a:endParaRPr lang="en-US"/>
          </a:p>
        </p:txBody>
      </p:sp>
    </p:spTree>
    <p:extLst>
      <p:ext uri="{BB962C8B-B14F-4D97-AF65-F5344CB8AC3E}">
        <p14:creationId xmlns:p14="http://schemas.microsoft.com/office/powerpoint/2010/main" val="1929189068"/>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E322714-732D-8E53-4627-6D0EA48021DC}"/>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68405D0-5AD7-80DC-3E00-A759A976F973}"/>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CE4FF75C-08B7-6640-F74D-AF177705FE97}"/>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817CAFA6-BE19-9015-62B9-CBA93C9CFFE6}"/>
              </a:ext>
            </a:extLst>
          </p:cNvPr>
          <p:cNvSpPr>
            <a:spLocks noGrp="1"/>
          </p:cNvSpPr>
          <p:nvPr>
            <p:ph type="dt" sz="half" idx="10"/>
          </p:nvPr>
        </p:nvSpPr>
        <p:spPr/>
        <p:txBody>
          <a:bodyPr/>
          <a:lstStyle/>
          <a:p>
            <a:fld id="{11EBB074-A963-024A-9190-32CF43C1033B}" type="datetimeFigureOut">
              <a:rPr kumimoji="1" lang="ja-JP" altLang="en-US" smtClean="0"/>
              <a:t>2026/10/5</a:t>
            </a:fld>
            <a:endParaRPr kumimoji="1" lang="ja-JP" altLang="en-US"/>
          </a:p>
        </p:txBody>
      </p:sp>
      <p:sp>
        <p:nvSpPr>
          <p:cNvPr id="6" name="フッター プレースホルダー 5">
            <a:extLst>
              <a:ext uri="{FF2B5EF4-FFF2-40B4-BE49-F238E27FC236}">
                <a16:creationId xmlns:a16="http://schemas.microsoft.com/office/drawing/2014/main" id="{749FE136-0FF4-24BF-477C-9DF1FB7BDB7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2B7A7567-6BBC-AACC-3FD8-D5CC6BABEB64}"/>
              </a:ext>
            </a:extLst>
          </p:cNvPr>
          <p:cNvSpPr>
            <a:spLocks noGrp="1"/>
          </p:cNvSpPr>
          <p:nvPr>
            <p:ph type="sldNum" sz="quarter" idx="12"/>
          </p:nvPr>
        </p:nvSpPr>
        <p:spPr/>
        <p:txBody>
          <a:bodyPr/>
          <a:lstStyle/>
          <a:p>
            <a:pPr algn="r"/>
            <a:fld id="{F7021451-1387-4CA6-816F-3879F97B5CBC}" type="slidenum">
              <a:rPr lang="en-US" b="0" smtClean="0"/>
              <a:t>‹#›</a:t>
            </a:fld>
            <a:endParaRPr lang="en-US"/>
          </a:p>
        </p:txBody>
      </p:sp>
    </p:spTree>
    <p:extLst>
      <p:ext uri="{BB962C8B-B14F-4D97-AF65-F5344CB8AC3E}">
        <p14:creationId xmlns:p14="http://schemas.microsoft.com/office/powerpoint/2010/main" val="3837086099"/>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D407F8A-F5F9-BC91-601B-915FAA14FA6D}"/>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8499F693-8CE8-1CAE-AE40-51400AFCCAA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6727D7E3-A111-D305-C6D0-4F6C545065B6}"/>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D2886BCC-0AB9-1036-F685-C04B241B397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C13C804B-1C55-43C7-B916-02E552FB57A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C1A9B5B2-1AFF-2B9E-04DD-66B02C83803F}"/>
              </a:ext>
            </a:extLst>
          </p:cNvPr>
          <p:cNvSpPr>
            <a:spLocks noGrp="1"/>
          </p:cNvSpPr>
          <p:nvPr>
            <p:ph type="dt" sz="half" idx="10"/>
          </p:nvPr>
        </p:nvSpPr>
        <p:spPr/>
        <p:txBody>
          <a:bodyPr/>
          <a:lstStyle/>
          <a:p>
            <a:fld id="{11EBB074-A963-024A-9190-32CF43C1033B}" type="datetimeFigureOut">
              <a:rPr kumimoji="1" lang="ja-JP" altLang="en-US" smtClean="0"/>
              <a:t>2026/10/5</a:t>
            </a:fld>
            <a:endParaRPr kumimoji="1" lang="ja-JP" altLang="en-US"/>
          </a:p>
        </p:txBody>
      </p:sp>
      <p:sp>
        <p:nvSpPr>
          <p:cNvPr id="8" name="フッター プレースホルダー 7">
            <a:extLst>
              <a:ext uri="{FF2B5EF4-FFF2-40B4-BE49-F238E27FC236}">
                <a16:creationId xmlns:a16="http://schemas.microsoft.com/office/drawing/2014/main" id="{D6CE9B85-A8C1-CD61-F114-15A8297E2980}"/>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612B3D9C-8E21-1BC2-D355-9FB275BFBB56}"/>
              </a:ext>
            </a:extLst>
          </p:cNvPr>
          <p:cNvSpPr>
            <a:spLocks noGrp="1"/>
          </p:cNvSpPr>
          <p:nvPr>
            <p:ph type="sldNum" sz="quarter" idx="12"/>
          </p:nvPr>
        </p:nvSpPr>
        <p:spPr/>
        <p:txBody>
          <a:bodyPr/>
          <a:lstStyle/>
          <a:p>
            <a:pPr algn="r"/>
            <a:fld id="{F7021451-1387-4CA6-816F-3879F97B5CBC}" type="slidenum">
              <a:rPr lang="en-US" b="0" smtClean="0"/>
              <a:t>‹#›</a:t>
            </a:fld>
            <a:endParaRPr lang="en-US"/>
          </a:p>
        </p:txBody>
      </p:sp>
    </p:spTree>
    <p:extLst>
      <p:ext uri="{BB962C8B-B14F-4D97-AF65-F5344CB8AC3E}">
        <p14:creationId xmlns:p14="http://schemas.microsoft.com/office/powerpoint/2010/main" val="2211288755"/>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0E3B8C4-8C56-2B9D-B42A-4A31C56A3D66}"/>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3EE4B938-A7CA-9A99-8129-9892248A97A3}"/>
              </a:ext>
            </a:extLst>
          </p:cNvPr>
          <p:cNvSpPr>
            <a:spLocks noGrp="1"/>
          </p:cNvSpPr>
          <p:nvPr>
            <p:ph type="dt" sz="half" idx="10"/>
          </p:nvPr>
        </p:nvSpPr>
        <p:spPr/>
        <p:txBody>
          <a:bodyPr/>
          <a:lstStyle/>
          <a:p>
            <a:fld id="{11EBB074-A963-024A-9190-32CF43C1033B}" type="datetimeFigureOut">
              <a:rPr kumimoji="1" lang="ja-JP" altLang="en-US" smtClean="0"/>
              <a:t>2026/10/5</a:t>
            </a:fld>
            <a:endParaRPr kumimoji="1" lang="ja-JP" altLang="en-US"/>
          </a:p>
        </p:txBody>
      </p:sp>
      <p:sp>
        <p:nvSpPr>
          <p:cNvPr id="4" name="フッター プレースホルダー 3">
            <a:extLst>
              <a:ext uri="{FF2B5EF4-FFF2-40B4-BE49-F238E27FC236}">
                <a16:creationId xmlns:a16="http://schemas.microsoft.com/office/drawing/2014/main" id="{1E312EDA-2EF0-AC3D-8E07-846C3935ECA4}"/>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C1FD7912-F88A-39C3-36F8-CB3794647414}"/>
              </a:ext>
            </a:extLst>
          </p:cNvPr>
          <p:cNvSpPr>
            <a:spLocks noGrp="1"/>
          </p:cNvSpPr>
          <p:nvPr>
            <p:ph type="sldNum" sz="quarter" idx="12"/>
          </p:nvPr>
        </p:nvSpPr>
        <p:spPr/>
        <p:txBody>
          <a:bodyPr/>
          <a:lstStyle/>
          <a:p>
            <a:pPr algn="r"/>
            <a:fld id="{F7021451-1387-4CA6-816F-3879F97B5CBC}" type="slidenum">
              <a:rPr lang="en-US" b="0" smtClean="0"/>
              <a:t>‹#›</a:t>
            </a:fld>
            <a:endParaRPr lang="en-US"/>
          </a:p>
        </p:txBody>
      </p:sp>
    </p:spTree>
    <p:extLst>
      <p:ext uri="{BB962C8B-B14F-4D97-AF65-F5344CB8AC3E}">
        <p14:creationId xmlns:p14="http://schemas.microsoft.com/office/powerpoint/2010/main" val="2930736230"/>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39F8122-7001-7CF6-7908-922BF347CD28}"/>
              </a:ext>
            </a:extLst>
          </p:cNvPr>
          <p:cNvSpPr>
            <a:spLocks noGrp="1"/>
          </p:cNvSpPr>
          <p:nvPr>
            <p:ph type="dt" sz="half" idx="10"/>
          </p:nvPr>
        </p:nvSpPr>
        <p:spPr/>
        <p:txBody>
          <a:bodyPr/>
          <a:lstStyle/>
          <a:p>
            <a:fld id="{11EBB074-A963-024A-9190-32CF43C1033B}" type="datetimeFigureOut">
              <a:rPr kumimoji="1" lang="ja-JP" altLang="en-US" smtClean="0"/>
              <a:t>2026/10/5</a:t>
            </a:fld>
            <a:endParaRPr kumimoji="1" lang="ja-JP" altLang="en-US"/>
          </a:p>
        </p:txBody>
      </p:sp>
      <p:sp>
        <p:nvSpPr>
          <p:cNvPr id="3" name="フッター プレースホルダー 2">
            <a:extLst>
              <a:ext uri="{FF2B5EF4-FFF2-40B4-BE49-F238E27FC236}">
                <a16:creationId xmlns:a16="http://schemas.microsoft.com/office/drawing/2014/main" id="{7BD59590-E8E8-B9B6-3C51-CAA551142E65}"/>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F86AD448-B915-5D26-B662-1A1ABD0E89E8}"/>
              </a:ext>
            </a:extLst>
          </p:cNvPr>
          <p:cNvSpPr>
            <a:spLocks noGrp="1"/>
          </p:cNvSpPr>
          <p:nvPr>
            <p:ph type="sldNum" sz="quarter" idx="12"/>
          </p:nvPr>
        </p:nvSpPr>
        <p:spPr/>
        <p:txBody>
          <a:bodyPr/>
          <a:lstStyle/>
          <a:p>
            <a:pPr algn="r"/>
            <a:fld id="{F7021451-1387-4CA6-816F-3879F97B5CBC}" type="slidenum">
              <a:rPr lang="en-US" b="0" smtClean="0"/>
              <a:t>‹#›</a:t>
            </a:fld>
            <a:endParaRPr lang="en-US"/>
          </a:p>
        </p:txBody>
      </p:sp>
    </p:spTree>
    <p:extLst>
      <p:ext uri="{BB962C8B-B14F-4D97-AF65-F5344CB8AC3E}">
        <p14:creationId xmlns:p14="http://schemas.microsoft.com/office/powerpoint/2010/main" val="3109953227"/>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2327C76-9BE7-ADF1-9285-84D89384676B}"/>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6A0E9CB-26E2-9746-CA8A-EE13A8BF250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10C4BBB8-3C7E-B2B8-9AD3-CE443507E0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92D5C723-DC86-67A2-399C-3692C198ECB0}"/>
              </a:ext>
            </a:extLst>
          </p:cNvPr>
          <p:cNvSpPr>
            <a:spLocks noGrp="1"/>
          </p:cNvSpPr>
          <p:nvPr>
            <p:ph type="dt" sz="half" idx="10"/>
          </p:nvPr>
        </p:nvSpPr>
        <p:spPr/>
        <p:txBody>
          <a:bodyPr/>
          <a:lstStyle/>
          <a:p>
            <a:fld id="{11EBB074-A963-024A-9190-32CF43C1033B}" type="datetimeFigureOut">
              <a:rPr kumimoji="1" lang="ja-JP" altLang="en-US" smtClean="0"/>
              <a:t>2026/10/5</a:t>
            </a:fld>
            <a:endParaRPr kumimoji="1" lang="ja-JP" altLang="en-US"/>
          </a:p>
        </p:txBody>
      </p:sp>
      <p:sp>
        <p:nvSpPr>
          <p:cNvPr id="6" name="フッター プレースホルダー 5">
            <a:extLst>
              <a:ext uri="{FF2B5EF4-FFF2-40B4-BE49-F238E27FC236}">
                <a16:creationId xmlns:a16="http://schemas.microsoft.com/office/drawing/2014/main" id="{336D6F52-1C28-2088-78B9-3E069D7E3566}"/>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754BDBF9-7E4A-2803-33F0-D8F8A7F35E32}"/>
              </a:ext>
            </a:extLst>
          </p:cNvPr>
          <p:cNvSpPr>
            <a:spLocks noGrp="1"/>
          </p:cNvSpPr>
          <p:nvPr>
            <p:ph type="sldNum" sz="quarter" idx="12"/>
          </p:nvPr>
        </p:nvSpPr>
        <p:spPr/>
        <p:txBody>
          <a:bodyPr/>
          <a:lstStyle/>
          <a:p>
            <a:pPr algn="r"/>
            <a:fld id="{F7021451-1387-4CA6-816F-3879F97B5CBC}" type="slidenum">
              <a:rPr lang="en-US" b="0" smtClean="0"/>
              <a:t>‹#›</a:t>
            </a:fld>
            <a:endParaRPr lang="en-US"/>
          </a:p>
        </p:txBody>
      </p:sp>
    </p:spTree>
    <p:extLst>
      <p:ext uri="{BB962C8B-B14F-4D97-AF65-F5344CB8AC3E}">
        <p14:creationId xmlns:p14="http://schemas.microsoft.com/office/powerpoint/2010/main" val="3615394292"/>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968F757-77EB-8ECB-429B-825A984B3EFB}"/>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018C8F4A-225A-A5D0-A7B7-0DCAF343A0E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837BAE56-F0D8-E3A6-C1B6-430E623AC1A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F72A72FB-E66A-D983-4DC9-B2126C063E1A}"/>
              </a:ext>
            </a:extLst>
          </p:cNvPr>
          <p:cNvSpPr>
            <a:spLocks noGrp="1"/>
          </p:cNvSpPr>
          <p:nvPr>
            <p:ph type="dt" sz="half" idx="10"/>
          </p:nvPr>
        </p:nvSpPr>
        <p:spPr/>
        <p:txBody>
          <a:bodyPr/>
          <a:lstStyle/>
          <a:p>
            <a:fld id="{11EBB074-A963-024A-9190-32CF43C1033B}" type="datetimeFigureOut">
              <a:rPr kumimoji="1" lang="ja-JP" altLang="en-US" smtClean="0"/>
              <a:t>2026/10/5</a:t>
            </a:fld>
            <a:endParaRPr kumimoji="1" lang="ja-JP" altLang="en-US"/>
          </a:p>
        </p:txBody>
      </p:sp>
      <p:sp>
        <p:nvSpPr>
          <p:cNvPr id="6" name="フッター プレースホルダー 5">
            <a:extLst>
              <a:ext uri="{FF2B5EF4-FFF2-40B4-BE49-F238E27FC236}">
                <a16:creationId xmlns:a16="http://schemas.microsoft.com/office/drawing/2014/main" id="{1BB9800A-F1BC-FC51-A880-1F03BACB84F0}"/>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348092F-B2BF-F651-E7C0-2E96E1ABDEA8}"/>
              </a:ext>
            </a:extLst>
          </p:cNvPr>
          <p:cNvSpPr>
            <a:spLocks noGrp="1"/>
          </p:cNvSpPr>
          <p:nvPr>
            <p:ph type="sldNum" sz="quarter" idx="12"/>
          </p:nvPr>
        </p:nvSpPr>
        <p:spPr/>
        <p:txBody>
          <a:bodyPr/>
          <a:lstStyle/>
          <a:p>
            <a:pPr algn="r"/>
            <a:fld id="{F7021451-1387-4CA6-816F-3879F97B5CBC}" type="slidenum">
              <a:rPr lang="en-US" b="0" smtClean="0"/>
              <a:t>‹#›</a:t>
            </a:fld>
            <a:endParaRPr lang="en-US"/>
          </a:p>
        </p:txBody>
      </p:sp>
    </p:spTree>
    <p:extLst>
      <p:ext uri="{BB962C8B-B14F-4D97-AF65-F5344CB8AC3E}">
        <p14:creationId xmlns:p14="http://schemas.microsoft.com/office/powerpoint/2010/main" val="1722282522"/>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D59ED99-1909-44C9-3405-65B6DCA6C973}"/>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77D473C6-6A4B-64F1-987E-DBD00F1EAD3C}"/>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35DD2F1-71D6-6A82-F540-7D4D10830EF1}"/>
              </a:ext>
            </a:extLst>
          </p:cNvPr>
          <p:cNvSpPr>
            <a:spLocks noGrp="1"/>
          </p:cNvSpPr>
          <p:nvPr>
            <p:ph type="dt" sz="half" idx="10"/>
          </p:nvPr>
        </p:nvSpPr>
        <p:spPr/>
        <p:txBody>
          <a:bodyPr/>
          <a:lstStyle/>
          <a:p>
            <a:fld id="{11EBB074-A963-024A-9190-32CF43C1033B}" type="datetimeFigureOut">
              <a:rPr kumimoji="1" lang="ja-JP" altLang="en-US" smtClean="0"/>
              <a:t>2026/10/5</a:t>
            </a:fld>
            <a:endParaRPr kumimoji="1" lang="ja-JP" altLang="en-US"/>
          </a:p>
        </p:txBody>
      </p:sp>
      <p:sp>
        <p:nvSpPr>
          <p:cNvPr id="5" name="フッター プレースホルダー 4">
            <a:extLst>
              <a:ext uri="{FF2B5EF4-FFF2-40B4-BE49-F238E27FC236}">
                <a16:creationId xmlns:a16="http://schemas.microsoft.com/office/drawing/2014/main" id="{C6B3286A-108A-4C7B-CBBE-B98847D9DB50}"/>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5F538D2B-6B1E-FC30-1B9F-EE44BCD6DF4F}"/>
              </a:ext>
            </a:extLst>
          </p:cNvPr>
          <p:cNvSpPr>
            <a:spLocks noGrp="1"/>
          </p:cNvSpPr>
          <p:nvPr>
            <p:ph type="sldNum" sz="quarter" idx="12"/>
          </p:nvPr>
        </p:nvSpPr>
        <p:spPr/>
        <p:txBody>
          <a:bodyPr/>
          <a:lstStyle/>
          <a:p>
            <a:pPr algn="r"/>
            <a:fld id="{F7021451-1387-4CA6-816F-3879F97B5CBC}" type="slidenum">
              <a:rPr lang="en-US" b="0" smtClean="0"/>
              <a:t>‹#›</a:t>
            </a:fld>
            <a:endParaRPr lang="en-US"/>
          </a:p>
        </p:txBody>
      </p:sp>
    </p:spTree>
    <p:extLst>
      <p:ext uri="{BB962C8B-B14F-4D97-AF65-F5344CB8AC3E}">
        <p14:creationId xmlns:p14="http://schemas.microsoft.com/office/powerpoint/2010/main" val="2351601916"/>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E2A2010C-894C-C01C-23E5-B1222B654C0B}"/>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62F3E55-BBB7-D4F4-7C8D-C33064154AC5}"/>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7A3521F-80C1-52E3-7790-68491F202F3A}"/>
              </a:ext>
            </a:extLst>
          </p:cNvPr>
          <p:cNvSpPr>
            <a:spLocks noGrp="1"/>
          </p:cNvSpPr>
          <p:nvPr>
            <p:ph type="dt" sz="half" idx="10"/>
          </p:nvPr>
        </p:nvSpPr>
        <p:spPr/>
        <p:txBody>
          <a:bodyPr/>
          <a:lstStyle/>
          <a:p>
            <a:fld id="{11EBB074-A963-024A-9190-32CF43C1033B}" type="datetimeFigureOut">
              <a:rPr kumimoji="1" lang="ja-JP" altLang="en-US" smtClean="0"/>
              <a:t>2026/10/5</a:t>
            </a:fld>
            <a:endParaRPr kumimoji="1" lang="ja-JP" altLang="en-US"/>
          </a:p>
        </p:txBody>
      </p:sp>
      <p:sp>
        <p:nvSpPr>
          <p:cNvPr id="5" name="フッター プレースホルダー 4">
            <a:extLst>
              <a:ext uri="{FF2B5EF4-FFF2-40B4-BE49-F238E27FC236}">
                <a16:creationId xmlns:a16="http://schemas.microsoft.com/office/drawing/2014/main" id="{1F1F088D-B6CA-AB81-63D5-88C9C51C0862}"/>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A6275873-3899-BC03-793A-50ADB2B87FED}"/>
              </a:ext>
            </a:extLst>
          </p:cNvPr>
          <p:cNvSpPr>
            <a:spLocks noGrp="1"/>
          </p:cNvSpPr>
          <p:nvPr>
            <p:ph type="sldNum" sz="quarter" idx="12"/>
          </p:nvPr>
        </p:nvSpPr>
        <p:spPr/>
        <p:txBody>
          <a:bodyPr/>
          <a:lstStyle/>
          <a:p>
            <a:pPr algn="r"/>
            <a:fld id="{F7021451-1387-4CA6-816F-3879F97B5CBC}" type="slidenum">
              <a:rPr lang="en-US" b="0" smtClean="0"/>
              <a:t>‹#›</a:t>
            </a:fld>
            <a:endParaRPr lang="en-US"/>
          </a:p>
        </p:txBody>
      </p:sp>
    </p:spTree>
    <p:extLst>
      <p:ext uri="{BB962C8B-B14F-4D97-AF65-F5344CB8AC3E}">
        <p14:creationId xmlns:p14="http://schemas.microsoft.com/office/powerpoint/2010/main" val="726435926"/>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TITLE">
    <p:spTree>
      <p:nvGrpSpPr>
        <p:cNvPr id="1" name=""/>
        <p:cNvGrpSpPr/>
        <p:nvPr/>
      </p:nvGrpSpPr>
      <p:grpSpPr>
        <a:xfrm>
          <a:off x="0" y="0"/>
          <a:ext cx="0" cy="0"/>
          <a:chOff x="0" y="0"/>
          <a:chExt cx="0" cy="0"/>
        </a:xfrm>
      </p:grpSpPr>
      <p:sp>
        <p:nvSpPr>
          <p:cNvPr id="3" name="Text 1"/>
          <p:cNvSpPr>
            <a:spLocks noGrp="1"/>
          </p:cNvSpPr>
          <p:nvPr>
            <p:ph type="title" idx="101" hasCustomPrompt="1"/>
          </p:nvPr>
        </p:nvSpPr>
        <p:spPr>
          <a:xfrm>
            <a:off x="731520" y="1737360"/>
            <a:ext cx="10698480" cy="1645920"/>
          </a:xfrm>
          <a:prstGeom prst="rect">
            <a:avLst/>
          </a:prstGeom>
          <a:noFill/>
          <a:ln/>
        </p:spPr>
        <p:txBody>
          <a:bodyPr wrap="square" rtlCol="0"/>
          <a:lstStyle>
            <a:lvl1pPr marL="0" indent="0" algn="l">
              <a:buNone/>
              <a:defRPr lang="en-US" sz="3600" b="1" dirty="0">
                <a:solidFill>
                  <a:schemeClr val="bg1"/>
                </a:solidFill>
              </a:defRPr>
            </a:lvl1pPr>
          </a:lstStyle>
          <a:p>
            <a:pPr marL="0" indent="0" algn="l">
              <a:buNone/>
            </a:pPr>
            <a:endParaRPr lang="en-US" sz="3600" dirty="0"/>
          </a:p>
        </p:txBody>
      </p:sp>
      <p:sp>
        <p:nvSpPr>
          <p:cNvPr id="4" name="Text 1"/>
          <p:cNvSpPr>
            <a:spLocks noGrp="1"/>
          </p:cNvSpPr>
          <p:nvPr>
            <p:ph type="body" idx="102" hasCustomPrompt="1"/>
          </p:nvPr>
        </p:nvSpPr>
        <p:spPr>
          <a:xfrm>
            <a:off x="731520" y="3566160"/>
            <a:ext cx="10698480" cy="640080"/>
          </a:xfrm>
          <a:prstGeom prst="rect">
            <a:avLst/>
          </a:prstGeom>
          <a:noFill/>
          <a:ln/>
        </p:spPr>
        <p:txBody>
          <a:bodyPr wrap="square" rtlCol="0"/>
          <a:lstStyle>
            <a:lvl1pPr marL="0" indent="0" algn="l">
              <a:buNone/>
              <a:defRPr lang="en-US" sz="2000" dirty="0">
                <a:solidFill>
                  <a:schemeClr val="accent5"/>
                </a:solidFill>
              </a:defRPr>
            </a:lvl1pPr>
          </a:lstStyle>
          <a:p>
            <a:pPr marL="0" indent="0" algn="l">
              <a:buNone/>
            </a:pPr>
            <a:endParaRPr lang="en-US" sz="2000" dirty="0"/>
          </a:p>
        </p:txBody>
      </p:sp>
    </p:spTree>
    <p:extLst>
      <p:ext uri="{BB962C8B-B14F-4D97-AF65-F5344CB8AC3E}">
        <p14:creationId xmlns:p14="http://schemas.microsoft.com/office/powerpoint/2010/main" val="205224739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CONTENT">
    <p:spTree>
      <p:nvGrpSpPr>
        <p:cNvPr id="1" name=""/>
        <p:cNvGrpSpPr/>
        <p:nvPr/>
      </p:nvGrpSpPr>
      <p:grpSpPr>
        <a:xfrm>
          <a:off x="0" y="0"/>
          <a:ext cx="0" cy="0"/>
          <a:chOff x="0" y="0"/>
          <a:chExt cx="0" cy="0"/>
        </a:xfrm>
      </p:grpSpPr>
      <p:sp>
        <p:nvSpPr>
          <p:cNvPr id="3" name="Text 1"/>
          <p:cNvSpPr>
            <a:spLocks noGrp="1"/>
          </p:cNvSpPr>
          <p:nvPr>
            <p:ph type="title" idx="101" hasCustomPrompt="1"/>
          </p:nvPr>
        </p:nvSpPr>
        <p:spPr>
          <a:xfrm>
            <a:off x="548640" y="274320"/>
            <a:ext cx="11064240" cy="731520"/>
          </a:xfrm>
          <a:prstGeom prst="rect">
            <a:avLst/>
          </a:prstGeom>
          <a:noFill/>
          <a:ln/>
        </p:spPr>
        <p:txBody>
          <a:bodyPr wrap="square" rtlCol="0"/>
          <a:lstStyle>
            <a:lvl1pPr marL="0" indent="0" algn="l">
              <a:buNone/>
              <a:defRPr lang="en-US" sz="3000" b="1" dirty="0">
                <a:solidFill>
                  <a:schemeClr val="tx1"/>
                </a:solidFill>
              </a:defRPr>
            </a:lvl1pPr>
          </a:lstStyle>
          <a:p>
            <a:pPr marL="0" indent="0" algn="l">
              <a:buNone/>
            </a:pPr>
            <a:endParaRPr lang="en-US" sz="3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extLst>
      <p:ext uri="{BB962C8B-B14F-4D97-AF65-F5344CB8AC3E}">
        <p14:creationId xmlns:p14="http://schemas.microsoft.com/office/powerpoint/2010/main" val="186597682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CLOSING">
    <p:spTree>
      <p:nvGrpSpPr>
        <p:cNvPr id="1" name=""/>
        <p:cNvGrpSpPr/>
        <p:nvPr/>
      </p:nvGrpSpPr>
      <p:grpSpPr>
        <a:xfrm>
          <a:off x="0" y="0"/>
          <a:ext cx="0" cy="0"/>
          <a:chOff x="0" y="0"/>
          <a:chExt cx="0" cy="0"/>
        </a:xfrm>
      </p:grpSpPr>
      <p:sp>
        <p:nvSpPr>
          <p:cNvPr id="3" name="Text 1"/>
          <p:cNvSpPr>
            <a:spLocks noGrp="1"/>
          </p:cNvSpPr>
          <p:nvPr>
            <p:ph type="title" idx="101" hasCustomPrompt="1"/>
          </p:nvPr>
        </p:nvSpPr>
        <p:spPr>
          <a:xfrm>
            <a:off x="548640" y="274320"/>
            <a:ext cx="11064240" cy="731520"/>
          </a:xfrm>
          <a:prstGeom prst="rect">
            <a:avLst/>
          </a:prstGeom>
          <a:noFill/>
          <a:ln/>
        </p:spPr>
        <p:txBody>
          <a:bodyPr wrap="square" rtlCol="0"/>
          <a:lstStyle>
            <a:lvl1pPr marL="0" indent="0" algn="l">
              <a:buNone/>
              <a:defRPr lang="en-US" sz="3000" b="1" dirty="0">
                <a:solidFill>
                  <a:schemeClr val="bg1"/>
                </a:solidFill>
              </a:defRPr>
            </a:lvl1pPr>
          </a:lstStyle>
          <a:p>
            <a:pPr marL="0" indent="0" algn="l">
              <a:buNone/>
            </a:pPr>
            <a:endParaRPr lang="en-US" sz="3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extLst>
      <p:ext uri="{BB962C8B-B14F-4D97-AF65-F5344CB8AC3E}">
        <p14:creationId xmlns:p14="http://schemas.microsoft.com/office/powerpoint/2010/main" val="257756801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157BD7FC-2850-0AFE-0FF5-E7877233E9F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4CABAA9-89B7-D1B5-E71D-5F84B9BC107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F45F85AC-1E0A-54BE-4459-86EB80F96ED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1EBB074-A963-024A-9190-32CF43C1033B}" type="datetimeFigureOut">
              <a:rPr kumimoji="1" lang="ja-JP" altLang="en-US" smtClean="0"/>
              <a:t>2026/10/5</a:t>
            </a:fld>
            <a:endParaRPr kumimoji="1" lang="ja-JP" altLang="en-US"/>
          </a:p>
        </p:txBody>
      </p:sp>
      <p:sp>
        <p:nvSpPr>
          <p:cNvPr id="5" name="フッター プレースホルダー 4">
            <a:extLst>
              <a:ext uri="{FF2B5EF4-FFF2-40B4-BE49-F238E27FC236}">
                <a16:creationId xmlns:a16="http://schemas.microsoft.com/office/drawing/2014/main" id="{5CE53CAD-A109-2298-9F36-1253FDD48A0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95D234F-B935-506B-6D06-05D602451BB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pPr algn="r"/>
            <a:fld id="{F7021451-1387-4CA6-816F-3879F97B5CBC}" type="slidenum">
              <a:rPr lang="en-US" b="0" smtClean="0"/>
              <a:t>‹#›</a:t>
            </a:fld>
            <a:endParaRPr lang="en-US"/>
          </a:p>
        </p:txBody>
      </p:sp>
    </p:spTree>
    <p:extLst>
      <p:ext uri="{BB962C8B-B14F-4D97-AF65-F5344CB8AC3E}">
        <p14:creationId xmlns:p14="http://schemas.microsoft.com/office/powerpoint/2010/main" val="3481266189"/>
      </p:ext>
    </p:extLst>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 id="2147483660" r:id="rId7"/>
    <p:sldLayoutId id="2147483661" r:id="rId8"/>
    <p:sldLayoutId id="2147483662" r:id="rId9"/>
    <p:sldLayoutId id="2147483663" r:id="rId10"/>
    <p:sldLayoutId id="2147483664" r:id="rId11"/>
    <p:sldLayoutId id="2147483665" r:id="rId12"/>
    <p:sldLayoutId id="2147483666" r:id="rId13"/>
    <p:sldLayoutId id="2147483667" r:id="rId14"/>
  </p:sldLayoutIdLst>
  <p:hf sldNum="0" hdr="0" ftr="0" dt="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3.xml"/><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4.xml"/><Relationship Id="rId1" Type="http://schemas.openxmlformats.org/officeDocument/2006/relationships/slideLayout" Target="../slideLayouts/slideLayout13.xml"/><Relationship Id="rId4" Type="http://schemas.openxmlformats.org/officeDocument/2006/relationships/chart" Target="../charts/char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16.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1"/>
          <p:cNvSpPr>
            <a:spLocks noGrp="1"/>
          </p:cNvSpPr>
          <p:nvPr>
            <p:ph type="title" idx="101"/>
          </p:nvPr>
        </p:nvSpPr>
        <p:spPr>
          <a:prstGeom prst="rect">
            <a:avLst/>
          </a:prstGeom>
          <a:noFill/>
          <a:ln/>
        </p:spPr>
        <p:txBody>
          <a:bodyPr wrap="square" rtlCol="0" anchor="b">
            <a:normAutofit/>
          </a:bodyPr>
          <a:lstStyle/>
          <a:p>
            <a:pPr marL="0" indent="0" algn="l">
              <a:buNone/>
            </a:pPr>
            <a:r>
              <a:rPr lang="en-US" sz="5400" dirty="0" err="1">
                <a:solidFill>
                  <a:schemeClr val="tx1"/>
                </a:solidFill>
                <a:latin typeface="+mn-ea"/>
                <a:ea typeface="+mn-ea"/>
              </a:rPr>
              <a:t>多クラスに対して適用するLIME</a:t>
            </a:r>
            <a:endParaRPr lang="en-US" sz="5400" dirty="0">
              <a:solidFill>
                <a:schemeClr val="tx1"/>
              </a:solidFill>
              <a:latin typeface="+mn-ea"/>
              <a:ea typeface="+mn-ea"/>
            </a:endParaRPr>
          </a:p>
        </p:txBody>
      </p:sp>
      <p:sp>
        <p:nvSpPr>
          <p:cNvPr id="4" name="Text 1"/>
          <p:cNvSpPr>
            <a:spLocks noGrp="1"/>
          </p:cNvSpPr>
          <p:nvPr>
            <p:ph type="body" idx="102"/>
          </p:nvPr>
        </p:nvSpPr>
        <p:spPr>
          <a:xfrm>
            <a:off x="731520" y="5525589"/>
            <a:ext cx="10698480" cy="640080"/>
          </a:xfrm>
          <a:prstGeom prst="rect">
            <a:avLst/>
          </a:prstGeom>
          <a:noFill/>
          <a:ln/>
        </p:spPr>
        <p:txBody>
          <a:bodyPr wrap="square" rtlCol="0">
            <a:normAutofit fontScale="92500" lnSpcReduction="20000"/>
          </a:bodyPr>
          <a:lstStyle/>
          <a:p>
            <a:pPr marL="0" indent="0" algn="l">
              <a:buNone/>
            </a:pPr>
            <a:r>
              <a:rPr lang="en-US" sz="2000" dirty="0" err="1">
                <a:solidFill>
                  <a:schemeClr val="tx1"/>
                </a:solidFill>
                <a:latin typeface="MS Gothic" panose="020B0609070205080204" pitchFamily="49" charset="-128"/>
                <a:ea typeface="MS Gothic" panose="020B0609070205080204" pitchFamily="49" charset="-128"/>
              </a:rPr>
              <a:t>池亀颯太</a:t>
            </a:r>
            <a:endParaRPr lang="en-US" sz="2000" dirty="0">
              <a:solidFill>
                <a:schemeClr val="tx1"/>
              </a:solidFill>
              <a:latin typeface="MS Gothic" panose="020B0609070205080204" pitchFamily="49" charset="-128"/>
              <a:ea typeface="MS Gothic" panose="020B0609070205080204" pitchFamily="49" charset="-128"/>
            </a:endParaRPr>
          </a:p>
          <a:p>
            <a:pPr marL="0" indent="0" algn="l">
              <a:buNone/>
            </a:pPr>
            <a:r>
              <a:rPr lang="en-US" dirty="0">
                <a:solidFill>
                  <a:schemeClr val="tx1"/>
                </a:solidFill>
                <a:latin typeface="MS Gothic" panose="020B0609070205080204" pitchFamily="49" charset="-128"/>
                <a:ea typeface="MS Gothic" panose="020B0609070205080204" pitchFamily="49" charset="-128"/>
              </a:rPr>
              <a:t>10月5日(</a:t>
            </a:r>
            <a:r>
              <a:rPr lang="en-US" dirty="0" err="1">
                <a:solidFill>
                  <a:schemeClr val="tx1"/>
                </a:solidFill>
                <a:latin typeface="MS Gothic" panose="020B0609070205080204" pitchFamily="49" charset="-128"/>
                <a:ea typeface="MS Gothic" panose="020B0609070205080204" pitchFamily="49" charset="-128"/>
              </a:rPr>
              <a:t>月</a:t>
            </a:r>
            <a:r>
              <a:rPr lang="en-US" dirty="0">
                <a:solidFill>
                  <a:schemeClr val="tx1"/>
                </a:solidFill>
                <a:latin typeface="MS Gothic" panose="020B0609070205080204" pitchFamily="49" charset="-128"/>
                <a:ea typeface="MS Gothic" panose="020B0609070205080204" pitchFamily="49" charset="-128"/>
              </a:rPr>
              <a:t>)</a:t>
            </a:r>
            <a:r>
              <a:rPr lang="en-US" dirty="0" err="1">
                <a:solidFill>
                  <a:schemeClr val="tx1"/>
                </a:solidFill>
                <a:latin typeface="MS Gothic" panose="020B0609070205080204" pitchFamily="49" charset="-128"/>
                <a:ea typeface="MS Gothic" panose="020B0609070205080204" pitchFamily="49" charset="-128"/>
              </a:rPr>
              <a:t>発表</a:t>
            </a:r>
            <a:endParaRPr lang="en-US" sz="2000" dirty="0">
              <a:solidFill>
                <a:schemeClr val="tx1"/>
              </a:solidFill>
              <a:latin typeface="MS Gothic" panose="020B0609070205080204" pitchFamily="49" charset="-128"/>
              <a:ea typeface="MS Gothic" panose="020B0609070205080204" pitchFamily="49" charset="-128"/>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目次</a:t>
            </a:r>
            <a:endParaRPr lang="en-US" sz="3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
        <p:nvSpPr>
          <p:cNvPr id="4" name="Shape 1"/>
          <p:cNvSpPr/>
          <p:nvPr/>
        </p:nvSpPr>
        <p:spPr>
          <a:xfrm>
            <a:off x="548640" y="1216152"/>
            <a:ext cx="11064240" cy="868680"/>
          </a:xfrm>
          <a:prstGeom prst="roundRect">
            <a:avLst>
              <a:gd name="adj" fmla="val 12632"/>
            </a:avLst>
          </a:prstGeom>
          <a:noFill/>
          <a:ln w="28575">
            <a:solidFill>
              <a:schemeClr val="accent2"/>
            </a:solidFill>
            <a:prstDash val="solid"/>
          </a:ln>
        </p:spPr>
        <p:txBody>
          <a:bodyPr/>
          <a:lstStyle/>
          <a:p>
            <a:endParaRPr lang="ja-JP" altLang="en-US"/>
          </a:p>
        </p:txBody>
      </p:sp>
      <p:sp>
        <p:nvSpPr>
          <p:cNvPr id="5" name="Shape 2"/>
          <p:cNvSpPr/>
          <p:nvPr/>
        </p:nvSpPr>
        <p:spPr>
          <a:xfrm>
            <a:off x="822960" y="1371600"/>
            <a:ext cx="548640" cy="548640"/>
          </a:xfrm>
          <a:prstGeom prst="ellipse">
            <a:avLst/>
          </a:prstGeom>
          <a:solidFill>
            <a:schemeClr val="accent1"/>
          </a:solidFill>
          <a:ln w="12700">
            <a:solidFill>
              <a:schemeClr val="accent1"/>
            </a:solidFill>
            <a:prstDash val="solid"/>
          </a:ln>
        </p:spPr>
        <p:txBody>
          <a:bodyPr/>
          <a:lstStyle/>
          <a:p>
            <a:endParaRPr lang="ja-JP" altLang="en-US"/>
          </a:p>
        </p:txBody>
      </p:sp>
      <p:sp>
        <p:nvSpPr>
          <p:cNvPr id="6" name="Text 3"/>
          <p:cNvSpPr txBox="1"/>
          <p:nvPr/>
        </p:nvSpPr>
        <p:spPr>
          <a:xfrm>
            <a:off x="822960" y="137160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1</a:t>
            </a:r>
            <a:endParaRPr lang="en-US" sz="2000" dirty="0"/>
          </a:p>
        </p:txBody>
      </p:sp>
      <p:sp>
        <p:nvSpPr>
          <p:cNvPr id="7" name="Text 4"/>
          <p:cNvSpPr txBox="1"/>
          <p:nvPr/>
        </p:nvSpPr>
        <p:spPr>
          <a:xfrm>
            <a:off x="1645920" y="1325880"/>
            <a:ext cx="3291840" cy="640080"/>
          </a:xfrm>
          <a:prstGeom prst="rect">
            <a:avLst/>
          </a:prstGeom>
          <a:noFill/>
          <a:ln/>
        </p:spPr>
        <p:txBody>
          <a:bodyPr wrap="square" lIns="0" tIns="0" rIns="0" bIns="0" rtlCol="0" anchor="ctr"/>
          <a:lstStyle/>
          <a:p>
            <a:pPr marL="0" indent="0">
              <a:buNone/>
            </a:pPr>
            <a:r>
              <a:rPr lang="en-US" sz="2400" b="1" dirty="0">
                <a:solidFill>
                  <a:schemeClr val="tx1"/>
                </a:solidFill>
              </a:rPr>
              <a:t>導入</a:t>
            </a:r>
            <a:endParaRPr lang="en-US" sz="2400" dirty="0"/>
          </a:p>
        </p:txBody>
      </p:sp>
      <p:sp>
        <p:nvSpPr>
          <p:cNvPr id="8" name="Text 5"/>
          <p:cNvSpPr txBox="1"/>
          <p:nvPr/>
        </p:nvSpPr>
        <p:spPr>
          <a:xfrm>
            <a:off x="4937760" y="1325880"/>
            <a:ext cx="6492240" cy="640080"/>
          </a:xfrm>
          <a:prstGeom prst="rect">
            <a:avLst/>
          </a:prstGeom>
          <a:noFill/>
          <a:ln/>
        </p:spPr>
        <p:txBody>
          <a:bodyPr wrap="square" lIns="0" tIns="0" rIns="0" bIns="0" rtlCol="0" anchor="ctr"/>
          <a:lstStyle/>
          <a:p>
            <a:pPr marL="0" indent="0">
              <a:buNone/>
            </a:pPr>
            <a:r>
              <a:rPr lang="en-US" sz="1600" dirty="0">
                <a:solidFill>
                  <a:schemeClr val="tx2"/>
                </a:solidFill>
              </a:rPr>
              <a:t>今日の問い</a:t>
            </a:r>
            <a:endParaRPr lang="en-US" sz="1600" dirty="0"/>
          </a:p>
        </p:txBody>
      </p:sp>
      <p:sp>
        <p:nvSpPr>
          <p:cNvPr id="9" name="Shape 6"/>
          <p:cNvSpPr/>
          <p:nvPr/>
        </p:nvSpPr>
        <p:spPr>
          <a:xfrm>
            <a:off x="822960" y="233172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10" name="Text 7"/>
          <p:cNvSpPr txBox="1"/>
          <p:nvPr/>
        </p:nvSpPr>
        <p:spPr>
          <a:xfrm>
            <a:off x="822960" y="233172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2</a:t>
            </a:r>
            <a:endParaRPr lang="en-US" sz="2000" dirty="0"/>
          </a:p>
        </p:txBody>
      </p:sp>
      <p:sp>
        <p:nvSpPr>
          <p:cNvPr id="11" name="Text 8"/>
          <p:cNvSpPr txBox="1"/>
          <p:nvPr/>
        </p:nvSpPr>
        <p:spPr>
          <a:xfrm>
            <a:off x="1645920" y="228600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問題と発想</a:t>
            </a:r>
            <a:endParaRPr lang="en-US" sz="2400" dirty="0"/>
          </a:p>
        </p:txBody>
      </p:sp>
      <p:sp>
        <p:nvSpPr>
          <p:cNvPr id="12" name="Text 9"/>
          <p:cNvSpPr txBox="1"/>
          <p:nvPr/>
        </p:nvSpPr>
        <p:spPr>
          <a:xfrm>
            <a:off x="4937760" y="228600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LIMEのおさらい，多クラスLIMEの問題，クラス側をまとめる発想，目標</a:t>
            </a:r>
            <a:endParaRPr lang="en-US" sz="1600" dirty="0"/>
          </a:p>
        </p:txBody>
      </p:sp>
      <p:sp>
        <p:nvSpPr>
          <p:cNvPr id="13" name="Shape 10"/>
          <p:cNvSpPr/>
          <p:nvPr/>
        </p:nvSpPr>
        <p:spPr>
          <a:xfrm>
            <a:off x="822960" y="329184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14" name="Text 11"/>
          <p:cNvSpPr txBox="1"/>
          <p:nvPr/>
        </p:nvSpPr>
        <p:spPr>
          <a:xfrm>
            <a:off x="822960" y="329184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3</a:t>
            </a:r>
            <a:endParaRPr lang="en-US" sz="2000" dirty="0"/>
          </a:p>
        </p:txBody>
      </p:sp>
      <p:sp>
        <p:nvSpPr>
          <p:cNvPr id="15" name="Text 12"/>
          <p:cNvSpPr txBox="1"/>
          <p:nvPr/>
        </p:nvSpPr>
        <p:spPr>
          <a:xfrm>
            <a:off x="1645920" y="324612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手法と仮定</a:t>
            </a:r>
            <a:endParaRPr lang="en-US" sz="2400" dirty="0"/>
          </a:p>
        </p:txBody>
      </p:sp>
      <p:sp>
        <p:nvSpPr>
          <p:cNvPr id="16" name="Text 13"/>
          <p:cNvSpPr txBox="1"/>
          <p:nvPr/>
        </p:nvSpPr>
        <p:spPr>
          <a:xfrm>
            <a:off x="4937760" y="324612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手順，成り立つための仮定</a:t>
            </a:r>
            <a:endParaRPr lang="en-US" sz="1600" dirty="0"/>
          </a:p>
        </p:txBody>
      </p:sp>
      <p:sp>
        <p:nvSpPr>
          <p:cNvPr id="17" name="Shape 14"/>
          <p:cNvSpPr/>
          <p:nvPr/>
        </p:nvSpPr>
        <p:spPr>
          <a:xfrm>
            <a:off x="822960" y="425196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18" name="Text 15"/>
          <p:cNvSpPr txBox="1"/>
          <p:nvPr/>
        </p:nvSpPr>
        <p:spPr>
          <a:xfrm>
            <a:off x="822960" y="425196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4</a:t>
            </a:r>
            <a:endParaRPr lang="en-US" sz="2000" dirty="0"/>
          </a:p>
        </p:txBody>
      </p:sp>
      <p:sp>
        <p:nvSpPr>
          <p:cNvPr id="19" name="Text 16"/>
          <p:cNvSpPr txBox="1"/>
          <p:nvPr/>
        </p:nvSpPr>
        <p:spPr>
          <a:xfrm>
            <a:off x="1645920" y="420624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実験</a:t>
            </a:r>
            <a:endParaRPr lang="en-US" sz="2400" dirty="0"/>
          </a:p>
        </p:txBody>
      </p:sp>
      <p:sp>
        <p:nvSpPr>
          <p:cNvPr id="20" name="Text 17"/>
          <p:cNvSpPr txBox="1"/>
          <p:nvPr/>
        </p:nvSpPr>
        <p:spPr>
          <a:xfrm>
            <a:off x="4937760" y="420624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仮定の確かめ方，実験の設定，結果</a:t>
            </a:r>
            <a:endParaRPr lang="en-US" sz="1600" dirty="0"/>
          </a:p>
        </p:txBody>
      </p:sp>
      <p:sp>
        <p:nvSpPr>
          <p:cNvPr id="21" name="Shape 18"/>
          <p:cNvSpPr/>
          <p:nvPr/>
        </p:nvSpPr>
        <p:spPr>
          <a:xfrm>
            <a:off x="822960" y="521208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22" name="Text 19"/>
          <p:cNvSpPr txBox="1"/>
          <p:nvPr/>
        </p:nvSpPr>
        <p:spPr>
          <a:xfrm>
            <a:off x="822960" y="521208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5</a:t>
            </a:r>
            <a:endParaRPr lang="en-US" sz="2000" dirty="0"/>
          </a:p>
        </p:txBody>
      </p:sp>
      <p:sp>
        <p:nvSpPr>
          <p:cNvPr id="23" name="Text 20"/>
          <p:cNvSpPr txBox="1"/>
          <p:nvPr/>
        </p:nvSpPr>
        <p:spPr>
          <a:xfrm>
            <a:off x="1645920" y="516636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課題と今後</a:t>
            </a:r>
            <a:endParaRPr lang="en-US" sz="2400" dirty="0"/>
          </a:p>
        </p:txBody>
      </p:sp>
      <p:sp>
        <p:nvSpPr>
          <p:cNvPr id="24" name="Text 21"/>
          <p:cNvSpPr txBox="1"/>
          <p:nvPr/>
        </p:nvSpPr>
        <p:spPr>
          <a:xfrm>
            <a:off x="4937760" y="516636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課題，今後の計画</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今日の問い</a:t>
            </a:r>
            <a:endParaRPr lang="en-US" sz="3000" dirty="0"/>
          </a:p>
        </p:txBody>
      </p:sp>
      <p:sp>
        <p:nvSpPr>
          <p:cNvPr id="3"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sp>
        <p:nvSpPr>
          <p:cNvPr id="4" name="Text 1"/>
          <p:cNvSpPr txBox="1"/>
          <p:nvPr/>
        </p:nvSpPr>
        <p:spPr>
          <a:xfrm>
            <a:off x="548640" y="1188720"/>
            <a:ext cx="10972800" cy="365760"/>
          </a:xfrm>
          <a:prstGeom prst="rect">
            <a:avLst/>
          </a:prstGeom>
          <a:noFill/>
          <a:ln/>
        </p:spPr>
        <p:txBody>
          <a:bodyPr wrap="square" lIns="0" tIns="0" rIns="0" bIns="0" rtlCol="0" anchor="t"/>
          <a:lstStyle/>
          <a:p>
            <a:pPr marL="0" indent="0">
              <a:buNone/>
            </a:pPr>
            <a:r>
              <a:rPr lang="en-US" sz="1800" dirty="0">
                <a:solidFill>
                  <a:schemeClr val="tx2"/>
                </a:solidFill>
              </a:rPr>
              <a:t>手書き数字を0〜9に分類するAIが，ある画像に次の確率を出した</a:t>
            </a:r>
            <a:endParaRPr lang="en-US" sz="1800" dirty="0"/>
          </a:p>
        </p:txBody>
      </p:sp>
      <p:sp>
        <p:nvSpPr>
          <p:cNvPr id="5" name="Shape 2"/>
          <p:cNvSpPr/>
          <p:nvPr/>
        </p:nvSpPr>
        <p:spPr>
          <a:xfrm>
            <a:off x="822960" y="1828800"/>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6" name="Shape 3"/>
          <p:cNvSpPr/>
          <p:nvPr/>
        </p:nvSpPr>
        <p:spPr>
          <a:xfrm>
            <a:off x="1207008" y="1828800"/>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7" name="Shape 4"/>
          <p:cNvSpPr/>
          <p:nvPr/>
        </p:nvSpPr>
        <p:spPr>
          <a:xfrm>
            <a:off x="1591056" y="1828800"/>
            <a:ext cx="356616" cy="356616"/>
          </a:xfrm>
          <a:prstGeom prst="rect">
            <a:avLst/>
          </a:prstGeom>
          <a:solidFill>
            <a:schemeClr val="tx1">
              <a:alpha val="12000"/>
            </a:schemeClr>
          </a:solidFill>
          <a:ln w="6350">
            <a:solidFill>
              <a:schemeClr val="bg1"/>
            </a:solidFill>
            <a:prstDash val="solid"/>
          </a:ln>
        </p:spPr>
        <p:txBody>
          <a:bodyPr/>
          <a:lstStyle/>
          <a:p>
            <a:endParaRPr lang="ja-JP" altLang="en-US"/>
          </a:p>
        </p:txBody>
      </p:sp>
      <p:sp>
        <p:nvSpPr>
          <p:cNvPr id="8" name="Shape 5"/>
          <p:cNvSpPr/>
          <p:nvPr/>
        </p:nvSpPr>
        <p:spPr>
          <a:xfrm>
            <a:off x="1975104" y="1828800"/>
            <a:ext cx="356616" cy="356616"/>
          </a:xfrm>
          <a:prstGeom prst="rect">
            <a:avLst/>
          </a:prstGeom>
          <a:solidFill>
            <a:schemeClr val="tx1">
              <a:alpha val="69000"/>
            </a:schemeClr>
          </a:solidFill>
          <a:ln w="6350">
            <a:solidFill>
              <a:schemeClr val="bg1"/>
            </a:solidFill>
            <a:prstDash val="solid"/>
          </a:ln>
        </p:spPr>
        <p:txBody>
          <a:bodyPr/>
          <a:lstStyle/>
          <a:p>
            <a:endParaRPr lang="ja-JP" altLang="en-US"/>
          </a:p>
        </p:txBody>
      </p:sp>
      <p:sp>
        <p:nvSpPr>
          <p:cNvPr id="9" name="Shape 6"/>
          <p:cNvSpPr/>
          <p:nvPr/>
        </p:nvSpPr>
        <p:spPr>
          <a:xfrm>
            <a:off x="2359152" y="1828800"/>
            <a:ext cx="356616" cy="356616"/>
          </a:xfrm>
          <a:prstGeom prst="rect">
            <a:avLst/>
          </a:prstGeom>
          <a:solidFill>
            <a:schemeClr val="tx1">
              <a:alpha val="81000"/>
            </a:schemeClr>
          </a:solidFill>
          <a:ln w="6350">
            <a:solidFill>
              <a:schemeClr val="bg1"/>
            </a:solidFill>
            <a:prstDash val="solid"/>
          </a:ln>
        </p:spPr>
        <p:txBody>
          <a:bodyPr/>
          <a:lstStyle/>
          <a:p>
            <a:endParaRPr lang="ja-JP" altLang="en-US"/>
          </a:p>
        </p:txBody>
      </p:sp>
      <p:sp>
        <p:nvSpPr>
          <p:cNvPr id="10" name="Shape 7"/>
          <p:cNvSpPr/>
          <p:nvPr/>
        </p:nvSpPr>
        <p:spPr>
          <a:xfrm>
            <a:off x="2743200" y="1828800"/>
            <a:ext cx="356616" cy="356616"/>
          </a:xfrm>
          <a:prstGeom prst="rect">
            <a:avLst/>
          </a:prstGeom>
          <a:solidFill>
            <a:schemeClr val="tx1">
              <a:alpha val="25000"/>
            </a:schemeClr>
          </a:solidFill>
          <a:ln w="6350">
            <a:solidFill>
              <a:schemeClr val="bg1"/>
            </a:solidFill>
            <a:prstDash val="solid"/>
          </a:ln>
        </p:spPr>
        <p:txBody>
          <a:bodyPr/>
          <a:lstStyle/>
          <a:p>
            <a:endParaRPr lang="ja-JP" altLang="en-US"/>
          </a:p>
        </p:txBody>
      </p:sp>
      <p:sp>
        <p:nvSpPr>
          <p:cNvPr id="11" name="Shape 8"/>
          <p:cNvSpPr/>
          <p:nvPr/>
        </p:nvSpPr>
        <p:spPr>
          <a:xfrm>
            <a:off x="3127248" y="1828800"/>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12" name="Shape 9"/>
          <p:cNvSpPr/>
          <p:nvPr/>
        </p:nvSpPr>
        <p:spPr>
          <a:xfrm>
            <a:off x="3511296" y="1828800"/>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13" name="Shape 10"/>
          <p:cNvSpPr/>
          <p:nvPr/>
        </p:nvSpPr>
        <p:spPr>
          <a:xfrm>
            <a:off x="822960" y="2212848"/>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14" name="Shape 11"/>
          <p:cNvSpPr/>
          <p:nvPr/>
        </p:nvSpPr>
        <p:spPr>
          <a:xfrm>
            <a:off x="1207008" y="2212848"/>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15" name="Shape 12"/>
          <p:cNvSpPr/>
          <p:nvPr/>
        </p:nvSpPr>
        <p:spPr>
          <a:xfrm>
            <a:off x="1591056" y="2212848"/>
            <a:ext cx="356616" cy="356616"/>
          </a:xfrm>
          <a:prstGeom prst="rect">
            <a:avLst/>
          </a:prstGeom>
          <a:solidFill>
            <a:schemeClr val="tx1">
              <a:alpha val="75000"/>
            </a:schemeClr>
          </a:solidFill>
          <a:ln w="6350">
            <a:solidFill>
              <a:schemeClr val="bg1"/>
            </a:solidFill>
            <a:prstDash val="solid"/>
          </a:ln>
        </p:spPr>
        <p:txBody>
          <a:bodyPr/>
          <a:lstStyle/>
          <a:p>
            <a:endParaRPr lang="ja-JP" altLang="en-US"/>
          </a:p>
        </p:txBody>
      </p:sp>
      <p:sp>
        <p:nvSpPr>
          <p:cNvPr id="16" name="Shape 13"/>
          <p:cNvSpPr/>
          <p:nvPr/>
        </p:nvSpPr>
        <p:spPr>
          <a:xfrm>
            <a:off x="1975104" y="2212848"/>
            <a:ext cx="356616" cy="356616"/>
          </a:xfrm>
          <a:prstGeom prst="rect">
            <a:avLst/>
          </a:prstGeom>
          <a:solidFill>
            <a:schemeClr val="tx1"/>
          </a:solidFill>
          <a:ln w="6350">
            <a:solidFill>
              <a:schemeClr val="bg1"/>
            </a:solidFill>
            <a:prstDash val="solid"/>
          </a:ln>
        </p:spPr>
        <p:txBody>
          <a:bodyPr/>
          <a:lstStyle/>
          <a:p>
            <a:endParaRPr lang="ja-JP" altLang="en-US"/>
          </a:p>
        </p:txBody>
      </p:sp>
      <p:sp>
        <p:nvSpPr>
          <p:cNvPr id="17" name="Shape 14"/>
          <p:cNvSpPr/>
          <p:nvPr/>
        </p:nvSpPr>
        <p:spPr>
          <a:xfrm>
            <a:off x="2359152" y="2212848"/>
            <a:ext cx="356616" cy="356616"/>
          </a:xfrm>
          <a:prstGeom prst="rect">
            <a:avLst/>
          </a:prstGeom>
          <a:solidFill>
            <a:schemeClr val="tx1">
              <a:alpha val="81000"/>
            </a:schemeClr>
          </a:solidFill>
          <a:ln w="6350">
            <a:solidFill>
              <a:schemeClr val="bg1"/>
            </a:solidFill>
            <a:prstDash val="solid"/>
          </a:ln>
        </p:spPr>
        <p:txBody>
          <a:bodyPr/>
          <a:lstStyle/>
          <a:p>
            <a:endParaRPr lang="ja-JP" altLang="en-US"/>
          </a:p>
        </p:txBody>
      </p:sp>
      <p:sp>
        <p:nvSpPr>
          <p:cNvPr id="18" name="Shape 15"/>
          <p:cNvSpPr/>
          <p:nvPr/>
        </p:nvSpPr>
        <p:spPr>
          <a:xfrm>
            <a:off x="2743200" y="2212848"/>
            <a:ext cx="356616" cy="356616"/>
          </a:xfrm>
          <a:prstGeom prst="rect">
            <a:avLst/>
          </a:prstGeom>
          <a:solidFill>
            <a:schemeClr val="tx1">
              <a:alpha val="94000"/>
            </a:schemeClr>
          </a:solidFill>
          <a:ln w="6350">
            <a:solidFill>
              <a:schemeClr val="bg1"/>
            </a:solidFill>
            <a:prstDash val="solid"/>
          </a:ln>
        </p:spPr>
        <p:txBody>
          <a:bodyPr/>
          <a:lstStyle/>
          <a:p>
            <a:endParaRPr lang="ja-JP" altLang="en-US"/>
          </a:p>
        </p:txBody>
      </p:sp>
      <p:sp>
        <p:nvSpPr>
          <p:cNvPr id="19" name="Shape 16"/>
          <p:cNvSpPr/>
          <p:nvPr/>
        </p:nvSpPr>
        <p:spPr>
          <a:xfrm>
            <a:off x="3127248" y="2212848"/>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20" name="Shape 17"/>
          <p:cNvSpPr/>
          <p:nvPr/>
        </p:nvSpPr>
        <p:spPr>
          <a:xfrm>
            <a:off x="3511296" y="2212848"/>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21" name="Shape 18"/>
          <p:cNvSpPr/>
          <p:nvPr/>
        </p:nvSpPr>
        <p:spPr>
          <a:xfrm>
            <a:off x="822960" y="2596896"/>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22" name="Shape 19"/>
          <p:cNvSpPr/>
          <p:nvPr/>
        </p:nvSpPr>
        <p:spPr>
          <a:xfrm>
            <a:off x="1207008" y="2596896"/>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23" name="Shape 20"/>
          <p:cNvSpPr/>
          <p:nvPr/>
        </p:nvSpPr>
        <p:spPr>
          <a:xfrm>
            <a:off x="1591056" y="2596896"/>
            <a:ext cx="356616" cy="356616"/>
          </a:xfrm>
          <a:prstGeom prst="rect">
            <a:avLst/>
          </a:prstGeom>
          <a:solidFill>
            <a:schemeClr val="tx1"/>
          </a:solidFill>
          <a:ln w="6350">
            <a:solidFill>
              <a:schemeClr val="bg1"/>
            </a:solidFill>
            <a:prstDash val="solid"/>
          </a:ln>
        </p:spPr>
        <p:txBody>
          <a:bodyPr/>
          <a:lstStyle/>
          <a:p>
            <a:endParaRPr lang="ja-JP" altLang="en-US"/>
          </a:p>
        </p:txBody>
      </p:sp>
      <p:sp>
        <p:nvSpPr>
          <p:cNvPr id="24" name="Shape 21"/>
          <p:cNvSpPr/>
          <p:nvPr/>
        </p:nvSpPr>
        <p:spPr>
          <a:xfrm>
            <a:off x="1975104" y="2596896"/>
            <a:ext cx="356616" cy="356616"/>
          </a:xfrm>
          <a:prstGeom prst="rect">
            <a:avLst/>
          </a:prstGeom>
          <a:solidFill>
            <a:schemeClr val="tx1">
              <a:alpha val="56000"/>
            </a:schemeClr>
          </a:solidFill>
          <a:ln w="6350">
            <a:solidFill>
              <a:schemeClr val="bg1"/>
            </a:solidFill>
            <a:prstDash val="solid"/>
          </a:ln>
        </p:spPr>
        <p:txBody>
          <a:bodyPr/>
          <a:lstStyle/>
          <a:p>
            <a:endParaRPr lang="ja-JP" altLang="en-US"/>
          </a:p>
        </p:txBody>
      </p:sp>
      <p:sp>
        <p:nvSpPr>
          <p:cNvPr id="25" name="Shape 22"/>
          <p:cNvSpPr/>
          <p:nvPr/>
        </p:nvSpPr>
        <p:spPr>
          <a:xfrm>
            <a:off x="2359152" y="2596896"/>
            <a:ext cx="356616" cy="356616"/>
          </a:xfrm>
          <a:prstGeom prst="rect">
            <a:avLst/>
          </a:prstGeom>
          <a:solidFill>
            <a:schemeClr val="tx1">
              <a:alpha val="6000"/>
            </a:schemeClr>
          </a:solidFill>
          <a:ln w="6350">
            <a:solidFill>
              <a:schemeClr val="bg1"/>
            </a:solidFill>
            <a:prstDash val="solid"/>
          </a:ln>
        </p:spPr>
        <p:txBody>
          <a:bodyPr/>
          <a:lstStyle/>
          <a:p>
            <a:endParaRPr lang="ja-JP" altLang="en-US"/>
          </a:p>
        </p:txBody>
      </p:sp>
      <p:sp>
        <p:nvSpPr>
          <p:cNvPr id="26" name="Shape 23"/>
          <p:cNvSpPr/>
          <p:nvPr/>
        </p:nvSpPr>
        <p:spPr>
          <a:xfrm>
            <a:off x="2743200" y="2596896"/>
            <a:ext cx="356616" cy="356616"/>
          </a:xfrm>
          <a:prstGeom prst="rect">
            <a:avLst/>
          </a:prstGeom>
          <a:solidFill>
            <a:schemeClr val="tx1">
              <a:alpha val="19000"/>
            </a:schemeClr>
          </a:solidFill>
          <a:ln w="6350">
            <a:solidFill>
              <a:schemeClr val="bg1"/>
            </a:solidFill>
            <a:prstDash val="solid"/>
          </a:ln>
        </p:spPr>
        <p:txBody>
          <a:bodyPr/>
          <a:lstStyle/>
          <a:p>
            <a:endParaRPr lang="ja-JP" altLang="en-US"/>
          </a:p>
        </p:txBody>
      </p:sp>
      <p:sp>
        <p:nvSpPr>
          <p:cNvPr id="27" name="Shape 24"/>
          <p:cNvSpPr/>
          <p:nvPr/>
        </p:nvSpPr>
        <p:spPr>
          <a:xfrm>
            <a:off x="3127248" y="2596896"/>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28" name="Shape 25"/>
          <p:cNvSpPr/>
          <p:nvPr/>
        </p:nvSpPr>
        <p:spPr>
          <a:xfrm>
            <a:off x="3511296" y="2596896"/>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29" name="Shape 26"/>
          <p:cNvSpPr/>
          <p:nvPr/>
        </p:nvSpPr>
        <p:spPr>
          <a:xfrm>
            <a:off x="822960" y="2980944"/>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30" name="Shape 27"/>
          <p:cNvSpPr/>
          <p:nvPr/>
        </p:nvSpPr>
        <p:spPr>
          <a:xfrm>
            <a:off x="1207008" y="2980944"/>
            <a:ext cx="356616" cy="356616"/>
          </a:xfrm>
          <a:prstGeom prst="rect">
            <a:avLst/>
          </a:prstGeom>
          <a:solidFill>
            <a:schemeClr val="tx1">
              <a:alpha val="25000"/>
            </a:schemeClr>
          </a:solidFill>
          <a:ln w="6350">
            <a:solidFill>
              <a:schemeClr val="bg1"/>
            </a:solidFill>
            <a:prstDash val="solid"/>
          </a:ln>
        </p:spPr>
        <p:txBody>
          <a:bodyPr/>
          <a:lstStyle/>
          <a:p>
            <a:endParaRPr lang="ja-JP" altLang="en-US"/>
          </a:p>
        </p:txBody>
      </p:sp>
      <p:sp>
        <p:nvSpPr>
          <p:cNvPr id="31" name="Shape 28"/>
          <p:cNvSpPr/>
          <p:nvPr/>
        </p:nvSpPr>
        <p:spPr>
          <a:xfrm>
            <a:off x="1591056" y="2980944"/>
            <a:ext cx="356616" cy="356616"/>
          </a:xfrm>
          <a:prstGeom prst="rect">
            <a:avLst/>
          </a:prstGeom>
          <a:solidFill>
            <a:schemeClr val="tx1"/>
          </a:solidFill>
          <a:ln w="6350">
            <a:solidFill>
              <a:schemeClr val="bg1"/>
            </a:solidFill>
            <a:prstDash val="solid"/>
          </a:ln>
        </p:spPr>
        <p:txBody>
          <a:bodyPr/>
          <a:lstStyle/>
          <a:p>
            <a:endParaRPr lang="ja-JP" altLang="en-US"/>
          </a:p>
        </p:txBody>
      </p:sp>
      <p:sp>
        <p:nvSpPr>
          <p:cNvPr id="32" name="Shape 29"/>
          <p:cNvSpPr/>
          <p:nvPr/>
        </p:nvSpPr>
        <p:spPr>
          <a:xfrm>
            <a:off x="1975104" y="2980944"/>
            <a:ext cx="356616" cy="356616"/>
          </a:xfrm>
          <a:prstGeom prst="rect">
            <a:avLst/>
          </a:prstGeom>
          <a:solidFill>
            <a:schemeClr val="tx1">
              <a:alpha val="37000"/>
            </a:schemeClr>
          </a:solidFill>
          <a:ln w="6350">
            <a:solidFill>
              <a:schemeClr val="bg1"/>
            </a:solidFill>
            <a:prstDash val="solid"/>
          </a:ln>
        </p:spPr>
        <p:txBody>
          <a:bodyPr/>
          <a:lstStyle/>
          <a:p>
            <a:endParaRPr lang="ja-JP" altLang="en-US"/>
          </a:p>
        </p:txBody>
      </p:sp>
      <p:sp>
        <p:nvSpPr>
          <p:cNvPr id="33" name="Shape 30"/>
          <p:cNvSpPr/>
          <p:nvPr/>
        </p:nvSpPr>
        <p:spPr>
          <a:xfrm>
            <a:off x="2359152" y="2980944"/>
            <a:ext cx="356616" cy="356616"/>
          </a:xfrm>
          <a:prstGeom prst="rect">
            <a:avLst/>
          </a:prstGeom>
          <a:solidFill>
            <a:schemeClr val="tx1">
              <a:alpha val="87000"/>
            </a:schemeClr>
          </a:solidFill>
          <a:ln w="6350">
            <a:solidFill>
              <a:schemeClr val="bg1"/>
            </a:solidFill>
            <a:prstDash val="solid"/>
          </a:ln>
        </p:spPr>
        <p:txBody>
          <a:bodyPr/>
          <a:lstStyle/>
          <a:p>
            <a:endParaRPr lang="ja-JP" altLang="en-US"/>
          </a:p>
        </p:txBody>
      </p:sp>
      <p:sp>
        <p:nvSpPr>
          <p:cNvPr id="34" name="Shape 31"/>
          <p:cNvSpPr/>
          <p:nvPr/>
        </p:nvSpPr>
        <p:spPr>
          <a:xfrm>
            <a:off x="2743200" y="2980944"/>
            <a:ext cx="356616" cy="356616"/>
          </a:xfrm>
          <a:prstGeom prst="rect">
            <a:avLst/>
          </a:prstGeom>
          <a:solidFill>
            <a:schemeClr val="tx1">
              <a:alpha val="56000"/>
            </a:schemeClr>
          </a:solidFill>
          <a:ln w="6350">
            <a:solidFill>
              <a:schemeClr val="bg1"/>
            </a:solidFill>
            <a:prstDash val="solid"/>
          </a:ln>
        </p:spPr>
        <p:txBody>
          <a:bodyPr/>
          <a:lstStyle/>
          <a:p>
            <a:endParaRPr lang="ja-JP" altLang="en-US"/>
          </a:p>
        </p:txBody>
      </p:sp>
      <p:sp>
        <p:nvSpPr>
          <p:cNvPr id="35" name="Shape 32"/>
          <p:cNvSpPr/>
          <p:nvPr/>
        </p:nvSpPr>
        <p:spPr>
          <a:xfrm>
            <a:off x="3127248" y="2980944"/>
            <a:ext cx="356616" cy="356616"/>
          </a:xfrm>
          <a:prstGeom prst="rect">
            <a:avLst/>
          </a:prstGeom>
          <a:solidFill>
            <a:schemeClr val="tx1">
              <a:alpha val="6000"/>
            </a:schemeClr>
          </a:solidFill>
          <a:ln w="6350">
            <a:solidFill>
              <a:schemeClr val="bg1"/>
            </a:solidFill>
            <a:prstDash val="solid"/>
          </a:ln>
        </p:spPr>
        <p:txBody>
          <a:bodyPr/>
          <a:lstStyle/>
          <a:p>
            <a:endParaRPr lang="ja-JP" altLang="en-US"/>
          </a:p>
        </p:txBody>
      </p:sp>
      <p:sp>
        <p:nvSpPr>
          <p:cNvPr id="36" name="Shape 33"/>
          <p:cNvSpPr/>
          <p:nvPr/>
        </p:nvSpPr>
        <p:spPr>
          <a:xfrm>
            <a:off x="3511296" y="2980944"/>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37" name="Shape 34"/>
          <p:cNvSpPr/>
          <p:nvPr/>
        </p:nvSpPr>
        <p:spPr>
          <a:xfrm>
            <a:off x="822960" y="3364992"/>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38" name="Shape 35"/>
          <p:cNvSpPr/>
          <p:nvPr/>
        </p:nvSpPr>
        <p:spPr>
          <a:xfrm>
            <a:off x="1207008" y="3364992"/>
            <a:ext cx="356616" cy="356616"/>
          </a:xfrm>
          <a:prstGeom prst="rect">
            <a:avLst/>
          </a:prstGeom>
          <a:solidFill>
            <a:schemeClr val="tx1">
              <a:alpha val="44000"/>
            </a:schemeClr>
          </a:solidFill>
          <a:ln w="6350">
            <a:solidFill>
              <a:schemeClr val="bg1"/>
            </a:solidFill>
            <a:prstDash val="solid"/>
          </a:ln>
        </p:spPr>
        <p:txBody>
          <a:bodyPr/>
          <a:lstStyle/>
          <a:p>
            <a:endParaRPr lang="ja-JP" altLang="en-US"/>
          </a:p>
        </p:txBody>
      </p:sp>
      <p:sp>
        <p:nvSpPr>
          <p:cNvPr id="39" name="Shape 36"/>
          <p:cNvSpPr/>
          <p:nvPr/>
        </p:nvSpPr>
        <p:spPr>
          <a:xfrm>
            <a:off x="1591056" y="3364992"/>
            <a:ext cx="356616" cy="356616"/>
          </a:xfrm>
          <a:prstGeom prst="rect">
            <a:avLst/>
          </a:prstGeom>
          <a:solidFill>
            <a:schemeClr val="tx1"/>
          </a:solidFill>
          <a:ln w="6350">
            <a:solidFill>
              <a:schemeClr val="bg1"/>
            </a:solidFill>
            <a:prstDash val="solid"/>
          </a:ln>
        </p:spPr>
        <p:txBody>
          <a:bodyPr/>
          <a:lstStyle/>
          <a:p>
            <a:endParaRPr lang="ja-JP" altLang="en-US"/>
          </a:p>
        </p:txBody>
      </p:sp>
      <p:sp>
        <p:nvSpPr>
          <p:cNvPr id="40" name="Shape 37"/>
          <p:cNvSpPr/>
          <p:nvPr/>
        </p:nvSpPr>
        <p:spPr>
          <a:xfrm>
            <a:off x="1975104" y="3364992"/>
            <a:ext cx="356616" cy="356616"/>
          </a:xfrm>
          <a:prstGeom prst="rect">
            <a:avLst/>
          </a:prstGeom>
          <a:solidFill>
            <a:schemeClr val="tx1"/>
          </a:solidFill>
          <a:ln w="6350">
            <a:solidFill>
              <a:schemeClr val="bg1"/>
            </a:solidFill>
            <a:prstDash val="solid"/>
          </a:ln>
        </p:spPr>
        <p:txBody>
          <a:bodyPr/>
          <a:lstStyle/>
          <a:p>
            <a:endParaRPr lang="ja-JP" altLang="en-US"/>
          </a:p>
        </p:txBody>
      </p:sp>
      <p:sp>
        <p:nvSpPr>
          <p:cNvPr id="41" name="Shape 38"/>
          <p:cNvSpPr/>
          <p:nvPr/>
        </p:nvSpPr>
        <p:spPr>
          <a:xfrm>
            <a:off x="2359152" y="3364992"/>
            <a:ext cx="356616" cy="356616"/>
          </a:xfrm>
          <a:prstGeom prst="rect">
            <a:avLst/>
          </a:prstGeom>
          <a:solidFill>
            <a:schemeClr val="tx1"/>
          </a:solidFill>
          <a:ln w="6350">
            <a:solidFill>
              <a:schemeClr val="bg1"/>
            </a:solidFill>
            <a:prstDash val="solid"/>
          </a:ln>
        </p:spPr>
        <p:txBody>
          <a:bodyPr/>
          <a:lstStyle/>
          <a:p>
            <a:endParaRPr lang="ja-JP" altLang="en-US"/>
          </a:p>
        </p:txBody>
      </p:sp>
      <p:sp>
        <p:nvSpPr>
          <p:cNvPr id="42" name="Shape 39"/>
          <p:cNvSpPr/>
          <p:nvPr/>
        </p:nvSpPr>
        <p:spPr>
          <a:xfrm>
            <a:off x="2743200" y="3364992"/>
            <a:ext cx="356616" cy="356616"/>
          </a:xfrm>
          <a:prstGeom prst="rect">
            <a:avLst/>
          </a:prstGeom>
          <a:solidFill>
            <a:schemeClr val="tx1"/>
          </a:solidFill>
          <a:ln w="6350">
            <a:solidFill>
              <a:schemeClr val="bg1"/>
            </a:solidFill>
            <a:prstDash val="solid"/>
          </a:ln>
        </p:spPr>
        <p:txBody>
          <a:bodyPr/>
          <a:lstStyle/>
          <a:p>
            <a:endParaRPr lang="ja-JP" altLang="en-US"/>
          </a:p>
        </p:txBody>
      </p:sp>
      <p:sp>
        <p:nvSpPr>
          <p:cNvPr id="43" name="Shape 40"/>
          <p:cNvSpPr/>
          <p:nvPr/>
        </p:nvSpPr>
        <p:spPr>
          <a:xfrm>
            <a:off x="3127248" y="3364992"/>
            <a:ext cx="356616" cy="356616"/>
          </a:xfrm>
          <a:prstGeom prst="rect">
            <a:avLst/>
          </a:prstGeom>
          <a:solidFill>
            <a:schemeClr val="tx1">
              <a:alpha val="37000"/>
            </a:schemeClr>
          </a:solidFill>
          <a:ln w="6350">
            <a:solidFill>
              <a:schemeClr val="bg1"/>
            </a:solidFill>
            <a:prstDash val="solid"/>
          </a:ln>
        </p:spPr>
        <p:txBody>
          <a:bodyPr/>
          <a:lstStyle/>
          <a:p>
            <a:endParaRPr lang="ja-JP" altLang="en-US"/>
          </a:p>
        </p:txBody>
      </p:sp>
      <p:sp>
        <p:nvSpPr>
          <p:cNvPr id="44" name="Shape 41"/>
          <p:cNvSpPr/>
          <p:nvPr/>
        </p:nvSpPr>
        <p:spPr>
          <a:xfrm>
            <a:off x="3511296" y="3364992"/>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45" name="Shape 42"/>
          <p:cNvSpPr/>
          <p:nvPr/>
        </p:nvSpPr>
        <p:spPr>
          <a:xfrm>
            <a:off x="822960" y="3749040"/>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46" name="Shape 43"/>
          <p:cNvSpPr/>
          <p:nvPr/>
        </p:nvSpPr>
        <p:spPr>
          <a:xfrm>
            <a:off x="1207008" y="3749040"/>
            <a:ext cx="356616" cy="356616"/>
          </a:xfrm>
          <a:prstGeom prst="rect">
            <a:avLst/>
          </a:prstGeom>
          <a:solidFill>
            <a:schemeClr val="tx1">
              <a:alpha val="6000"/>
            </a:schemeClr>
          </a:solidFill>
          <a:ln w="6350">
            <a:solidFill>
              <a:schemeClr val="bg1"/>
            </a:solidFill>
            <a:prstDash val="solid"/>
          </a:ln>
        </p:spPr>
        <p:txBody>
          <a:bodyPr/>
          <a:lstStyle/>
          <a:p>
            <a:endParaRPr lang="ja-JP" altLang="en-US"/>
          </a:p>
        </p:txBody>
      </p:sp>
      <p:sp>
        <p:nvSpPr>
          <p:cNvPr id="47" name="Shape 44"/>
          <p:cNvSpPr/>
          <p:nvPr/>
        </p:nvSpPr>
        <p:spPr>
          <a:xfrm>
            <a:off x="1591056" y="3749040"/>
            <a:ext cx="356616" cy="356616"/>
          </a:xfrm>
          <a:prstGeom prst="rect">
            <a:avLst/>
          </a:prstGeom>
          <a:solidFill>
            <a:schemeClr val="tx1"/>
          </a:solidFill>
          <a:ln w="6350">
            <a:solidFill>
              <a:schemeClr val="bg1"/>
            </a:solidFill>
            <a:prstDash val="solid"/>
          </a:ln>
        </p:spPr>
        <p:txBody>
          <a:bodyPr/>
          <a:lstStyle/>
          <a:p>
            <a:endParaRPr lang="ja-JP" altLang="en-US"/>
          </a:p>
        </p:txBody>
      </p:sp>
      <p:sp>
        <p:nvSpPr>
          <p:cNvPr id="48" name="Shape 45"/>
          <p:cNvSpPr/>
          <p:nvPr/>
        </p:nvSpPr>
        <p:spPr>
          <a:xfrm>
            <a:off x="1975104" y="3749040"/>
            <a:ext cx="356616" cy="356616"/>
          </a:xfrm>
          <a:prstGeom prst="rect">
            <a:avLst/>
          </a:prstGeom>
          <a:solidFill>
            <a:schemeClr val="tx1">
              <a:alpha val="87000"/>
            </a:schemeClr>
          </a:solidFill>
          <a:ln w="6350">
            <a:solidFill>
              <a:schemeClr val="bg1"/>
            </a:solidFill>
            <a:prstDash val="solid"/>
          </a:ln>
        </p:spPr>
        <p:txBody>
          <a:bodyPr/>
          <a:lstStyle/>
          <a:p>
            <a:endParaRPr lang="ja-JP" altLang="en-US"/>
          </a:p>
        </p:txBody>
      </p:sp>
      <p:sp>
        <p:nvSpPr>
          <p:cNvPr id="49" name="Shape 46"/>
          <p:cNvSpPr/>
          <p:nvPr/>
        </p:nvSpPr>
        <p:spPr>
          <a:xfrm>
            <a:off x="2359152" y="3749040"/>
            <a:ext cx="356616" cy="356616"/>
          </a:xfrm>
          <a:prstGeom prst="rect">
            <a:avLst/>
          </a:prstGeom>
          <a:solidFill>
            <a:schemeClr val="tx1">
              <a:alpha val="25000"/>
            </a:schemeClr>
          </a:solidFill>
          <a:ln w="6350">
            <a:solidFill>
              <a:schemeClr val="bg1"/>
            </a:solidFill>
            <a:prstDash val="solid"/>
          </a:ln>
        </p:spPr>
        <p:txBody>
          <a:bodyPr/>
          <a:lstStyle/>
          <a:p>
            <a:endParaRPr lang="ja-JP" altLang="en-US"/>
          </a:p>
        </p:txBody>
      </p:sp>
      <p:sp>
        <p:nvSpPr>
          <p:cNvPr id="50" name="Shape 47"/>
          <p:cNvSpPr/>
          <p:nvPr/>
        </p:nvSpPr>
        <p:spPr>
          <a:xfrm>
            <a:off x="2743200" y="3749040"/>
            <a:ext cx="356616" cy="356616"/>
          </a:xfrm>
          <a:prstGeom prst="rect">
            <a:avLst/>
          </a:prstGeom>
          <a:solidFill>
            <a:schemeClr val="tx1"/>
          </a:solidFill>
          <a:ln w="6350">
            <a:solidFill>
              <a:schemeClr val="bg1"/>
            </a:solidFill>
            <a:prstDash val="solid"/>
          </a:ln>
        </p:spPr>
        <p:txBody>
          <a:bodyPr/>
          <a:lstStyle/>
          <a:p>
            <a:endParaRPr lang="ja-JP" altLang="en-US"/>
          </a:p>
        </p:txBody>
      </p:sp>
      <p:sp>
        <p:nvSpPr>
          <p:cNvPr id="51" name="Shape 48"/>
          <p:cNvSpPr/>
          <p:nvPr/>
        </p:nvSpPr>
        <p:spPr>
          <a:xfrm>
            <a:off x="3127248" y="3749040"/>
            <a:ext cx="356616" cy="356616"/>
          </a:xfrm>
          <a:prstGeom prst="rect">
            <a:avLst/>
          </a:prstGeom>
          <a:solidFill>
            <a:schemeClr val="tx1">
              <a:alpha val="50000"/>
            </a:schemeClr>
          </a:solidFill>
          <a:ln w="6350">
            <a:solidFill>
              <a:schemeClr val="bg1"/>
            </a:solidFill>
            <a:prstDash val="solid"/>
          </a:ln>
        </p:spPr>
        <p:txBody>
          <a:bodyPr/>
          <a:lstStyle/>
          <a:p>
            <a:endParaRPr lang="ja-JP" altLang="en-US"/>
          </a:p>
        </p:txBody>
      </p:sp>
      <p:sp>
        <p:nvSpPr>
          <p:cNvPr id="52" name="Shape 49"/>
          <p:cNvSpPr/>
          <p:nvPr/>
        </p:nvSpPr>
        <p:spPr>
          <a:xfrm>
            <a:off x="3511296" y="3749040"/>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53" name="Shape 50"/>
          <p:cNvSpPr/>
          <p:nvPr/>
        </p:nvSpPr>
        <p:spPr>
          <a:xfrm>
            <a:off x="822960" y="4133088"/>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54" name="Shape 51"/>
          <p:cNvSpPr/>
          <p:nvPr/>
        </p:nvSpPr>
        <p:spPr>
          <a:xfrm>
            <a:off x="1207008" y="4133088"/>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55" name="Shape 52"/>
          <p:cNvSpPr/>
          <p:nvPr/>
        </p:nvSpPr>
        <p:spPr>
          <a:xfrm>
            <a:off x="1591056" y="4133088"/>
            <a:ext cx="356616" cy="356616"/>
          </a:xfrm>
          <a:prstGeom prst="rect">
            <a:avLst/>
          </a:prstGeom>
          <a:solidFill>
            <a:schemeClr val="tx1">
              <a:alpha val="75000"/>
            </a:schemeClr>
          </a:solidFill>
          <a:ln w="6350">
            <a:solidFill>
              <a:schemeClr val="bg1"/>
            </a:solidFill>
            <a:prstDash val="solid"/>
          </a:ln>
        </p:spPr>
        <p:txBody>
          <a:bodyPr/>
          <a:lstStyle/>
          <a:p>
            <a:endParaRPr lang="ja-JP" altLang="en-US"/>
          </a:p>
        </p:txBody>
      </p:sp>
      <p:sp>
        <p:nvSpPr>
          <p:cNvPr id="56" name="Shape 53"/>
          <p:cNvSpPr/>
          <p:nvPr/>
        </p:nvSpPr>
        <p:spPr>
          <a:xfrm>
            <a:off x="1975104" y="4133088"/>
            <a:ext cx="356616" cy="356616"/>
          </a:xfrm>
          <a:prstGeom prst="rect">
            <a:avLst/>
          </a:prstGeom>
          <a:solidFill>
            <a:schemeClr val="tx1"/>
          </a:solidFill>
          <a:ln w="6350">
            <a:solidFill>
              <a:schemeClr val="bg1"/>
            </a:solidFill>
            <a:prstDash val="solid"/>
          </a:ln>
        </p:spPr>
        <p:txBody>
          <a:bodyPr/>
          <a:lstStyle/>
          <a:p>
            <a:endParaRPr lang="ja-JP" altLang="en-US"/>
          </a:p>
        </p:txBody>
      </p:sp>
      <p:sp>
        <p:nvSpPr>
          <p:cNvPr id="57" name="Shape 54"/>
          <p:cNvSpPr/>
          <p:nvPr/>
        </p:nvSpPr>
        <p:spPr>
          <a:xfrm>
            <a:off x="2359152" y="4133088"/>
            <a:ext cx="356616" cy="356616"/>
          </a:xfrm>
          <a:prstGeom prst="rect">
            <a:avLst/>
          </a:prstGeom>
          <a:solidFill>
            <a:schemeClr val="tx1">
              <a:alpha val="81000"/>
            </a:schemeClr>
          </a:solidFill>
          <a:ln w="6350">
            <a:solidFill>
              <a:schemeClr val="bg1"/>
            </a:solidFill>
            <a:prstDash val="solid"/>
          </a:ln>
        </p:spPr>
        <p:txBody>
          <a:bodyPr/>
          <a:lstStyle/>
          <a:p>
            <a:endParaRPr lang="ja-JP" altLang="en-US"/>
          </a:p>
        </p:txBody>
      </p:sp>
      <p:sp>
        <p:nvSpPr>
          <p:cNvPr id="58" name="Shape 55"/>
          <p:cNvSpPr/>
          <p:nvPr/>
        </p:nvSpPr>
        <p:spPr>
          <a:xfrm>
            <a:off x="2743200" y="4133088"/>
            <a:ext cx="356616" cy="356616"/>
          </a:xfrm>
          <a:prstGeom prst="rect">
            <a:avLst/>
          </a:prstGeom>
          <a:solidFill>
            <a:schemeClr val="tx1"/>
          </a:solidFill>
          <a:ln w="6350">
            <a:solidFill>
              <a:schemeClr val="bg1"/>
            </a:solidFill>
            <a:prstDash val="solid"/>
          </a:ln>
        </p:spPr>
        <p:txBody>
          <a:bodyPr/>
          <a:lstStyle/>
          <a:p>
            <a:endParaRPr lang="ja-JP" altLang="en-US"/>
          </a:p>
        </p:txBody>
      </p:sp>
      <p:sp>
        <p:nvSpPr>
          <p:cNvPr id="59" name="Shape 56"/>
          <p:cNvSpPr/>
          <p:nvPr/>
        </p:nvSpPr>
        <p:spPr>
          <a:xfrm>
            <a:off x="3127248" y="4133088"/>
            <a:ext cx="356616" cy="356616"/>
          </a:xfrm>
          <a:prstGeom prst="rect">
            <a:avLst/>
          </a:prstGeom>
          <a:solidFill>
            <a:schemeClr val="tx1">
              <a:alpha val="12000"/>
            </a:schemeClr>
          </a:solidFill>
          <a:ln w="6350">
            <a:solidFill>
              <a:schemeClr val="bg1"/>
            </a:solidFill>
            <a:prstDash val="solid"/>
          </a:ln>
        </p:spPr>
        <p:txBody>
          <a:bodyPr/>
          <a:lstStyle/>
          <a:p>
            <a:endParaRPr lang="ja-JP" altLang="en-US"/>
          </a:p>
        </p:txBody>
      </p:sp>
      <p:sp>
        <p:nvSpPr>
          <p:cNvPr id="60" name="Shape 57"/>
          <p:cNvSpPr/>
          <p:nvPr/>
        </p:nvSpPr>
        <p:spPr>
          <a:xfrm>
            <a:off x="3511296" y="4133088"/>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61" name="Shape 58"/>
          <p:cNvSpPr/>
          <p:nvPr/>
        </p:nvSpPr>
        <p:spPr>
          <a:xfrm>
            <a:off x="822960" y="4517136"/>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62" name="Shape 59"/>
          <p:cNvSpPr/>
          <p:nvPr/>
        </p:nvSpPr>
        <p:spPr>
          <a:xfrm>
            <a:off x="1207008" y="4517136"/>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63" name="Shape 60"/>
          <p:cNvSpPr/>
          <p:nvPr/>
        </p:nvSpPr>
        <p:spPr>
          <a:xfrm>
            <a:off x="1591056" y="4517136"/>
            <a:ext cx="356616" cy="356616"/>
          </a:xfrm>
          <a:prstGeom prst="rect">
            <a:avLst/>
          </a:prstGeom>
          <a:solidFill>
            <a:schemeClr val="tx1">
              <a:alpha val="12000"/>
            </a:schemeClr>
          </a:solidFill>
          <a:ln w="6350">
            <a:solidFill>
              <a:schemeClr val="bg1"/>
            </a:solidFill>
            <a:prstDash val="solid"/>
          </a:ln>
        </p:spPr>
        <p:txBody>
          <a:bodyPr/>
          <a:lstStyle/>
          <a:p>
            <a:endParaRPr lang="ja-JP" altLang="en-US"/>
          </a:p>
        </p:txBody>
      </p:sp>
      <p:sp>
        <p:nvSpPr>
          <p:cNvPr id="64" name="Shape 61"/>
          <p:cNvSpPr/>
          <p:nvPr/>
        </p:nvSpPr>
        <p:spPr>
          <a:xfrm>
            <a:off x="1975104" y="4517136"/>
            <a:ext cx="356616" cy="356616"/>
          </a:xfrm>
          <a:prstGeom prst="rect">
            <a:avLst/>
          </a:prstGeom>
          <a:solidFill>
            <a:schemeClr val="tx1">
              <a:alpha val="62000"/>
            </a:schemeClr>
          </a:solidFill>
          <a:ln w="6350">
            <a:solidFill>
              <a:schemeClr val="bg1"/>
            </a:solidFill>
            <a:prstDash val="solid"/>
          </a:ln>
        </p:spPr>
        <p:txBody>
          <a:bodyPr/>
          <a:lstStyle/>
          <a:p>
            <a:endParaRPr lang="ja-JP" altLang="en-US"/>
          </a:p>
        </p:txBody>
      </p:sp>
      <p:sp>
        <p:nvSpPr>
          <p:cNvPr id="65" name="Shape 62"/>
          <p:cNvSpPr/>
          <p:nvPr/>
        </p:nvSpPr>
        <p:spPr>
          <a:xfrm>
            <a:off x="2359152" y="4517136"/>
            <a:ext cx="356616" cy="356616"/>
          </a:xfrm>
          <a:prstGeom prst="rect">
            <a:avLst/>
          </a:prstGeom>
          <a:solidFill>
            <a:schemeClr val="tx1"/>
          </a:solidFill>
          <a:ln w="6350">
            <a:solidFill>
              <a:schemeClr val="bg1"/>
            </a:solidFill>
            <a:prstDash val="solid"/>
          </a:ln>
        </p:spPr>
        <p:txBody>
          <a:bodyPr/>
          <a:lstStyle/>
          <a:p>
            <a:endParaRPr lang="ja-JP" altLang="en-US"/>
          </a:p>
        </p:txBody>
      </p:sp>
      <p:sp>
        <p:nvSpPr>
          <p:cNvPr id="66" name="Shape 63"/>
          <p:cNvSpPr/>
          <p:nvPr/>
        </p:nvSpPr>
        <p:spPr>
          <a:xfrm>
            <a:off x="2743200" y="4517136"/>
            <a:ext cx="356616" cy="356616"/>
          </a:xfrm>
          <a:prstGeom prst="rect">
            <a:avLst/>
          </a:prstGeom>
          <a:solidFill>
            <a:schemeClr val="tx1">
              <a:alpha val="44000"/>
            </a:schemeClr>
          </a:solidFill>
          <a:ln w="6350">
            <a:solidFill>
              <a:schemeClr val="bg1"/>
            </a:solidFill>
            <a:prstDash val="solid"/>
          </a:ln>
        </p:spPr>
        <p:txBody>
          <a:bodyPr/>
          <a:lstStyle/>
          <a:p>
            <a:endParaRPr lang="ja-JP" altLang="en-US"/>
          </a:p>
        </p:txBody>
      </p:sp>
      <p:sp>
        <p:nvSpPr>
          <p:cNvPr id="67" name="Shape 64"/>
          <p:cNvSpPr/>
          <p:nvPr/>
        </p:nvSpPr>
        <p:spPr>
          <a:xfrm>
            <a:off x="3127248" y="4517136"/>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68" name="Shape 65"/>
          <p:cNvSpPr/>
          <p:nvPr/>
        </p:nvSpPr>
        <p:spPr>
          <a:xfrm>
            <a:off x="3511296" y="4517136"/>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69" name="Text 66"/>
          <p:cNvSpPr txBox="1"/>
          <p:nvPr/>
        </p:nvSpPr>
        <p:spPr>
          <a:xfrm>
            <a:off x="822960" y="4983480"/>
            <a:ext cx="3291840" cy="274320"/>
          </a:xfrm>
          <a:prstGeom prst="rect">
            <a:avLst/>
          </a:prstGeom>
          <a:noFill/>
          <a:ln/>
        </p:spPr>
        <p:txBody>
          <a:bodyPr wrap="square" lIns="0" tIns="0" rIns="0" bIns="0" rtlCol="0" anchor="t"/>
          <a:lstStyle/>
          <a:p>
            <a:pPr marL="0" indent="0">
              <a:buNone/>
            </a:pPr>
            <a:r>
              <a:rPr lang="en-US" sz="1200" dirty="0" err="1">
                <a:solidFill>
                  <a:schemeClr val="tx2"/>
                </a:solidFill>
              </a:rPr>
              <a:t>入力画像</a:t>
            </a:r>
            <a:endParaRPr lang="en-US" sz="1200" dirty="0"/>
          </a:p>
        </p:txBody>
      </p:sp>
      <p:graphicFrame>
        <p:nvGraphicFramePr>
          <p:cNvPr id="70" name="Chart 0"/>
          <p:cNvGraphicFramePr/>
          <p:nvPr/>
        </p:nvGraphicFramePr>
        <p:xfrm>
          <a:off x="4572000" y="1691640"/>
          <a:ext cx="7040880" cy="3383280"/>
        </p:xfrm>
        <a:graphic>
          <a:graphicData uri="http://schemas.openxmlformats.org/drawingml/2006/chart">
            <c:chart xmlns:c="http://schemas.openxmlformats.org/drawingml/2006/chart" xmlns:r="http://schemas.openxmlformats.org/officeDocument/2006/relationships" r:id="rId3"/>
          </a:graphicData>
        </a:graphic>
      </p:graphicFrame>
      <p:sp>
        <p:nvSpPr>
          <p:cNvPr id="71" name="Shape 67"/>
          <p:cNvSpPr/>
          <p:nvPr/>
        </p:nvSpPr>
        <p:spPr>
          <a:xfrm>
            <a:off x="2676352" y="5440680"/>
            <a:ext cx="6839296" cy="777240"/>
          </a:xfrm>
          <a:prstGeom prst="roundRect">
            <a:avLst>
              <a:gd name="adj" fmla="val 14118"/>
            </a:avLst>
          </a:prstGeom>
          <a:noFill/>
          <a:ln w="12700">
            <a:solidFill>
              <a:schemeClr val="tx1"/>
            </a:solidFill>
            <a:prstDash val="solid"/>
          </a:ln>
        </p:spPr>
        <p:txBody>
          <a:bodyPr/>
          <a:lstStyle/>
          <a:p>
            <a:endParaRPr lang="ja-JP" altLang="en-US"/>
          </a:p>
        </p:txBody>
      </p:sp>
      <p:sp>
        <p:nvSpPr>
          <p:cNvPr id="72" name="Text 68"/>
          <p:cNvSpPr txBox="1"/>
          <p:nvPr/>
        </p:nvSpPr>
        <p:spPr>
          <a:xfrm>
            <a:off x="2950672" y="5440680"/>
            <a:ext cx="6564976" cy="777240"/>
          </a:xfrm>
          <a:prstGeom prst="rect">
            <a:avLst/>
          </a:prstGeom>
          <a:noFill/>
          <a:ln/>
        </p:spPr>
        <p:txBody>
          <a:bodyPr wrap="square" lIns="0" tIns="0" rIns="0" bIns="0" rtlCol="0" anchor="ctr"/>
          <a:lstStyle/>
          <a:p>
            <a:pPr marL="0" indent="0">
              <a:buNone/>
            </a:pPr>
            <a:r>
              <a:rPr lang="en-US" sz="2600" b="1" dirty="0">
                <a:solidFill>
                  <a:schemeClr val="tx1"/>
                </a:solidFill>
              </a:rPr>
              <a:t>予測は6だけど，なぜ</a:t>
            </a:r>
            <a:r>
              <a:rPr lang="en-US" sz="2600" b="1" dirty="0">
                <a:solidFill>
                  <a:schemeClr val="accent2"/>
                </a:solidFill>
              </a:rPr>
              <a:t>0</a:t>
            </a:r>
            <a:r>
              <a:rPr lang="en-US" sz="2600" b="1" dirty="0">
                <a:solidFill>
                  <a:schemeClr val="tx1"/>
                </a:solidFill>
              </a:rPr>
              <a:t>ではなく</a:t>
            </a:r>
            <a:r>
              <a:rPr lang="en-US" sz="2600" b="1" dirty="0">
                <a:solidFill>
                  <a:schemeClr val="accent1"/>
                </a:solidFill>
              </a:rPr>
              <a:t>6</a:t>
            </a:r>
            <a:r>
              <a:rPr lang="en-US" sz="2600" b="1" dirty="0">
                <a:solidFill>
                  <a:schemeClr val="tx1"/>
                </a:solidFill>
              </a:rPr>
              <a:t>なのか？</a:t>
            </a:r>
            <a:endParaRPr lang="en-US" sz="2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目次</a:t>
            </a:r>
            <a:endParaRPr lang="en-US" sz="3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sp>
        <p:nvSpPr>
          <p:cNvPr id="4" name="Shape 1"/>
          <p:cNvSpPr/>
          <p:nvPr/>
        </p:nvSpPr>
        <p:spPr>
          <a:xfrm>
            <a:off x="822960" y="137160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5" name="Text 2"/>
          <p:cNvSpPr txBox="1"/>
          <p:nvPr/>
        </p:nvSpPr>
        <p:spPr>
          <a:xfrm>
            <a:off x="822960" y="137160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1</a:t>
            </a:r>
            <a:endParaRPr lang="en-US" sz="2000" dirty="0"/>
          </a:p>
        </p:txBody>
      </p:sp>
      <p:sp>
        <p:nvSpPr>
          <p:cNvPr id="6" name="Text 3"/>
          <p:cNvSpPr txBox="1"/>
          <p:nvPr/>
        </p:nvSpPr>
        <p:spPr>
          <a:xfrm>
            <a:off x="1645920" y="132588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導入</a:t>
            </a:r>
            <a:endParaRPr lang="en-US" sz="2400" dirty="0"/>
          </a:p>
        </p:txBody>
      </p:sp>
      <p:sp>
        <p:nvSpPr>
          <p:cNvPr id="7" name="Text 4"/>
          <p:cNvSpPr txBox="1"/>
          <p:nvPr/>
        </p:nvSpPr>
        <p:spPr>
          <a:xfrm>
            <a:off x="4937760" y="132588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今日の問い</a:t>
            </a:r>
            <a:endParaRPr lang="en-US" sz="1600" dirty="0"/>
          </a:p>
        </p:txBody>
      </p:sp>
      <p:sp>
        <p:nvSpPr>
          <p:cNvPr id="8" name="Shape 5"/>
          <p:cNvSpPr/>
          <p:nvPr/>
        </p:nvSpPr>
        <p:spPr>
          <a:xfrm>
            <a:off x="548640" y="2176272"/>
            <a:ext cx="11064240" cy="868680"/>
          </a:xfrm>
          <a:prstGeom prst="roundRect">
            <a:avLst>
              <a:gd name="adj" fmla="val 12632"/>
            </a:avLst>
          </a:prstGeom>
          <a:noFill/>
          <a:ln w="28575">
            <a:solidFill>
              <a:schemeClr val="accent2"/>
            </a:solidFill>
            <a:prstDash val="solid"/>
          </a:ln>
        </p:spPr>
        <p:txBody>
          <a:bodyPr/>
          <a:lstStyle/>
          <a:p>
            <a:endParaRPr lang="ja-JP" altLang="en-US"/>
          </a:p>
        </p:txBody>
      </p:sp>
      <p:sp>
        <p:nvSpPr>
          <p:cNvPr id="9" name="Shape 6"/>
          <p:cNvSpPr/>
          <p:nvPr/>
        </p:nvSpPr>
        <p:spPr>
          <a:xfrm>
            <a:off x="822960" y="2331720"/>
            <a:ext cx="548640" cy="548640"/>
          </a:xfrm>
          <a:prstGeom prst="ellipse">
            <a:avLst/>
          </a:prstGeom>
          <a:solidFill>
            <a:schemeClr val="accent1"/>
          </a:solidFill>
          <a:ln w="12700">
            <a:solidFill>
              <a:schemeClr val="accent1"/>
            </a:solidFill>
            <a:prstDash val="solid"/>
          </a:ln>
        </p:spPr>
        <p:txBody>
          <a:bodyPr/>
          <a:lstStyle/>
          <a:p>
            <a:endParaRPr lang="ja-JP" altLang="en-US"/>
          </a:p>
        </p:txBody>
      </p:sp>
      <p:sp>
        <p:nvSpPr>
          <p:cNvPr id="10" name="Text 7"/>
          <p:cNvSpPr txBox="1"/>
          <p:nvPr/>
        </p:nvSpPr>
        <p:spPr>
          <a:xfrm>
            <a:off x="822960" y="233172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2</a:t>
            </a:r>
            <a:endParaRPr lang="en-US" sz="2000" dirty="0"/>
          </a:p>
        </p:txBody>
      </p:sp>
      <p:sp>
        <p:nvSpPr>
          <p:cNvPr id="11" name="Text 8"/>
          <p:cNvSpPr txBox="1"/>
          <p:nvPr/>
        </p:nvSpPr>
        <p:spPr>
          <a:xfrm>
            <a:off x="1645920" y="2286000"/>
            <a:ext cx="3291840" cy="640080"/>
          </a:xfrm>
          <a:prstGeom prst="rect">
            <a:avLst/>
          </a:prstGeom>
          <a:noFill/>
          <a:ln/>
        </p:spPr>
        <p:txBody>
          <a:bodyPr wrap="square" lIns="0" tIns="0" rIns="0" bIns="0" rtlCol="0" anchor="ctr"/>
          <a:lstStyle/>
          <a:p>
            <a:pPr marL="0" indent="0">
              <a:buNone/>
            </a:pPr>
            <a:r>
              <a:rPr lang="en-US" sz="2400" b="1" dirty="0">
                <a:solidFill>
                  <a:schemeClr val="tx1"/>
                </a:solidFill>
              </a:rPr>
              <a:t>問題と発想</a:t>
            </a:r>
            <a:endParaRPr lang="en-US" sz="2400" dirty="0"/>
          </a:p>
        </p:txBody>
      </p:sp>
      <p:sp>
        <p:nvSpPr>
          <p:cNvPr id="12" name="Text 9"/>
          <p:cNvSpPr txBox="1"/>
          <p:nvPr/>
        </p:nvSpPr>
        <p:spPr>
          <a:xfrm>
            <a:off x="4937760" y="2286000"/>
            <a:ext cx="6492240" cy="640080"/>
          </a:xfrm>
          <a:prstGeom prst="rect">
            <a:avLst/>
          </a:prstGeom>
          <a:noFill/>
          <a:ln/>
        </p:spPr>
        <p:txBody>
          <a:bodyPr wrap="square" lIns="0" tIns="0" rIns="0" bIns="0" rtlCol="0" anchor="ctr"/>
          <a:lstStyle/>
          <a:p>
            <a:pPr marL="0" indent="0">
              <a:buNone/>
            </a:pPr>
            <a:r>
              <a:rPr lang="en-US" sz="1600" dirty="0">
                <a:solidFill>
                  <a:schemeClr val="tx2"/>
                </a:solidFill>
              </a:rPr>
              <a:t>LIMEのおさらい，多クラスLIMEの問題，クラス側をまとめる発想，目標</a:t>
            </a:r>
            <a:endParaRPr lang="en-US" sz="1600" dirty="0"/>
          </a:p>
        </p:txBody>
      </p:sp>
      <p:sp>
        <p:nvSpPr>
          <p:cNvPr id="13" name="Shape 10"/>
          <p:cNvSpPr/>
          <p:nvPr/>
        </p:nvSpPr>
        <p:spPr>
          <a:xfrm>
            <a:off x="822960" y="329184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14" name="Text 11"/>
          <p:cNvSpPr txBox="1"/>
          <p:nvPr/>
        </p:nvSpPr>
        <p:spPr>
          <a:xfrm>
            <a:off x="822960" y="329184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3</a:t>
            </a:r>
            <a:endParaRPr lang="en-US" sz="2000" dirty="0"/>
          </a:p>
        </p:txBody>
      </p:sp>
      <p:sp>
        <p:nvSpPr>
          <p:cNvPr id="15" name="Text 12"/>
          <p:cNvSpPr txBox="1"/>
          <p:nvPr/>
        </p:nvSpPr>
        <p:spPr>
          <a:xfrm>
            <a:off x="1645920" y="324612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手法と仮定</a:t>
            </a:r>
            <a:endParaRPr lang="en-US" sz="2400" dirty="0"/>
          </a:p>
        </p:txBody>
      </p:sp>
      <p:sp>
        <p:nvSpPr>
          <p:cNvPr id="16" name="Text 13"/>
          <p:cNvSpPr txBox="1"/>
          <p:nvPr/>
        </p:nvSpPr>
        <p:spPr>
          <a:xfrm>
            <a:off x="4937760" y="324612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手順，成り立つための仮定</a:t>
            </a:r>
            <a:endParaRPr lang="en-US" sz="1600" dirty="0"/>
          </a:p>
        </p:txBody>
      </p:sp>
      <p:sp>
        <p:nvSpPr>
          <p:cNvPr id="17" name="Shape 14"/>
          <p:cNvSpPr/>
          <p:nvPr/>
        </p:nvSpPr>
        <p:spPr>
          <a:xfrm>
            <a:off x="822960" y="425196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18" name="Text 15"/>
          <p:cNvSpPr txBox="1"/>
          <p:nvPr/>
        </p:nvSpPr>
        <p:spPr>
          <a:xfrm>
            <a:off x="822960" y="425196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4</a:t>
            </a:r>
            <a:endParaRPr lang="en-US" sz="2000" dirty="0"/>
          </a:p>
        </p:txBody>
      </p:sp>
      <p:sp>
        <p:nvSpPr>
          <p:cNvPr id="19" name="Text 16"/>
          <p:cNvSpPr txBox="1"/>
          <p:nvPr/>
        </p:nvSpPr>
        <p:spPr>
          <a:xfrm>
            <a:off x="1645920" y="420624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実験</a:t>
            </a:r>
            <a:endParaRPr lang="en-US" sz="2400" dirty="0"/>
          </a:p>
        </p:txBody>
      </p:sp>
      <p:sp>
        <p:nvSpPr>
          <p:cNvPr id="20" name="Text 17"/>
          <p:cNvSpPr txBox="1"/>
          <p:nvPr/>
        </p:nvSpPr>
        <p:spPr>
          <a:xfrm>
            <a:off x="4937760" y="420624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仮定の確かめ方，実験の設定，結果</a:t>
            </a:r>
            <a:endParaRPr lang="en-US" sz="1600" dirty="0"/>
          </a:p>
        </p:txBody>
      </p:sp>
      <p:sp>
        <p:nvSpPr>
          <p:cNvPr id="21" name="Shape 18"/>
          <p:cNvSpPr/>
          <p:nvPr/>
        </p:nvSpPr>
        <p:spPr>
          <a:xfrm>
            <a:off x="822960" y="521208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22" name="Text 19"/>
          <p:cNvSpPr txBox="1"/>
          <p:nvPr/>
        </p:nvSpPr>
        <p:spPr>
          <a:xfrm>
            <a:off x="822960" y="521208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5</a:t>
            </a:r>
            <a:endParaRPr lang="en-US" sz="2000" dirty="0"/>
          </a:p>
        </p:txBody>
      </p:sp>
      <p:sp>
        <p:nvSpPr>
          <p:cNvPr id="23" name="Text 20"/>
          <p:cNvSpPr txBox="1"/>
          <p:nvPr/>
        </p:nvSpPr>
        <p:spPr>
          <a:xfrm>
            <a:off x="1645920" y="516636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課題と今後</a:t>
            </a:r>
            <a:endParaRPr lang="en-US" sz="2400" dirty="0"/>
          </a:p>
        </p:txBody>
      </p:sp>
      <p:sp>
        <p:nvSpPr>
          <p:cNvPr id="24" name="Text 21"/>
          <p:cNvSpPr txBox="1"/>
          <p:nvPr/>
        </p:nvSpPr>
        <p:spPr>
          <a:xfrm>
            <a:off x="4937760" y="516636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課題，今後の計画</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LIMEのおさらい（1）摂動画像を作る</a:t>
            </a:r>
            <a:endParaRPr lang="en-US" sz="3000" dirty="0"/>
          </a:p>
        </p:txBody>
      </p:sp>
      <p:sp>
        <p:nvSpPr>
          <p:cNvPr id="503"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sp>
        <p:nvSpPr>
          <p:cNvPr id="4" name="Shape 1"/>
          <p:cNvSpPr/>
          <p:nvPr/>
        </p:nvSpPr>
        <p:spPr>
          <a:xfrm>
            <a:off x="548640" y="1522526"/>
            <a:ext cx="411480" cy="411480"/>
          </a:xfrm>
          <a:prstGeom prst="ellipse">
            <a:avLst/>
          </a:prstGeom>
          <a:solidFill>
            <a:schemeClr val="tx1"/>
          </a:solidFill>
          <a:ln w="12700">
            <a:solidFill>
              <a:schemeClr val="tx1"/>
            </a:solidFill>
            <a:prstDash val="solid"/>
          </a:ln>
        </p:spPr>
        <p:txBody>
          <a:bodyPr/>
          <a:lstStyle/>
          <a:p>
            <a:endParaRPr lang="ja-JP" altLang="en-US"/>
          </a:p>
        </p:txBody>
      </p:sp>
      <p:sp>
        <p:nvSpPr>
          <p:cNvPr id="5" name="Text 2"/>
          <p:cNvSpPr txBox="1"/>
          <p:nvPr/>
        </p:nvSpPr>
        <p:spPr>
          <a:xfrm>
            <a:off x="548640" y="1522526"/>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6" name="Text 3"/>
          <p:cNvSpPr txBox="1"/>
          <p:nvPr/>
        </p:nvSpPr>
        <p:spPr>
          <a:xfrm>
            <a:off x="1097280" y="1495094"/>
            <a:ext cx="4023360" cy="411480"/>
          </a:xfrm>
          <a:prstGeom prst="rect">
            <a:avLst/>
          </a:prstGeom>
          <a:noFill/>
          <a:ln/>
        </p:spPr>
        <p:txBody>
          <a:bodyPr wrap="square" lIns="0" tIns="0" rIns="0" bIns="0" rtlCol="0" anchor="t"/>
          <a:lstStyle/>
          <a:p>
            <a:pPr marL="0" indent="0">
              <a:buNone/>
            </a:pPr>
            <a:r>
              <a:rPr lang="en-US" sz="1600" b="1" dirty="0">
                <a:solidFill>
                  <a:schemeClr val="tx1"/>
                </a:solidFill>
              </a:rPr>
              <a:t>画像をスーパーピクセルに分ける</a:t>
            </a:r>
            <a:endParaRPr lang="en-US" sz="1600" dirty="0"/>
          </a:p>
        </p:txBody>
      </p:sp>
      <p:sp>
        <p:nvSpPr>
          <p:cNvPr id="7" name="Text 4"/>
          <p:cNvSpPr txBox="1"/>
          <p:nvPr/>
        </p:nvSpPr>
        <p:spPr>
          <a:xfrm>
            <a:off x="1097280" y="1906574"/>
            <a:ext cx="4023360" cy="365760"/>
          </a:xfrm>
          <a:prstGeom prst="rect">
            <a:avLst/>
          </a:prstGeom>
          <a:noFill/>
          <a:ln/>
        </p:spPr>
        <p:txBody>
          <a:bodyPr wrap="square" lIns="0" tIns="0" rIns="0" bIns="0" rtlCol="0" anchor="t"/>
          <a:lstStyle/>
          <a:p>
            <a:pPr marL="0" indent="0">
              <a:buNone/>
            </a:pPr>
            <a:r>
              <a:rPr lang="en-US" sz="1200" dirty="0" err="1">
                <a:solidFill>
                  <a:schemeClr val="tx2"/>
                </a:solidFill>
              </a:rPr>
              <a:t>スーパーピクセル</a:t>
            </a:r>
            <a:r>
              <a:rPr lang="en-US" sz="1200" dirty="0">
                <a:solidFill>
                  <a:schemeClr val="tx2"/>
                </a:solidFill>
              </a:rPr>
              <a:t> : </a:t>
            </a:r>
            <a:r>
              <a:rPr lang="en-US" sz="1200" dirty="0" err="1">
                <a:solidFill>
                  <a:schemeClr val="tx2"/>
                </a:solidFill>
              </a:rPr>
              <a:t>ピクセルをまとめた小さな領域</a:t>
            </a:r>
            <a:r>
              <a:rPr lang="en-US" sz="1200" dirty="0">
                <a:solidFill>
                  <a:schemeClr val="tx2"/>
                </a:solidFill>
              </a:rPr>
              <a:t> </a:t>
            </a:r>
            <a:endParaRPr lang="en-US" sz="1200" dirty="0"/>
          </a:p>
        </p:txBody>
      </p:sp>
      <p:sp>
        <p:nvSpPr>
          <p:cNvPr id="8" name="Shape 5"/>
          <p:cNvSpPr/>
          <p:nvPr/>
        </p:nvSpPr>
        <p:spPr>
          <a:xfrm>
            <a:off x="548640" y="2436926"/>
            <a:ext cx="411480" cy="411480"/>
          </a:xfrm>
          <a:prstGeom prst="ellipse">
            <a:avLst/>
          </a:prstGeom>
          <a:solidFill>
            <a:schemeClr val="tx1"/>
          </a:solidFill>
          <a:ln w="12700">
            <a:solidFill>
              <a:schemeClr val="tx1"/>
            </a:solidFill>
            <a:prstDash val="solid"/>
          </a:ln>
        </p:spPr>
        <p:txBody>
          <a:bodyPr/>
          <a:lstStyle/>
          <a:p>
            <a:endParaRPr lang="ja-JP" altLang="en-US"/>
          </a:p>
        </p:txBody>
      </p:sp>
      <p:sp>
        <p:nvSpPr>
          <p:cNvPr id="9" name="Text 6"/>
          <p:cNvSpPr txBox="1"/>
          <p:nvPr/>
        </p:nvSpPr>
        <p:spPr>
          <a:xfrm>
            <a:off x="548640" y="2436926"/>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0" name="Text 7"/>
          <p:cNvSpPr txBox="1"/>
          <p:nvPr/>
        </p:nvSpPr>
        <p:spPr>
          <a:xfrm>
            <a:off x="1097280" y="2528537"/>
            <a:ext cx="4023360" cy="411480"/>
          </a:xfrm>
          <a:prstGeom prst="rect">
            <a:avLst/>
          </a:prstGeom>
          <a:noFill/>
          <a:ln/>
        </p:spPr>
        <p:txBody>
          <a:bodyPr wrap="square" lIns="0" tIns="0" rIns="0" bIns="0" rtlCol="0" anchor="t"/>
          <a:lstStyle/>
          <a:p>
            <a:pPr marL="0" indent="0">
              <a:buNone/>
            </a:pPr>
            <a:r>
              <a:rPr lang="en-US" sz="1600" b="1" dirty="0">
                <a:solidFill>
                  <a:schemeClr val="tx1"/>
                </a:solidFill>
              </a:rPr>
              <a:t>領域をランダムに隠した画像を作る</a:t>
            </a:r>
            <a:endParaRPr lang="en-US" sz="1600" dirty="0"/>
          </a:p>
        </p:txBody>
      </p:sp>
      <p:sp>
        <p:nvSpPr>
          <p:cNvPr id="12" name="Shape 9"/>
          <p:cNvSpPr/>
          <p:nvPr/>
        </p:nvSpPr>
        <p:spPr>
          <a:xfrm>
            <a:off x="548640" y="3351326"/>
            <a:ext cx="411480" cy="411480"/>
          </a:xfrm>
          <a:prstGeom prst="ellipse">
            <a:avLst/>
          </a:prstGeom>
          <a:solidFill>
            <a:schemeClr val="tx1"/>
          </a:solidFill>
          <a:ln w="12700">
            <a:solidFill>
              <a:schemeClr val="tx1"/>
            </a:solidFill>
            <a:prstDash val="solid"/>
          </a:ln>
        </p:spPr>
        <p:txBody>
          <a:bodyPr/>
          <a:lstStyle/>
          <a:p>
            <a:endParaRPr lang="ja-JP" altLang="en-US"/>
          </a:p>
        </p:txBody>
      </p:sp>
      <p:sp>
        <p:nvSpPr>
          <p:cNvPr id="13" name="Text 10"/>
          <p:cNvSpPr txBox="1"/>
          <p:nvPr/>
        </p:nvSpPr>
        <p:spPr>
          <a:xfrm>
            <a:off x="548640" y="3351326"/>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4" name="Text 11"/>
          <p:cNvSpPr txBox="1"/>
          <p:nvPr/>
        </p:nvSpPr>
        <p:spPr>
          <a:xfrm>
            <a:off x="1097280" y="3447124"/>
            <a:ext cx="4023360" cy="411480"/>
          </a:xfrm>
          <a:prstGeom prst="rect">
            <a:avLst/>
          </a:prstGeom>
          <a:noFill/>
          <a:ln/>
        </p:spPr>
        <p:txBody>
          <a:bodyPr wrap="square" lIns="0" tIns="0" rIns="0" bIns="0" rtlCol="0" anchor="t"/>
          <a:lstStyle/>
          <a:p>
            <a:pPr marL="0" indent="0">
              <a:buNone/>
            </a:pPr>
            <a:r>
              <a:rPr lang="en-US" sz="1600" b="1" dirty="0">
                <a:solidFill>
                  <a:schemeClr val="tx1"/>
                </a:solidFill>
              </a:rPr>
              <a:t>AIに入れて6の確率を記録する</a:t>
            </a:r>
            <a:endParaRPr lang="en-US" sz="1600" dirty="0"/>
          </a:p>
        </p:txBody>
      </p:sp>
      <p:sp>
        <p:nvSpPr>
          <p:cNvPr id="16" name="Shape 13"/>
          <p:cNvSpPr/>
          <p:nvPr/>
        </p:nvSpPr>
        <p:spPr>
          <a:xfrm>
            <a:off x="1280160" y="4069080"/>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17" name="Shape 14"/>
          <p:cNvSpPr/>
          <p:nvPr/>
        </p:nvSpPr>
        <p:spPr>
          <a:xfrm>
            <a:off x="1527048" y="4069080"/>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18" name="Shape 15"/>
          <p:cNvSpPr/>
          <p:nvPr/>
        </p:nvSpPr>
        <p:spPr>
          <a:xfrm>
            <a:off x="1773936" y="4069080"/>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19" name="Shape 16"/>
          <p:cNvSpPr/>
          <p:nvPr/>
        </p:nvSpPr>
        <p:spPr>
          <a:xfrm>
            <a:off x="1818376" y="4113520"/>
            <a:ext cx="158008" cy="158008"/>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20" name="Shape 17"/>
          <p:cNvSpPr/>
          <p:nvPr/>
        </p:nvSpPr>
        <p:spPr>
          <a:xfrm>
            <a:off x="2020824" y="4069080"/>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21" name="Shape 18"/>
          <p:cNvSpPr/>
          <p:nvPr/>
        </p:nvSpPr>
        <p:spPr>
          <a:xfrm>
            <a:off x="2065264" y="4113520"/>
            <a:ext cx="158008" cy="158008"/>
          </a:xfrm>
          <a:prstGeom prst="rect">
            <a:avLst/>
          </a:prstGeom>
          <a:solidFill>
            <a:schemeClr val="tx1">
              <a:alpha val="69000"/>
            </a:schemeClr>
          </a:solidFill>
          <a:ln w="12700">
            <a:solidFill>
              <a:schemeClr val="tx1">
                <a:alpha val="0"/>
              </a:schemeClr>
            </a:solidFill>
            <a:prstDash val="solid"/>
          </a:ln>
        </p:spPr>
        <p:txBody>
          <a:bodyPr/>
          <a:lstStyle/>
          <a:p>
            <a:endParaRPr lang="ja-JP" altLang="en-US"/>
          </a:p>
        </p:txBody>
      </p:sp>
      <p:sp>
        <p:nvSpPr>
          <p:cNvPr id="22" name="Shape 19"/>
          <p:cNvSpPr/>
          <p:nvPr/>
        </p:nvSpPr>
        <p:spPr>
          <a:xfrm>
            <a:off x="2267712" y="4069080"/>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23" name="Shape 20"/>
          <p:cNvSpPr/>
          <p:nvPr/>
        </p:nvSpPr>
        <p:spPr>
          <a:xfrm>
            <a:off x="2312152" y="4113520"/>
            <a:ext cx="158008" cy="158008"/>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24" name="Shape 21"/>
          <p:cNvSpPr/>
          <p:nvPr/>
        </p:nvSpPr>
        <p:spPr>
          <a:xfrm>
            <a:off x="2514600" y="4069080"/>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25" name="Shape 22"/>
          <p:cNvSpPr/>
          <p:nvPr/>
        </p:nvSpPr>
        <p:spPr>
          <a:xfrm>
            <a:off x="2559040" y="4113520"/>
            <a:ext cx="158008" cy="158008"/>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26" name="Shape 23"/>
          <p:cNvSpPr/>
          <p:nvPr/>
        </p:nvSpPr>
        <p:spPr>
          <a:xfrm>
            <a:off x="2761488" y="4069080"/>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27" name="Shape 24"/>
          <p:cNvSpPr/>
          <p:nvPr/>
        </p:nvSpPr>
        <p:spPr>
          <a:xfrm>
            <a:off x="3008376" y="4069080"/>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28" name="Shape 25"/>
          <p:cNvSpPr/>
          <p:nvPr/>
        </p:nvSpPr>
        <p:spPr>
          <a:xfrm>
            <a:off x="1280160" y="4315968"/>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29" name="Shape 26"/>
          <p:cNvSpPr/>
          <p:nvPr/>
        </p:nvSpPr>
        <p:spPr>
          <a:xfrm>
            <a:off x="1527048" y="4315968"/>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30" name="Shape 27"/>
          <p:cNvSpPr/>
          <p:nvPr/>
        </p:nvSpPr>
        <p:spPr>
          <a:xfrm>
            <a:off x="1773936" y="4315968"/>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31" name="Shape 28"/>
          <p:cNvSpPr/>
          <p:nvPr/>
        </p:nvSpPr>
        <p:spPr>
          <a:xfrm>
            <a:off x="1818376" y="4360408"/>
            <a:ext cx="158008" cy="158008"/>
          </a:xfrm>
          <a:prstGeom prst="rect">
            <a:avLst/>
          </a:prstGeom>
          <a:solidFill>
            <a:schemeClr val="tx1">
              <a:alpha val="75000"/>
            </a:schemeClr>
          </a:solidFill>
          <a:ln w="12700">
            <a:solidFill>
              <a:schemeClr val="tx1">
                <a:alpha val="0"/>
              </a:schemeClr>
            </a:solidFill>
            <a:prstDash val="solid"/>
          </a:ln>
        </p:spPr>
        <p:txBody>
          <a:bodyPr/>
          <a:lstStyle/>
          <a:p>
            <a:endParaRPr lang="ja-JP" altLang="en-US"/>
          </a:p>
        </p:txBody>
      </p:sp>
      <p:sp>
        <p:nvSpPr>
          <p:cNvPr id="32" name="Shape 29"/>
          <p:cNvSpPr/>
          <p:nvPr/>
        </p:nvSpPr>
        <p:spPr>
          <a:xfrm>
            <a:off x="2020824" y="4315968"/>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33" name="Shape 30"/>
          <p:cNvSpPr/>
          <p:nvPr/>
        </p:nvSpPr>
        <p:spPr>
          <a:xfrm>
            <a:off x="2065264" y="4360408"/>
            <a:ext cx="158008" cy="158008"/>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34" name="Shape 31"/>
          <p:cNvSpPr/>
          <p:nvPr/>
        </p:nvSpPr>
        <p:spPr>
          <a:xfrm>
            <a:off x="2267712" y="4315968"/>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35" name="Shape 32"/>
          <p:cNvSpPr/>
          <p:nvPr/>
        </p:nvSpPr>
        <p:spPr>
          <a:xfrm>
            <a:off x="2312152" y="4360408"/>
            <a:ext cx="158008" cy="158008"/>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36" name="Shape 33"/>
          <p:cNvSpPr/>
          <p:nvPr/>
        </p:nvSpPr>
        <p:spPr>
          <a:xfrm>
            <a:off x="2514600" y="4315968"/>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37" name="Shape 34"/>
          <p:cNvSpPr/>
          <p:nvPr/>
        </p:nvSpPr>
        <p:spPr>
          <a:xfrm>
            <a:off x="2559040" y="4360408"/>
            <a:ext cx="158008" cy="158008"/>
          </a:xfrm>
          <a:prstGeom prst="rect">
            <a:avLst/>
          </a:prstGeom>
          <a:solidFill>
            <a:schemeClr val="tx1">
              <a:alpha val="94000"/>
            </a:schemeClr>
          </a:solidFill>
          <a:ln w="12700">
            <a:solidFill>
              <a:schemeClr val="tx1">
                <a:alpha val="0"/>
              </a:schemeClr>
            </a:solidFill>
            <a:prstDash val="solid"/>
          </a:ln>
        </p:spPr>
        <p:txBody>
          <a:bodyPr/>
          <a:lstStyle/>
          <a:p>
            <a:endParaRPr lang="ja-JP" altLang="en-US"/>
          </a:p>
        </p:txBody>
      </p:sp>
      <p:sp>
        <p:nvSpPr>
          <p:cNvPr id="38" name="Shape 35"/>
          <p:cNvSpPr/>
          <p:nvPr/>
        </p:nvSpPr>
        <p:spPr>
          <a:xfrm>
            <a:off x="2761488" y="4315968"/>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39" name="Shape 36"/>
          <p:cNvSpPr/>
          <p:nvPr/>
        </p:nvSpPr>
        <p:spPr>
          <a:xfrm>
            <a:off x="3008376" y="4315968"/>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40" name="Shape 37"/>
          <p:cNvSpPr/>
          <p:nvPr/>
        </p:nvSpPr>
        <p:spPr>
          <a:xfrm>
            <a:off x="1280160" y="4562856"/>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41" name="Shape 38"/>
          <p:cNvSpPr/>
          <p:nvPr/>
        </p:nvSpPr>
        <p:spPr>
          <a:xfrm>
            <a:off x="1527048" y="4562856"/>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42" name="Shape 39"/>
          <p:cNvSpPr/>
          <p:nvPr/>
        </p:nvSpPr>
        <p:spPr>
          <a:xfrm>
            <a:off x="1773936" y="4562856"/>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43" name="Shape 40"/>
          <p:cNvSpPr/>
          <p:nvPr/>
        </p:nvSpPr>
        <p:spPr>
          <a:xfrm>
            <a:off x="1818376" y="4607296"/>
            <a:ext cx="158008" cy="158008"/>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44" name="Shape 41"/>
          <p:cNvSpPr/>
          <p:nvPr/>
        </p:nvSpPr>
        <p:spPr>
          <a:xfrm>
            <a:off x="2020824" y="4562856"/>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45" name="Shape 42"/>
          <p:cNvSpPr/>
          <p:nvPr/>
        </p:nvSpPr>
        <p:spPr>
          <a:xfrm>
            <a:off x="2065264" y="4607296"/>
            <a:ext cx="158008" cy="158008"/>
          </a:xfrm>
          <a:prstGeom prst="rect">
            <a:avLst/>
          </a:prstGeom>
          <a:solidFill>
            <a:schemeClr val="tx1">
              <a:alpha val="56000"/>
            </a:schemeClr>
          </a:solidFill>
          <a:ln w="12700">
            <a:solidFill>
              <a:schemeClr val="tx1">
                <a:alpha val="0"/>
              </a:schemeClr>
            </a:solidFill>
            <a:prstDash val="solid"/>
          </a:ln>
        </p:spPr>
        <p:txBody>
          <a:bodyPr/>
          <a:lstStyle/>
          <a:p>
            <a:endParaRPr lang="ja-JP" altLang="en-US"/>
          </a:p>
        </p:txBody>
      </p:sp>
      <p:sp>
        <p:nvSpPr>
          <p:cNvPr id="46" name="Shape 43"/>
          <p:cNvSpPr/>
          <p:nvPr/>
        </p:nvSpPr>
        <p:spPr>
          <a:xfrm>
            <a:off x="2267712" y="4562856"/>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47" name="Shape 44"/>
          <p:cNvSpPr/>
          <p:nvPr/>
        </p:nvSpPr>
        <p:spPr>
          <a:xfrm>
            <a:off x="2312152" y="4607296"/>
            <a:ext cx="158008" cy="158008"/>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48" name="Shape 45"/>
          <p:cNvSpPr/>
          <p:nvPr/>
        </p:nvSpPr>
        <p:spPr>
          <a:xfrm>
            <a:off x="2514600" y="4562856"/>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49" name="Shape 46"/>
          <p:cNvSpPr/>
          <p:nvPr/>
        </p:nvSpPr>
        <p:spPr>
          <a:xfrm>
            <a:off x="2559040" y="4607296"/>
            <a:ext cx="158008" cy="158008"/>
          </a:xfrm>
          <a:prstGeom prst="rect">
            <a:avLst/>
          </a:prstGeom>
          <a:solidFill>
            <a:schemeClr val="tx1">
              <a:alpha val="19000"/>
            </a:schemeClr>
          </a:solidFill>
          <a:ln w="12700">
            <a:solidFill>
              <a:schemeClr val="tx1">
                <a:alpha val="0"/>
              </a:schemeClr>
            </a:solidFill>
            <a:prstDash val="solid"/>
          </a:ln>
        </p:spPr>
        <p:txBody>
          <a:bodyPr/>
          <a:lstStyle/>
          <a:p>
            <a:endParaRPr lang="ja-JP" altLang="en-US"/>
          </a:p>
        </p:txBody>
      </p:sp>
      <p:sp>
        <p:nvSpPr>
          <p:cNvPr id="50" name="Shape 47"/>
          <p:cNvSpPr/>
          <p:nvPr/>
        </p:nvSpPr>
        <p:spPr>
          <a:xfrm>
            <a:off x="2761488" y="4562856"/>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51" name="Shape 48"/>
          <p:cNvSpPr/>
          <p:nvPr/>
        </p:nvSpPr>
        <p:spPr>
          <a:xfrm>
            <a:off x="3008376" y="4562856"/>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52" name="Shape 49"/>
          <p:cNvSpPr/>
          <p:nvPr/>
        </p:nvSpPr>
        <p:spPr>
          <a:xfrm>
            <a:off x="1280160" y="4809744"/>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53" name="Shape 50"/>
          <p:cNvSpPr/>
          <p:nvPr/>
        </p:nvSpPr>
        <p:spPr>
          <a:xfrm>
            <a:off x="1527048" y="4809744"/>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54" name="Shape 51"/>
          <p:cNvSpPr/>
          <p:nvPr/>
        </p:nvSpPr>
        <p:spPr>
          <a:xfrm>
            <a:off x="1571488" y="4854184"/>
            <a:ext cx="158008" cy="158008"/>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55" name="Shape 52"/>
          <p:cNvSpPr/>
          <p:nvPr/>
        </p:nvSpPr>
        <p:spPr>
          <a:xfrm>
            <a:off x="1773936" y="4809744"/>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56" name="Shape 53"/>
          <p:cNvSpPr/>
          <p:nvPr/>
        </p:nvSpPr>
        <p:spPr>
          <a:xfrm>
            <a:off x="1818376" y="4854184"/>
            <a:ext cx="158008" cy="158008"/>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57" name="Shape 54"/>
          <p:cNvSpPr/>
          <p:nvPr/>
        </p:nvSpPr>
        <p:spPr>
          <a:xfrm>
            <a:off x="2020824" y="4809744"/>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58" name="Shape 55"/>
          <p:cNvSpPr/>
          <p:nvPr/>
        </p:nvSpPr>
        <p:spPr>
          <a:xfrm>
            <a:off x="2065264" y="4854184"/>
            <a:ext cx="158008" cy="158008"/>
          </a:xfrm>
          <a:prstGeom prst="rect">
            <a:avLst/>
          </a:prstGeom>
          <a:solidFill>
            <a:schemeClr val="tx1">
              <a:alpha val="37000"/>
            </a:schemeClr>
          </a:solidFill>
          <a:ln w="12700">
            <a:solidFill>
              <a:schemeClr val="tx1">
                <a:alpha val="0"/>
              </a:schemeClr>
            </a:solidFill>
            <a:prstDash val="solid"/>
          </a:ln>
        </p:spPr>
        <p:txBody>
          <a:bodyPr/>
          <a:lstStyle/>
          <a:p>
            <a:endParaRPr lang="ja-JP" altLang="en-US"/>
          </a:p>
        </p:txBody>
      </p:sp>
      <p:sp>
        <p:nvSpPr>
          <p:cNvPr id="59" name="Shape 56"/>
          <p:cNvSpPr/>
          <p:nvPr/>
        </p:nvSpPr>
        <p:spPr>
          <a:xfrm>
            <a:off x="2267712" y="4809744"/>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60" name="Shape 57"/>
          <p:cNvSpPr/>
          <p:nvPr/>
        </p:nvSpPr>
        <p:spPr>
          <a:xfrm>
            <a:off x="2312152" y="4854184"/>
            <a:ext cx="158008" cy="158008"/>
          </a:xfrm>
          <a:prstGeom prst="rect">
            <a:avLst/>
          </a:prstGeom>
          <a:solidFill>
            <a:schemeClr val="tx1">
              <a:alpha val="87000"/>
            </a:schemeClr>
          </a:solidFill>
          <a:ln w="12700">
            <a:solidFill>
              <a:schemeClr val="tx1">
                <a:alpha val="0"/>
              </a:schemeClr>
            </a:solidFill>
            <a:prstDash val="solid"/>
          </a:ln>
        </p:spPr>
        <p:txBody>
          <a:bodyPr/>
          <a:lstStyle/>
          <a:p>
            <a:endParaRPr lang="ja-JP" altLang="en-US"/>
          </a:p>
        </p:txBody>
      </p:sp>
      <p:sp>
        <p:nvSpPr>
          <p:cNvPr id="61" name="Shape 58"/>
          <p:cNvSpPr/>
          <p:nvPr/>
        </p:nvSpPr>
        <p:spPr>
          <a:xfrm>
            <a:off x="2514600" y="4809744"/>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62" name="Shape 59"/>
          <p:cNvSpPr/>
          <p:nvPr/>
        </p:nvSpPr>
        <p:spPr>
          <a:xfrm>
            <a:off x="2559040" y="4854184"/>
            <a:ext cx="158008" cy="158008"/>
          </a:xfrm>
          <a:prstGeom prst="rect">
            <a:avLst/>
          </a:prstGeom>
          <a:solidFill>
            <a:schemeClr val="tx1">
              <a:alpha val="56000"/>
            </a:schemeClr>
          </a:solidFill>
          <a:ln w="12700">
            <a:solidFill>
              <a:schemeClr val="tx1">
                <a:alpha val="0"/>
              </a:schemeClr>
            </a:solidFill>
            <a:prstDash val="solid"/>
          </a:ln>
        </p:spPr>
        <p:txBody>
          <a:bodyPr/>
          <a:lstStyle/>
          <a:p>
            <a:endParaRPr lang="ja-JP" altLang="en-US"/>
          </a:p>
        </p:txBody>
      </p:sp>
      <p:sp>
        <p:nvSpPr>
          <p:cNvPr id="63" name="Shape 60"/>
          <p:cNvSpPr/>
          <p:nvPr/>
        </p:nvSpPr>
        <p:spPr>
          <a:xfrm>
            <a:off x="2761488" y="4809744"/>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64" name="Shape 61"/>
          <p:cNvSpPr/>
          <p:nvPr/>
        </p:nvSpPr>
        <p:spPr>
          <a:xfrm>
            <a:off x="2805928" y="4854184"/>
            <a:ext cx="158008" cy="158008"/>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65" name="Shape 62"/>
          <p:cNvSpPr/>
          <p:nvPr/>
        </p:nvSpPr>
        <p:spPr>
          <a:xfrm>
            <a:off x="3008376" y="4809744"/>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66" name="Shape 63"/>
          <p:cNvSpPr/>
          <p:nvPr/>
        </p:nvSpPr>
        <p:spPr>
          <a:xfrm>
            <a:off x="1280160" y="5056632"/>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67" name="Shape 64"/>
          <p:cNvSpPr/>
          <p:nvPr/>
        </p:nvSpPr>
        <p:spPr>
          <a:xfrm>
            <a:off x="1527048" y="5056632"/>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68" name="Shape 65"/>
          <p:cNvSpPr/>
          <p:nvPr/>
        </p:nvSpPr>
        <p:spPr>
          <a:xfrm>
            <a:off x="1571488" y="5101072"/>
            <a:ext cx="158008" cy="158008"/>
          </a:xfrm>
          <a:prstGeom prst="rect">
            <a:avLst/>
          </a:prstGeom>
          <a:solidFill>
            <a:schemeClr val="tx1">
              <a:alpha val="44000"/>
            </a:schemeClr>
          </a:solidFill>
          <a:ln w="12700">
            <a:solidFill>
              <a:schemeClr val="tx1">
                <a:alpha val="0"/>
              </a:schemeClr>
            </a:solidFill>
            <a:prstDash val="solid"/>
          </a:ln>
        </p:spPr>
        <p:txBody>
          <a:bodyPr/>
          <a:lstStyle/>
          <a:p>
            <a:endParaRPr lang="ja-JP" altLang="en-US"/>
          </a:p>
        </p:txBody>
      </p:sp>
      <p:sp>
        <p:nvSpPr>
          <p:cNvPr id="69" name="Shape 66"/>
          <p:cNvSpPr/>
          <p:nvPr/>
        </p:nvSpPr>
        <p:spPr>
          <a:xfrm>
            <a:off x="1773936" y="5056632"/>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70" name="Shape 67"/>
          <p:cNvSpPr/>
          <p:nvPr/>
        </p:nvSpPr>
        <p:spPr>
          <a:xfrm>
            <a:off x="1818376" y="5101072"/>
            <a:ext cx="158008" cy="158008"/>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71" name="Shape 68"/>
          <p:cNvSpPr/>
          <p:nvPr/>
        </p:nvSpPr>
        <p:spPr>
          <a:xfrm>
            <a:off x="2020824" y="5056632"/>
            <a:ext cx="246888" cy="246888"/>
          </a:xfrm>
          <a:prstGeom prst="rect">
            <a:avLst/>
          </a:prstGeom>
          <a:solidFill>
            <a:schemeClr val="accent3">
              <a:alpha val="22000"/>
            </a:schemeClr>
          </a:solidFill>
          <a:ln w="3175">
            <a:solidFill>
              <a:schemeClr val="bg1"/>
            </a:solidFill>
            <a:prstDash val="solid"/>
          </a:ln>
        </p:spPr>
        <p:txBody>
          <a:bodyPr/>
          <a:lstStyle/>
          <a:p>
            <a:endParaRPr lang="ja-JP" altLang="en-US"/>
          </a:p>
        </p:txBody>
      </p:sp>
      <p:sp>
        <p:nvSpPr>
          <p:cNvPr id="72" name="Shape 69"/>
          <p:cNvSpPr/>
          <p:nvPr/>
        </p:nvSpPr>
        <p:spPr>
          <a:xfrm>
            <a:off x="2065264" y="5101072"/>
            <a:ext cx="158008" cy="158008"/>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73" name="Shape 70"/>
          <p:cNvSpPr/>
          <p:nvPr/>
        </p:nvSpPr>
        <p:spPr>
          <a:xfrm>
            <a:off x="2267712" y="5056632"/>
            <a:ext cx="246888" cy="246888"/>
          </a:xfrm>
          <a:prstGeom prst="rect">
            <a:avLst/>
          </a:prstGeom>
          <a:solidFill>
            <a:schemeClr val="accent2">
              <a:lumMod val="60000"/>
              <a:lumOff val="40000"/>
              <a:alpha val="22000"/>
            </a:schemeClr>
          </a:solidFill>
          <a:ln w="3175">
            <a:solidFill>
              <a:schemeClr val="bg1"/>
            </a:solidFill>
            <a:prstDash val="solid"/>
          </a:ln>
        </p:spPr>
        <p:txBody>
          <a:bodyPr/>
          <a:lstStyle/>
          <a:p>
            <a:endParaRPr lang="ja-JP" altLang="en-US"/>
          </a:p>
        </p:txBody>
      </p:sp>
      <p:sp>
        <p:nvSpPr>
          <p:cNvPr id="74" name="Shape 71"/>
          <p:cNvSpPr/>
          <p:nvPr/>
        </p:nvSpPr>
        <p:spPr>
          <a:xfrm>
            <a:off x="2312152" y="5101072"/>
            <a:ext cx="158008" cy="158008"/>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75" name="Shape 72"/>
          <p:cNvSpPr/>
          <p:nvPr/>
        </p:nvSpPr>
        <p:spPr>
          <a:xfrm>
            <a:off x="2514600" y="5056632"/>
            <a:ext cx="246888" cy="246888"/>
          </a:xfrm>
          <a:prstGeom prst="rect">
            <a:avLst/>
          </a:prstGeom>
          <a:solidFill>
            <a:schemeClr val="accent2">
              <a:lumMod val="60000"/>
              <a:lumOff val="40000"/>
              <a:alpha val="22000"/>
            </a:schemeClr>
          </a:solidFill>
          <a:ln w="3175">
            <a:solidFill>
              <a:schemeClr val="bg1"/>
            </a:solidFill>
            <a:prstDash val="solid"/>
          </a:ln>
        </p:spPr>
        <p:txBody>
          <a:bodyPr/>
          <a:lstStyle/>
          <a:p>
            <a:endParaRPr lang="ja-JP" altLang="en-US"/>
          </a:p>
        </p:txBody>
      </p:sp>
      <p:sp>
        <p:nvSpPr>
          <p:cNvPr id="76" name="Shape 73"/>
          <p:cNvSpPr/>
          <p:nvPr/>
        </p:nvSpPr>
        <p:spPr>
          <a:xfrm>
            <a:off x="2559040" y="5101072"/>
            <a:ext cx="158008" cy="158008"/>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77" name="Shape 74"/>
          <p:cNvSpPr/>
          <p:nvPr/>
        </p:nvSpPr>
        <p:spPr>
          <a:xfrm>
            <a:off x="2761488" y="5056632"/>
            <a:ext cx="246888" cy="246888"/>
          </a:xfrm>
          <a:prstGeom prst="rect">
            <a:avLst/>
          </a:prstGeom>
          <a:solidFill>
            <a:schemeClr val="accent2">
              <a:lumMod val="60000"/>
              <a:lumOff val="40000"/>
              <a:alpha val="22000"/>
            </a:schemeClr>
          </a:solidFill>
          <a:ln w="3175">
            <a:solidFill>
              <a:schemeClr val="bg1"/>
            </a:solidFill>
            <a:prstDash val="solid"/>
          </a:ln>
        </p:spPr>
        <p:txBody>
          <a:bodyPr/>
          <a:lstStyle/>
          <a:p>
            <a:endParaRPr lang="ja-JP" altLang="en-US"/>
          </a:p>
        </p:txBody>
      </p:sp>
      <p:sp>
        <p:nvSpPr>
          <p:cNvPr id="78" name="Shape 75"/>
          <p:cNvSpPr/>
          <p:nvPr/>
        </p:nvSpPr>
        <p:spPr>
          <a:xfrm>
            <a:off x="2805928" y="5101072"/>
            <a:ext cx="158008" cy="158008"/>
          </a:xfrm>
          <a:prstGeom prst="rect">
            <a:avLst/>
          </a:prstGeom>
          <a:solidFill>
            <a:schemeClr val="tx1">
              <a:alpha val="37000"/>
            </a:schemeClr>
          </a:solidFill>
          <a:ln w="12700">
            <a:solidFill>
              <a:schemeClr val="tx1">
                <a:alpha val="0"/>
              </a:schemeClr>
            </a:solidFill>
            <a:prstDash val="solid"/>
          </a:ln>
        </p:spPr>
        <p:txBody>
          <a:bodyPr/>
          <a:lstStyle/>
          <a:p>
            <a:endParaRPr lang="ja-JP" altLang="en-US"/>
          </a:p>
        </p:txBody>
      </p:sp>
      <p:sp>
        <p:nvSpPr>
          <p:cNvPr id="79" name="Shape 76"/>
          <p:cNvSpPr/>
          <p:nvPr/>
        </p:nvSpPr>
        <p:spPr>
          <a:xfrm>
            <a:off x="3008376" y="5056632"/>
            <a:ext cx="246888" cy="246888"/>
          </a:xfrm>
          <a:prstGeom prst="rect">
            <a:avLst/>
          </a:prstGeom>
          <a:solidFill>
            <a:schemeClr val="accent2">
              <a:lumMod val="60000"/>
              <a:lumOff val="40000"/>
              <a:alpha val="22000"/>
            </a:schemeClr>
          </a:solidFill>
          <a:ln w="3175">
            <a:solidFill>
              <a:schemeClr val="bg1"/>
            </a:solidFill>
            <a:prstDash val="solid"/>
          </a:ln>
        </p:spPr>
        <p:txBody>
          <a:bodyPr/>
          <a:lstStyle/>
          <a:p>
            <a:endParaRPr lang="ja-JP" altLang="en-US"/>
          </a:p>
        </p:txBody>
      </p:sp>
      <p:sp>
        <p:nvSpPr>
          <p:cNvPr id="80" name="Shape 77"/>
          <p:cNvSpPr/>
          <p:nvPr/>
        </p:nvSpPr>
        <p:spPr>
          <a:xfrm>
            <a:off x="1280160" y="5303520"/>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81" name="Shape 78"/>
          <p:cNvSpPr/>
          <p:nvPr/>
        </p:nvSpPr>
        <p:spPr>
          <a:xfrm>
            <a:off x="1527048" y="5303520"/>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82" name="Shape 79"/>
          <p:cNvSpPr/>
          <p:nvPr/>
        </p:nvSpPr>
        <p:spPr>
          <a:xfrm>
            <a:off x="1571488" y="5347960"/>
            <a:ext cx="158008" cy="158008"/>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83" name="Shape 80"/>
          <p:cNvSpPr/>
          <p:nvPr/>
        </p:nvSpPr>
        <p:spPr>
          <a:xfrm>
            <a:off x="1773936" y="5303520"/>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84" name="Shape 81"/>
          <p:cNvSpPr/>
          <p:nvPr/>
        </p:nvSpPr>
        <p:spPr>
          <a:xfrm>
            <a:off x="1818376" y="5347960"/>
            <a:ext cx="158008" cy="158008"/>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85" name="Shape 82"/>
          <p:cNvSpPr/>
          <p:nvPr/>
        </p:nvSpPr>
        <p:spPr>
          <a:xfrm>
            <a:off x="2020824" y="5303520"/>
            <a:ext cx="246888" cy="246888"/>
          </a:xfrm>
          <a:prstGeom prst="rect">
            <a:avLst/>
          </a:prstGeom>
          <a:solidFill>
            <a:schemeClr val="accent3">
              <a:alpha val="22000"/>
            </a:schemeClr>
          </a:solidFill>
          <a:ln w="3175">
            <a:solidFill>
              <a:schemeClr val="bg1"/>
            </a:solidFill>
            <a:prstDash val="solid"/>
          </a:ln>
        </p:spPr>
        <p:txBody>
          <a:bodyPr/>
          <a:lstStyle/>
          <a:p>
            <a:endParaRPr lang="ja-JP" altLang="en-US"/>
          </a:p>
        </p:txBody>
      </p:sp>
      <p:sp>
        <p:nvSpPr>
          <p:cNvPr id="86" name="Shape 83"/>
          <p:cNvSpPr/>
          <p:nvPr/>
        </p:nvSpPr>
        <p:spPr>
          <a:xfrm>
            <a:off x="2065264" y="5347960"/>
            <a:ext cx="158008" cy="158008"/>
          </a:xfrm>
          <a:prstGeom prst="rect">
            <a:avLst/>
          </a:prstGeom>
          <a:solidFill>
            <a:schemeClr val="tx1">
              <a:alpha val="87000"/>
            </a:schemeClr>
          </a:solidFill>
          <a:ln w="12700">
            <a:solidFill>
              <a:schemeClr val="tx1">
                <a:alpha val="0"/>
              </a:schemeClr>
            </a:solidFill>
            <a:prstDash val="solid"/>
          </a:ln>
        </p:spPr>
        <p:txBody>
          <a:bodyPr/>
          <a:lstStyle/>
          <a:p>
            <a:endParaRPr lang="ja-JP" altLang="en-US"/>
          </a:p>
        </p:txBody>
      </p:sp>
      <p:sp>
        <p:nvSpPr>
          <p:cNvPr id="87" name="Shape 84"/>
          <p:cNvSpPr/>
          <p:nvPr/>
        </p:nvSpPr>
        <p:spPr>
          <a:xfrm>
            <a:off x="2267712" y="5303520"/>
            <a:ext cx="246888" cy="246888"/>
          </a:xfrm>
          <a:prstGeom prst="rect">
            <a:avLst/>
          </a:prstGeom>
          <a:solidFill>
            <a:schemeClr val="accent2">
              <a:lumMod val="60000"/>
              <a:lumOff val="40000"/>
              <a:alpha val="22000"/>
            </a:schemeClr>
          </a:solidFill>
          <a:ln w="3175">
            <a:solidFill>
              <a:schemeClr val="bg1"/>
            </a:solidFill>
            <a:prstDash val="solid"/>
          </a:ln>
        </p:spPr>
        <p:txBody>
          <a:bodyPr/>
          <a:lstStyle/>
          <a:p>
            <a:endParaRPr lang="ja-JP" altLang="en-US"/>
          </a:p>
        </p:txBody>
      </p:sp>
      <p:sp>
        <p:nvSpPr>
          <p:cNvPr id="88" name="Shape 85"/>
          <p:cNvSpPr/>
          <p:nvPr/>
        </p:nvSpPr>
        <p:spPr>
          <a:xfrm>
            <a:off x="2312152" y="5347960"/>
            <a:ext cx="158008" cy="158008"/>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89" name="Shape 86"/>
          <p:cNvSpPr/>
          <p:nvPr/>
        </p:nvSpPr>
        <p:spPr>
          <a:xfrm>
            <a:off x="2514600" y="5303520"/>
            <a:ext cx="246888" cy="246888"/>
          </a:xfrm>
          <a:prstGeom prst="rect">
            <a:avLst/>
          </a:prstGeom>
          <a:solidFill>
            <a:schemeClr val="accent2">
              <a:lumMod val="60000"/>
              <a:lumOff val="40000"/>
              <a:alpha val="22000"/>
            </a:schemeClr>
          </a:solidFill>
          <a:ln w="3175">
            <a:solidFill>
              <a:schemeClr val="bg1"/>
            </a:solidFill>
            <a:prstDash val="solid"/>
          </a:ln>
        </p:spPr>
        <p:txBody>
          <a:bodyPr/>
          <a:lstStyle/>
          <a:p>
            <a:endParaRPr lang="ja-JP" altLang="en-US"/>
          </a:p>
        </p:txBody>
      </p:sp>
      <p:sp>
        <p:nvSpPr>
          <p:cNvPr id="90" name="Shape 87"/>
          <p:cNvSpPr/>
          <p:nvPr/>
        </p:nvSpPr>
        <p:spPr>
          <a:xfrm>
            <a:off x="2559040" y="5347960"/>
            <a:ext cx="158008" cy="158008"/>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91" name="Shape 88"/>
          <p:cNvSpPr/>
          <p:nvPr/>
        </p:nvSpPr>
        <p:spPr>
          <a:xfrm>
            <a:off x="2761488" y="5303520"/>
            <a:ext cx="246888" cy="246888"/>
          </a:xfrm>
          <a:prstGeom prst="rect">
            <a:avLst/>
          </a:prstGeom>
          <a:solidFill>
            <a:schemeClr val="accent2">
              <a:lumMod val="60000"/>
              <a:lumOff val="40000"/>
              <a:alpha val="22000"/>
            </a:schemeClr>
          </a:solidFill>
          <a:ln w="3175">
            <a:solidFill>
              <a:schemeClr val="bg1"/>
            </a:solidFill>
            <a:prstDash val="solid"/>
          </a:ln>
        </p:spPr>
        <p:txBody>
          <a:bodyPr/>
          <a:lstStyle/>
          <a:p>
            <a:endParaRPr lang="ja-JP" altLang="en-US"/>
          </a:p>
        </p:txBody>
      </p:sp>
      <p:sp>
        <p:nvSpPr>
          <p:cNvPr id="92" name="Shape 89"/>
          <p:cNvSpPr/>
          <p:nvPr/>
        </p:nvSpPr>
        <p:spPr>
          <a:xfrm>
            <a:off x="2805928" y="5347960"/>
            <a:ext cx="158008" cy="158008"/>
          </a:xfrm>
          <a:prstGeom prst="rect">
            <a:avLst/>
          </a:prstGeom>
          <a:solidFill>
            <a:schemeClr val="tx1">
              <a:alpha val="50000"/>
            </a:schemeClr>
          </a:solidFill>
          <a:ln w="12700">
            <a:solidFill>
              <a:schemeClr val="tx1">
                <a:alpha val="0"/>
              </a:schemeClr>
            </a:solidFill>
            <a:prstDash val="solid"/>
          </a:ln>
        </p:spPr>
        <p:txBody>
          <a:bodyPr/>
          <a:lstStyle/>
          <a:p>
            <a:endParaRPr lang="ja-JP" altLang="en-US"/>
          </a:p>
        </p:txBody>
      </p:sp>
      <p:sp>
        <p:nvSpPr>
          <p:cNvPr id="93" name="Shape 90"/>
          <p:cNvSpPr/>
          <p:nvPr/>
        </p:nvSpPr>
        <p:spPr>
          <a:xfrm>
            <a:off x="3008376" y="5303520"/>
            <a:ext cx="246888" cy="246888"/>
          </a:xfrm>
          <a:prstGeom prst="rect">
            <a:avLst/>
          </a:prstGeom>
          <a:solidFill>
            <a:schemeClr val="accent2">
              <a:lumMod val="60000"/>
              <a:lumOff val="40000"/>
              <a:alpha val="22000"/>
            </a:schemeClr>
          </a:solidFill>
          <a:ln w="3175">
            <a:solidFill>
              <a:schemeClr val="bg1"/>
            </a:solidFill>
            <a:prstDash val="solid"/>
          </a:ln>
        </p:spPr>
        <p:txBody>
          <a:bodyPr/>
          <a:lstStyle/>
          <a:p>
            <a:endParaRPr lang="ja-JP" altLang="en-US"/>
          </a:p>
        </p:txBody>
      </p:sp>
      <p:sp>
        <p:nvSpPr>
          <p:cNvPr id="94" name="Shape 91"/>
          <p:cNvSpPr/>
          <p:nvPr/>
        </p:nvSpPr>
        <p:spPr>
          <a:xfrm>
            <a:off x="1280160" y="5550408"/>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95" name="Shape 92"/>
          <p:cNvSpPr/>
          <p:nvPr/>
        </p:nvSpPr>
        <p:spPr>
          <a:xfrm>
            <a:off x="1527048" y="5550408"/>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96" name="Shape 93"/>
          <p:cNvSpPr/>
          <p:nvPr/>
        </p:nvSpPr>
        <p:spPr>
          <a:xfrm>
            <a:off x="1773936" y="5550408"/>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97" name="Shape 94"/>
          <p:cNvSpPr/>
          <p:nvPr/>
        </p:nvSpPr>
        <p:spPr>
          <a:xfrm>
            <a:off x="1818376" y="5594848"/>
            <a:ext cx="158008" cy="158008"/>
          </a:xfrm>
          <a:prstGeom prst="rect">
            <a:avLst/>
          </a:prstGeom>
          <a:solidFill>
            <a:schemeClr val="tx1">
              <a:alpha val="75000"/>
            </a:schemeClr>
          </a:solidFill>
          <a:ln w="12700">
            <a:solidFill>
              <a:schemeClr val="tx1">
                <a:alpha val="0"/>
              </a:schemeClr>
            </a:solidFill>
            <a:prstDash val="solid"/>
          </a:ln>
        </p:spPr>
        <p:txBody>
          <a:bodyPr/>
          <a:lstStyle/>
          <a:p>
            <a:endParaRPr lang="ja-JP" altLang="en-US"/>
          </a:p>
        </p:txBody>
      </p:sp>
      <p:sp>
        <p:nvSpPr>
          <p:cNvPr id="98" name="Shape 95"/>
          <p:cNvSpPr/>
          <p:nvPr/>
        </p:nvSpPr>
        <p:spPr>
          <a:xfrm>
            <a:off x="2020824" y="5550408"/>
            <a:ext cx="246888" cy="246888"/>
          </a:xfrm>
          <a:prstGeom prst="rect">
            <a:avLst/>
          </a:prstGeom>
          <a:solidFill>
            <a:schemeClr val="accent3">
              <a:alpha val="22000"/>
            </a:schemeClr>
          </a:solidFill>
          <a:ln w="3175">
            <a:solidFill>
              <a:schemeClr val="bg1"/>
            </a:solidFill>
            <a:prstDash val="solid"/>
          </a:ln>
        </p:spPr>
        <p:txBody>
          <a:bodyPr/>
          <a:lstStyle/>
          <a:p>
            <a:endParaRPr lang="ja-JP" altLang="en-US"/>
          </a:p>
        </p:txBody>
      </p:sp>
      <p:sp>
        <p:nvSpPr>
          <p:cNvPr id="99" name="Shape 96"/>
          <p:cNvSpPr/>
          <p:nvPr/>
        </p:nvSpPr>
        <p:spPr>
          <a:xfrm>
            <a:off x="2065264" y="5594848"/>
            <a:ext cx="158008" cy="158008"/>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00" name="Shape 97"/>
          <p:cNvSpPr/>
          <p:nvPr/>
        </p:nvSpPr>
        <p:spPr>
          <a:xfrm>
            <a:off x="2267712" y="5550408"/>
            <a:ext cx="246888" cy="246888"/>
          </a:xfrm>
          <a:prstGeom prst="rect">
            <a:avLst/>
          </a:prstGeom>
          <a:solidFill>
            <a:schemeClr val="accent2">
              <a:lumMod val="60000"/>
              <a:lumOff val="40000"/>
              <a:alpha val="22000"/>
            </a:schemeClr>
          </a:solidFill>
          <a:ln w="3175">
            <a:solidFill>
              <a:schemeClr val="bg1"/>
            </a:solidFill>
            <a:prstDash val="solid"/>
          </a:ln>
        </p:spPr>
        <p:txBody>
          <a:bodyPr/>
          <a:lstStyle/>
          <a:p>
            <a:endParaRPr lang="ja-JP" altLang="en-US"/>
          </a:p>
        </p:txBody>
      </p:sp>
      <p:sp>
        <p:nvSpPr>
          <p:cNvPr id="101" name="Shape 98"/>
          <p:cNvSpPr/>
          <p:nvPr/>
        </p:nvSpPr>
        <p:spPr>
          <a:xfrm>
            <a:off x="2312152" y="5594848"/>
            <a:ext cx="158008" cy="158008"/>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102" name="Shape 99"/>
          <p:cNvSpPr/>
          <p:nvPr/>
        </p:nvSpPr>
        <p:spPr>
          <a:xfrm>
            <a:off x="2514600" y="5550408"/>
            <a:ext cx="246888" cy="246888"/>
          </a:xfrm>
          <a:prstGeom prst="rect">
            <a:avLst/>
          </a:prstGeom>
          <a:solidFill>
            <a:schemeClr val="accent2">
              <a:lumMod val="60000"/>
              <a:lumOff val="40000"/>
              <a:alpha val="22000"/>
            </a:schemeClr>
          </a:solidFill>
          <a:ln w="3175">
            <a:solidFill>
              <a:schemeClr val="bg1"/>
            </a:solidFill>
            <a:prstDash val="solid"/>
          </a:ln>
        </p:spPr>
        <p:txBody>
          <a:bodyPr/>
          <a:lstStyle/>
          <a:p>
            <a:endParaRPr lang="ja-JP" altLang="en-US"/>
          </a:p>
        </p:txBody>
      </p:sp>
      <p:sp>
        <p:nvSpPr>
          <p:cNvPr id="103" name="Shape 100"/>
          <p:cNvSpPr/>
          <p:nvPr/>
        </p:nvSpPr>
        <p:spPr>
          <a:xfrm>
            <a:off x="2559040" y="5594848"/>
            <a:ext cx="158008" cy="158008"/>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04" name="Shape 101"/>
          <p:cNvSpPr/>
          <p:nvPr/>
        </p:nvSpPr>
        <p:spPr>
          <a:xfrm>
            <a:off x="2761488" y="5550408"/>
            <a:ext cx="246888" cy="246888"/>
          </a:xfrm>
          <a:prstGeom prst="rect">
            <a:avLst/>
          </a:prstGeom>
          <a:solidFill>
            <a:schemeClr val="accent2">
              <a:lumMod val="60000"/>
              <a:lumOff val="40000"/>
              <a:alpha val="22000"/>
            </a:schemeClr>
          </a:solidFill>
          <a:ln w="3175">
            <a:solidFill>
              <a:schemeClr val="bg1"/>
            </a:solidFill>
            <a:prstDash val="solid"/>
          </a:ln>
        </p:spPr>
        <p:txBody>
          <a:bodyPr/>
          <a:lstStyle/>
          <a:p>
            <a:endParaRPr lang="ja-JP" altLang="en-US"/>
          </a:p>
        </p:txBody>
      </p:sp>
      <p:sp>
        <p:nvSpPr>
          <p:cNvPr id="105" name="Shape 102"/>
          <p:cNvSpPr/>
          <p:nvPr/>
        </p:nvSpPr>
        <p:spPr>
          <a:xfrm>
            <a:off x="2805928" y="5594848"/>
            <a:ext cx="158008" cy="158008"/>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106" name="Shape 103"/>
          <p:cNvSpPr/>
          <p:nvPr/>
        </p:nvSpPr>
        <p:spPr>
          <a:xfrm>
            <a:off x="3008376" y="5550408"/>
            <a:ext cx="246888" cy="246888"/>
          </a:xfrm>
          <a:prstGeom prst="rect">
            <a:avLst/>
          </a:prstGeom>
          <a:solidFill>
            <a:schemeClr val="accent2">
              <a:lumMod val="60000"/>
              <a:lumOff val="40000"/>
              <a:alpha val="22000"/>
            </a:schemeClr>
          </a:solidFill>
          <a:ln w="3175">
            <a:solidFill>
              <a:schemeClr val="bg1"/>
            </a:solidFill>
            <a:prstDash val="solid"/>
          </a:ln>
        </p:spPr>
        <p:txBody>
          <a:bodyPr/>
          <a:lstStyle/>
          <a:p>
            <a:endParaRPr lang="ja-JP" altLang="en-US"/>
          </a:p>
        </p:txBody>
      </p:sp>
      <p:sp>
        <p:nvSpPr>
          <p:cNvPr id="107" name="Shape 104"/>
          <p:cNvSpPr/>
          <p:nvPr/>
        </p:nvSpPr>
        <p:spPr>
          <a:xfrm>
            <a:off x="1280160" y="5797296"/>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108" name="Shape 105"/>
          <p:cNvSpPr/>
          <p:nvPr/>
        </p:nvSpPr>
        <p:spPr>
          <a:xfrm>
            <a:off x="1527048" y="5797296"/>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109" name="Shape 106"/>
          <p:cNvSpPr/>
          <p:nvPr/>
        </p:nvSpPr>
        <p:spPr>
          <a:xfrm>
            <a:off x="1773936" y="5797296"/>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110" name="Shape 107"/>
          <p:cNvSpPr/>
          <p:nvPr/>
        </p:nvSpPr>
        <p:spPr>
          <a:xfrm>
            <a:off x="1818376" y="5841736"/>
            <a:ext cx="158008" cy="158008"/>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111" name="Shape 108"/>
          <p:cNvSpPr/>
          <p:nvPr/>
        </p:nvSpPr>
        <p:spPr>
          <a:xfrm>
            <a:off x="2020824" y="5797296"/>
            <a:ext cx="246888" cy="246888"/>
          </a:xfrm>
          <a:prstGeom prst="rect">
            <a:avLst/>
          </a:prstGeom>
          <a:solidFill>
            <a:schemeClr val="accent3">
              <a:alpha val="22000"/>
            </a:schemeClr>
          </a:solidFill>
          <a:ln w="3175">
            <a:solidFill>
              <a:schemeClr val="bg1"/>
            </a:solidFill>
            <a:prstDash val="solid"/>
          </a:ln>
        </p:spPr>
        <p:txBody>
          <a:bodyPr/>
          <a:lstStyle/>
          <a:p>
            <a:endParaRPr lang="ja-JP" altLang="en-US"/>
          </a:p>
        </p:txBody>
      </p:sp>
      <p:sp>
        <p:nvSpPr>
          <p:cNvPr id="112" name="Shape 109"/>
          <p:cNvSpPr/>
          <p:nvPr/>
        </p:nvSpPr>
        <p:spPr>
          <a:xfrm>
            <a:off x="2065264" y="5841736"/>
            <a:ext cx="158008" cy="158008"/>
          </a:xfrm>
          <a:prstGeom prst="rect">
            <a:avLst/>
          </a:prstGeom>
          <a:solidFill>
            <a:schemeClr val="tx1">
              <a:alpha val="62000"/>
            </a:schemeClr>
          </a:solidFill>
          <a:ln w="12700">
            <a:solidFill>
              <a:schemeClr val="tx1">
                <a:alpha val="0"/>
              </a:schemeClr>
            </a:solidFill>
            <a:prstDash val="solid"/>
          </a:ln>
        </p:spPr>
        <p:txBody>
          <a:bodyPr/>
          <a:lstStyle/>
          <a:p>
            <a:endParaRPr lang="ja-JP" altLang="en-US"/>
          </a:p>
        </p:txBody>
      </p:sp>
      <p:sp>
        <p:nvSpPr>
          <p:cNvPr id="113" name="Shape 110"/>
          <p:cNvSpPr/>
          <p:nvPr/>
        </p:nvSpPr>
        <p:spPr>
          <a:xfrm>
            <a:off x="2267712" y="5797296"/>
            <a:ext cx="246888" cy="246888"/>
          </a:xfrm>
          <a:prstGeom prst="rect">
            <a:avLst/>
          </a:prstGeom>
          <a:solidFill>
            <a:schemeClr val="accent2">
              <a:lumMod val="60000"/>
              <a:lumOff val="40000"/>
              <a:alpha val="22000"/>
            </a:schemeClr>
          </a:solidFill>
          <a:ln w="3175">
            <a:solidFill>
              <a:schemeClr val="bg1"/>
            </a:solidFill>
            <a:prstDash val="solid"/>
          </a:ln>
        </p:spPr>
        <p:txBody>
          <a:bodyPr/>
          <a:lstStyle/>
          <a:p>
            <a:endParaRPr lang="ja-JP" altLang="en-US"/>
          </a:p>
        </p:txBody>
      </p:sp>
      <p:sp>
        <p:nvSpPr>
          <p:cNvPr id="114" name="Shape 111"/>
          <p:cNvSpPr/>
          <p:nvPr/>
        </p:nvSpPr>
        <p:spPr>
          <a:xfrm>
            <a:off x="2312152" y="5841736"/>
            <a:ext cx="158008" cy="158008"/>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15" name="Shape 112"/>
          <p:cNvSpPr/>
          <p:nvPr/>
        </p:nvSpPr>
        <p:spPr>
          <a:xfrm>
            <a:off x="2514600" y="5797296"/>
            <a:ext cx="246888" cy="246888"/>
          </a:xfrm>
          <a:prstGeom prst="rect">
            <a:avLst/>
          </a:prstGeom>
          <a:solidFill>
            <a:schemeClr val="accent2">
              <a:lumMod val="60000"/>
              <a:lumOff val="40000"/>
              <a:alpha val="22000"/>
            </a:schemeClr>
          </a:solidFill>
          <a:ln w="3175">
            <a:solidFill>
              <a:schemeClr val="bg1"/>
            </a:solidFill>
            <a:prstDash val="solid"/>
          </a:ln>
        </p:spPr>
        <p:txBody>
          <a:bodyPr/>
          <a:lstStyle/>
          <a:p>
            <a:endParaRPr lang="ja-JP" altLang="en-US"/>
          </a:p>
        </p:txBody>
      </p:sp>
      <p:sp>
        <p:nvSpPr>
          <p:cNvPr id="116" name="Shape 113"/>
          <p:cNvSpPr/>
          <p:nvPr/>
        </p:nvSpPr>
        <p:spPr>
          <a:xfrm>
            <a:off x="2559040" y="5841736"/>
            <a:ext cx="158008" cy="158008"/>
          </a:xfrm>
          <a:prstGeom prst="rect">
            <a:avLst/>
          </a:prstGeom>
          <a:solidFill>
            <a:schemeClr val="tx1">
              <a:alpha val="44000"/>
            </a:schemeClr>
          </a:solidFill>
          <a:ln w="12700">
            <a:solidFill>
              <a:schemeClr val="tx1">
                <a:alpha val="0"/>
              </a:schemeClr>
            </a:solidFill>
            <a:prstDash val="solid"/>
          </a:ln>
        </p:spPr>
        <p:txBody>
          <a:bodyPr/>
          <a:lstStyle/>
          <a:p>
            <a:endParaRPr lang="ja-JP" altLang="en-US"/>
          </a:p>
        </p:txBody>
      </p:sp>
      <p:sp>
        <p:nvSpPr>
          <p:cNvPr id="117" name="Shape 114"/>
          <p:cNvSpPr/>
          <p:nvPr/>
        </p:nvSpPr>
        <p:spPr>
          <a:xfrm>
            <a:off x="2761488" y="5797296"/>
            <a:ext cx="246888" cy="246888"/>
          </a:xfrm>
          <a:prstGeom prst="rect">
            <a:avLst/>
          </a:prstGeom>
          <a:solidFill>
            <a:schemeClr val="accent2">
              <a:lumMod val="60000"/>
              <a:lumOff val="40000"/>
              <a:alpha val="22000"/>
            </a:schemeClr>
          </a:solidFill>
          <a:ln w="3175">
            <a:solidFill>
              <a:schemeClr val="bg1"/>
            </a:solidFill>
            <a:prstDash val="solid"/>
          </a:ln>
        </p:spPr>
        <p:txBody>
          <a:bodyPr/>
          <a:lstStyle/>
          <a:p>
            <a:endParaRPr lang="ja-JP" altLang="en-US"/>
          </a:p>
        </p:txBody>
      </p:sp>
      <p:sp>
        <p:nvSpPr>
          <p:cNvPr id="118" name="Shape 115"/>
          <p:cNvSpPr/>
          <p:nvPr/>
        </p:nvSpPr>
        <p:spPr>
          <a:xfrm>
            <a:off x="3008376" y="5797296"/>
            <a:ext cx="246888" cy="246888"/>
          </a:xfrm>
          <a:prstGeom prst="rect">
            <a:avLst/>
          </a:prstGeom>
          <a:solidFill>
            <a:schemeClr val="accent2">
              <a:lumMod val="60000"/>
              <a:lumOff val="40000"/>
              <a:alpha val="22000"/>
            </a:schemeClr>
          </a:solidFill>
          <a:ln w="3175">
            <a:solidFill>
              <a:schemeClr val="bg1"/>
            </a:solidFill>
            <a:prstDash val="solid"/>
          </a:ln>
        </p:spPr>
        <p:txBody>
          <a:bodyPr/>
          <a:lstStyle/>
          <a:p>
            <a:endParaRPr lang="ja-JP" altLang="en-US"/>
          </a:p>
        </p:txBody>
      </p:sp>
      <p:sp>
        <p:nvSpPr>
          <p:cNvPr id="119" name="Shape 116"/>
          <p:cNvSpPr/>
          <p:nvPr/>
        </p:nvSpPr>
        <p:spPr>
          <a:xfrm>
            <a:off x="1527048" y="4933188"/>
            <a:ext cx="271577" cy="271577"/>
          </a:xfrm>
          <a:prstGeom prst="ellipse">
            <a:avLst/>
          </a:prstGeom>
          <a:solidFill>
            <a:schemeClr val="bg1"/>
          </a:solidFill>
          <a:ln w="12700">
            <a:solidFill>
              <a:schemeClr val="tx1"/>
            </a:solidFill>
            <a:prstDash val="solid"/>
          </a:ln>
        </p:spPr>
        <p:txBody>
          <a:bodyPr/>
          <a:lstStyle/>
          <a:p>
            <a:endParaRPr lang="ja-JP" altLang="en-US"/>
          </a:p>
        </p:txBody>
      </p:sp>
      <p:sp>
        <p:nvSpPr>
          <p:cNvPr id="120" name="Text 117"/>
          <p:cNvSpPr txBox="1"/>
          <p:nvPr/>
        </p:nvSpPr>
        <p:spPr>
          <a:xfrm>
            <a:off x="1527048" y="4933188"/>
            <a:ext cx="271577" cy="271577"/>
          </a:xfrm>
          <a:prstGeom prst="rect">
            <a:avLst/>
          </a:prstGeom>
          <a:noFill/>
          <a:ln/>
        </p:spPr>
        <p:txBody>
          <a:bodyPr wrap="square" lIns="0" tIns="0" rIns="0" bIns="0" rtlCol="0" anchor="ctr"/>
          <a:lstStyle/>
          <a:p>
            <a:pPr marL="0" indent="0" algn="ctr">
              <a:buNone/>
            </a:pPr>
            <a:r>
              <a:rPr lang="en-US" sz="1100" b="1" dirty="0">
                <a:solidFill>
                  <a:schemeClr val="tx1"/>
                </a:solidFill>
              </a:rPr>
              <a:t>A</a:t>
            </a:r>
            <a:endParaRPr lang="en-US" sz="1100" dirty="0"/>
          </a:p>
        </p:txBody>
      </p:sp>
      <p:sp>
        <p:nvSpPr>
          <p:cNvPr id="121" name="Shape 118"/>
          <p:cNvSpPr/>
          <p:nvPr/>
        </p:nvSpPr>
        <p:spPr>
          <a:xfrm>
            <a:off x="2514600" y="4439412"/>
            <a:ext cx="271577" cy="271577"/>
          </a:xfrm>
          <a:prstGeom prst="ellipse">
            <a:avLst/>
          </a:prstGeom>
          <a:solidFill>
            <a:schemeClr val="bg1"/>
          </a:solidFill>
          <a:ln w="12700">
            <a:solidFill>
              <a:schemeClr val="tx1"/>
            </a:solidFill>
            <a:prstDash val="solid"/>
          </a:ln>
        </p:spPr>
        <p:txBody>
          <a:bodyPr/>
          <a:lstStyle/>
          <a:p>
            <a:endParaRPr lang="ja-JP" altLang="en-US"/>
          </a:p>
        </p:txBody>
      </p:sp>
      <p:sp>
        <p:nvSpPr>
          <p:cNvPr id="122" name="Text 119"/>
          <p:cNvSpPr txBox="1"/>
          <p:nvPr/>
        </p:nvSpPr>
        <p:spPr>
          <a:xfrm>
            <a:off x="2514600" y="4439412"/>
            <a:ext cx="271577" cy="271577"/>
          </a:xfrm>
          <a:prstGeom prst="rect">
            <a:avLst/>
          </a:prstGeom>
          <a:noFill/>
          <a:ln/>
        </p:spPr>
        <p:txBody>
          <a:bodyPr wrap="square" lIns="0" tIns="0" rIns="0" bIns="0" rtlCol="0" anchor="ctr"/>
          <a:lstStyle/>
          <a:p>
            <a:pPr marL="0" indent="0" algn="ctr">
              <a:buNone/>
            </a:pPr>
            <a:r>
              <a:rPr lang="en-US" sz="1100" b="1" dirty="0">
                <a:solidFill>
                  <a:schemeClr val="tx1"/>
                </a:solidFill>
              </a:rPr>
              <a:t>B</a:t>
            </a:r>
            <a:endParaRPr lang="en-US" sz="1100" dirty="0"/>
          </a:p>
        </p:txBody>
      </p:sp>
      <p:sp>
        <p:nvSpPr>
          <p:cNvPr id="123" name="Shape 120"/>
          <p:cNvSpPr/>
          <p:nvPr/>
        </p:nvSpPr>
        <p:spPr>
          <a:xfrm>
            <a:off x="2514600" y="5451653"/>
            <a:ext cx="271577" cy="271577"/>
          </a:xfrm>
          <a:prstGeom prst="ellipse">
            <a:avLst/>
          </a:prstGeom>
          <a:solidFill>
            <a:schemeClr val="bg1"/>
          </a:solidFill>
          <a:ln w="12700">
            <a:solidFill>
              <a:schemeClr val="tx1"/>
            </a:solidFill>
            <a:prstDash val="solid"/>
          </a:ln>
        </p:spPr>
        <p:txBody>
          <a:bodyPr/>
          <a:lstStyle/>
          <a:p>
            <a:endParaRPr lang="ja-JP" altLang="en-US"/>
          </a:p>
        </p:txBody>
      </p:sp>
      <p:sp>
        <p:nvSpPr>
          <p:cNvPr id="124" name="Text 121"/>
          <p:cNvSpPr txBox="1"/>
          <p:nvPr/>
        </p:nvSpPr>
        <p:spPr>
          <a:xfrm>
            <a:off x="2514600" y="5451653"/>
            <a:ext cx="271577" cy="271577"/>
          </a:xfrm>
          <a:prstGeom prst="rect">
            <a:avLst/>
          </a:prstGeom>
          <a:noFill/>
          <a:ln/>
        </p:spPr>
        <p:txBody>
          <a:bodyPr wrap="square" lIns="0" tIns="0" rIns="0" bIns="0" rtlCol="0" anchor="ctr"/>
          <a:lstStyle/>
          <a:p>
            <a:pPr marL="0" indent="0" algn="ctr">
              <a:buNone/>
            </a:pPr>
            <a:r>
              <a:rPr lang="en-US" sz="1100" b="1" dirty="0">
                <a:solidFill>
                  <a:schemeClr val="tx1"/>
                </a:solidFill>
              </a:rPr>
              <a:t>C</a:t>
            </a:r>
            <a:endParaRPr lang="en-US" sz="1100" dirty="0"/>
          </a:p>
        </p:txBody>
      </p:sp>
      <p:sp>
        <p:nvSpPr>
          <p:cNvPr id="125" name="Text 122"/>
          <p:cNvSpPr txBox="1"/>
          <p:nvPr/>
        </p:nvSpPr>
        <p:spPr>
          <a:xfrm>
            <a:off x="822960" y="6099048"/>
            <a:ext cx="2926080" cy="274320"/>
          </a:xfrm>
          <a:prstGeom prst="rect">
            <a:avLst/>
          </a:prstGeom>
          <a:noFill/>
          <a:ln/>
        </p:spPr>
        <p:txBody>
          <a:bodyPr wrap="square" lIns="0" tIns="0" rIns="0" bIns="0" rtlCol="0" anchor="t"/>
          <a:lstStyle/>
          <a:p>
            <a:pPr marL="0" indent="0" algn="ctr">
              <a:buNone/>
            </a:pPr>
            <a:r>
              <a:rPr lang="en-US" sz="1100" dirty="0">
                <a:solidFill>
                  <a:schemeClr val="tx2"/>
                </a:solidFill>
              </a:rPr>
              <a:t>元画像とスーパーピクセル</a:t>
            </a:r>
            <a:endParaRPr lang="en-US" sz="1100" dirty="0"/>
          </a:p>
        </p:txBody>
      </p:sp>
      <p:sp>
        <p:nvSpPr>
          <p:cNvPr id="126" name="Shape 123"/>
          <p:cNvSpPr/>
          <p:nvPr/>
        </p:nvSpPr>
        <p:spPr>
          <a:xfrm>
            <a:off x="5394960"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27" name="Shape 124"/>
          <p:cNvSpPr/>
          <p:nvPr/>
        </p:nvSpPr>
        <p:spPr>
          <a:xfrm>
            <a:off x="5559552"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28" name="Shape 125"/>
          <p:cNvSpPr/>
          <p:nvPr/>
        </p:nvSpPr>
        <p:spPr>
          <a:xfrm>
            <a:off x="5724144"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29" name="Shape 126"/>
          <p:cNvSpPr/>
          <p:nvPr/>
        </p:nvSpPr>
        <p:spPr>
          <a:xfrm>
            <a:off x="5753771" y="1538875"/>
            <a:ext cx="105339" cy="105339"/>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130" name="Shape 127"/>
          <p:cNvSpPr/>
          <p:nvPr/>
        </p:nvSpPr>
        <p:spPr>
          <a:xfrm>
            <a:off x="5888736"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31" name="Shape 128"/>
          <p:cNvSpPr/>
          <p:nvPr/>
        </p:nvSpPr>
        <p:spPr>
          <a:xfrm>
            <a:off x="5918363" y="1538875"/>
            <a:ext cx="105339" cy="105339"/>
          </a:xfrm>
          <a:prstGeom prst="rect">
            <a:avLst/>
          </a:prstGeom>
          <a:solidFill>
            <a:schemeClr val="tx1">
              <a:alpha val="69000"/>
            </a:schemeClr>
          </a:solidFill>
          <a:ln w="12700">
            <a:solidFill>
              <a:schemeClr val="tx1">
                <a:alpha val="0"/>
              </a:schemeClr>
            </a:solidFill>
            <a:prstDash val="solid"/>
          </a:ln>
        </p:spPr>
        <p:txBody>
          <a:bodyPr/>
          <a:lstStyle/>
          <a:p>
            <a:endParaRPr lang="ja-JP" altLang="en-US"/>
          </a:p>
        </p:txBody>
      </p:sp>
      <p:sp>
        <p:nvSpPr>
          <p:cNvPr id="132" name="Shape 129"/>
          <p:cNvSpPr/>
          <p:nvPr/>
        </p:nvSpPr>
        <p:spPr>
          <a:xfrm>
            <a:off x="6053328"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33" name="Shape 130"/>
          <p:cNvSpPr/>
          <p:nvPr/>
        </p:nvSpPr>
        <p:spPr>
          <a:xfrm>
            <a:off x="6082955" y="1538875"/>
            <a:ext cx="105339" cy="105339"/>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134" name="Shape 131"/>
          <p:cNvSpPr/>
          <p:nvPr/>
        </p:nvSpPr>
        <p:spPr>
          <a:xfrm>
            <a:off x="6217920"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35" name="Shape 132"/>
          <p:cNvSpPr/>
          <p:nvPr/>
        </p:nvSpPr>
        <p:spPr>
          <a:xfrm>
            <a:off x="6247547" y="1538875"/>
            <a:ext cx="105339" cy="105339"/>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136" name="Shape 133"/>
          <p:cNvSpPr/>
          <p:nvPr/>
        </p:nvSpPr>
        <p:spPr>
          <a:xfrm>
            <a:off x="6382512"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37" name="Shape 134"/>
          <p:cNvSpPr/>
          <p:nvPr/>
        </p:nvSpPr>
        <p:spPr>
          <a:xfrm>
            <a:off x="6547104"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38" name="Shape 135"/>
          <p:cNvSpPr/>
          <p:nvPr/>
        </p:nvSpPr>
        <p:spPr>
          <a:xfrm>
            <a:off x="5394960"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39" name="Shape 136"/>
          <p:cNvSpPr/>
          <p:nvPr/>
        </p:nvSpPr>
        <p:spPr>
          <a:xfrm>
            <a:off x="5559552"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40" name="Shape 137"/>
          <p:cNvSpPr/>
          <p:nvPr/>
        </p:nvSpPr>
        <p:spPr>
          <a:xfrm>
            <a:off x="5724144"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41" name="Shape 138"/>
          <p:cNvSpPr/>
          <p:nvPr/>
        </p:nvSpPr>
        <p:spPr>
          <a:xfrm>
            <a:off x="5753771" y="1703467"/>
            <a:ext cx="105339" cy="105339"/>
          </a:xfrm>
          <a:prstGeom prst="rect">
            <a:avLst/>
          </a:prstGeom>
          <a:solidFill>
            <a:schemeClr val="tx1">
              <a:alpha val="75000"/>
            </a:schemeClr>
          </a:solidFill>
          <a:ln w="12700">
            <a:solidFill>
              <a:schemeClr val="tx1">
                <a:alpha val="0"/>
              </a:schemeClr>
            </a:solidFill>
            <a:prstDash val="solid"/>
          </a:ln>
        </p:spPr>
        <p:txBody>
          <a:bodyPr/>
          <a:lstStyle/>
          <a:p>
            <a:endParaRPr lang="ja-JP" altLang="en-US"/>
          </a:p>
        </p:txBody>
      </p:sp>
      <p:sp>
        <p:nvSpPr>
          <p:cNvPr id="142" name="Shape 139"/>
          <p:cNvSpPr/>
          <p:nvPr/>
        </p:nvSpPr>
        <p:spPr>
          <a:xfrm>
            <a:off x="5888736"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43" name="Shape 140"/>
          <p:cNvSpPr/>
          <p:nvPr/>
        </p:nvSpPr>
        <p:spPr>
          <a:xfrm>
            <a:off x="5918363" y="1703467"/>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44" name="Shape 141"/>
          <p:cNvSpPr/>
          <p:nvPr/>
        </p:nvSpPr>
        <p:spPr>
          <a:xfrm>
            <a:off x="6053328"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45" name="Shape 142"/>
          <p:cNvSpPr/>
          <p:nvPr/>
        </p:nvSpPr>
        <p:spPr>
          <a:xfrm>
            <a:off x="6082955" y="1703467"/>
            <a:ext cx="105339" cy="105339"/>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146" name="Shape 143"/>
          <p:cNvSpPr/>
          <p:nvPr/>
        </p:nvSpPr>
        <p:spPr>
          <a:xfrm>
            <a:off x="6217920"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47" name="Shape 144"/>
          <p:cNvSpPr/>
          <p:nvPr/>
        </p:nvSpPr>
        <p:spPr>
          <a:xfrm>
            <a:off x="6247547" y="1703467"/>
            <a:ext cx="105339" cy="105339"/>
          </a:xfrm>
          <a:prstGeom prst="rect">
            <a:avLst/>
          </a:prstGeom>
          <a:solidFill>
            <a:schemeClr val="tx1">
              <a:alpha val="94000"/>
            </a:schemeClr>
          </a:solidFill>
          <a:ln w="12700">
            <a:solidFill>
              <a:schemeClr val="tx1">
                <a:alpha val="0"/>
              </a:schemeClr>
            </a:solidFill>
            <a:prstDash val="solid"/>
          </a:ln>
        </p:spPr>
        <p:txBody>
          <a:bodyPr/>
          <a:lstStyle/>
          <a:p>
            <a:endParaRPr lang="ja-JP" altLang="en-US"/>
          </a:p>
        </p:txBody>
      </p:sp>
      <p:sp>
        <p:nvSpPr>
          <p:cNvPr id="148" name="Shape 145"/>
          <p:cNvSpPr/>
          <p:nvPr/>
        </p:nvSpPr>
        <p:spPr>
          <a:xfrm>
            <a:off x="6382512"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49" name="Shape 146"/>
          <p:cNvSpPr/>
          <p:nvPr/>
        </p:nvSpPr>
        <p:spPr>
          <a:xfrm>
            <a:off x="6547104"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50" name="Shape 147"/>
          <p:cNvSpPr/>
          <p:nvPr/>
        </p:nvSpPr>
        <p:spPr>
          <a:xfrm>
            <a:off x="5394960"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51" name="Shape 148"/>
          <p:cNvSpPr/>
          <p:nvPr/>
        </p:nvSpPr>
        <p:spPr>
          <a:xfrm>
            <a:off x="5559552"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52" name="Shape 149"/>
          <p:cNvSpPr/>
          <p:nvPr/>
        </p:nvSpPr>
        <p:spPr>
          <a:xfrm>
            <a:off x="5724144"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53" name="Shape 150"/>
          <p:cNvSpPr/>
          <p:nvPr/>
        </p:nvSpPr>
        <p:spPr>
          <a:xfrm>
            <a:off x="5753771" y="1868059"/>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54" name="Shape 151"/>
          <p:cNvSpPr/>
          <p:nvPr/>
        </p:nvSpPr>
        <p:spPr>
          <a:xfrm>
            <a:off x="5888736"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55" name="Shape 152"/>
          <p:cNvSpPr/>
          <p:nvPr/>
        </p:nvSpPr>
        <p:spPr>
          <a:xfrm>
            <a:off x="5918363" y="1868059"/>
            <a:ext cx="105339" cy="105339"/>
          </a:xfrm>
          <a:prstGeom prst="rect">
            <a:avLst/>
          </a:prstGeom>
          <a:solidFill>
            <a:schemeClr val="tx1">
              <a:alpha val="56000"/>
            </a:schemeClr>
          </a:solidFill>
          <a:ln w="12700">
            <a:solidFill>
              <a:schemeClr val="tx1">
                <a:alpha val="0"/>
              </a:schemeClr>
            </a:solidFill>
            <a:prstDash val="solid"/>
          </a:ln>
        </p:spPr>
        <p:txBody>
          <a:bodyPr/>
          <a:lstStyle/>
          <a:p>
            <a:endParaRPr lang="ja-JP" altLang="en-US"/>
          </a:p>
        </p:txBody>
      </p:sp>
      <p:sp>
        <p:nvSpPr>
          <p:cNvPr id="156" name="Shape 153"/>
          <p:cNvSpPr/>
          <p:nvPr/>
        </p:nvSpPr>
        <p:spPr>
          <a:xfrm>
            <a:off x="6053328"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57" name="Shape 154"/>
          <p:cNvSpPr/>
          <p:nvPr/>
        </p:nvSpPr>
        <p:spPr>
          <a:xfrm>
            <a:off x="6082955" y="1868059"/>
            <a:ext cx="105339" cy="105339"/>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158" name="Shape 155"/>
          <p:cNvSpPr/>
          <p:nvPr/>
        </p:nvSpPr>
        <p:spPr>
          <a:xfrm>
            <a:off x="6217920"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59" name="Shape 156"/>
          <p:cNvSpPr/>
          <p:nvPr/>
        </p:nvSpPr>
        <p:spPr>
          <a:xfrm>
            <a:off x="6247547" y="1868059"/>
            <a:ext cx="105339" cy="105339"/>
          </a:xfrm>
          <a:prstGeom prst="rect">
            <a:avLst/>
          </a:prstGeom>
          <a:solidFill>
            <a:schemeClr val="tx1">
              <a:alpha val="19000"/>
            </a:schemeClr>
          </a:solidFill>
          <a:ln w="12700">
            <a:solidFill>
              <a:schemeClr val="tx1">
                <a:alpha val="0"/>
              </a:schemeClr>
            </a:solidFill>
            <a:prstDash val="solid"/>
          </a:ln>
        </p:spPr>
        <p:txBody>
          <a:bodyPr/>
          <a:lstStyle/>
          <a:p>
            <a:endParaRPr lang="ja-JP" altLang="en-US"/>
          </a:p>
        </p:txBody>
      </p:sp>
      <p:sp>
        <p:nvSpPr>
          <p:cNvPr id="160" name="Shape 157"/>
          <p:cNvSpPr/>
          <p:nvPr/>
        </p:nvSpPr>
        <p:spPr>
          <a:xfrm>
            <a:off x="6382512"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61" name="Shape 158"/>
          <p:cNvSpPr/>
          <p:nvPr/>
        </p:nvSpPr>
        <p:spPr>
          <a:xfrm>
            <a:off x="6547104"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62" name="Shape 159"/>
          <p:cNvSpPr/>
          <p:nvPr/>
        </p:nvSpPr>
        <p:spPr>
          <a:xfrm>
            <a:off x="5394960"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63" name="Shape 160"/>
          <p:cNvSpPr/>
          <p:nvPr/>
        </p:nvSpPr>
        <p:spPr>
          <a:xfrm>
            <a:off x="5559552"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64" name="Shape 161"/>
          <p:cNvSpPr/>
          <p:nvPr/>
        </p:nvSpPr>
        <p:spPr>
          <a:xfrm>
            <a:off x="5589179" y="2032651"/>
            <a:ext cx="105339" cy="105339"/>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165" name="Shape 162"/>
          <p:cNvSpPr/>
          <p:nvPr/>
        </p:nvSpPr>
        <p:spPr>
          <a:xfrm>
            <a:off x="5724144"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66" name="Shape 163"/>
          <p:cNvSpPr/>
          <p:nvPr/>
        </p:nvSpPr>
        <p:spPr>
          <a:xfrm>
            <a:off x="5753771" y="2032651"/>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67" name="Shape 164"/>
          <p:cNvSpPr/>
          <p:nvPr/>
        </p:nvSpPr>
        <p:spPr>
          <a:xfrm>
            <a:off x="5888736"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68" name="Shape 165"/>
          <p:cNvSpPr/>
          <p:nvPr/>
        </p:nvSpPr>
        <p:spPr>
          <a:xfrm>
            <a:off x="5918363" y="2032651"/>
            <a:ext cx="105339" cy="105339"/>
          </a:xfrm>
          <a:prstGeom prst="rect">
            <a:avLst/>
          </a:prstGeom>
          <a:solidFill>
            <a:schemeClr val="tx1">
              <a:alpha val="37000"/>
            </a:schemeClr>
          </a:solidFill>
          <a:ln w="12700">
            <a:solidFill>
              <a:schemeClr val="tx1">
                <a:alpha val="0"/>
              </a:schemeClr>
            </a:solidFill>
            <a:prstDash val="solid"/>
          </a:ln>
        </p:spPr>
        <p:txBody>
          <a:bodyPr/>
          <a:lstStyle/>
          <a:p>
            <a:endParaRPr lang="ja-JP" altLang="en-US"/>
          </a:p>
        </p:txBody>
      </p:sp>
      <p:sp>
        <p:nvSpPr>
          <p:cNvPr id="169" name="Shape 166"/>
          <p:cNvSpPr/>
          <p:nvPr/>
        </p:nvSpPr>
        <p:spPr>
          <a:xfrm>
            <a:off x="6053328"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70" name="Shape 167"/>
          <p:cNvSpPr/>
          <p:nvPr/>
        </p:nvSpPr>
        <p:spPr>
          <a:xfrm>
            <a:off x="6082955" y="2032651"/>
            <a:ext cx="105339" cy="105339"/>
          </a:xfrm>
          <a:prstGeom prst="rect">
            <a:avLst/>
          </a:prstGeom>
          <a:solidFill>
            <a:schemeClr val="tx1">
              <a:alpha val="87000"/>
            </a:schemeClr>
          </a:solidFill>
          <a:ln w="12700">
            <a:solidFill>
              <a:schemeClr val="tx1">
                <a:alpha val="0"/>
              </a:schemeClr>
            </a:solidFill>
            <a:prstDash val="solid"/>
          </a:ln>
        </p:spPr>
        <p:txBody>
          <a:bodyPr/>
          <a:lstStyle/>
          <a:p>
            <a:endParaRPr lang="ja-JP" altLang="en-US"/>
          </a:p>
        </p:txBody>
      </p:sp>
      <p:sp>
        <p:nvSpPr>
          <p:cNvPr id="171" name="Shape 168"/>
          <p:cNvSpPr/>
          <p:nvPr/>
        </p:nvSpPr>
        <p:spPr>
          <a:xfrm>
            <a:off x="6217920"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72" name="Shape 169"/>
          <p:cNvSpPr/>
          <p:nvPr/>
        </p:nvSpPr>
        <p:spPr>
          <a:xfrm>
            <a:off x="6247547" y="2032651"/>
            <a:ext cx="105339" cy="105339"/>
          </a:xfrm>
          <a:prstGeom prst="rect">
            <a:avLst/>
          </a:prstGeom>
          <a:solidFill>
            <a:schemeClr val="tx1">
              <a:alpha val="56000"/>
            </a:schemeClr>
          </a:solidFill>
          <a:ln w="12700">
            <a:solidFill>
              <a:schemeClr val="tx1">
                <a:alpha val="0"/>
              </a:schemeClr>
            </a:solidFill>
            <a:prstDash val="solid"/>
          </a:ln>
        </p:spPr>
        <p:txBody>
          <a:bodyPr/>
          <a:lstStyle/>
          <a:p>
            <a:endParaRPr lang="ja-JP" altLang="en-US"/>
          </a:p>
        </p:txBody>
      </p:sp>
      <p:sp>
        <p:nvSpPr>
          <p:cNvPr id="173" name="Shape 170"/>
          <p:cNvSpPr/>
          <p:nvPr/>
        </p:nvSpPr>
        <p:spPr>
          <a:xfrm>
            <a:off x="6382512"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74" name="Shape 171"/>
          <p:cNvSpPr/>
          <p:nvPr/>
        </p:nvSpPr>
        <p:spPr>
          <a:xfrm>
            <a:off x="6412139" y="2032651"/>
            <a:ext cx="105339" cy="105339"/>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175" name="Shape 172"/>
          <p:cNvSpPr/>
          <p:nvPr/>
        </p:nvSpPr>
        <p:spPr>
          <a:xfrm>
            <a:off x="6547104"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76" name="Shape 173"/>
          <p:cNvSpPr/>
          <p:nvPr/>
        </p:nvSpPr>
        <p:spPr>
          <a:xfrm>
            <a:off x="5394960"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77" name="Shape 174"/>
          <p:cNvSpPr/>
          <p:nvPr/>
        </p:nvSpPr>
        <p:spPr>
          <a:xfrm>
            <a:off x="5559552"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78" name="Shape 175"/>
          <p:cNvSpPr/>
          <p:nvPr/>
        </p:nvSpPr>
        <p:spPr>
          <a:xfrm>
            <a:off x="5589179" y="2197243"/>
            <a:ext cx="105339" cy="105339"/>
          </a:xfrm>
          <a:prstGeom prst="rect">
            <a:avLst/>
          </a:prstGeom>
          <a:solidFill>
            <a:schemeClr val="tx1">
              <a:alpha val="44000"/>
            </a:schemeClr>
          </a:solidFill>
          <a:ln w="12700">
            <a:solidFill>
              <a:schemeClr val="tx1">
                <a:alpha val="0"/>
              </a:schemeClr>
            </a:solidFill>
            <a:prstDash val="solid"/>
          </a:ln>
        </p:spPr>
        <p:txBody>
          <a:bodyPr/>
          <a:lstStyle/>
          <a:p>
            <a:endParaRPr lang="ja-JP" altLang="en-US"/>
          </a:p>
        </p:txBody>
      </p:sp>
      <p:sp>
        <p:nvSpPr>
          <p:cNvPr id="179" name="Shape 176"/>
          <p:cNvSpPr/>
          <p:nvPr/>
        </p:nvSpPr>
        <p:spPr>
          <a:xfrm>
            <a:off x="5724144"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80" name="Shape 177"/>
          <p:cNvSpPr/>
          <p:nvPr/>
        </p:nvSpPr>
        <p:spPr>
          <a:xfrm>
            <a:off x="5753771" y="2197243"/>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81" name="Shape 178"/>
          <p:cNvSpPr/>
          <p:nvPr/>
        </p:nvSpPr>
        <p:spPr>
          <a:xfrm>
            <a:off x="5888736"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82" name="Shape 179"/>
          <p:cNvSpPr/>
          <p:nvPr/>
        </p:nvSpPr>
        <p:spPr>
          <a:xfrm>
            <a:off x="5918363" y="2197243"/>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83" name="Shape 180"/>
          <p:cNvSpPr/>
          <p:nvPr/>
        </p:nvSpPr>
        <p:spPr>
          <a:xfrm>
            <a:off x="6053328"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84" name="Shape 181"/>
          <p:cNvSpPr/>
          <p:nvPr/>
        </p:nvSpPr>
        <p:spPr>
          <a:xfrm>
            <a:off x="6082955" y="2197243"/>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85" name="Shape 182"/>
          <p:cNvSpPr/>
          <p:nvPr/>
        </p:nvSpPr>
        <p:spPr>
          <a:xfrm>
            <a:off x="6217920"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86" name="Shape 183"/>
          <p:cNvSpPr/>
          <p:nvPr/>
        </p:nvSpPr>
        <p:spPr>
          <a:xfrm>
            <a:off x="6247547" y="2197243"/>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87" name="Shape 184"/>
          <p:cNvSpPr/>
          <p:nvPr/>
        </p:nvSpPr>
        <p:spPr>
          <a:xfrm>
            <a:off x="6382512"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88" name="Shape 185"/>
          <p:cNvSpPr/>
          <p:nvPr/>
        </p:nvSpPr>
        <p:spPr>
          <a:xfrm>
            <a:off x="6412139" y="2197243"/>
            <a:ext cx="105339" cy="105339"/>
          </a:xfrm>
          <a:prstGeom prst="rect">
            <a:avLst/>
          </a:prstGeom>
          <a:solidFill>
            <a:schemeClr val="tx1">
              <a:alpha val="37000"/>
            </a:schemeClr>
          </a:solidFill>
          <a:ln w="12700">
            <a:solidFill>
              <a:schemeClr val="tx1">
                <a:alpha val="0"/>
              </a:schemeClr>
            </a:solidFill>
            <a:prstDash val="solid"/>
          </a:ln>
        </p:spPr>
        <p:txBody>
          <a:bodyPr/>
          <a:lstStyle/>
          <a:p>
            <a:endParaRPr lang="ja-JP" altLang="en-US"/>
          </a:p>
        </p:txBody>
      </p:sp>
      <p:sp>
        <p:nvSpPr>
          <p:cNvPr id="189" name="Shape 186"/>
          <p:cNvSpPr/>
          <p:nvPr/>
        </p:nvSpPr>
        <p:spPr>
          <a:xfrm>
            <a:off x="6547104"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90" name="Shape 187"/>
          <p:cNvSpPr/>
          <p:nvPr/>
        </p:nvSpPr>
        <p:spPr>
          <a:xfrm>
            <a:off x="5394960"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91" name="Shape 188"/>
          <p:cNvSpPr/>
          <p:nvPr/>
        </p:nvSpPr>
        <p:spPr>
          <a:xfrm>
            <a:off x="5559552"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92" name="Shape 189"/>
          <p:cNvSpPr/>
          <p:nvPr/>
        </p:nvSpPr>
        <p:spPr>
          <a:xfrm>
            <a:off x="5589179" y="2361835"/>
            <a:ext cx="105339" cy="105339"/>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193" name="Shape 190"/>
          <p:cNvSpPr/>
          <p:nvPr/>
        </p:nvSpPr>
        <p:spPr>
          <a:xfrm>
            <a:off x="5724144"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94" name="Shape 191"/>
          <p:cNvSpPr/>
          <p:nvPr/>
        </p:nvSpPr>
        <p:spPr>
          <a:xfrm>
            <a:off x="5753771" y="2361835"/>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95" name="Shape 192"/>
          <p:cNvSpPr/>
          <p:nvPr/>
        </p:nvSpPr>
        <p:spPr>
          <a:xfrm>
            <a:off x="5888736"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96" name="Shape 193"/>
          <p:cNvSpPr/>
          <p:nvPr/>
        </p:nvSpPr>
        <p:spPr>
          <a:xfrm>
            <a:off x="5918363" y="2361835"/>
            <a:ext cx="105339" cy="105339"/>
          </a:xfrm>
          <a:prstGeom prst="rect">
            <a:avLst/>
          </a:prstGeom>
          <a:solidFill>
            <a:schemeClr val="tx1">
              <a:alpha val="87000"/>
            </a:schemeClr>
          </a:solidFill>
          <a:ln w="12700">
            <a:solidFill>
              <a:schemeClr val="tx1">
                <a:alpha val="0"/>
              </a:schemeClr>
            </a:solidFill>
            <a:prstDash val="solid"/>
          </a:ln>
        </p:spPr>
        <p:txBody>
          <a:bodyPr/>
          <a:lstStyle/>
          <a:p>
            <a:endParaRPr lang="ja-JP" altLang="en-US"/>
          </a:p>
        </p:txBody>
      </p:sp>
      <p:sp>
        <p:nvSpPr>
          <p:cNvPr id="197" name="Shape 194"/>
          <p:cNvSpPr/>
          <p:nvPr/>
        </p:nvSpPr>
        <p:spPr>
          <a:xfrm>
            <a:off x="6053328"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98" name="Shape 195"/>
          <p:cNvSpPr/>
          <p:nvPr/>
        </p:nvSpPr>
        <p:spPr>
          <a:xfrm>
            <a:off x="6082955" y="2361835"/>
            <a:ext cx="105339" cy="105339"/>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199" name="Shape 196"/>
          <p:cNvSpPr/>
          <p:nvPr/>
        </p:nvSpPr>
        <p:spPr>
          <a:xfrm>
            <a:off x="6217920"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00" name="Shape 197"/>
          <p:cNvSpPr/>
          <p:nvPr/>
        </p:nvSpPr>
        <p:spPr>
          <a:xfrm>
            <a:off x="6247547" y="2361835"/>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01" name="Shape 198"/>
          <p:cNvSpPr/>
          <p:nvPr/>
        </p:nvSpPr>
        <p:spPr>
          <a:xfrm>
            <a:off x="6382512"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02" name="Shape 199"/>
          <p:cNvSpPr/>
          <p:nvPr/>
        </p:nvSpPr>
        <p:spPr>
          <a:xfrm>
            <a:off x="6412139" y="2361835"/>
            <a:ext cx="105339" cy="105339"/>
          </a:xfrm>
          <a:prstGeom prst="rect">
            <a:avLst/>
          </a:prstGeom>
          <a:solidFill>
            <a:schemeClr val="tx1">
              <a:alpha val="50000"/>
            </a:schemeClr>
          </a:solidFill>
          <a:ln w="12700">
            <a:solidFill>
              <a:schemeClr val="tx1">
                <a:alpha val="0"/>
              </a:schemeClr>
            </a:solidFill>
            <a:prstDash val="solid"/>
          </a:ln>
        </p:spPr>
        <p:txBody>
          <a:bodyPr/>
          <a:lstStyle/>
          <a:p>
            <a:endParaRPr lang="ja-JP" altLang="en-US"/>
          </a:p>
        </p:txBody>
      </p:sp>
      <p:sp>
        <p:nvSpPr>
          <p:cNvPr id="203" name="Shape 200"/>
          <p:cNvSpPr/>
          <p:nvPr/>
        </p:nvSpPr>
        <p:spPr>
          <a:xfrm>
            <a:off x="6547104"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04" name="Shape 201"/>
          <p:cNvSpPr/>
          <p:nvPr/>
        </p:nvSpPr>
        <p:spPr>
          <a:xfrm>
            <a:off x="5394960"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05" name="Shape 202"/>
          <p:cNvSpPr/>
          <p:nvPr/>
        </p:nvSpPr>
        <p:spPr>
          <a:xfrm>
            <a:off x="5559552"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06" name="Shape 203"/>
          <p:cNvSpPr/>
          <p:nvPr/>
        </p:nvSpPr>
        <p:spPr>
          <a:xfrm>
            <a:off x="5724144"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07" name="Shape 204"/>
          <p:cNvSpPr/>
          <p:nvPr/>
        </p:nvSpPr>
        <p:spPr>
          <a:xfrm>
            <a:off x="5753771" y="2526427"/>
            <a:ext cx="105339" cy="105339"/>
          </a:xfrm>
          <a:prstGeom prst="rect">
            <a:avLst/>
          </a:prstGeom>
          <a:solidFill>
            <a:schemeClr val="tx1">
              <a:alpha val="75000"/>
            </a:schemeClr>
          </a:solidFill>
          <a:ln w="12700">
            <a:solidFill>
              <a:schemeClr val="tx1">
                <a:alpha val="0"/>
              </a:schemeClr>
            </a:solidFill>
            <a:prstDash val="solid"/>
          </a:ln>
        </p:spPr>
        <p:txBody>
          <a:bodyPr/>
          <a:lstStyle/>
          <a:p>
            <a:endParaRPr lang="ja-JP" altLang="en-US"/>
          </a:p>
        </p:txBody>
      </p:sp>
      <p:sp>
        <p:nvSpPr>
          <p:cNvPr id="208" name="Shape 205"/>
          <p:cNvSpPr/>
          <p:nvPr/>
        </p:nvSpPr>
        <p:spPr>
          <a:xfrm>
            <a:off x="5888736"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09" name="Shape 206"/>
          <p:cNvSpPr/>
          <p:nvPr/>
        </p:nvSpPr>
        <p:spPr>
          <a:xfrm>
            <a:off x="5918363" y="2526427"/>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10" name="Shape 207"/>
          <p:cNvSpPr/>
          <p:nvPr/>
        </p:nvSpPr>
        <p:spPr>
          <a:xfrm>
            <a:off x="6053328"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11" name="Shape 208"/>
          <p:cNvSpPr/>
          <p:nvPr/>
        </p:nvSpPr>
        <p:spPr>
          <a:xfrm>
            <a:off x="6082955" y="2526427"/>
            <a:ext cx="105339" cy="105339"/>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212" name="Shape 209"/>
          <p:cNvSpPr/>
          <p:nvPr/>
        </p:nvSpPr>
        <p:spPr>
          <a:xfrm>
            <a:off x="6217920"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13" name="Shape 210"/>
          <p:cNvSpPr/>
          <p:nvPr/>
        </p:nvSpPr>
        <p:spPr>
          <a:xfrm>
            <a:off x="6247547" y="2526427"/>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14" name="Shape 211"/>
          <p:cNvSpPr/>
          <p:nvPr/>
        </p:nvSpPr>
        <p:spPr>
          <a:xfrm>
            <a:off x="6382512"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15" name="Shape 212"/>
          <p:cNvSpPr/>
          <p:nvPr/>
        </p:nvSpPr>
        <p:spPr>
          <a:xfrm>
            <a:off x="6412139" y="2526427"/>
            <a:ext cx="105339" cy="105339"/>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216" name="Shape 213"/>
          <p:cNvSpPr/>
          <p:nvPr/>
        </p:nvSpPr>
        <p:spPr>
          <a:xfrm>
            <a:off x="6547104"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17" name="Shape 214"/>
          <p:cNvSpPr/>
          <p:nvPr/>
        </p:nvSpPr>
        <p:spPr>
          <a:xfrm>
            <a:off x="5394960"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18" name="Shape 215"/>
          <p:cNvSpPr/>
          <p:nvPr/>
        </p:nvSpPr>
        <p:spPr>
          <a:xfrm>
            <a:off x="5559552"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19" name="Shape 216"/>
          <p:cNvSpPr/>
          <p:nvPr/>
        </p:nvSpPr>
        <p:spPr>
          <a:xfrm>
            <a:off x="5724144"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20" name="Shape 217"/>
          <p:cNvSpPr/>
          <p:nvPr/>
        </p:nvSpPr>
        <p:spPr>
          <a:xfrm>
            <a:off x="5753771" y="2691019"/>
            <a:ext cx="105339" cy="105339"/>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221" name="Shape 218"/>
          <p:cNvSpPr/>
          <p:nvPr/>
        </p:nvSpPr>
        <p:spPr>
          <a:xfrm>
            <a:off x="5888736"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22" name="Shape 219"/>
          <p:cNvSpPr/>
          <p:nvPr/>
        </p:nvSpPr>
        <p:spPr>
          <a:xfrm>
            <a:off x="5918363" y="2691019"/>
            <a:ext cx="105339" cy="105339"/>
          </a:xfrm>
          <a:prstGeom prst="rect">
            <a:avLst/>
          </a:prstGeom>
          <a:solidFill>
            <a:schemeClr val="tx1">
              <a:alpha val="62000"/>
            </a:schemeClr>
          </a:solidFill>
          <a:ln w="12700">
            <a:solidFill>
              <a:schemeClr val="tx1">
                <a:alpha val="0"/>
              </a:schemeClr>
            </a:solidFill>
            <a:prstDash val="solid"/>
          </a:ln>
        </p:spPr>
        <p:txBody>
          <a:bodyPr/>
          <a:lstStyle/>
          <a:p>
            <a:endParaRPr lang="ja-JP" altLang="en-US"/>
          </a:p>
        </p:txBody>
      </p:sp>
      <p:sp>
        <p:nvSpPr>
          <p:cNvPr id="223" name="Shape 220"/>
          <p:cNvSpPr/>
          <p:nvPr/>
        </p:nvSpPr>
        <p:spPr>
          <a:xfrm>
            <a:off x="6053328"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24" name="Shape 221"/>
          <p:cNvSpPr/>
          <p:nvPr/>
        </p:nvSpPr>
        <p:spPr>
          <a:xfrm>
            <a:off x="6082955" y="2691019"/>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25" name="Shape 222"/>
          <p:cNvSpPr/>
          <p:nvPr/>
        </p:nvSpPr>
        <p:spPr>
          <a:xfrm>
            <a:off x="6217920"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26" name="Shape 223"/>
          <p:cNvSpPr/>
          <p:nvPr/>
        </p:nvSpPr>
        <p:spPr>
          <a:xfrm>
            <a:off x="6247547" y="2691019"/>
            <a:ext cx="105339" cy="105339"/>
          </a:xfrm>
          <a:prstGeom prst="rect">
            <a:avLst/>
          </a:prstGeom>
          <a:solidFill>
            <a:schemeClr val="tx1">
              <a:alpha val="44000"/>
            </a:schemeClr>
          </a:solidFill>
          <a:ln w="12700">
            <a:solidFill>
              <a:schemeClr val="tx1">
                <a:alpha val="0"/>
              </a:schemeClr>
            </a:solidFill>
            <a:prstDash val="solid"/>
          </a:ln>
        </p:spPr>
        <p:txBody>
          <a:bodyPr/>
          <a:lstStyle/>
          <a:p>
            <a:endParaRPr lang="ja-JP" altLang="en-US"/>
          </a:p>
        </p:txBody>
      </p:sp>
      <p:sp>
        <p:nvSpPr>
          <p:cNvPr id="227" name="Shape 224"/>
          <p:cNvSpPr/>
          <p:nvPr/>
        </p:nvSpPr>
        <p:spPr>
          <a:xfrm>
            <a:off x="6382512"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28" name="Shape 225"/>
          <p:cNvSpPr/>
          <p:nvPr/>
        </p:nvSpPr>
        <p:spPr>
          <a:xfrm>
            <a:off x="6547104"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29" name="Text 226"/>
          <p:cNvSpPr txBox="1"/>
          <p:nvPr/>
        </p:nvSpPr>
        <p:spPr>
          <a:xfrm>
            <a:off x="5303520" y="2880848"/>
            <a:ext cx="1508760" cy="274320"/>
          </a:xfrm>
          <a:prstGeom prst="rect">
            <a:avLst/>
          </a:prstGeom>
          <a:noFill/>
          <a:ln/>
        </p:spPr>
        <p:txBody>
          <a:bodyPr wrap="square" lIns="0" tIns="0" rIns="0" bIns="0" rtlCol="0" anchor="t"/>
          <a:lstStyle/>
          <a:p>
            <a:pPr marL="0" indent="0" algn="ctr">
              <a:buNone/>
            </a:pPr>
            <a:r>
              <a:rPr lang="en-US" sz="1200" dirty="0">
                <a:solidFill>
                  <a:schemeClr val="tx2"/>
                </a:solidFill>
              </a:rPr>
              <a:t>元画像</a:t>
            </a:r>
            <a:endParaRPr lang="en-US" sz="1200" dirty="0"/>
          </a:p>
        </p:txBody>
      </p:sp>
      <p:sp>
        <p:nvSpPr>
          <p:cNvPr id="230" name="Shape 227"/>
          <p:cNvSpPr/>
          <p:nvPr/>
        </p:nvSpPr>
        <p:spPr>
          <a:xfrm>
            <a:off x="6967728" y="1509248"/>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31" name="Shape 228"/>
          <p:cNvSpPr/>
          <p:nvPr/>
        </p:nvSpPr>
        <p:spPr>
          <a:xfrm>
            <a:off x="7132320" y="1509248"/>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32" name="Shape 229"/>
          <p:cNvSpPr/>
          <p:nvPr/>
        </p:nvSpPr>
        <p:spPr>
          <a:xfrm>
            <a:off x="7296912" y="1509248"/>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33" name="Shape 230"/>
          <p:cNvSpPr/>
          <p:nvPr/>
        </p:nvSpPr>
        <p:spPr>
          <a:xfrm>
            <a:off x="7461504"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34" name="Shape 231"/>
          <p:cNvSpPr/>
          <p:nvPr/>
        </p:nvSpPr>
        <p:spPr>
          <a:xfrm>
            <a:off x="7491131" y="1538875"/>
            <a:ext cx="105339" cy="105339"/>
          </a:xfrm>
          <a:prstGeom prst="rect">
            <a:avLst/>
          </a:prstGeom>
          <a:solidFill>
            <a:schemeClr val="tx1">
              <a:alpha val="69000"/>
            </a:schemeClr>
          </a:solidFill>
          <a:ln w="12700">
            <a:solidFill>
              <a:schemeClr val="tx1">
                <a:alpha val="0"/>
              </a:schemeClr>
            </a:solidFill>
            <a:prstDash val="solid"/>
          </a:ln>
        </p:spPr>
        <p:txBody>
          <a:bodyPr/>
          <a:lstStyle/>
          <a:p>
            <a:endParaRPr lang="ja-JP" altLang="en-US"/>
          </a:p>
        </p:txBody>
      </p:sp>
      <p:sp>
        <p:nvSpPr>
          <p:cNvPr id="235" name="Shape 232"/>
          <p:cNvSpPr/>
          <p:nvPr/>
        </p:nvSpPr>
        <p:spPr>
          <a:xfrm>
            <a:off x="7626096"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36" name="Shape 233"/>
          <p:cNvSpPr/>
          <p:nvPr/>
        </p:nvSpPr>
        <p:spPr>
          <a:xfrm>
            <a:off x="7655723" y="1538875"/>
            <a:ext cx="105339" cy="105339"/>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237" name="Shape 234"/>
          <p:cNvSpPr/>
          <p:nvPr/>
        </p:nvSpPr>
        <p:spPr>
          <a:xfrm>
            <a:off x="7790688"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38" name="Shape 235"/>
          <p:cNvSpPr/>
          <p:nvPr/>
        </p:nvSpPr>
        <p:spPr>
          <a:xfrm>
            <a:off x="7820315" y="1538875"/>
            <a:ext cx="105339" cy="105339"/>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239" name="Shape 236"/>
          <p:cNvSpPr/>
          <p:nvPr/>
        </p:nvSpPr>
        <p:spPr>
          <a:xfrm>
            <a:off x="7955280"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40" name="Shape 237"/>
          <p:cNvSpPr/>
          <p:nvPr/>
        </p:nvSpPr>
        <p:spPr>
          <a:xfrm>
            <a:off x="8119872"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41" name="Shape 238"/>
          <p:cNvSpPr/>
          <p:nvPr/>
        </p:nvSpPr>
        <p:spPr>
          <a:xfrm>
            <a:off x="6967728" y="1673840"/>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42" name="Shape 239"/>
          <p:cNvSpPr/>
          <p:nvPr/>
        </p:nvSpPr>
        <p:spPr>
          <a:xfrm>
            <a:off x="7132320" y="1673840"/>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43" name="Shape 240"/>
          <p:cNvSpPr/>
          <p:nvPr/>
        </p:nvSpPr>
        <p:spPr>
          <a:xfrm>
            <a:off x="7296912" y="1673840"/>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44" name="Shape 241"/>
          <p:cNvSpPr/>
          <p:nvPr/>
        </p:nvSpPr>
        <p:spPr>
          <a:xfrm>
            <a:off x="7461504"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45" name="Shape 242"/>
          <p:cNvSpPr/>
          <p:nvPr/>
        </p:nvSpPr>
        <p:spPr>
          <a:xfrm>
            <a:off x="7491131" y="1703467"/>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46" name="Shape 243"/>
          <p:cNvSpPr/>
          <p:nvPr/>
        </p:nvSpPr>
        <p:spPr>
          <a:xfrm>
            <a:off x="7626096"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47" name="Shape 244"/>
          <p:cNvSpPr/>
          <p:nvPr/>
        </p:nvSpPr>
        <p:spPr>
          <a:xfrm>
            <a:off x="7655723" y="1703467"/>
            <a:ext cx="105339" cy="105339"/>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248" name="Shape 245"/>
          <p:cNvSpPr/>
          <p:nvPr/>
        </p:nvSpPr>
        <p:spPr>
          <a:xfrm>
            <a:off x="7790688"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49" name="Shape 246"/>
          <p:cNvSpPr/>
          <p:nvPr/>
        </p:nvSpPr>
        <p:spPr>
          <a:xfrm>
            <a:off x="7820315" y="1703467"/>
            <a:ext cx="105339" cy="105339"/>
          </a:xfrm>
          <a:prstGeom prst="rect">
            <a:avLst/>
          </a:prstGeom>
          <a:solidFill>
            <a:schemeClr val="tx1">
              <a:alpha val="94000"/>
            </a:schemeClr>
          </a:solidFill>
          <a:ln w="12700">
            <a:solidFill>
              <a:schemeClr val="tx1">
                <a:alpha val="0"/>
              </a:schemeClr>
            </a:solidFill>
            <a:prstDash val="solid"/>
          </a:ln>
        </p:spPr>
        <p:txBody>
          <a:bodyPr/>
          <a:lstStyle/>
          <a:p>
            <a:endParaRPr lang="ja-JP" altLang="en-US"/>
          </a:p>
        </p:txBody>
      </p:sp>
      <p:sp>
        <p:nvSpPr>
          <p:cNvPr id="250" name="Shape 247"/>
          <p:cNvSpPr/>
          <p:nvPr/>
        </p:nvSpPr>
        <p:spPr>
          <a:xfrm>
            <a:off x="7955280"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51" name="Shape 248"/>
          <p:cNvSpPr/>
          <p:nvPr/>
        </p:nvSpPr>
        <p:spPr>
          <a:xfrm>
            <a:off x="8119872"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52" name="Shape 249"/>
          <p:cNvSpPr/>
          <p:nvPr/>
        </p:nvSpPr>
        <p:spPr>
          <a:xfrm>
            <a:off x="6967728" y="1838432"/>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53" name="Shape 250"/>
          <p:cNvSpPr/>
          <p:nvPr/>
        </p:nvSpPr>
        <p:spPr>
          <a:xfrm>
            <a:off x="7132320" y="1838432"/>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54" name="Shape 251"/>
          <p:cNvSpPr/>
          <p:nvPr/>
        </p:nvSpPr>
        <p:spPr>
          <a:xfrm>
            <a:off x="7296912" y="1838432"/>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55" name="Shape 252"/>
          <p:cNvSpPr/>
          <p:nvPr/>
        </p:nvSpPr>
        <p:spPr>
          <a:xfrm>
            <a:off x="7461504"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56" name="Shape 253"/>
          <p:cNvSpPr/>
          <p:nvPr/>
        </p:nvSpPr>
        <p:spPr>
          <a:xfrm>
            <a:off x="7491131" y="1868059"/>
            <a:ext cx="105339" cy="105339"/>
          </a:xfrm>
          <a:prstGeom prst="rect">
            <a:avLst/>
          </a:prstGeom>
          <a:solidFill>
            <a:schemeClr val="tx1">
              <a:alpha val="56000"/>
            </a:schemeClr>
          </a:solidFill>
          <a:ln w="12700">
            <a:solidFill>
              <a:schemeClr val="tx1">
                <a:alpha val="0"/>
              </a:schemeClr>
            </a:solidFill>
            <a:prstDash val="solid"/>
          </a:ln>
        </p:spPr>
        <p:txBody>
          <a:bodyPr/>
          <a:lstStyle/>
          <a:p>
            <a:endParaRPr lang="ja-JP" altLang="en-US"/>
          </a:p>
        </p:txBody>
      </p:sp>
      <p:sp>
        <p:nvSpPr>
          <p:cNvPr id="257" name="Shape 254"/>
          <p:cNvSpPr/>
          <p:nvPr/>
        </p:nvSpPr>
        <p:spPr>
          <a:xfrm>
            <a:off x="7626096"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58" name="Shape 255"/>
          <p:cNvSpPr/>
          <p:nvPr/>
        </p:nvSpPr>
        <p:spPr>
          <a:xfrm>
            <a:off x="7655723" y="1868059"/>
            <a:ext cx="105339" cy="105339"/>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259" name="Shape 256"/>
          <p:cNvSpPr/>
          <p:nvPr/>
        </p:nvSpPr>
        <p:spPr>
          <a:xfrm>
            <a:off x="7790688"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60" name="Shape 257"/>
          <p:cNvSpPr/>
          <p:nvPr/>
        </p:nvSpPr>
        <p:spPr>
          <a:xfrm>
            <a:off x="7820315" y="1868059"/>
            <a:ext cx="105339" cy="105339"/>
          </a:xfrm>
          <a:prstGeom prst="rect">
            <a:avLst/>
          </a:prstGeom>
          <a:solidFill>
            <a:schemeClr val="tx1">
              <a:alpha val="19000"/>
            </a:schemeClr>
          </a:solidFill>
          <a:ln w="12700">
            <a:solidFill>
              <a:schemeClr val="tx1">
                <a:alpha val="0"/>
              </a:schemeClr>
            </a:solidFill>
            <a:prstDash val="solid"/>
          </a:ln>
        </p:spPr>
        <p:txBody>
          <a:bodyPr/>
          <a:lstStyle/>
          <a:p>
            <a:endParaRPr lang="ja-JP" altLang="en-US"/>
          </a:p>
        </p:txBody>
      </p:sp>
      <p:sp>
        <p:nvSpPr>
          <p:cNvPr id="261" name="Shape 258"/>
          <p:cNvSpPr/>
          <p:nvPr/>
        </p:nvSpPr>
        <p:spPr>
          <a:xfrm>
            <a:off x="7955280"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62" name="Shape 259"/>
          <p:cNvSpPr/>
          <p:nvPr/>
        </p:nvSpPr>
        <p:spPr>
          <a:xfrm>
            <a:off x="8119872"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63" name="Shape 260"/>
          <p:cNvSpPr/>
          <p:nvPr/>
        </p:nvSpPr>
        <p:spPr>
          <a:xfrm>
            <a:off x="6967728" y="2003024"/>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64" name="Shape 261"/>
          <p:cNvSpPr/>
          <p:nvPr/>
        </p:nvSpPr>
        <p:spPr>
          <a:xfrm>
            <a:off x="7132320" y="2003024"/>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65" name="Shape 262"/>
          <p:cNvSpPr/>
          <p:nvPr/>
        </p:nvSpPr>
        <p:spPr>
          <a:xfrm>
            <a:off x="7296912" y="2003024"/>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66" name="Shape 263"/>
          <p:cNvSpPr/>
          <p:nvPr/>
        </p:nvSpPr>
        <p:spPr>
          <a:xfrm>
            <a:off x="7461504"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67" name="Shape 264"/>
          <p:cNvSpPr/>
          <p:nvPr/>
        </p:nvSpPr>
        <p:spPr>
          <a:xfrm>
            <a:off x="7491131" y="2032651"/>
            <a:ext cx="105339" cy="105339"/>
          </a:xfrm>
          <a:prstGeom prst="rect">
            <a:avLst/>
          </a:prstGeom>
          <a:solidFill>
            <a:schemeClr val="tx1">
              <a:alpha val="37000"/>
            </a:schemeClr>
          </a:solidFill>
          <a:ln w="12700">
            <a:solidFill>
              <a:schemeClr val="tx1">
                <a:alpha val="0"/>
              </a:schemeClr>
            </a:solidFill>
            <a:prstDash val="solid"/>
          </a:ln>
        </p:spPr>
        <p:txBody>
          <a:bodyPr/>
          <a:lstStyle/>
          <a:p>
            <a:endParaRPr lang="ja-JP" altLang="en-US"/>
          </a:p>
        </p:txBody>
      </p:sp>
      <p:sp>
        <p:nvSpPr>
          <p:cNvPr id="268" name="Shape 265"/>
          <p:cNvSpPr/>
          <p:nvPr/>
        </p:nvSpPr>
        <p:spPr>
          <a:xfrm>
            <a:off x="7626096"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69" name="Shape 266"/>
          <p:cNvSpPr/>
          <p:nvPr/>
        </p:nvSpPr>
        <p:spPr>
          <a:xfrm>
            <a:off x="7655723" y="2032651"/>
            <a:ext cx="105339" cy="105339"/>
          </a:xfrm>
          <a:prstGeom prst="rect">
            <a:avLst/>
          </a:prstGeom>
          <a:solidFill>
            <a:schemeClr val="tx1">
              <a:alpha val="87000"/>
            </a:schemeClr>
          </a:solidFill>
          <a:ln w="12700">
            <a:solidFill>
              <a:schemeClr val="tx1">
                <a:alpha val="0"/>
              </a:schemeClr>
            </a:solidFill>
            <a:prstDash val="solid"/>
          </a:ln>
        </p:spPr>
        <p:txBody>
          <a:bodyPr/>
          <a:lstStyle/>
          <a:p>
            <a:endParaRPr lang="ja-JP" altLang="en-US"/>
          </a:p>
        </p:txBody>
      </p:sp>
      <p:sp>
        <p:nvSpPr>
          <p:cNvPr id="270" name="Shape 267"/>
          <p:cNvSpPr/>
          <p:nvPr/>
        </p:nvSpPr>
        <p:spPr>
          <a:xfrm>
            <a:off x="7790688"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71" name="Shape 268"/>
          <p:cNvSpPr/>
          <p:nvPr/>
        </p:nvSpPr>
        <p:spPr>
          <a:xfrm>
            <a:off x="7820315" y="2032651"/>
            <a:ext cx="105339" cy="105339"/>
          </a:xfrm>
          <a:prstGeom prst="rect">
            <a:avLst/>
          </a:prstGeom>
          <a:solidFill>
            <a:schemeClr val="tx1">
              <a:alpha val="56000"/>
            </a:schemeClr>
          </a:solidFill>
          <a:ln w="12700">
            <a:solidFill>
              <a:schemeClr val="tx1">
                <a:alpha val="0"/>
              </a:schemeClr>
            </a:solidFill>
            <a:prstDash val="solid"/>
          </a:ln>
        </p:spPr>
        <p:txBody>
          <a:bodyPr/>
          <a:lstStyle/>
          <a:p>
            <a:endParaRPr lang="ja-JP" altLang="en-US"/>
          </a:p>
        </p:txBody>
      </p:sp>
      <p:sp>
        <p:nvSpPr>
          <p:cNvPr id="272" name="Shape 269"/>
          <p:cNvSpPr/>
          <p:nvPr/>
        </p:nvSpPr>
        <p:spPr>
          <a:xfrm>
            <a:off x="7955280"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73" name="Shape 270"/>
          <p:cNvSpPr/>
          <p:nvPr/>
        </p:nvSpPr>
        <p:spPr>
          <a:xfrm>
            <a:off x="7984907" y="2032651"/>
            <a:ext cx="105339" cy="105339"/>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274" name="Shape 271"/>
          <p:cNvSpPr/>
          <p:nvPr/>
        </p:nvSpPr>
        <p:spPr>
          <a:xfrm>
            <a:off x="8119872"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75" name="Shape 272"/>
          <p:cNvSpPr/>
          <p:nvPr/>
        </p:nvSpPr>
        <p:spPr>
          <a:xfrm>
            <a:off x="6967728" y="2167616"/>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76" name="Shape 273"/>
          <p:cNvSpPr/>
          <p:nvPr/>
        </p:nvSpPr>
        <p:spPr>
          <a:xfrm>
            <a:off x="7132320" y="2167616"/>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77" name="Shape 274"/>
          <p:cNvSpPr/>
          <p:nvPr/>
        </p:nvSpPr>
        <p:spPr>
          <a:xfrm>
            <a:off x="7296912" y="2167616"/>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78" name="Shape 275"/>
          <p:cNvSpPr/>
          <p:nvPr/>
        </p:nvSpPr>
        <p:spPr>
          <a:xfrm>
            <a:off x="7461504"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79" name="Shape 276"/>
          <p:cNvSpPr/>
          <p:nvPr/>
        </p:nvSpPr>
        <p:spPr>
          <a:xfrm>
            <a:off x="7491131" y="2197243"/>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80" name="Shape 277"/>
          <p:cNvSpPr/>
          <p:nvPr/>
        </p:nvSpPr>
        <p:spPr>
          <a:xfrm>
            <a:off x="7626096"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81" name="Shape 278"/>
          <p:cNvSpPr/>
          <p:nvPr/>
        </p:nvSpPr>
        <p:spPr>
          <a:xfrm>
            <a:off x="7655723" y="2197243"/>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82" name="Shape 279"/>
          <p:cNvSpPr/>
          <p:nvPr/>
        </p:nvSpPr>
        <p:spPr>
          <a:xfrm>
            <a:off x="7790688"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83" name="Shape 280"/>
          <p:cNvSpPr/>
          <p:nvPr/>
        </p:nvSpPr>
        <p:spPr>
          <a:xfrm>
            <a:off x="7820315" y="2197243"/>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84" name="Shape 281"/>
          <p:cNvSpPr/>
          <p:nvPr/>
        </p:nvSpPr>
        <p:spPr>
          <a:xfrm>
            <a:off x="7955280"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85" name="Shape 282"/>
          <p:cNvSpPr/>
          <p:nvPr/>
        </p:nvSpPr>
        <p:spPr>
          <a:xfrm>
            <a:off x="7984907" y="2197243"/>
            <a:ext cx="105339" cy="105339"/>
          </a:xfrm>
          <a:prstGeom prst="rect">
            <a:avLst/>
          </a:prstGeom>
          <a:solidFill>
            <a:schemeClr val="tx1">
              <a:alpha val="37000"/>
            </a:schemeClr>
          </a:solidFill>
          <a:ln w="12700">
            <a:solidFill>
              <a:schemeClr val="tx1">
                <a:alpha val="0"/>
              </a:schemeClr>
            </a:solidFill>
            <a:prstDash val="solid"/>
          </a:ln>
        </p:spPr>
        <p:txBody>
          <a:bodyPr/>
          <a:lstStyle/>
          <a:p>
            <a:endParaRPr lang="ja-JP" altLang="en-US"/>
          </a:p>
        </p:txBody>
      </p:sp>
      <p:sp>
        <p:nvSpPr>
          <p:cNvPr id="286" name="Shape 283"/>
          <p:cNvSpPr/>
          <p:nvPr/>
        </p:nvSpPr>
        <p:spPr>
          <a:xfrm>
            <a:off x="8119872"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87" name="Shape 284"/>
          <p:cNvSpPr/>
          <p:nvPr/>
        </p:nvSpPr>
        <p:spPr>
          <a:xfrm>
            <a:off x="6967728" y="2332208"/>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88" name="Shape 285"/>
          <p:cNvSpPr/>
          <p:nvPr/>
        </p:nvSpPr>
        <p:spPr>
          <a:xfrm>
            <a:off x="7132320" y="2332208"/>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89" name="Shape 286"/>
          <p:cNvSpPr/>
          <p:nvPr/>
        </p:nvSpPr>
        <p:spPr>
          <a:xfrm>
            <a:off x="7296912" y="2332208"/>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90" name="Shape 287"/>
          <p:cNvSpPr/>
          <p:nvPr/>
        </p:nvSpPr>
        <p:spPr>
          <a:xfrm>
            <a:off x="7461504"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91" name="Shape 288"/>
          <p:cNvSpPr/>
          <p:nvPr/>
        </p:nvSpPr>
        <p:spPr>
          <a:xfrm>
            <a:off x="7491131" y="2361835"/>
            <a:ext cx="105339" cy="105339"/>
          </a:xfrm>
          <a:prstGeom prst="rect">
            <a:avLst/>
          </a:prstGeom>
          <a:solidFill>
            <a:schemeClr val="tx1">
              <a:alpha val="87000"/>
            </a:schemeClr>
          </a:solidFill>
          <a:ln w="12700">
            <a:solidFill>
              <a:schemeClr val="tx1">
                <a:alpha val="0"/>
              </a:schemeClr>
            </a:solidFill>
            <a:prstDash val="solid"/>
          </a:ln>
        </p:spPr>
        <p:txBody>
          <a:bodyPr/>
          <a:lstStyle/>
          <a:p>
            <a:endParaRPr lang="ja-JP" altLang="en-US"/>
          </a:p>
        </p:txBody>
      </p:sp>
      <p:sp>
        <p:nvSpPr>
          <p:cNvPr id="292" name="Shape 289"/>
          <p:cNvSpPr/>
          <p:nvPr/>
        </p:nvSpPr>
        <p:spPr>
          <a:xfrm>
            <a:off x="7626096"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93" name="Shape 290"/>
          <p:cNvSpPr/>
          <p:nvPr/>
        </p:nvSpPr>
        <p:spPr>
          <a:xfrm>
            <a:off x="7655723" y="2361835"/>
            <a:ext cx="105339" cy="105339"/>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294" name="Shape 291"/>
          <p:cNvSpPr/>
          <p:nvPr/>
        </p:nvSpPr>
        <p:spPr>
          <a:xfrm>
            <a:off x="7790688"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95" name="Shape 292"/>
          <p:cNvSpPr/>
          <p:nvPr/>
        </p:nvSpPr>
        <p:spPr>
          <a:xfrm>
            <a:off x="7820315" y="2361835"/>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96" name="Shape 293"/>
          <p:cNvSpPr/>
          <p:nvPr/>
        </p:nvSpPr>
        <p:spPr>
          <a:xfrm>
            <a:off x="7955280"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97" name="Shape 294"/>
          <p:cNvSpPr/>
          <p:nvPr/>
        </p:nvSpPr>
        <p:spPr>
          <a:xfrm>
            <a:off x="7984907" y="2361835"/>
            <a:ext cx="105339" cy="105339"/>
          </a:xfrm>
          <a:prstGeom prst="rect">
            <a:avLst/>
          </a:prstGeom>
          <a:solidFill>
            <a:schemeClr val="tx1">
              <a:alpha val="50000"/>
            </a:schemeClr>
          </a:solidFill>
          <a:ln w="12700">
            <a:solidFill>
              <a:schemeClr val="tx1">
                <a:alpha val="0"/>
              </a:schemeClr>
            </a:solidFill>
            <a:prstDash val="solid"/>
          </a:ln>
        </p:spPr>
        <p:txBody>
          <a:bodyPr/>
          <a:lstStyle/>
          <a:p>
            <a:endParaRPr lang="ja-JP" altLang="en-US"/>
          </a:p>
        </p:txBody>
      </p:sp>
      <p:sp>
        <p:nvSpPr>
          <p:cNvPr id="298" name="Shape 295"/>
          <p:cNvSpPr/>
          <p:nvPr/>
        </p:nvSpPr>
        <p:spPr>
          <a:xfrm>
            <a:off x="8119872"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99" name="Shape 296"/>
          <p:cNvSpPr/>
          <p:nvPr/>
        </p:nvSpPr>
        <p:spPr>
          <a:xfrm>
            <a:off x="6967728" y="2496800"/>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00" name="Shape 297"/>
          <p:cNvSpPr/>
          <p:nvPr/>
        </p:nvSpPr>
        <p:spPr>
          <a:xfrm>
            <a:off x="7132320" y="2496800"/>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01" name="Shape 298"/>
          <p:cNvSpPr/>
          <p:nvPr/>
        </p:nvSpPr>
        <p:spPr>
          <a:xfrm>
            <a:off x="7296912" y="2496800"/>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02" name="Shape 299"/>
          <p:cNvSpPr/>
          <p:nvPr/>
        </p:nvSpPr>
        <p:spPr>
          <a:xfrm>
            <a:off x="7461504"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03" name="Shape 300"/>
          <p:cNvSpPr/>
          <p:nvPr/>
        </p:nvSpPr>
        <p:spPr>
          <a:xfrm>
            <a:off x="7491131" y="2526427"/>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304" name="Shape 301"/>
          <p:cNvSpPr/>
          <p:nvPr/>
        </p:nvSpPr>
        <p:spPr>
          <a:xfrm>
            <a:off x="7626096"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05" name="Shape 302"/>
          <p:cNvSpPr/>
          <p:nvPr/>
        </p:nvSpPr>
        <p:spPr>
          <a:xfrm>
            <a:off x="7655723" y="2526427"/>
            <a:ext cx="105339" cy="105339"/>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306" name="Shape 303"/>
          <p:cNvSpPr/>
          <p:nvPr/>
        </p:nvSpPr>
        <p:spPr>
          <a:xfrm>
            <a:off x="7790688"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07" name="Shape 304"/>
          <p:cNvSpPr/>
          <p:nvPr/>
        </p:nvSpPr>
        <p:spPr>
          <a:xfrm>
            <a:off x="7820315" y="2526427"/>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308" name="Shape 305"/>
          <p:cNvSpPr/>
          <p:nvPr/>
        </p:nvSpPr>
        <p:spPr>
          <a:xfrm>
            <a:off x="7955280"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09" name="Shape 306"/>
          <p:cNvSpPr/>
          <p:nvPr/>
        </p:nvSpPr>
        <p:spPr>
          <a:xfrm>
            <a:off x="7984907" y="2526427"/>
            <a:ext cx="105339" cy="105339"/>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310" name="Shape 307"/>
          <p:cNvSpPr/>
          <p:nvPr/>
        </p:nvSpPr>
        <p:spPr>
          <a:xfrm>
            <a:off x="8119872"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11" name="Shape 308"/>
          <p:cNvSpPr/>
          <p:nvPr/>
        </p:nvSpPr>
        <p:spPr>
          <a:xfrm>
            <a:off x="6967728" y="2661392"/>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12" name="Shape 309"/>
          <p:cNvSpPr/>
          <p:nvPr/>
        </p:nvSpPr>
        <p:spPr>
          <a:xfrm>
            <a:off x="7132320" y="2661392"/>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13" name="Shape 310"/>
          <p:cNvSpPr/>
          <p:nvPr/>
        </p:nvSpPr>
        <p:spPr>
          <a:xfrm>
            <a:off x="7296912" y="2661392"/>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14" name="Shape 311"/>
          <p:cNvSpPr/>
          <p:nvPr/>
        </p:nvSpPr>
        <p:spPr>
          <a:xfrm>
            <a:off x="7461504"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15" name="Shape 312"/>
          <p:cNvSpPr/>
          <p:nvPr/>
        </p:nvSpPr>
        <p:spPr>
          <a:xfrm>
            <a:off x="7491131" y="2691019"/>
            <a:ext cx="105339" cy="105339"/>
          </a:xfrm>
          <a:prstGeom prst="rect">
            <a:avLst/>
          </a:prstGeom>
          <a:solidFill>
            <a:schemeClr val="tx1">
              <a:alpha val="62000"/>
            </a:schemeClr>
          </a:solidFill>
          <a:ln w="12700">
            <a:solidFill>
              <a:schemeClr val="tx1">
                <a:alpha val="0"/>
              </a:schemeClr>
            </a:solidFill>
            <a:prstDash val="solid"/>
          </a:ln>
        </p:spPr>
        <p:txBody>
          <a:bodyPr/>
          <a:lstStyle/>
          <a:p>
            <a:endParaRPr lang="ja-JP" altLang="en-US"/>
          </a:p>
        </p:txBody>
      </p:sp>
      <p:sp>
        <p:nvSpPr>
          <p:cNvPr id="316" name="Shape 313"/>
          <p:cNvSpPr/>
          <p:nvPr/>
        </p:nvSpPr>
        <p:spPr>
          <a:xfrm>
            <a:off x="7626096"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17" name="Shape 314"/>
          <p:cNvSpPr/>
          <p:nvPr/>
        </p:nvSpPr>
        <p:spPr>
          <a:xfrm>
            <a:off x="7655723" y="2691019"/>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318" name="Shape 315"/>
          <p:cNvSpPr/>
          <p:nvPr/>
        </p:nvSpPr>
        <p:spPr>
          <a:xfrm>
            <a:off x="7790688"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19" name="Shape 316"/>
          <p:cNvSpPr/>
          <p:nvPr/>
        </p:nvSpPr>
        <p:spPr>
          <a:xfrm>
            <a:off x="7820315" y="2691019"/>
            <a:ext cx="105339" cy="105339"/>
          </a:xfrm>
          <a:prstGeom prst="rect">
            <a:avLst/>
          </a:prstGeom>
          <a:solidFill>
            <a:schemeClr val="tx1">
              <a:alpha val="44000"/>
            </a:schemeClr>
          </a:solidFill>
          <a:ln w="12700">
            <a:solidFill>
              <a:schemeClr val="tx1">
                <a:alpha val="0"/>
              </a:schemeClr>
            </a:solidFill>
            <a:prstDash val="solid"/>
          </a:ln>
        </p:spPr>
        <p:txBody>
          <a:bodyPr/>
          <a:lstStyle/>
          <a:p>
            <a:endParaRPr lang="ja-JP" altLang="en-US"/>
          </a:p>
        </p:txBody>
      </p:sp>
      <p:sp>
        <p:nvSpPr>
          <p:cNvPr id="320" name="Shape 317"/>
          <p:cNvSpPr/>
          <p:nvPr/>
        </p:nvSpPr>
        <p:spPr>
          <a:xfrm>
            <a:off x="7955280"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21" name="Shape 318"/>
          <p:cNvSpPr/>
          <p:nvPr/>
        </p:nvSpPr>
        <p:spPr>
          <a:xfrm>
            <a:off x="8119872"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22" name="Text 319"/>
          <p:cNvSpPr txBox="1"/>
          <p:nvPr/>
        </p:nvSpPr>
        <p:spPr>
          <a:xfrm>
            <a:off x="6876288" y="2880848"/>
            <a:ext cx="1508760" cy="274320"/>
          </a:xfrm>
          <a:prstGeom prst="rect">
            <a:avLst/>
          </a:prstGeom>
          <a:noFill/>
          <a:ln/>
        </p:spPr>
        <p:txBody>
          <a:bodyPr wrap="square" lIns="0" tIns="0" rIns="0" bIns="0" rtlCol="0" anchor="t"/>
          <a:lstStyle/>
          <a:p>
            <a:pPr marL="0" indent="0" algn="ctr">
              <a:buNone/>
            </a:pPr>
            <a:r>
              <a:rPr lang="en-US" sz="1200" dirty="0">
                <a:solidFill>
                  <a:schemeClr val="tx2"/>
                </a:solidFill>
              </a:rPr>
              <a:t>Aを隠す</a:t>
            </a:r>
            <a:endParaRPr lang="en-US" sz="1200" dirty="0"/>
          </a:p>
        </p:txBody>
      </p:sp>
      <p:sp>
        <p:nvSpPr>
          <p:cNvPr id="323" name="Shape 320"/>
          <p:cNvSpPr/>
          <p:nvPr/>
        </p:nvSpPr>
        <p:spPr>
          <a:xfrm>
            <a:off x="8540496"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24" name="Shape 321"/>
          <p:cNvSpPr/>
          <p:nvPr/>
        </p:nvSpPr>
        <p:spPr>
          <a:xfrm>
            <a:off x="8705088"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25" name="Shape 322"/>
          <p:cNvSpPr/>
          <p:nvPr/>
        </p:nvSpPr>
        <p:spPr>
          <a:xfrm>
            <a:off x="8869680"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26" name="Shape 323"/>
          <p:cNvSpPr/>
          <p:nvPr/>
        </p:nvSpPr>
        <p:spPr>
          <a:xfrm>
            <a:off x="8899307" y="1538875"/>
            <a:ext cx="105339" cy="105339"/>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327" name="Shape 324"/>
          <p:cNvSpPr/>
          <p:nvPr/>
        </p:nvSpPr>
        <p:spPr>
          <a:xfrm>
            <a:off x="9034272" y="1509248"/>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28" name="Shape 325"/>
          <p:cNvSpPr/>
          <p:nvPr/>
        </p:nvSpPr>
        <p:spPr>
          <a:xfrm>
            <a:off x="9198864" y="1509248"/>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29" name="Shape 326"/>
          <p:cNvSpPr/>
          <p:nvPr/>
        </p:nvSpPr>
        <p:spPr>
          <a:xfrm>
            <a:off x="9363456" y="1509248"/>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30" name="Shape 327"/>
          <p:cNvSpPr/>
          <p:nvPr/>
        </p:nvSpPr>
        <p:spPr>
          <a:xfrm>
            <a:off x="9528048" y="1509248"/>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31" name="Shape 328"/>
          <p:cNvSpPr/>
          <p:nvPr/>
        </p:nvSpPr>
        <p:spPr>
          <a:xfrm>
            <a:off x="9692640" y="1509248"/>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32" name="Shape 329"/>
          <p:cNvSpPr/>
          <p:nvPr/>
        </p:nvSpPr>
        <p:spPr>
          <a:xfrm>
            <a:off x="8540496"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33" name="Shape 330"/>
          <p:cNvSpPr/>
          <p:nvPr/>
        </p:nvSpPr>
        <p:spPr>
          <a:xfrm>
            <a:off x="8705088"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34" name="Shape 331"/>
          <p:cNvSpPr/>
          <p:nvPr/>
        </p:nvSpPr>
        <p:spPr>
          <a:xfrm>
            <a:off x="8869680"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35" name="Shape 332"/>
          <p:cNvSpPr/>
          <p:nvPr/>
        </p:nvSpPr>
        <p:spPr>
          <a:xfrm>
            <a:off x="8899307" y="1703467"/>
            <a:ext cx="105339" cy="105339"/>
          </a:xfrm>
          <a:prstGeom prst="rect">
            <a:avLst/>
          </a:prstGeom>
          <a:solidFill>
            <a:schemeClr val="tx1">
              <a:alpha val="75000"/>
            </a:schemeClr>
          </a:solidFill>
          <a:ln w="12700">
            <a:solidFill>
              <a:schemeClr val="tx1">
                <a:alpha val="0"/>
              </a:schemeClr>
            </a:solidFill>
            <a:prstDash val="solid"/>
          </a:ln>
        </p:spPr>
        <p:txBody>
          <a:bodyPr/>
          <a:lstStyle/>
          <a:p>
            <a:endParaRPr lang="ja-JP" altLang="en-US"/>
          </a:p>
        </p:txBody>
      </p:sp>
      <p:sp>
        <p:nvSpPr>
          <p:cNvPr id="336" name="Shape 333"/>
          <p:cNvSpPr/>
          <p:nvPr/>
        </p:nvSpPr>
        <p:spPr>
          <a:xfrm>
            <a:off x="9034272" y="1673840"/>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37" name="Shape 334"/>
          <p:cNvSpPr/>
          <p:nvPr/>
        </p:nvSpPr>
        <p:spPr>
          <a:xfrm>
            <a:off x="9198864" y="1673840"/>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38" name="Shape 335"/>
          <p:cNvSpPr/>
          <p:nvPr/>
        </p:nvSpPr>
        <p:spPr>
          <a:xfrm>
            <a:off x="9363456" y="1673840"/>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39" name="Shape 336"/>
          <p:cNvSpPr/>
          <p:nvPr/>
        </p:nvSpPr>
        <p:spPr>
          <a:xfrm>
            <a:off x="9528048" y="1673840"/>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40" name="Shape 337"/>
          <p:cNvSpPr/>
          <p:nvPr/>
        </p:nvSpPr>
        <p:spPr>
          <a:xfrm>
            <a:off x="9692640" y="1673840"/>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41" name="Shape 338"/>
          <p:cNvSpPr/>
          <p:nvPr/>
        </p:nvSpPr>
        <p:spPr>
          <a:xfrm>
            <a:off x="8540496"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42" name="Shape 339"/>
          <p:cNvSpPr/>
          <p:nvPr/>
        </p:nvSpPr>
        <p:spPr>
          <a:xfrm>
            <a:off x="8705088"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43" name="Shape 340"/>
          <p:cNvSpPr/>
          <p:nvPr/>
        </p:nvSpPr>
        <p:spPr>
          <a:xfrm>
            <a:off x="8869680"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44" name="Shape 341"/>
          <p:cNvSpPr/>
          <p:nvPr/>
        </p:nvSpPr>
        <p:spPr>
          <a:xfrm>
            <a:off x="8899307" y="1868059"/>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345" name="Shape 342"/>
          <p:cNvSpPr/>
          <p:nvPr/>
        </p:nvSpPr>
        <p:spPr>
          <a:xfrm>
            <a:off x="9034272" y="1838432"/>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46" name="Shape 343"/>
          <p:cNvSpPr/>
          <p:nvPr/>
        </p:nvSpPr>
        <p:spPr>
          <a:xfrm>
            <a:off x="9198864" y="1838432"/>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47" name="Shape 344"/>
          <p:cNvSpPr/>
          <p:nvPr/>
        </p:nvSpPr>
        <p:spPr>
          <a:xfrm>
            <a:off x="9363456" y="1838432"/>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48" name="Shape 345"/>
          <p:cNvSpPr/>
          <p:nvPr/>
        </p:nvSpPr>
        <p:spPr>
          <a:xfrm>
            <a:off x="9528048" y="1838432"/>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49" name="Shape 346"/>
          <p:cNvSpPr/>
          <p:nvPr/>
        </p:nvSpPr>
        <p:spPr>
          <a:xfrm>
            <a:off x="9692640" y="1838432"/>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50" name="Shape 347"/>
          <p:cNvSpPr/>
          <p:nvPr/>
        </p:nvSpPr>
        <p:spPr>
          <a:xfrm>
            <a:off x="8540496"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51" name="Shape 348"/>
          <p:cNvSpPr/>
          <p:nvPr/>
        </p:nvSpPr>
        <p:spPr>
          <a:xfrm>
            <a:off x="8705088"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52" name="Shape 349"/>
          <p:cNvSpPr/>
          <p:nvPr/>
        </p:nvSpPr>
        <p:spPr>
          <a:xfrm>
            <a:off x="8734715" y="2032651"/>
            <a:ext cx="105339" cy="105339"/>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353" name="Shape 350"/>
          <p:cNvSpPr/>
          <p:nvPr/>
        </p:nvSpPr>
        <p:spPr>
          <a:xfrm>
            <a:off x="8869680"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54" name="Shape 351"/>
          <p:cNvSpPr/>
          <p:nvPr/>
        </p:nvSpPr>
        <p:spPr>
          <a:xfrm>
            <a:off x="8899307" y="2032651"/>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355" name="Shape 352"/>
          <p:cNvSpPr/>
          <p:nvPr/>
        </p:nvSpPr>
        <p:spPr>
          <a:xfrm>
            <a:off x="9034272" y="2003024"/>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56" name="Shape 353"/>
          <p:cNvSpPr/>
          <p:nvPr/>
        </p:nvSpPr>
        <p:spPr>
          <a:xfrm>
            <a:off x="9198864" y="2003024"/>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57" name="Shape 354"/>
          <p:cNvSpPr/>
          <p:nvPr/>
        </p:nvSpPr>
        <p:spPr>
          <a:xfrm>
            <a:off x="9363456" y="2003024"/>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58" name="Shape 355"/>
          <p:cNvSpPr/>
          <p:nvPr/>
        </p:nvSpPr>
        <p:spPr>
          <a:xfrm>
            <a:off x="9528048" y="2003024"/>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59" name="Shape 356"/>
          <p:cNvSpPr/>
          <p:nvPr/>
        </p:nvSpPr>
        <p:spPr>
          <a:xfrm>
            <a:off x="9692640" y="2003024"/>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60" name="Shape 357"/>
          <p:cNvSpPr/>
          <p:nvPr/>
        </p:nvSpPr>
        <p:spPr>
          <a:xfrm>
            <a:off x="8540496"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61" name="Shape 358"/>
          <p:cNvSpPr/>
          <p:nvPr/>
        </p:nvSpPr>
        <p:spPr>
          <a:xfrm>
            <a:off x="8705088"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62" name="Shape 359"/>
          <p:cNvSpPr/>
          <p:nvPr/>
        </p:nvSpPr>
        <p:spPr>
          <a:xfrm>
            <a:off x="8734715" y="2197243"/>
            <a:ext cx="105339" cy="105339"/>
          </a:xfrm>
          <a:prstGeom prst="rect">
            <a:avLst/>
          </a:prstGeom>
          <a:solidFill>
            <a:schemeClr val="tx1">
              <a:alpha val="44000"/>
            </a:schemeClr>
          </a:solidFill>
          <a:ln w="12700">
            <a:solidFill>
              <a:schemeClr val="tx1">
                <a:alpha val="0"/>
              </a:schemeClr>
            </a:solidFill>
            <a:prstDash val="solid"/>
          </a:ln>
        </p:spPr>
        <p:txBody>
          <a:bodyPr/>
          <a:lstStyle/>
          <a:p>
            <a:endParaRPr lang="ja-JP" altLang="en-US"/>
          </a:p>
        </p:txBody>
      </p:sp>
      <p:sp>
        <p:nvSpPr>
          <p:cNvPr id="363" name="Shape 360"/>
          <p:cNvSpPr/>
          <p:nvPr/>
        </p:nvSpPr>
        <p:spPr>
          <a:xfrm>
            <a:off x="8869680"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64" name="Shape 361"/>
          <p:cNvSpPr/>
          <p:nvPr/>
        </p:nvSpPr>
        <p:spPr>
          <a:xfrm>
            <a:off x="8899307" y="2197243"/>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365" name="Shape 362"/>
          <p:cNvSpPr/>
          <p:nvPr/>
        </p:nvSpPr>
        <p:spPr>
          <a:xfrm>
            <a:off x="9034272"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66" name="Shape 363"/>
          <p:cNvSpPr/>
          <p:nvPr/>
        </p:nvSpPr>
        <p:spPr>
          <a:xfrm>
            <a:off x="9063899" y="2197243"/>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367" name="Shape 364"/>
          <p:cNvSpPr/>
          <p:nvPr/>
        </p:nvSpPr>
        <p:spPr>
          <a:xfrm>
            <a:off x="9198864"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68" name="Shape 365"/>
          <p:cNvSpPr/>
          <p:nvPr/>
        </p:nvSpPr>
        <p:spPr>
          <a:xfrm>
            <a:off x="9228491" y="2197243"/>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369" name="Shape 366"/>
          <p:cNvSpPr/>
          <p:nvPr/>
        </p:nvSpPr>
        <p:spPr>
          <a:xfrm>
            <a:off x="9363456"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70" name="Shape 367"/>
          <p:cNvSpPr/>
          <p:nvPr/>
        </p:nvSpPr>
        <p:spPr>
          <a:xfrm>
            <a:off x="9393083" y="2197243"/>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371" name="Shape 368"/>
          <p:cNvSpPr/>
          <p:nvPr/>
        </p:nvSpPr>
        <p:spPr>
          <a:xfrm>
            <a:off x="9528048"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72" name="Shape 369"/>
          <p:cNvSpPr/>
          <p:nvPr/>
        </p:nvSpPr>
        <p:spPr>
          <a:xfrm>
            <a:off x="9557675" y="2197243"/>
            <a:ext cx="105339" cy="105339"/>
          </a:xfrm>
          <a:prstGeom prst="rect">
            <a:avLst/>
          </a:prstGeom>
          <a:solidFill>
            <a:schemeClr val="tx1">
              <a:alpha val="37000"/>
            </a:schemeClr>
          </a:solidFill>
          <a:ln w="12700">
            <a:solidFill>
              <a:schemeClr val="tx1">
                <a:alpha val="0"/>
              </a:schemeClr>
            </a:solidFill>
            <a:prstDash val="solid"/>
          </a:ln>
        </p:spPr>
        <p:txBody>
          <a:bodyPr/>
          <a:lstStyle/>
          <a:p>
            <a:endParaRPr lang="ja-JP" altLang="en-US"/>
          </a:p>
        </p:txBody>
      </p:sp>
      <p:sp>
        <p:nvSpPr>
          <p:cNvPr id="373" name="Shape 370"/>
          <p:cNvSpPr/>
          <p:nvPr/>
        </p:nvSpPr>
        <p:spPr>
          <a:xfrm>
            <a:off x="9692640"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74" name="Shape 371"/>
          <p:cNvSpPr/>
          <p:nvPr/>
        </p:nvSpPr>
        <p:spPr>
          <a:xfrm>
            <a:off x="8540496"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75" name="Shape 372"/>
          <p:cNvSpPr/>
          <p:nvPr/>
        </p:nvSpPr>
        <p:spPr>
          <a:xfrm>
            <a:off x="8705088"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76" name="Shape 373"/>
          <p:cNvSpPr/>
          <p:nvPr/>
        </p:nvSpPr>
        <p:spPr>
          <a:xfrm>
            <a:off x="8734715" y="2361835"/>
            <a:ext cx="105339" cy="105339"/>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377" name="Shape 374"/>
          <p:cNvSpPr/>
          <p:nvPr/>
        </p:nvSpPr>
        <p:spPr>
          <a:xfrm>
            <a:off x="8869680"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78" name="Shape 375"/>
          <p:cNvSpPr/>
          <p:nvPr/>
        </p:nvSpPr>
        <p:spPr>
          <a:xfrm>
            <a:off x="8899307" y="2361835"/>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379" name="Shape 376"/>
          <p:cNvSpPr/>
          <p:nvPr/>
        </p:nvSpPr>
        <p:spPr>
          <a:xfrm>
            <a:off x="9034272"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80" name="Shape 377"/>
          <p:cNvSpPr/>
          <p:nvPr/>
        </p:nvSpPr>
        <p:spPr>
          <a:xfrm>
            <a:off x="9063899" y="2361835"/>
            <a:ext cx="105339" cy="105339"/>
          </a:xfrm>
          <a:prstGeom prst="rect">
            <a:avLst/>
          </a:prstGeom>
          <a:solidFill>
            <a:schemeClr val="tx1">
              <a:alpha val="87000"/>
            </a:schemeClr>
          </a:solidFill>
          <a:ln w="12700">
            <a:solidFill>
              <a:schemeClr val="tx1">
                <a:alpha val="0"/>
              </a:schemeClr>
            </a:solidFill>
            <a:prstDash val="solid"/>
          </a:ln>
        </p:spPr>
        <p:txBody>
          <a:bodyPr/>
          <a:lstStyle/>
          <a:p>
            <a:endParaRPr lang="ja-JP" altLang="en-US"/>
          </a:p>
        </p:txBody>
      </p:sp>
      <p:sp>
        <p:nvSpPr>
          <p:cNvPr id="381" name="Shape 378"/>
          <p:cNvSpPr/>
          <p:nvPr/>
        </p:nvSpPr>
        <p:spPr>
          <a:xfrm>
            <a:off x="9198864"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82" name="Shape 379"/>
          <p:cNvSpPr/>
          <p:nvPr/>
        </p:nvSpPr>
        <p:spPr>
          <a:xfrm>
            <a:off x="9228491" y="2361835"/>
            <a:ext cx="105339" cy="105339"/>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383" name="Shape 380"/>
          <p:cNvSpPr/>
          <p:nvPr/>
        </p:nvSpPr>
        <p:spPr>
          <a:xfrm>
            <a:off x="9363456"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84" name="Shape 381"/>
          <p:cNvSpPr/>
          <p:nvPr/>
        </p:nvSpPr>
        <p:spPr>
          <a:xfrm>
            <a:off x="9393083" y="2361835"/>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385" name="Shape 382"/>
          <p:cNvSpPr/>
          <p:nvPr/>
        </p:nvSpPr>
        <p:spPr>
          <a:xfrm>
            <a:off x="9528048"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86" name="Shape 383"/>
          <p:cNvSpPr/>
          <p:nvPr/>
        </p:nvSpPr>
        <p:spPr>
          <a:xfrm>
            <a:off x="9557675" y="2361835"/>
            <a:ext cx="105339" cy="105339"/>
          </a:xfrm>
          <a:prstGeom prst="rect">
            <a:avLst/>
          </a:prstGeom>
          <a:solidFill>
            <a:schemeClr val="tx1">
              <a:alpha val="50000"/>
            </a:schemeClr>
          </a:solidFill>
          <a:ln w="12700">
            <a:solidFill>
              <a:schemeClr val="tx1">
                <a:alpha val="0"/>
              </a:schemeClr>
            </a:solidFill>
            <a:prstDash val="solid"/>
          </a:ln>
        </p:spPr>
        <p:txBody>
          <a:bodyPr/>
          <a:lstStyle/>
          <a:p>
            <a:endParaRPr lang="ja-JP" altLang="en-US"/>
          </a:p>
        </p:txBody>
      </p:sp>
      <p:sp>
        <p:nvSpPr>
          <p:cNvPr id="387" name="Shape 384"/>
          <p:cNvSpPr/>
          <p:nvPr/>
        </p:nvSpPr>
        <p:spPr>
          <a:xfrm>
            <a:off x="9692640"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88" name="Shape 385"/>
          <p:cNvSpPr/>
          <p:nvPr/>
        </p:nvSpPr>
        <p:spPr>
          <a:xfrm>
            <a:off x="8540496"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89" name="Shape 386"/>
          <p:cNvSpPr/>
          <p:nvPr/>
        </p:nvSpPr>
        <p:spPr>
          <a:xfrm>
            <a:off x="8705088"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90" name="Shape 387"/>
          <p:cNvSpPr/>
          <p:nvPr/>
        </p:nvSpPr>
        <p:spPr>
          <a:xfrm>
            <a:off x="8869680"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91" name="Shape 388"/>
          <p:cNvSpPr/>
          <p:nvPr/>
        </p:nvSpPr>
        <p:spPr>
          <a:xfrm>
            <a:off x="8899307" y="2526427"/>
            <a:ext cx="105339" cy="105339"/>
          </a:xfrm>
          <a:prstGeom prst="rect">
            <a:avLst/>
          </a:prstGeom>
          <a:solidFill>
            <a:schemeClr val="tx1">
              <a:alpha val="75000"/>
            </a:schemeClr>
          </a:solidFill>
          <a:ln w="12700">
            <a:solidFill>
              <a:schemeClr val="tx1">
                <a:alpha val="0"/>
              </a:schemeClr>
            </a:solidFill>
            <a:prstDash val="solid"/>
          </a:ln>
        </p:spPr>
        <p:txBody>
          <a:bodyPr/>
          <a:lstStyle/>
          <a:p>
            <a:endParaRPr lang="ja-JP" altLang="en-US"/>
          </a:p>
        </p:txBody>
      </p:sp>
      <p:sp>
        <p:nvSpPr>
          <p:cNvPr id="392" name="Shape 389"/>
          <p:cNvSpPr/>
          <p:nvPr/>
        </p:nvSpPr>
        <p:spPr>
          <a:xfrm>
            <a:off x="9034272"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93" name="Shape 390"/>
          <p:cNvSpPr/>
          <p:nvPr/>
        </p:nvSpPr>
        <p:spPr>
          <a:xfrm>
            <a:off x="9063899" y="2526427"/>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394" name="Shape 391"/>
          <p:cNvSpPr/>
          <p:nvPr/>
        </p:nvSpPr>
        <p:spPr>
          <a:xfrm>
            <a:off x="9198864"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95" name="Shape 392"/>
          <p:cNvSpPr/>
          <p:nvPr/>
        </p:nvSpPr>
        <p:spPr>
          <a:xfrm>
            <a:off x="9228491" y="2526427"/>
            <a:ext cx="105339" cy="105339"/>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396" name="Shape 393"/>
          <p:cNvSpPr/>
          <p:nvPr/>
        </p:nvSpPr>
        <p:spPr>
          <a:xfrm>
            <a:off x="9363456"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97" name="Shape 394"/>
          <p:cNvSpPr/>
          <p:nvPr/>
        </p:nvSpPr>
        <p:spPr>
          <a:xfrm>
            <a:off x="9393083" y="2526427"/>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398" name="Shape 395"/>
          <p:cNvSpPr/>
          <p:nvPr/>
        </p:nvSpPr>
        <p:spPr>
          <a:xfrm>
            <a:off x="9528048"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99" name="Shape 396"/>
          <p:cNvSpPr/>
          <p:nvPr/>
        </p:nvSpPr>
        <p:spPr>
          <a:xfrm>
            <a:off x="9557675" y="2526427"/>
            <a:ext cx="105339" cy="105339"/>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400" name="Shape 397"/>
          <p:cNvSpPr/>
          <p:nvPr/>
        </p:nvSpPr>
        <p:spPr>
          <a:xfrm>
            <a:off x="9692640"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01" name="Shape 398"/>
          <p:cNvSpPr/>
          <p:nvPr/>
        </p:nvSpPr>
        <p:spPr>
          <a:xfrm>
            <a:off x="8540496"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02" name="Shape 399"/>
          <p:cNvSpPr/>
          <p:nvPr/>
        </p:nvSpPr>
        <p:spPr>
          <a:xfrm>
            <a:off x="8705088"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03" name="Shape 400"/>
          <p:cNvSpPr/>
          <p:nvPr/>
        </p:nvSpPr>
        <p:spPr>
          <a:xfrm>
            <a:off x="8869680"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04" name="Shape 401"/>
          <p:cNvSpPr/>
          <p:nvPr/>
        </p:nvSpPr>
        <p:spPr>
          <a:xfrm>
            <a:off x="8899307" y="2691019"/>
            <a:ext cx="105339" cy="105339"/>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405" name="Shape 402"/>
          <p:cNvSpPr/>
          <p:nvPr/>
        </p:nvSpPr>
        <p:spPr>
          <a:xfrm>
            <a:off x="9034272"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06" name="Shape 403"/>
          <p:cNvSpPr/>
          <p:nvPr/>
        </p:nvSpPr>
        <p:spPr>
          <a:xfrm>
            <a:off x="9063899" y="2691019"/>
            <a:ext cx="105339" cy="105339"/>
          </a:xfrm>
          <a:prstGeom prst="rect">
            <a:avLst/>
          </a:prstGeom>
          <a:solidFill>
            <a:schemeClr val="tx1">
              <a:alpha val="62000"/>
            </a:schemeClr>
          </a:solidFill>
          <a:ln w="12700">
            <a:solidFill>
              <a:schemeClr val="tx1">
                <a:alpha val="0"/>
              </a:schemeClr>
            </a:solidFill>
            <a:prstDash val="solid"/>
          </a:ln>
        </p:spPr>
        <p:txBody>
          <a:bodyPr/>
          <a:lstStyle/>
          <a:p>
            <a:endParaRPr lang="ja-JP" altLang="en-US"/>
          </a:p>
        </p:txBody>
      </p:sp>
      <p:sp>
        <p:nvSpPr>
          <p:cNvPr id="407" name="Shape 404"/>
          <p:cNvSpPr/>
          <p:nvPr/>
        </p:nvSpPr>
        <p:spPr>
          <a:xfrm>
            <a:off x="9198864"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08" name="Shape 405"/>
          <p:cNvSpPr/>
          <p:nvPr/>
        </p:nvSpPr>
        <p:spPr>
          <a:xfrm>
            <a:off x="9228491" y="2691019"/>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409" name="Shape 406"/>
          <p:cNvSpPr/>
          <p:nvPr/>
        </p:nvSpPr>
        <p:spPr>
          <a:xfrm>
            <a:off x="9363456"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10" name="Shape 407"/>
          <p:cNvSpPr/>
          <p:nvPr/>
        </p:nvSpPr>
        <p:spPr>
          <a:xfrm>
            <a:off x="9393083" y="2691019"/>
            <a:ext cx="105339" cy="105339"/>
          </a:xfrm>
          <a:prstGeom prst="rect">
            <a:avLst/>
          </a:prstGeom>
          <a:solidFill>
            <a:schemeClr val="tx1">
              <a:alpha val="44000"/>
            </a:schemeClr>
          </a:solidFill>
          <a:ln w="12700">
            <a:solidFill>
              <a:schemeClr val="tx1">
                <a:alpha val="0"/>
              </a:schemeClr>
            </a:solidFill>
            <a:prstDash val="solid"/>
          </a:ln>
        </p:spPr>
        <p:txBody>
          <a:bodyPr/>
          <a:lstStyle/>
          <a:p>
            <a:endParaRPr lang="ja-JP" altLang="en-US"/>
          </a:p>
        </p:txBody>
      </p:sp>
      <p:sp>
        <p:nvSpPr>
          <p:cNvPr id="411" name="Shape 408"/>
          <p:cNvSpPr/>
          <p:nvPr/>
        </p:nvSpPr>
        <p:spPr>
          <a:xfrm>
            <a:off x="9528048"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12" name="Shape 409"/>
          <p:cNvSpPr/>
          <p:nvPr/>
        </p:nvSpPr>
        <p:spPr>
          <a:xfrm>
            <a:off x="9692640"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13" name="Text 410"/>
          <p:cNvSpPr txBox="1"/>
          <p:nvPr/>
        </p:nvSpPr>
        <p:spPr>
          <a:xfrm>
            <a:off x="8449056" y="2880848"/>
            <a:ext cx="1508760" cy="274320"/>
          </a:xfrm>
          <a:prstGeom prst="rect">
            <a:avLst/>
          </a:prstGeom>
          <a:noFill/>
          <a:ln/>
        </p:spPr>
        <p:txBody>
          <a:bodyPr wrap="square" lIns="0" tIns="0" rIns="0" bIns="0" rtlCol="0" anchor="t"/>
          <a:lstStyle/>
          <a:p>
            <a:pPr marL="0" indent="0" algn="ctr">
              <a:buNone/>
            </a:pPr>
            <a:r>
              <a:rPr lang="en-US" sz="1200" dirty="0">
                <a:solidFill>
                  <a:schemeClr val="tx2"/>
                </a:solidFill>
              </a:rPr>
              <a:t>Bを隠す</a:t>
            </a:r>
            <a:endParaRPr lang="en-US" sz="1200" dirty="0"/>
          </a:p>
        </p:txBody>
      </p:sp>
      <p:sp>
        <p:nvSpPr>
          <p:cNvPr id="414" name="Shape 411"/>
          <p:cNvSpPr/>
          <p:nvPr/>
        </p:nvSpPr>
        <p:spPr>
          <a:xfrm>
            <a:off x="10113264"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15" name="Shape 412"/>
          <p:cNvSpPr/>
          <p:nvPr/>
        </p:nvSpPr>
        <p:spPr>
          <a:xfrm>
            <a:off x="10277856"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16" name="Shape 413"/>
          <p:cNvSpPr/>
          <p:nvPr/>
        </p:nvSpPr>
        <p:spPr>
          <a:xfrm>
            <a:off x="10442448"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17" name="Shape 414"/>
          <p:cNvSpPr/>
          <p:nvPr/>
        </p:nvSpPr>
        <p:spPr>
          <a:xfrm>
            <a:off x="10472075" y="1538875"/>
            <a:ext cx="105339" cy="105339"/>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418" name="Shape 415"/>
          <p:cNvSpPr/>
          <p:nvPr/>
        </p:nvSpPr>
        <p:spPr>
          <a:xfrm>
            <a:off x="10607040"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19" name="Shape 416"/>
          <p:cNvSpPr/>
          <p:nvPr/>
        </p:nvSpPr>
        <p:spPr>
          <a:xfrm>
            <a:off x="10636667" y="1538875"/>
            <a:ext cx="105339" cy="105339"/>
          </a:xfrm>
          <a:prstGeom prst="rect">
            <a:avLst/>
          </a:prstGeom>
          <a:solidFill>
            <a:schemeClr val="tx1">
              <a:alpha val="69000"/>
            </a:schemeClr>
          </a:solidFill>
          <a:ln w="12700">
            <a:solidFill>
              <a:schemeClr val="tx1">
                <a:alpha val="0"/>
              </a:schemeClr>
            </a:solidFill>
            <a:prstDash val="solid"/>
          </a:ln>
        </p:spPr>
        <p:txBody>
          <a:bodyPr/>
          <a:lstStyle/>
          <a:p>
            <a:endParaRPr lang="ja-JP" altLang="en-US"/>
          </a:p>
        </p:txBody>
      </p:sp>
      <p:sp>
        <p:nvSpPr>
          <p:cNvPr id="420" name="Shape 417"/>
          <p:cNvSpPr/>
          <p:nvPr/>
        </p:nvSpPr>
        <p:spPr>
          <a:xfrm>
            <a:off x="10771632"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21" name="Shape 418"/>
          <p:cNvSpPr/>
          <p:nvPr/>
        </p:nvSpPr>
        <p:spPr>
          <a:xfrm>
            <a:off x="10801259" y="1538875"/>
            <a:ext cx="105339" cy="105339"/>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422" name="Shape 419"/>
          <p:cNvSpPr/>
          <p:nvPr/>
        </p:nvSpPr>
        <p:spPr>
          <a:xfrm>
            <a:off x="10936224"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23" name="Shape 420"/>
          <p:cNvSpPr/>
          <p:nvPr/>
        </p:nvSpPr>
        <p:spPr>
          <a:xfrm>
            <a:off x="10965851" y="1538875"/>
            <a:ext cx="105339" cy="105339"/>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424" name="Shape 421"/>
          <p:cNvSpPr/>
          <p:nvPr/>
        </p:nvSpPr>
        <p:spPr>
          <a:xfrm>
            <a:off x="11100816"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25" name="Shape 422"/>
          <p:cNvSpPr/>
          <p:nvPr/>
        </p:nvSpPr>
        <p:spPr>
          <a:xfrm>
            <a:off x="11265408"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26" name="Shape 423"/>
          <p:cNvSpPr/>
          <p:nvPr/>
        </p:nvSpPr>
        <p:spPr>
          <a:xfrm>
            <a:off x="10113264"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27" name="Shape 424"/>
          <p:cNvSpPr/>
          <p:nvPr/>
        </p:nvSpPr>
        <p:spPr>
          <a:xfrm>
            <a:off x="10277856"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28" name="Shape 425"/>
          <p:cNvSpPr/>
          <p:nvPr/>
        </p:nvSpPr>
        <p:spPr>
          <a:xfrm>
            <a:off x="10442448"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29" name="Shape 426"/>
          <p:cNvSpPr/>
          <p:nvPr/>
        </p:nvSpPr>
        <p:spPr>
          <a:xfrm>
            <a:off x="10472075" y="1703467"/>
            <a:ext cx="105339" cy="105339"/>
          </a:xfrm>
          <a:prstGeom prst="rect">
            <a:avLst/>
          </a:prstGeom>
          <a:solidFill>
            <a:schemeClr val="tx1">
              <a:alpha val="75000"/>
            </a:schemeClr>
          </a:solidFill>
          <a:ln w="12700">
            <a:solidFill>
              <a:schemeClr val="tx1">
                <a:alpha val="0"/>
              </a:schemeClr>
            </a:solidFill>
            <a:prstDash val="solid"/>
          </a:ln>
        </p:spPr>
        <p:txBody>
          <a:bodyPr/>
          <a:lstStyle/>
          <a:p>
            <a:endParaRPr lang="ja-JP" altLang="en-US"/>
          </a:p>
        </p:txBody>
      </p:sp>
      <p:sp>
        <p:nvSpPr>
          <p:cNvPr id="430" name="Shape 427"/>
          <p:cNvSpPr/>
          <p:nvPr/>
        </p:nvSpPr>
        <p:spPr>
          <a:xfrm>
            <a:off x="10607040"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31" name="Shape 428"/>
          <p:cNvSpPr/>
          <p:nvPr/>
        </p:nvSpPr>
        <p:spPr>
          <a:xfrm>
            <a:off x="10636667" y="1703467"/>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432" name="Shape 429"/>
          <p:cNvSpPr/>
          <p:nvPr/>
        </p:nvSpPr>
        <p:spPr>
          <a:xfrm>
            <a:off x="10771632"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33" name="Shape 430"/>
          <p:cNvSpPr/>
          <p:nvPr/>
        </p:nvSpPr>
        <p:spPr>
          <a:xfrm>
            <a:off x="10801259" y="1703467"/>
            <a:ext cx="105339" cy="105339"/>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434" name="Shape 431"/>
          <p:cNvSpPr/>
          <p:nvPr/>
        </p:nvSpPr>
        <p:spPr>
          <a:xfrm>
            <a:off x="10936224"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35" name="Shape 432"/>
          <p:cNvSpPr/>
          <p:nvPr/>
        </p:nvSpPr>
        <p:spPr>
          <a:xfrm>
            <a:off x="10965851" y="1703467"/>
            <a:ext cx="105339" cy="105339"/>
          </a:xfrm>
          <a:prstGeom prst="rect">
            <a:avLst/>
          </a:prstGeom>
          <a:solidFill>
            <a:schemeClr val="tx1">
              <a:alpha val="94000"/>
            </a:schemeClr>
          </a:solidFill>
          <a:ln w="12700">
            <a:solidFill>
              <a:schemeClr val="tx1">
                <a:alpha val="0"/>
              </a:schemeClr>
            </a:solidFill>
            <a:prstDash val="solid"/>
          </a:ln>
        </p:spPr>
        <p:txBody>
          <a:bodyPr/>
          <a:lstStyle/>
          <a:p>
            <a:endParaRPr lang="ja-JP" altLang="en-US"/>
          </a:p>
        </p:txBody>
      </p:sp>
      <p:sp>
        <p:nvSpPr>
          <p:cNvPr id="436" name="Shape 433"/>
          <p:cNvSpPr/>
          <p:nvPr/>
        </p:nvSpPr>
        <p:spPr>
          <a:xfrm>
            <a:off x="11100816"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37" name="Shape 434"/>
          <p:cNvSpPr/>
          <p:nvPr/>
        </p:nvSpPr>
        <p:spPr>
          <a:xfrm>
            <a:off x="11265408"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38" name="Shape 435"/>
          <p:cNvSpPr/>
          <p:nvPr/>
        </p:nvSpPr>
        <p:spPr>
          <a:xfrm>
            <a:off x="10113264"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39" name="Shape 436"/>
          <p:cNvSpPr/>
          <p:nvPr/>
        </p:nvSpPr>
        <p:spPr>
          <a:xfrm>
            <a:off x="10277856"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40" name="Shape 437"/>
          <p:cNvSpPr/>
          <p:nvPr/>
        </p:nvSpPr>
        <p:spPr>
          <a:xfrm>
            <a:off x="10442448"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41" name="Shape 438"/>
          <p:cNvSpPr/>
          <p:nvPr/>
        </p:nvSpPr>
        <p:spPr>
          <a:xfrm>
            <a:off x="10472075" y="1868059"/>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442" name="Shape 439"/>
          <p:cNvSpPr/>
          <p:nvPr/>
        </p:nvSpPr>
        <p:spPr>
          <a:xfrm>
            <a:off x="10607040"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43" name="Shape 440"/>
          <p:cNvSpPr/>
          <p:nvPr/>
        </p:nvSpPr>
        <p:spPr>
          <a:xfrm>
            <a:off x="10636667" y="1868059"/>
            <a:ext cx="105339" cy="105339"/>
          </a:xfrm>
          <a:prstGeom prst="rect">
            <a:avLst/>
          </a:prstGeom>
          <a:solidFill>
            <a:schemeClr val="tx1">
              <a:alpha val="56000"/>
            </a:schemeClr>
          </a:solidFill>
          <a:ln w="12700">
            <a:solidFill>
              <a:schemeClr val="tx1">
                <a:alpha val="0"/>
              </a:schemeClr>
            </a:solidFill>
            <a:prstDash val="solid"/>
          </a:ln>
        </p:spPr>
        <p:txBody>
          <a:bodyPr/>
          <a:lstStyle/>
          <a:p>
            <a:endParaRPr lang="ja-JP" altLang="en-US"/>
          </a:p>
        </p:txBody>
      </p:sp>
      <p:sp>
        <p:nvSpPr>
          <p:cNvPr id="444" name="Shape 441"/>
          <p:cNvSpPr/>
          <p:nvPr/>
        </p:nvSpPr>
        <p:spPr>
          <a:xfrm>
            <a:off x="10771632"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45" name="Shape 442"/>
          <p:cNvSpPr/>
          <p:nvPr/>
        </p:nvSpPr>
        <p:spPr>
          <a:xfrm>
            <a:off x="10801259" y="1868059"/>
            <a:ext cx="105339" cy="105339"/>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446" name="Shape 443"/>
          <p:cNvSpPr/>
          <p:nvPr/>
        </p:nvSpPr>
        <p:spPr>
          <a:xfrm>
            <a:off x="10936224"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47" name="Shape 444"/>
          <p:cNvSpPr/>
          <p:nvPr/>
        </p:nvSpPr>
        <p:spPr>
          <a:xfrm>
            <a:off x="10965851" y="1868059"/>
            <a:ext cx="105339" cy="105339"/>
          </a:xfrm>
          <a:prstGeom prst="rect">
            <a:avLst/>
          </a:prstGeom>
          <a:solidFill>
            <a:schemeClr val="tx1">
              <a:alpha val="19000"/>
            </a:schemeClr>
          </a:solidFill>
          <a:ln w="12700">
            <a:solidFill>
              <a:schemeClr val="tx1">
                <a:alpha val="0"/>
              </a:schemeClr>
            </a:solidFill>
            <a:prstDash val="solid"/>
          </a:ln>
        </p:spPr>
        <p:txBody>
          <a:bodyPr/>
          <a:lstStyle/>
          <a:p>
            <a:endParaRPr lang="ja-JP" altLang="en-US"/>
          </a:p>
        </p:txBody>
      </p:sp>
      <p:sp>
        <p:nvSpPr>
          <p:cNvPr id="448" name="Shape 445"/>
          <p:cNvSpPr/>
          <p:nvPr/>
        </p:nvSpPr>
        <p:spPr>
          <a:xfrm>
            <a:off x="11100816"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49" name="Shape 446"/>
          <p:cNvSpPr/>
          <p:nvPr/>
        </p:nvSpPr>
        <p:spPr>
          <a:xfrm>
            <a:off x="11265408"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50" name="Shape 447"/>
          <p:cNvSpPr/>
          <p:nvPr/>
        </p:nvSpPr>
        <p:spPr>
          <a:xfrm>
            <a:off x="10113264"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51" name="Shape 448"/>
          <p:cNvSpPr/>
          <p:nvPr/>
        </p:nvSpPr>
        <p:spPr>
          <a:xfrm>
            <a:off x="10277856"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52" name="Shape 449"/>
          <p:cNvSpPr/>
          <p:nvPr/>
        </p:nvSpPr>
        <p:spPr>
          <a:xfrm>
            <a:off x="10307483" y="2032651"/>
            <a:ext cx="105339" cy="105339"/>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453" name="Shape 450"/>
          <p:cNvSpPr/>
          <p:nvPr/>
        </p:nvSpPr>
        <p:spPr>
          <a:xfrm>
            <a:off x="10442448"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54" name="Shape 451"/>
          <p:cNvSpPr/>
          <p:nvPr/>
        </p:nvSpPr>
        <p:spPr>
          <a:xfrm>
            <a:off x="10472075" y="2032651"/>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455" name="Shape 452"/>
          <p:cNvSpPr/>
          <p:nvPr/>
        </p:nvSpPr>
        <p:spPr>
          <a:xfrm>
            <a:off x="10607040"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56" name="Shape 453"/>
          <p:cNvSpPr/>
          <p:nvPr/>
        </p:nvSpPr>
        <p:spPr>
          <a:xfrm>
            <a:off x="10636667" y="2032651"/>
            <a:ext cx="105339" cy="105339"/>
          </a:xfrm>
          <a:prstGeom prst="rect">
            <a:avLst/>
          </a:prstGeom>
          <a:solidFill>
            <a:schemeClr val="tx1">
              <a:alpha val="37000"/>
            </a:schemeClr>
          </a:solidFill>
          <a:ln w="12700">
            <a:solidFill>
              <a:schemeClr val="tx1">
                <a:alpha val="0"/>
              </a:schemeClr>
            </a:solidFill>
            <a:prstDash val="solid"/>
          </a:ln>
        </p:spPr>
        <p:txBody>
          <a:bodyPr/>
          <a:lstStyle/>
          <a:p>
            <a:endParaRPr lang="ja-JP" altLang="en-US"/>
          </a:p>
        </p:txBody>
      </p:sp>
      <p:sp>
        <p:nvSpPr>
          <p:cNvPr id="457" name="Shape 454"/>
          <p:cNvSpPr/>
          <p:nvPr/>
        </p:nvSpPr>
        <p:spPr>
          <a:xfrm>
            <a:off x="10771632"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58" name="Shape 455"/>
          <p:cNvSpPr/>
          <p:nvPr/>
        </p:nvSpPr>
        <p:spPr>
          <a:xfrm>
            <a:off x="10801259" y="2032651"/>
            <a:ext cx="105339" cy="105339"/>
          </a:xfrm>
          <a:prstGeom prst="rect">
            <a:avLst/>
          </a:prstGeom>
          <a:solidFill>
            <a:schemeClr val="tx1">
              <a:alpha val="87000"/>
            </a:schemeClr>
          </a:solidFill>
          <a:ln w="12700">
            <a:solidFill>
              <a:schemeClr val="tx1">
                <a:alpha val="0"/>
              </a:schemeClr>
            </a:solidFill>
            <a:prstDash val="solid"/>
          </a:ln>
        </p:spPr>
        <p:txBody>
          <a:bodyPr/>
          <a:lstStyle/>
          <a:p>
            <a:endParaRPr lang="ja-JP" altLang="en-US"/>
          </a:p>
        </p:txBody>
      </p:sp>
      <p:sp>
        <p:nvSpPr>
          <p:cNvPr id="459" name="Shape 456"/>
          <p:cNvSpPr/>
          <p:nvPr/>
        </p:nvSpPr>
        <p:spPr>
          <a:xfrm>
            <a:off x="10936224"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60" name="Shape 457"/>
          <p:cNvSpPr/>
          <p:nvPr/>
        </p:nvSpPr>
        <p:spPr>
          <a:xfrm>
            <a:off x="10965851" y="2032651"/>
            <a:ext cx="105339" cy="105339"/>
          </a:xfrm>
          <a:prstGeom prst="rect">
            <a:avLst/>
          </a:prstGeom>
          <a:solidFill>
            <a:schemeClr val="tx1">
              <a:alpha val="56000"/>
            </a:schemeClr>
          </a:solidFill>
          <a:ln w="12700">
            <a:solidFill>
              <a:schemeClr val="tx1">
                <a:alpha val="0"/>
              </a:schemeClr>
            </a:solidFill>
            <a:prstDash val="solid"/>
          </a:ln>
        </p:spPr>
        <p:txBody>
          <a:bodyPr/>
          <a:lstStyle/>
          <a:p>
            <a:endParaRPr lang="ja-JP" altLang="en-US"/>
          </a:p>
        </p:txBody>
      </p:sp>
      <p:sp>
        <p:nvSpPr>
          <p:cNvPr id="461" name="Shape 458"/>
          <p:cNvSpPr/>
          <p:nvPr/>
        </p:nvSpPr>
        <p:spPr>
          <a:xfrm>
            <a:off x="11100816"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62" name="Shape 459"/>
          <p:cNvSpPr/>
          <p:nvPr/>
        </p:nvSpPr>
        <p:spPr>
          <a:xfrm>
            <a:off x="11130443" y="2032651"/>
            <a:ext cx="105339" cy="105339"/>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463" name="Shape 460"/>
          <p:cNvSpPr/>
          <p:nvPr/>
        </p:nvSpPr>
        <p:spPr>
          <a:xfrm>
            <a:off x="11265408"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64" name="Shape 461"/>
          <p:cNvSpPr/>
          <p:nvPr/>
        </p:nvSpPr>
        <p:spPr>
          <a:xfrm>
            <a:off x="10113264"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65" name="Shape 462"/>
          <p:cNvSpPr/>
          <p:nvPr/>
        </p:nvSpPr>
        <p:spPr>
          <a:xfrm>
            <a:off x="10277856"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66" name="Shape 463"/>
          <p:cNvSpPr/>
          <p:nvPr/>
        </p:nvSpPr>
        <p:spPr>
          <a:xfrm>
            <a:off x="10307483" y="2197243"/>
            <a:ext cx="105339" cy="105339"/>
          </a:xfrm>
          <a:prstGeom prst="rect">
            <a:avLst/>
          </a:prstGeom>
          <a:solidFill>
            <a:schemeClr val="tx1">
              <a:alpha val="44000"/>
            </a:schemeClr>
          </a:solidFill>
          <a:ln w="12700">
            <a:solidFill>
              <a:schemeClr val="tx1">
                <a:alpha val="0"/>
              </a:schemeClr>
            </a:solidFill>
            <a:prstDash val="solid"/>
          </a:ln>
        </p:spPr>
        <p:txBody>
          <a:bodyPr/>
          <a:lstStyle/>
          <a:p>
            <a:endParaRPr lang="ja-JP" altLang="en-US"/>
          </a:p>
        </p:txBody>
      </p:sp>
      <p:sp>
        <p:nvSpPr>
          <p:cNvPr id="467" name="Shape 464"/>
          <p:cNvSpPr/>
          <p:nvPr/>
        </p:nvSpPr>
        <p:spPr>
          <a:xfrm>
            <a:off x="10442448"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68" name="Shape 465"/>
          <p:cNvSpPr/>
          <p:nvPr/>
        </p:nvSpPr>
        <p:spPr>
          <a:xfrm>
            <a:off x="10472075" y="2197243"/>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469" name="Shape 466"/>
          <p:cNvSpPr/>
          <p:nvPr/>
        </p:nvSpPr>
        <p:spPr>
          <a:xfrm>
            <a:off x="10607040" y="2167616"/>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70" name="Shape 467"/>
          <p:cNvSpPr/>
          <p:nvPr/>
        </p:nvSpPr>
        <p:spPr>
          <a:xfrm>
            <a:off x="10771632" y="2167616"/>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71" name="Shape 468"/>
          <p:cNvSpPr/>
          <p:nvPr/>
        </p:nvSpPr>
        <p:spPr>
          <a:xfrm>
            <a:off x="10936224" y="2167616"/>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72" name="Shape 469"/>
          <p:cNvSpPr/>
          <p:nvPr/>
        </p:nvSpPr>
        <p:spPr>
          <a:xfrm>
            <a:off x="11100816" y="2167616"/>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73" name="Shape 470"/>
          <p:cNvSpPr/>
          <p:nvPr/>
        </p:nvSpPr>
        <p:spPr>
          <a:xfrm>
            <a:off x="11265408" y="2167616"/>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74" name="Shape 471"/>
          <p:cNvSpPr/>
          <p:nvPr/>
        </p:nvSpPr>
        <p:spPr>
          <a:xfrm>
            <a:off x="10113264"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75" name="Shape 472"/>
          <p:cNvSpPr/>
          <p:nvPr/>
        </p:nvSpPr>
        <p:spPr>
          <a:xfrm>
            <a:off x="10277856"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76" name="Shape 473"/>
          <p:cNvSpPr/>
          <p:nvPr/>
        </p:nvSpPr>
        <p:spPr>
          <a:xfrm>
            <a:off x="10307483" y="2361835"/>
            <a:ext cx="105339" cy="105339"/>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477" name="Shape 474"/>
          <p:cNvSpPr/>
          <p:nvPr/>
        </p:nvSpPr>
        <p:spPr>
          <a:xfrm>
            <a:off x="10442448"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78" name="Shape 475"/>
          <p:cNvSpPr/>
          <p:nvPr/>
        </p:nvSpPr>
        <p:spPr>
          <a:xfrm>
            <a:off x="10472075" y="2361835"/>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479" name="Shape 476"/>
          <p:cNvSpPr/>
          <p:nvPr/>
        </p:nvSpPr>
        <p:spPr>
          <a:xfrm>
            <a:off x="10607040" y="2332208"/>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80" name="Shape 477"/>
          <p:cNvSpPr/>
          <p:nvPr/>
        </p:nvSpPr>
        <p:spPr>
          <a:xfrm>
            <a:off x="10771632" y="2332208"/>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81" name="Shape 478"/>
          <p:cNvSpPr/>
          <p:nvPr/>
        </p:nvSpPr>
        <p:spPr>
          <a:xfrm>
            <a:off x="10936224" y="2332208"/>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82" name="Shape 479"/>
          <p:cNvSpPr/>
          <p:nvPr/>
        </p:nvSpPr>
        <p:spPr>
          <a:xfrm>
            <a:off x="11100816" y="2332208"/>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83" name="Shape 480"/>
          <p:cNvSpPr/>
          <p:nvPr/>
        </p:nvSpPr>
        <p:spPr>
          <a:xfrm>
            <a:off x="11265408" y="2332208"/>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84" name="Shape 481"/>
          <p:cNvSpPr/>
          <p:nvPr/>
        </p:nvSpPr>
        <p:spPr>
          <a:xfrm>
            <a:off x="10113264"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85" name="Shape 482"/>
          <p:cNvSpPr/>
          <p:nvPr/>
        </p:nvSpPr>
        <p:spPr>
          <a:xfrm>
            <a:off x="10277856"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86" name="Shape 483"/>
          <p:cNvSpPr/>
          <p:nvPr/>
        </p:nvSpPr>
        <p:spPr>
          <a:xfrm>
            <a:off x="10442448"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87" name="Shape 484"/>
          <p:cNvSpPr/>
          <p:nvPr/>
        </p:nvSpPr>
        <p:spPr>
          <a:xfrm>
            <a:off x="10472075" y="2526427"/>
            <a:ext cx="105339" cy="105339"/>
          </a:xfrm>
          <a:prstGeom prst="rect">
            <a:avLst/>
          </a:prstGeom>
          <a:solidFill>
            <a:schemeClr val="tx1">
              <a:alpha val="75000"/>
            </a:schemeClr>
          </a:solidFill>
          <a:ln w="12700">
            <a:solidFill>
              <a:schemeClr val="tx1">
                <a:alpha val="0"/>
              </a:schemeClr>
            </a:solidFill>
            <a:prstDash val="solid"/>
          </a:ln>
        </p:spPr>
        <p:txBody>
          <a:bodyPr/>
          <a:lstStyle/>
          <a:p>
            <a:endParaRPr lang="ja-JP" altLang="en-US"/>
          </a:p>
        </p:txBody>
      </p:sp>
      <p:sp>
        <p:nvSpPr>
          <p:cNvPr id="488" name="Shape 485"/>
          <p:cNvSpPr/>
          <p:nvPr/>
        </p:nvSpPr>
        <p:spPr>
          <a:xfrm>
            <a:off x="10607040" y="2496800"/>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89" name="Shape 486"/>
          <p:cNvSpPr/>
          <p:nvPr/>
        </p:nvSpPr>
        <p:spPr>
          <a:xfrm>
            <a:off x="10771632" y="2496800"/>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90" name="Shape 487"/>
          <p:cNvSpPr/>
          <p:nvPr/>
        </p:nvSpPr>
        <p:spPr>
          <a:xfrm>
            <a:off x="10936224" y="2496800"/>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91" name="Shape 488"/>
          <p:cNvSpPr/>
          <p:nvPr/>
        </p:nvSpPr>
        <p:spPr>
          <a:xfrm>
            <a:off x="11100816" y="2496800"/>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92" name="Shape 489"/>
          <p:cNvSpPr/>
          <p:nvPr/>
        </p:nvSpPr>
        <p:spPr>
          <a:xfrm>
            <a:off x="11265408" y="2496800"/>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93" name="Shape 490"/>
          <p:cNvSpPr/>
          <p:nvPr/>
        </p:nvSpPr>
        <p:spPr>
          <a:xfrm>
            <a:off x="10113264"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94" name="Shape 491"/>
          <p:cNvSpPr/>
          <p:nvPr/>
        </p:nvSpPr>
        <p:spPr>
          <a:xfrm>
            <a:off x="10277856"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95" name="Shape 492"/>
          <p:cNvSpPr/>
          <p:nvPr/>
        </p:nvSpPr>
        <p:spPr>
          <a:xfrm>
            <a:off x="10442448"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96" name="Shape 493"/>
          <p:cNvSpPr/>
          <p:nvPr/>
        </p:nvSpPr>
        <p:spPr>
          <a:xfrm>
            <a:off x="10472075" y="2691019"/>
            <a:ext cx="105339" cy="105339"/>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497" name="Shape 494"/>
          <p:cNvSpPr/>
          <p:nvPr/>
        </p:nvSpPr>
        <p:spPr>
          <a:xfrm>
            <a:off x="10607040" y="2661392"/>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98" name="Shape 495"/>
          <p:cNvSpPr/>
          <p:nvPr/>
        </p:nvSpPr>
        <p:spPr>
          <a:xfrm>
            <a:off x="10771632" y="2661392"/>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99" name="Shape 496"/>
          <p:cNvSpPr/>
          <p:nvPr/>
        </p:nvSpPr>
        <p:spPr>
          <a:xfrm>
            <a:off x="10936224" y="2661392"/>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500" name="Shape 497"/>
          <p:cNvSpPr/>
          <p:nvPr/>
        </p:nvSpPr>
        <p:spPr>
          <a:xfrm>
            <a:off x="11100816" y="2661392"/>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501" name="Shape 498"/>
          <p:cNvSpPr/>
          <p:nvPr/>
        </p:nvSpPr>
        <p:spPr>
          <a:xfrm>
            <a:off x="11265408" y="2661392"/>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502" name="Text 499"/>
          <p:cNvSpPr txBox="1"/>
          <p:nvPr/>
        </p:nvSpPr>
        <p:spPr>
          <a:xfrm>
            <a:off x="10021824" y="2880848"/>
            <a:ext cx="1508760" cy="274320"/>
          </a:xfrm>
          <a:prstGeom prst="rect">
            <a:avLst/>
          </a:prstGeom>
          <a:noFill/>
          <a:ln/>
        </p:spPr>
        <p:txBody>
          <a:bodyPr wrap="square" lIns="0" tIns="0" rIns="0" bIns="0" rtlCol="0" anchor="t"/>
          <a:lstStyle/>
          <a:p>
            <a:pPr marL="0" indent="0" algn="ctr">
              <a:buNone/>
            </a:pPr>
            <a:r>
              <a:rPr lang="en-US" sz="1200" dirty="0">
                <a:solidFill>
                  <a:schemeClr val="tx2"/>
                </a:solidFill>
              </a:rPr>
              <a:t>Cを隠す</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364227525"/>
              </p:ext>
            </p:extLst>
          </p:nvPr>
        </p:nvGraphicFramePr>
        <p:xfrm>
          <a:off x="5385128" y="3590250"/>
          <a:ext cx="6217920" cy="2194560"/>
        </p:xfrm>
        <a:graphic>
          <a:graphicData uri="http://schemas.openxmlformats.org/drawingml/2006/table">
            <a:tbl>
              <a:tblPr/>
              <a:tblGrid>
                <a:gridCol w="182880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tblGrid>
              <a:tr h="438912">
                <a:tc>
                  <a:txBody>
                    <a:bodyPr/>
                    <a:lstStyle/>
                    <a:p>
                      <a:pPr marL="0" indent="0" algn="ctr">
                        <a:buNone/>
                      </a:pPr>
                      <a:r>
                        <a:rPr lang="en-US" sz="1500" b="1" dirty="0">
                          <a:solidFill>
                            <a:schemeClr val="bg1"/>
                          </a:solidFill>
                        </a:rPr>
                        <a:t>摂動画像</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marL="0" indent="0" algn="ctr">
                        <a:buNone/>
                      </a:pPr>
                      <a:r>
                        <a:rPr lang="en-US" sz="1500" b="1" dirty="0">
                          <a:solidFill>
                            <a:schemeClr val="bg1"/>
                          </a:solidFill>
                        </a:rPr>
                        <a:t>A</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marL="0" indent="0" algn="ctr">
                        <a:buNone/>
                      </a:pPr>
                      <a:r>
                        <a:rPr lang="en-US" sz="1500" b="1" dirty="0">
                          <a:solidFill>
                            <a:schemeClr val="bg1"/>
                          </a:solidFill>
                        </a:rPr>
                        <a:t>B</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marL="0" indent="0" algn="ctr">
                        <a:buNone/>
                      </a:pPr>
                      <a:r>
                        <a:rPr lang="en-US" sz="1500" b="1" dirty="0">
                          <a:solidFill>
                            <a:schemeClr val="bg1"/>
                          </a:solidFill>
                        </a:rPr>
                        <a:t>C</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marL="0" indent="0" algn="ctr">
                        <a:buNone/>
                      </a:pPr>
                      <a:r>
                        <a:rPr lang="en-US" sz="1500" b="1" dirty="0">
                          <a:solidFill>
                            <a:schemeClr val="bg1"/>
                          </a:solidFill>
                        </a:rPr>
                        <a:t>6の確率</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438912">
                <a:tc>
                  <a:txBody>
                    <a:bodyPr/>
                    <a:lstStyle/>
                    <a:p>
                      <a:pPr marL="0" indent="0" algn="ctr">
                        <a:buNone/>
                      </a:pPr>
                      <a:r>
                        <a:rPr lang="en-US" sz="1500" dirty="0">
                          <a:solidFill>
                            <a:schemeClr val="tx1"/>
                          </a:solidFill>
                        </a:rPr>
                        <a:t>元画像</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500" dirty="0">
                          <a:solidFill>
                            <a:schemeClr val="tx1"/>
                          </a:solidFill>
                        </a:rPr>
                        <a:t>1</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500" dirty="0">
                          <a:solidFill>
                            <a:schemeClr val="tx1"/>
                          </a:solidFill>
                        </a:rPr>
                        <a:t>1</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500" dirty="0">
                          <a:solidFill>
                            <a:schemeClr val="tx1"/>
                          </a:solidFill>
                        </a:rPr>
                        <a:t>1</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500" b="1" dirty="0">
                          <a:solidFill>
                            <a:schemeClr val="accent1"/>
                          </a:solidFill>
                        </a:rPr>
                        <a:t>0.50</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438912">
                <a:tc>
                  <a:txBody>
                    <a:bodyPr/>
                    <a:lstStyle/>
                    <a:p>
                      <a:pPr marL="0" indent="0" algn="ctr">
                        <a:buNone/>
                      </a:pPr>
                      <a:r>
                        <a:rPr lang="en-US" sz="1500" dirty="0">
                          <a:solidFill>
                            <a:schemeClr val="tx1"/>
                          </a:solidFill>
                        </a:rPr>
                        <a:t>Aを隠す</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500" dirty="0">
                          <a:solidFill>
                            <a:schemeClr val="tx1"/>
                          </a:solidFill>
                        </a:rPr>
                        <a:t>0</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500" dirty="0">
                          <a:solidFill>
                            <a:schemeClr val="tx1"/>
                          </a:solidFill>
                        </a:rPr>
                        <a:t>1</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500" dirty="0">
                          <a:solidFill>
                            <a:schemeClr val="tx1"/>
                          </a:solidFill>
                        </a:rPr>
                        <a:t>1</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500" b="1" dirty="0">
                          <a:solidFill>
                            <a:schemeClr val="accent1"/>
                          </a:solidFill>
                        </a:rPr>
                        <a:t>0.20</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438912">
                <a:tc>
                  <a:txBody>
                    <a:bodyPr/>
                    <a:lstStyle/>
                    <a:p>
                      <a:pPr marL="0" indent="0" algn="ctr">
                        <a:buNone/>
                      </a:pPr>
                      <a:r>
                        <a:rPr lang="en-US" sz="1500" dirty="0">
                          <a:solidFill>
                            <a:schemeClr val="tx1"/>
                          </a:solidFill>
                        </a:rPr>
                        <a:t>Bを隠す</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500" dirty="0">
                          <a:solidFill>
                            <a:schemeClr val="tx1"/>
                          </a:solidFill>
                        </a:rPr>
                        <a:t>1</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500" dirty="0">
                          <a:solidFill>
                            <a:schemeClr val="tx1"/>
                          </a:solidFill>
                        </a:rPr>
                        <a:t>0</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500" dirty="0">
                          <a:solidFill>
                            <a:schemeClr val="tx1"/>
                          </a:solidFill>
                        </a:rPr>
                        <a:t>1</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500" b="1" dirty="0">
                          <a:solidFill>
                            <a:schemeClr val="accent1"/>
                          </a:solidFill>
                        </a:rPr>
                        <a:t>0.80</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438912">
                <a:tc>
                  <a:txBody>
                    <a:bodyPr/>
                    <a:lstStyle/>
                    <a:p>
                      <a:pPr marL="0" indent="0" algn="ctr">
                        <a:buNone/>
                      </a:pPr>
                      <a:r>
                        <a:rPr lang="en-US" sz="1500" dirty="0">
                          <a:solidFill>
                            <a:schemeClr val="tx1"/>
                          </a:solidFill>
                        </a:rPr>
                        <a:t>Cを隠す</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500" dirty="0">
                          <a:solidFill>
                            <a:schemeClr val="tx1"/>
                          </a:solidFill>
                        </a:rPr>
                        <a:t>1</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500" dirty="0">
                          <a:solidFill>
                            <a:schemeClr val="tx1"/>
                          </a:solidFill>
                        </a:rPr>
                        <a:t>1</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500" dirty="0">
                          <a:solidFill>
                            <a:schemeClr val="tx1"/>
                          </a:solidFill>
                        </a:rPr>
                        <a:t>0</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500" b="1" dirty="0">
                          <a:solidFill>
                            <a:schemeClr val="accent1"/>
                          </a:solidFill>
                        </a:rPr>
                        <a:t>0.40</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bl>
          </a:graphicData>
        </a:graphic>
      </p:graphicFrame>
      <p:sp>
        <p:nvSpPr>
          <p:cNvPr id="504" name="Text 500"/>
          <p:cNvSpPr txBox="1"/>
          <p:nvPr/>
        </p:nvSpPr>
        <p:spPr>
          <a:xfrm>
            <a:off x="5385128" y="5876250"/>
            <a:ext cx="6217920" cy="274320"/>
          </a:xfrm>
          <a:prstGeom prst="rect">
            <a:avLst/>
          </a:prstGeom>
          <a:noFill/>
          <a:ln/>
        </p:spPr>
        <p:txBody>
          <a:bodyPr wrap="square" lIns="0" tIns="0" rIns="0" bIns="0" rtlCol="0" anchor="t"/>
          <a:lstStyle/>
          <a:p>
            <a:pPr marL="0" indent="0">
              <a:buNone/>
            </a:pPr>
            <a:r>
              <a:rPr lang="en-US" sz="1100" dirty="0">
                <a:solidFill>
                  <a:schemeClr val="tx2"/>
                </a:solidFill>
              </a:rPr>
              <a:t>1 = </a:t>
            </a:r>
            <a:r>
              <a:rPr lang="en-US" sz="1100" dirty="0" err="1">
                <a:solidFill>
                  <a:schemeClr val="tx2"/>
                </a:solidFill>
              </a:rPr>
              <a:t>残す</a:t>
            </a:r>
            <a:r>
              <a:rPr lang="en-US" sz="1100" dirty="0">
                <a:solidFill>
                  <a:schemeClr val="tx2"/>
                </a:solidFill>
              </a:rPr>
              <a:t>  0 = </a:t>
            </a:r>
            <a:r>
              <a:rPr lang="en-US" sz="1100" dirty="0" err="1">
                <a:solidFill>
                  <a:schemeClr val="tx2"/>
                </a:solidFill>
              </a:rPr>
              <a:t>隠す</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LIMEのおさらい（2）線形回帰してヒートマップにする</a:t>
            </a:r>
            <a:endParaRPr lang="en-US" sz="3000" dirty="0"/>
          </a:p>
        </p:txBody>
      </p:sp>
      <p:sp>
        <p:nvSpPr>
          <p:cNvPr id="3"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sp>
        <p:nvSpPr>
          <p:cNvPr id="4" name="Shape 1"/>
          <p:cNvSpPr/>
          <p:nvPr/>
        </p:nvSpPr>
        <p:spPr>
          <a:xfrm>
            <a:off x="548640" y="1584961"/>
            <a:ext cx="5760720" cy="2011680"/>
          </a:xfrm>
          <a:prstGeom prst="roundRect">
            <a:avLst>
              <a:gd name="adj" fmla="val 5455"/>
            </a:avLst>
          </a:prstGeom>
          <a:noFill/>
          <a:ln w="12700">
            <a:solidFill>
              <a:schemeClr val="tx1"/>
            </a:solidFill>
            <a:prstDash val="solid"/>
          </a:ln>
        </p:spPr>
        <p:txBody>
          <a:bodyPr/>
          <a:lstStyle/>
          <a:p>
            <a:endParaRPr lang="ja-JP" altLang="en-US"/>
          </a:p>
        </p:txBody>
      </p:sp>
      <p:sp>
        <p:nvSpPr>
          <p:cNvPr id="5" name="Text 2"/>
          <p:cNvSpPr txBox="1"/>
          <p:nvPr/>
        </p:nvSpPr>
        <p:spPr>
          <a:xfrm>
            <a:off x="777240" y="1722121"/>
            <a:ext cx="5303520" cy="320040"/>
          </a:xfrm>
          <a:prstGeom prst="rect">
            <a:avLst/>
          </a:prstGeom>
          <a:noFill/>
          <a:ln/>
        </p:spPr>
        <p:txBody>
          <a:bodyPr wrap="square" lIns="0" tIns="0" rIns="0" bIns="0" rtlCol="0" anchor="t"/>
          <a:lstStyle/>
          <a:p>
            <a:pPr marL="0" indent="0">
              <a:buNone/>
            </a:pPr>
            <a:r>
              <a:rPr lang="en-US" b="1" dirty="0">
                <a:solidFill>
                  <a:schemeClr val="tx2"/>
                </a:solidFill>
              </a:rPr>
              <a:t>線形回帰の結果</a:t>
            </a:r>
            <a:endParaRPr lang="en-US" b="1" dirty="0"/>
          </a:p>
        </p:txBody>
      </p:sp>
      <p:sp>
        <p:nvSpPr>
          <p:cNvPr id="6" name="Text 3"/>
          <p:cNvSpPr txBox="1"/>
          <p:nvPr/>
        </p:nvSpPr>
        <p:spPr>
          <a:xfrm>
            <a:off x="777240" y="2166539"/>
            <a:ext cx="5440680" cy="548640"/>
          </a:xfrm>
          <a:prstGeom prst="rect">
            <a:avLst/>
          </a:prstGeom>
          <a:noFill/>
          <a:ln/>
        </p:spPr>
        <p:txBody>
          <a:bodyPr wrap="square" lIns="0" tIns="0" rIns="0" bIns="0" rtlCol="0" anchor="ctr"/>
          <a:lstStyle/>
          <a:p>
            <a:pPr marL="0" indent="0">
              <a:buNone/>
            </a:pPr>
            <a:r>
              <a:rPr lang="en-US" sz="2000" dirty="0">
                <a:solidFill>
                  <a:schemeClr val="tx1"/>
                </a:solidFill>
              </a:rPr>
              <a:t>6の確率 ≈ 0.40＋</a:t>
            </a:r>
            <a:r>
              <a:rPr lang="en-US" sz="2000" b="1" dirty="0">
                <a:solidFill>
                  <a:schemeClr val="accent1"/>
                </a:solidFill>
              </a:rPr>
              <a:t>0.30A</a:t>
            </a:r>
            <a:r>
              <a:rPr lang="en-US" sz="2000" dirty="0">
                <a:solidFill>
                  <a:schemeClr val="tx1"/>
                </a:solidFill>
              </a:rPr>
              <a:t>−</a:t>
            </a:r>
            <a:r>
              <a:rPr lang="en-US" sz="2000" b="1" dirty="0">
                <a:solidFill>
                  <a:schemeClr val="accent2"/>
                </a:solidFill>
              </a:rPr>
              <a:t>0.30B</a:t>
            </a:r>
            <a:r>
              <a:rPr lang="en-US" sz="2000" dirty="0">
                <a:solidFill>
                  <a:schemeClr val="tx1"/>
                </a:solidFill>
              </a:rPr>
              <a:t>＋0.10C</a:t>
            </a:r>
            <a:endParaRPr lang="en-US" sz="2000" dirty="0"/>
          </a:p>
        </p:txBody>
      </p:sp>
      <p:sp>
        <p:nvSpPr>
          <p:cNvPr id="7" name="Text 4"/>
          <p:cNvSpPr txBox="1"/>
          <p:nvPr/>
        </p:nvSpPr>
        <p:spPr>
          <a:xfrm>
            <a:off x="777240" y="2898059"/>
            <a:ext cx="5394960" cy="548640"/>
          </a:xfrm>
          <a:prstGeom prst="rect">
            <a:avLst/>
          </a:prstGeom>
          <a:noFill/>
          <a:ln/>
        </p:spPr>
        <p:txBody>
          <a:bodyPr wrap="square" lIns="0" tIns="0" rIns="0" bIns="0" rtlCol="0" anchor="t"/>
          <a:lstStyle/>
          <a:p>
            <a:pPr marL="0" indent="0">
              <a:buNone/>
            </a:pPr>
            <a:r>
              <a:rPr lang="en-US" sz="1600" dirty="0">
                <a:solidFill>
                  <a:schemeClr val="tx1"/>
                </a:solidFill>
              </a:rPr>
              <a:t>係数 ＝ その領域があると，6の確率がどれだけ上がるか</a:t>
            </a:r>
            <a:endParaRPr lang="en-US" sz="1600" dirty="0"/>
          </a:p>
        </p:txBody>
      </p:sp>
      <p:sp>
        <p:nvSpPr>
          <p:cNvPr id="8" name="Shape 5"/>
          <p:cNvSpPr/>
          <p:nvPr/>
        </p:nvSpPr>
        <p:spPr>
          <a:xfrm>
            <a:off x="777240" y="4100052"/>
            <a:ext cx="411480" cy="411480"/>
          </a:xfrm>
          <a:prstGeom prst="roundRect">
            <a:avLst>
              <a:gd name="adj" fmla="val 13333"/>
            </a:avLst>
          </a:prstGeom>
          <a:solidFill>
            <a:schemeClr val="accent1"/>
          </a:solidFill>
          <a:ln w="12700">
            <a:solidFill>
              <a:schemeClr val="accent1"/>
            </a:solidFill>
            <a:prstDash val="solid"/>
          </a:ln>
        </p:spPr>
        <p:txBody>
          <a:bodyPr/>
          <a:lstStyle/>
          <a:p>
            <a:endParaRPr lang="ja-JP" altLang="en-US"/>
          </a:p>
        </p:txBody>
      </p:sp>
      <p:sp>
        <p:nvSpPr>
          <p:cNvPr id="9" name="Text 6"/>
          <p:cNvSpPr txBox="1"/>
          <p:nvPr/>
        </p:nvSpPr>
        <p:spPr>
          <a:xfrm>
            <a:off x="1325880" y="4100052"/>
            <a:ext cx="4754880" cy="411480"/>
          </a:xfrm>
          <a:prstGeom prst="rect">
            <a:avLst/>
          </a:prstGeom>
          <a:noFill/>
          <a:ln/>
        </p:spPr>
        <p:txBody>
          <a:bodyPr wrap="square" lIns="0" tIns="0" rIns="0" bIns="0" rtlCol="0" anchor="ctr"/>
          <a:lstStyle/>
          <a:p>
            <a:pPr marL="0" indent="0">
              <a:buNone/>
            </a:pPr>
            <a:r>
              <a:rPr lang="en-US" sz="1600" dirty="0">
                <a:solidFill>
                  <a:schemeClr val="tx1"/>
                </a:solidFill>
              </a:rPr>
              <a:t>あると6の確率が上がる領域</a:t>
            </a:r>
            <a:endParaRPr lang="en-US" sz="1600" dirty="0"/>
          </a:p>
        </p:txBody>
      </p:sp>
      <p:sp>
        <p:nvSpPr>
          <p:cNvPr id="10" name="Shape 7"/>
          <p:cNvSpPr/>
          <p:nvPr/>
        </p:nvSpPr>
        <p:spPr>
          <a:xfrm>
            <a:off x="777240" y="4740132"/>
            <a:ext cx="411480" cy="411480"/>
          </a:xfrm>
          <a:prstGeom prst="roundRect">
            <a:avLst>
              <a:gd name="adj" fmla="val 13333"/>
            </a:avLst>
          </a:prstGeom>
          <a:solidFill>
            <a:schemeClr val="accent2"/>
          </a:solidFill>
          <a:ln w="12700">
            <a:solidFill>
              <a:schemeClr val="accent2"/>
            </a:solidFill>
            <a:prstDash val="solid"/>
          </a:ln>
        </p:spPr>
        <p:txBody>
          <a:bodyPr/>
          <a:lstStyle/>
          <a:p>
            <a:endParaRPr lang="ja-JP" altLang="en-US"/>
          </a:p>
        </p:txBody>
      </p:sp>
      <p:sp>
        <p:nvSpPr>
          <p:cNvPr id="11" name="Text 8"/>
          <p:cNvSpPr txBox="1"/>
          <p:nvPr/>
        </p:nvSpPr>
        <p:spPr>
          <a:xfrm>
            <a:off x="1325880" y="4740132"/>
            <a:ext cx="4754880" cy="411480"/>
          </a:xfrm>
          <a:prstGeom prst="rect">
            <a:avLst/>
          </a:prstGeom>
          <a:noFill/>
          <a:ln/>
        </p:spPr>
        <p:txBody>
          <a:bodyPr wrap="square" lIns="0" tIns="0" rIns="0" bIns="0" rtlCol="0" anchor="ctr"/>
          <a:lstStyle/>
          <a:p>
            <a:pPr marL="0" indent="0">
              <a:buNone/>
            </a:pPr>
            <a:r>
              <a:rPr lang="en-US" sz="1600" dirty="0">
                <a:solidFill>
                  <a:schemeClr val="tx1"/>
                </a:solidFill>
              </a:rPr>
              <a:t>あると6の確率が下がる領域</a:t>
            </a:r>
            <a:endParaRPr lang="en-US" sz="1600" dirty="0"/>
          </a:p>
        </p:txBody>
      </p:sp>
      <p:sp>
        <p:nvSpPr>
          <p:cNvPr id="12" name="Text 9"/>
          <p:cNvSpPr txBox="1"/>
          <p:nvPr/>
        </p:nvSpPr>
        <p:spPr>
          <a:xfrm>
            <a:off x="7967716" y="5687568"/>
            <a:ext cx="3242828" cy="731520"/>
          </a:xfrm>
          <a:prstGeom prst="rect">
            <a:avLst/>
          </a:prstGeom>
          <a:noFill/>
          <a:ln/>
        </p:spPr>
        <p:txBody>
          <a:bodyPr wrap="square" lIns="0" tIns="0" rIns="0" bIns="0" rtlCol="0" anchor="t"/>
          <a:lstStyle/>
          <a:p>
            <a:pPr marL="0" indent="0">
              <a:buNone/>
            </a:pPr>
            <a:r>
              <a:rPr lang="en-US" sz="1500" b="1" dirty="0">
                <a:solidFill>
                  <a:schemeClr val="accent1"/>
                </a:solidFill>
              </a:rPr>
              <a:t>左の縦線（A）があるから6</a:t>
            </a:r>
          </a:p>
          <a:p>
            <a:pPr marL="0" indent="0">
              <a:buNone/>
            </a:pPr>
            <a:r>
              <a:rPr lang="en-US" sz="1500" b="1" dirty="0">
                <a:solidFill>
                  <a:schemeClr val="accent1"/>
                </a:solidFill>
              </a:rPr>
              <a:t>右上（B）があると6らしさが下がる</a:t>
            </a:r>
            <a:endParaRPr lang="en-US" sz="1500" dirty="0"/>
          </a:p>
        </p:txBody>
      </p:sp>
      <p:sp>
        <p:nvSpPr>
          <p:cNvPr id="13" name="Shape 10"/>
          <p:cNvSpPr/>
          <p:nvPr/>
        </p:nvSpPr>
        <p:spPr>
          <a:xfrm>
            <a:off x="6537960" y="3291840"/>
            <a:ext cx="457200" cy="411480"/>
          </a:xfrm>
          <a:prstGeom prst="rightArrow">
            <a:avLst/>
          </a:prstGeom>
          <a:solidFill>
            <a:schemeClr val="accent1"/>
          </a:solidFill>
          <a:ln w="12700">
            <a:solidFill>
              <a:schemeClr val="accent1"/>
            </a:solidFill>
            <a:prstDash val="solid"/>
          </a:ln>
        </p:spPr>
        <p:txBody>
          <a:bodyPr/>
          <a:lstStyle/>
          <a:p>
            <a:endParaRPr lang="ja-JP" altLang="en-US"/>
          </a:p>
        </p:txBody>
      </p:sp>
      <p:sp>
        <p:nvSpPr>
          <p:cNvPr id="14" name="Shape 11"/>
          <p:cNvSpPr/>
          <p:nvPr/>
        </p:nvSpPr>
        <p:spPr>
          <a:xfrm>
            <a:off x="7406640" y="1417320"/>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5" name="Shape 12"/>
          <p:cNvSpPr/>
          <p:nvPr/>
        </p:nvSpPr>
        <p:spPr>
          <a:xfrm>
            <a:off x="7882128" y="1417320"/>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6" name="Shape 13"/>
          <p:cNvSpPr/>
          <p:nvPr/>
        </p:nvSpPr>
        <p:spPr>
          <a:xfrm>
            <a:off x="8357616" y="1417320"/>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7" name="Shape 14"/>
          <p:cNvSpPr/>
          <p:nvPr/>
        </p:nvSpPr>
        <p:spPr>
          <a:xfrm>
            <a:off x="8443204" y="1502908"/>
            <a:ext cx="304312" cy="304312"/>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18" name="Shape 15"/>
          <p:cNvSpPr/>
          <p:nvPr/>
        </p:nvSpPr>
        <p:spPr>
          <a:xfrm>
            <a:off x="8833104" y="1417320"/>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9" name="Shape 16"/>
          <p:cNvSpPr/>
          <p:nvPr/>
        </p:nvSpPr>
        <p:spPr>
          <a:xfrm>
            <a:off x="8918692" y="1502908"/>
            <a:ext cx="304312" cy="304312"/>
          </a:xfrm>
          <a:prstGeom prst="rect">
            <a:avLst/>
          </a:prstGeom>
          <a:solidFill>
            <a:schemeClr val="tx1">
              <a:alpha val="69000"/>
            </a:schemeClr>
          </a:solidFill>
          <a:ln w="12700">
            <a:solidFill>
              <a:schemeClr val="tx1">
                <a:alpha val="0"/>
              </a:schemeClr>
            </a:solidFill>
            <a:prstDash val="solid"/>
          </a:ln>
        </p:spPr>
        <p:txBody>
          <a:bodyPr/>
          <a:lstStyle/>
          <a:p>
            <a:endParaRPr lang="ja-JP" altLang="en-US"/>
          </a:p>
        </p:txBody>
      </p:sp>
      <p:sp>
        <p:nvSpPr>
          <p:cNvPr id="20" name="Shape 17"/>
          <p:cNvSpPr/>
          <p:nvPr/>
        </p:nvSpPr>
        <p:spPr>
          <a:xfrm>
            <a:off x="9308592" y="1417320"/>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21" name="Shape 18"/>
          <p:cNvSpPr/>
          <p:nvPr/>
        </p:nvSpPr>
        <p:spPr>
          <a:xfrm>
            <a:off x="9394180" y="1502908"/>
            <a:ext cx="304312" cy="304312"/>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22" name="Shape 19"/>
          <p:cNvSpPr/>
          <p:nvPr/>
        </p:nvSpPr>
        <p:spPr>
          <a:xfrm>
            <a:off x="9784080" y="1417320"/>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23" name="Shape 20"/>
          <p:cNvSpPr/>
          <p:nvPr/>
        </p:nvSpPr>
        <p:spPr>
          <a:xfrm>
            <a:off x="9869668" y="1502908"/>
            <a:ext cx="304312" cy="304312"/>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24" name="Shape 21"/>
          <p:cNvSpPr/>
          <p:nvPr/>
        </p:nvSpPr>
        <p:spPr>
          <a:xfrm>
            <a:off x="10259568" y="1417320"/>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25" name="Shape 22"/>
          <p:cNvSpPr/>
          <p:nvPr/>
        </p:nvSpPr>
        <p:spPr>
          <a:xfrm>
            <a:off x="10735056" y="1417320"/>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26" name="Shape 23"/>
          <p:cNvSpPr/>
          <p:nvPr/>
        </p:nvSpPr>
        <p:spPr>
          <a:xfrm>
            <a:off x="7406640" y="1892808"/>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27" name="Shape 24"/>
          <p:cNvSpPr/>
          <p:nvPr/>
        </p:nvSpPr>
        <p:spPr>
          <a:xfrm>
            <a:off x="7882128" y="1892808"/>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28" name="Shape 25"/>
          <p:cNvSpPr/>
          <p:nvPr/>
        </p:nvSpPr>
        <p:spPr>
          <a:xfrm>
            <a:off x="8357616" y="1892808"/>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29" name="Shape 26"/>
          <p:cNvSpPr/>
          <p:nvPr/>
        </p:nvSpPr>
        <p:spPr>
          <a:xfrm>
            <a:off x="8443204" y="1978396"/>
            <a:ext cx="304312" cy="304312"/>
          </a:xfrm>
          <a:prstGeom prst="rect">
            <a:avLst/>
          </a:prstGeom>
          <a:solidFill>
            <a:schemeClr val="tx1">
              <a:alpha val="75000"/>
            </a:schemeClr>
          </a:solidFill>
          <a:ln w="12700">
            <a:solidFill>
              <a:schemeClr val="tx1">
                <a:alpha val="0"/>
              </a:schemeClr>
            </a:solidFill>
            <a:prstDash val="solid"/>
          </a:ln>
        </p:spPr>
        <p:txBody>
          <a:bodyPr/>
          <a:lstStyle/>
          <a:p>
            <a:endParaRPr lang="ja-JP" altLang="en-US"/>
          </a:p>
        </p:txBody>
      </p:sp>
      <p:sp>
        <p:nvSpPr>
          <p:cNvPr id="30" name="Shape 27"/>
          <p:cNvSpPr/>
          <p:nvPr/>
        </p:nvSpPr>
        <p:spPr>
          <a:xfrm>
            <a:off x="8833104" y="1892808"/>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31" name="Shape 28"/>
          <p:cNvSpPr/>
          <p:nvPr/>
        </p:nvSpPr>
        <p:spPr>
          <a:xfrm>
            <a:off x="8918692" y="1978396"/>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32" name="Shape 29"/>
          <p:cNvSpPr/>
          <p:nvPr/>
        </p:nvSpPr>
        <p:spPr>
          <a:xfrm>
            <a:off x="9308592" y="1892808"/>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33" name="Shape 30"/>
          <p:cNvSpPr/>
          <p:nvPr/>
        </p:nvSpPr>
        <p:spPr>
          <a:xfrm>
            <a:off x="9394180" y="1978396"/>
            <a:ext cx="304312" cy="304312"/>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34" name="Shape 31"/>
          <p:cNvSpPr/>
          <p:nvPr/>
        </p:nvSpPr>
        <p:spPr>
          <a:xfrm>
            <a:off x="9784080" y="1892808"/>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35" name="Shape 32"/>
          <p:cNvSpPr/>
          <p:nvPr/>
        </p:nvSpPr>
        <p:spPr>
          <a:xfrm>
            <a:off x="9869668" y="1978396"/>
            <a:ext cx="304312" cy="304312"/>
          </a:xfrm>
          <a:prstGeom prst="rect">
            <a:avLst/>
          </a:prstGeom>
          <a:solidFill>
            <a:schemeClr val="tx1">
              <a:alpha val="94000"/>
            </a:schemeClr>
          </a:solidFill>
          <a:ln w="12700">
            <a:solidFill>
              <a:schemeClr val="tx1">
                <a:alpha val="0"/>
              </a:schemeClr>
            </a:solidFill>
            <a:prstDash val="solid"/>
          </a:ln>
        </p:spPr>
        <p:txBody>
          <a:bodyPr/>
          <a:lstStyle/>
          <a:p>
            <a:endParaRPr lang="ja-JP" altLang="en-US"/>
          </a:p>
        </p:txBody>
      </p:sp>
      <p:sp>
        <p:nvSpPr>
          <p:cNvPr id="36" name="Shape 33"/>
          <p:cNvSpPr/>
          <p:nvPr/>
        </p:nvSpPr>
        <p:spPr>
          <a:xfrm>
            <a:off x="10259568" y="1892808"/>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37" name="Shape 34"/>
          <p:cNvSpPr/>
          <p:nvPr/>
        </p:nvSpPr>
        <p:spPr>
          <a:xfrm>
            <a:off x="10735056" y="1892808"/>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38" name="Shape 35"/>
          <p:cNvSpPr/>
          <p:nvPr/>
        </p:nvSpPr>
        <p:spPr>
          <a:xfrm>
            <a:off x="7406640" y="2368296"/>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39" name="Shape 36"/>
          <p:cNvSpPr/>
          <p:nvPr/>
        </p:nvSpPr>
        <p:spPr>
          <a:xfrm>
            <a:off x="7882128" y="2368296"/>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40" name="Shape 37"/>
          <p:cNvSpPr/>
          <p:nvPr/>
        </p:nvSpPr>
        <p:spPr>
          <a:xfrm>
            <a:off x="8357616" y="2368296"/>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41" name="Shape 38"/>
          <p:cNvSpPr/>
          <p:nvPr/>
        </p:nvSpPr>
        <p:spPr>
          <a:xfrm>
            <a:off x="8443204" y="2453884"/>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42" name="Shape 39"/>
          <p:cNvSpPr/>
          <p:nvPr/>
        </p:nvSpPr>
        <p:spPr>
          <a:xfrm>
            <a:off x="8833104" y="2368296"/>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43" name="Shape 40"/>
          <p:cNvSpPr/>
          <p:nvPr/>
        </p:nvSpPr>
        <p:spPr>
          <a:xfrm>
            <a:off x="8918692" y="2453884"/>
            <a:ext cx="304312" cy="304312"/>
          </a:xfrm>
          <a:prstGeom prst="rect">
            <a:avLst/>
          </a:prstGeom>
          <a:solidFill>
            <a:schemeClr val="tx1">
              <a:alpha val="56000"/>
            </a:schemeClr>
          </a:solidFill>
          <a:ln w="12700">
            <a:solidFill>
              <a:schemeClr val="tx1">
                <a:alpha val="0"/>
              </a:schemeClr>
            </a:solidFill>
            <a:prstDash val="solid"/>
          </a:ln>
        </p:spPr>
        <p:txBody>
          <a:bodyPr/>
          <a:lstStyle/>
          <a:p>
            <a:endParaRPr lang="ja-JP" altLang="en-US"/>
          </a:p>
        </p:txBody>
      </p:sp>
      <p:sp>
        <p:nvSpPr>
          <p:cNvPr id="44" name="Shape 41"/>
          <p:cNvSpPr/>
          <p:nvPr/>
        </p:nvSpPr>
        <p:spPr>
          <a:xfrm>
            <a:off x="9308592" y="2368296"/>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45" name="Shape 42"/>
          <p:cNvSpPr/>
          <p:nvPr/>
        </p:nvSpPr>
        <p:spPr>
          <a:xfrm>
            <a:off x="9394180" y="2453884"/>
            <a:ext cx="304312" cy="304312"/>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46" name="Shape 43"/>
          <p:cNvSpPr/>
          <p:nvPr/>
        </p:nvSpPr>
        <p:spPr>
          <a:xfrm>
            <a:off x="9784080" y="2368296"/>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47" name="Shape 44"/>
          <p:cNvSpPr/>
          <p:nvPr/>
        </p:nvSpPr>
        <p:spPr>
          <a:xfrm>
            <a:off x="9869668" y="2453884"/>
            <a:ext cx="304312" cy="304312"/>
          </a:xfrm>
          <a:prstGeom prst="rect">
            <a:avLst/>
          </a:prstGeom>
          <a:solidFill>
            <a:schemeClr val="tx1">
              <a:alpha val="19000"/>
            </a:schemeClr>
          </a:solidFill>
          <a:ln w="12700">
            <a:solidFill>
              <a:schemeClr val="tx1">
                <a:alpha val="0"/>
              </a:schemeClr>
            </a:solidFill>
            <a:prstDash val="solid"/>
          </a:ln>
        </p:spPr>
        <p:txBody>
          <a:bodyPr/>
          <a:lstStyle/>
          <a:p>
            <a:endParaRPr lang="ja-JP" altLang="en-US"/>
          </a:p>
        </p:txBody>
      </p:sp>
      <p:sp>
        <p:nvSpPr>
          <p:cNvPr id="48" name="Shape 45"/>
          <p:cNvSpPr/>
          <p:nvPr/>
        </p:nvSpPr>
        <p:spPr>
          <a:xfrm>
            <a:off x="10259568" y="2368296"/>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49" name="Shape 46"/>
          <p:cNvSpPr/>
          <p:nvPr/>
        </p:nvSpPr>
        <p:spPr>
          <a:xfrm>
            <a:off x="10735056" y="2368296"/>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50" name="Shape 47"/>
          <p:cNvSpPr/>
          <p:nvPr/>
        </p:nvSpPr>
        <p:spPr>
          <a:xfrm>
            <a:off x="7406640" y="2843784"/>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51" name="Shape 48"/>
          <p:cNvSpPr/>
          <p:nvPr/>
        </p:nvSpPr>
        <p:spPr>
          <a:xfrm>
            <a:off x="7882128" y="2843784"/>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52" name="Shape 49"/>
          <p:cNvSpPr/>
          <p:nvPr/>
        </p:nvSpPr>
        <p:spPr>
          <a:xfrm>
            <a:off x="7967716" y="2929372"/>
            <a:ext cx="304312" cy="304312"/>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53" name="Shape 50"/>
          <p:cNvSpPr/>
          <p:nvPr/>
        </p:nvSpPr>
        <p:spPr>
          <a:xfrm>
            <a:off x="8357616" y="2843784"/>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54" name="Shape 51"/>
          <p:cNvSpPr/>
          <p:nvPr/>
        </p:nvSpPr>
        <p:spPr>
          <a:xfrm>
            <a:off x="8443204" y="2929372"/>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55" name="Shape 52"/>
          <p:cNvSpPr/>
          <p:nvPr/>
        </p:nvSpPr>
        <p:spPr>
          <a:xfrm>
            <a:off x="8833104" y="2843784"/>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56" name="Shape 53"/>
          <p:cNvSpPr/>
          <p:nvPr/>
        </p:nvSpPr>
        <p:spPr>
          <a:xfrm>
            <a:off x="8918692" y="2929372"/>
            <a:ext cx="304312" cy="304312"/>
          </a:xfrm>
          <a:prstGeom prst="rect">
            <a:avLst/>
          </a:prstGeom>
          <a:solidFill>
            <a:schemeClr val="tx1">
              <a:alpha val="37000"/>
            </a:schemeClr>
          </a:solidFill>
          <a:ln w="12700">
            <a:solidFill>
              <a:schemeClr val="tx1">
                <a:alpha val="0"/>
              </a:schemeClr>
            </a:solidFill>
            <a:prstDash val="solid"/>
          </a:ln>
        </p:spPr>
        <p:txBody>
          <a:bodyPr/>
          <a:lstStyle/>
          <a:p>
            <a:endParaRPr lang="ja-JP" altLang="en-US"/>
          </a:p>
        </p:txBody>
      </p:sp>
      <p:sp>
        <p:nvSpPr>
          <p:cNvPr id="57" name="Shape 54"/>
          <p:cNvSpPr/>
          <p:nvPr/>
        </p:nvSpPr>
        <p:spPr>
          <a:xfrm>
            <a:off x="9308592" y="2843784"/>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58" name="Shape 55"/>
          <p:cNvSpPr/>
          <p:nvPr/>
        </p:nvSpPr>
        <p:spPr>
          <a:xfrm>
            <a:off x="9394180" y="2929372"/>
            <a:ext cx="304312" cy="304312"/>
          </a:xfrm>
          <a:prstGeom prst="rect">
            <a:avLst/>
          </a:prstGeom>
          <a:solidFill>
            <a:schemeClr val="tx1">
              <a:alpha val="87000"/>
            </a:schemeClr>
          </a:solidFill>
          <a:ln w="12700">
            <a:solidFill>
              <a:schemeClr val="tx1">
                <a:alpha val="0"/>
              </a:schemeClr>
            </a:solidFill>
            <a:prstDash val="solid"/>
          </a:ln>
        </p:spPr>
        <p:txBody>
          <a:bodyPr/>
          <a:lstStyle/>
          <a:p>
            <a:endParaRPr lang="ja-JP" altLang="en-US"/>
          </a:p>
        </p:txBody>
      </p:sp>
      <p:sp>
        <p:nvSpPr>
          <p:cNvPr id="59" name="Shape 56"/>
          <p:cNvSpPr/>
          <p:nvPr/>
        </p:nvSpPr>
        <p:spPr>
          <a:xfrm>
            <a:off x="9784080" y="2843784"/>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60" name="Shape 57"/>
          <p:cNvSpPr/>
          <p:nvPr/>
        </p:nvSpPr>
        <p:spPr>
          <a:xfrm>
            <a:off x="9869668" y="2929372"/>
            <a:ext cx="304312" cy="304312"/>
          </a:xfrm>
          <a:prstGeom prst="rect">
            <a:avLst/>
          </a:prstGeom>
          <a:solidFill>
            <a:schemeClr val="tx1">
              <a:alpha val="56000"/>
            </a:schemeClr>
          </a:solidFill>
          <a:ln w="12700">
            <a:solidFill>
              <a:schemeClr val="tx1">
                <a:alpha val="0"/>
              </a:schemeClr>
            </a:solidFill>
            <a:prstDash val="solid"/>
          </a:ln>
        </p:spPr>
        <p:txBody>
          <a:bodyPr/>
          <a:lstStyle/>
          <a:p>
            <a:endParaRPr lang="ja-JP" altLang="en-US"/>
          </a:p>
        </p:txBody>
      </p:sp>
      <p:sp>
        <p:nvSpPr>
          <p:cNvPr id="61" name="Shape 58"/>
          <p:cNvSpPr/>
          <p:nvPr/>
        </p:nvSpPr>
        <p:spPr>
          <a:xfrm>
            <a:off x="10259568" y="2843784"/>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62" name="Shape 59"/>
          <p:cNvSpPr/>
          <p:nvPr/>
        </p:nvSpPr>
        <p:spPr>
          <a:xfrm>
            <a:off x="10345156" y="2929372"/>
            <a:ext cx="304312" cy="304312"/>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63" name="Shape 60"/>
          <p:cNvSpPr/>
          <p:nvPr/>
        </p:nvSpPr>
        <p:spPr>
          <a:xfrm>
            <a:off x="10735056" y="2843784"/>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64" name="Shape 61"/>
          <p:cNvSpPr/>
          <p:nvPr/>
        </p:nvSpPr>
        <p:spPr>
          <a:xfrm>
            <a:off x="7406640" y="3319272"/>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65" name="Shape 62"/>
          <p:cNvSpPr/>
          <p:nvPr/>
        </p:nvSpPr>
        <p:spPr>
          <a:xfrm>
            <a:off x="7882128" y="3319272"/>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66" name="Shape 63"/>
          <p:cNvSpPr/>
          <p:nvPr/>
        </p:nvSpPr>
        <p:spPr>
          <a:xfrm>
            <a:off x="7967716" y="3404860"/>
            <a:ext cx="304312" cy="304312"/>
          </a:xfrm>
          <a:prstGeom prst="rect">
            <a:avLst/>
          </a:prstGeom>
          <a:solidFill>
            <a:schemeClr val="tx1">
              <a:alpha val="44000"/>
            </a:schemeClr>
          </a:solidFill>
          <a:ln w="12700">
            <a:solidFill>
              <a:schemeClr val="tx1">
                <a:alpha val="0"/>
              </a:schemeClr>
            </a:solidFill>
            <a:prstDash val="solid"/>
          </a:ln>
        </p:spPr>
        <p:txBody>
          <a:bodyPr/>
          <a:lstStyle/>
          <a:p>
            <a:endParaRPr lang="ja-JP" altLang="en-US"/>
          </a:p>
        </p:txBody>
      </p:sp>
      <p:sp>
        <p:nvSpPr>
          <p:cNvPr id="67" name="Shape 64"/>
          <p:cNvSpPr/>
          <p:nvPr/>
        </p:nvSpPr>
        <p:spPr>
          <a:xfrm>
            <a:off x="8357616" y="3319272"/>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68" name="Shape 65"/>
          <p:cNvSpPr/>
          <p:nvPr/>
        </p:nvSpPr>
        <p:spPr>
          <a:xfrm>
            <a:off x="8443204" y="3404860"/>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69" name="Shape 66"/>
          <p:cNvSpPr/>
          <p:nvPr/>
        </p:nvSpPr>
        <p:spPr>
          <a:xfrm>
            <a:off x="8833104" y="3319272"/>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70" name="Shape 67"/>
          <p:cNvSpPr/>
          <p:nvPr/>
        </p:nvSpPr>
        <p:spPr>
          <a:xfrm>
            <a:off x="8918692" y="3404860"/>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71" name="Shape 68"/>
          <p:cNvSpPr/>
          <p:nvPr/>
        </p:nvSpPr>
        <p:spPr>
          <a:xfrm>
            <a:off x="9308592" y="3319272"/>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72" name="Shape 69"/>
          <p:cNvSpPr/>
          <p:nvPr/>
        </p:nvSpPr>
        <p:spPr>
          <a:xfrm>
            <a:off x="9394180" y="3404860"/>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73" name="Shape 70"/>
          <p:cNvSpPr/>
          <p:nvPr/>
        </p:nvSpPr>
        <p:spPr>
          <a:xfrm>
            <a:off x="9784080" y="3319272"/>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74" name="Shape 71"/>
          <p:cNvSpPr/>
          <p:nvPr/>
        </p:nvSpPr>
        <p:spPr>
          <a:xfrm>
            <a:off x="9869668" y="3404860"/>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75" name="Shape 72"/>
          <p:cNvSpPr/>
          <p:nvPr/>
        </p:nvSpPr>
        <p:spPr>
          <a:xfrm>
            <a:off x="10259568" y="3319272"/>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76" name="Shape 73"/>
          <p:cNvSpPr/>
          <p:nvPr/>
        </p:nvSpPr>
        <p:spPr>
          <a:xfrm>
            <a:off x="10345156" y="3404860"/>
            <a:ext cx="304312" cy="304312"/>
          </a:xfrm>
          <a:prstGeom prst="rect">
            <a:avLst/>
          </a:prstGeom>
          <a:solidFill>
            <a:schemeClr val="tx1">
              <a:alpha val="37000"/>
            </a:schemeClr>
          </a:solidFill>
          <a:ln w="12700">
            <a:solidFill>
              <a:schemeClr val="tx1">
                <a:alpha val="0"/>
              </a:schemeClr>
            </a:solidFill>
            <a:prstDash val="solid"/>
          </a:ln>
        </p:spPr>
        <p:txBody>
          <a:bodyPr/>
          <a:lstStyle/>
          <a:p>
            <a:endParaRPr lang="ja-JP" altLang="en-US"/>
          </a:p>
        </p:txBody>
      </p:sp>
      <p:sp>
        <p:nvSpPr>
          <p:cNvPr id="77" name="Shape 74"/>
          <p:cNvSpPr/>
          <p:nvPr/>
        </p:nvSpPr>
        <p:spPr>
          <a:xfrm>
            <a:off x="10735056" y="3319272"/>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78" name="Shape 75"/>
          <p:cNvSpPr/>
          <p:nvPr/>
        </p:nvSpPr>
        <p:spPr>
          <a:xfrm>
            <a:off x="7406640" y="3794760"/>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79" name="Shape 76"/>
          <p:cNvSpPr/>
          <p:nvPr/>
        </p:nvSpPr>
        <p:spPr>
          <a:xfrm>
            <a:off x="7882128" y="3794760"/>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80" name="Shape 77"/>
          <p:cNvSpPr/>
          <p:nvPr/>
        </p:nvSpPr>
        <p:spPr>
          <a:xfrm>
            <a:off x="7967716" y="3880348"/>
            <a:ext cx="304312" cy="304312"/>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81" name="Shape 78"/>
          <p:cNvSpPr/>
          <p:nvPr/>
        </p:nvSpPr>
        <p:spPr>
          <a:xfrm>
            <a:off x="8357616" y="3794760"/>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82" name="Shape 79"/>
          <p:cNvSpPr/>
          <p:nvPr/>
        </p:nvSpPr>
        <p:spPr>
          <a:xfrm>
            <a:off x="8443204" y="3880348"/>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83" name="Shape 80"/>
          <p:cNvSpPr/>
          <p:nvPr/>
        </p:nvSpPr>
        <p:spPr>
          <a:xfrm>
            <a:off x="8833104" y="3794760"/>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84" name="Shape 81"/>
          <p:cNvSpPr/>
          <p:nvPr/>
        </p:nvSpPr>
        <p:spPr>
          <a:xfrm>
            <a:off x="8918692" y="3880348"/>
            <a:ext cx="304312" cy="304312"/>
          </a:xfrm>
          <a:prstGeom prst="rect">
            <a:avLst/>
          </a:prstGeom>
          <a:solidFill>
            <a:schemeClr val="tx1">
              <a:alpha val="87000"/>
            </a:schemeClr>
          </a:solidFill>
          <a:ln w="12700">
            <a:solidFill>
              <a:schemeClr val="tx1">
                <a:alpha val="0"/>
              </a:schemeClr>
            </a:solidFill>
            <a:prstDash val="solid"/>
          </a:ln>
        </p:spPr>
        <p:txBody>
          <a:bodyPr/>
          <a:lstStyle/>
          <a:p>
            <a:endParaRPr lang="ja-JP" altLang="en-US"/>
          </a:p>
        </p:txBody>
      </p:sp>
      <p:sp>
        <p:nvSpPr>
          <p:cNvPr id="85" name="Shape 82"/>
          <p:cNvSpPr/>
          <p:nvPr/>
        </p:nvSpPr>
        <p:spPr>
          <a:xfrm>
            <a:off x="9308592" y="3794760"/>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86" name="Shape 83"/>
          <p:cNvSpPr/>
          <p:nvPr/>
        </p:nvSpPr>
        <p:spPr>
          <a:xfrm>
            <a:off x="9394180" y="3880348"/>
            <a:ext cx="304312" cy="304312"/>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87" name="Shape 84"/>
          <p:cNvSpPr/>
          <p:nvPr/>
        </p:nvSpPr>
        <p:spPr>
          <a:xfrm>
            <a:off x="9784080" y="3794760"/>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88" name="Shape 85"/>
          <p:cNvSpPr/>
          <p:nvPr/>
        </p:nvSpPr>
        <p:spPr>
          <a:xfrm>
            <a:off x="9869668" y="3880348"/>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89" name="Shape 86"/>
          <p:cNvSpPr/>
          <p:nvPr/>
        </p:nvSpPr>
        <p:spPr>
          <a:xfrm>
            <a:off x="10259568" y="3794760"/>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90" name="Shape 87"/>
          <p:cNvSpPr/>
          <p:nvPr/>
        </p:nvSpPr>
        <p:spPr>
          <a:xfrm>
            <a:off x="10345156" y="3880348"/>
            <a:ext cx="304312" cy="304312"/>
          </a:xfrm>
          <a:prstGeom prst="rect">
            <a:avLst/>
          </a:prstGeom>
          <a:solidFill>
            <a:schemeClr val="tx1">
              <a:alpha val="50000"/>
            </a:schemeClr>
          </a:solidFill>
          <a:ln w="12700">
            <a:solidFill>
              <a:schemeClr val="tx1">
                <a:alpha val="0"/>
              </a:schemeClr>
            </a:solidFill>
            <a:prstDash val="solid"/>
          </a:ln>
        </p:spPr>
        <p:txBody>
          <a:bodyPr/>
          <a:lstStyle/>
          <a:p>
            <a:endParaRPr lang="ja-JP" altLang="en-US"/>
          </a:p>
        </p:txBody>
      </p:sp>
      <p:sp>
        <p:nvSpPr>
          <p:cNvPr id="91" name="Shape 88"/>
          <p:cNvSpPr/>
          <p:nvPr/>
        </p:nvSpPr>
        <p:spPr>
          <a:xfrm>
            <a:off x="10735056" y="3794760"/>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92" name="Shape 89"/>
          <p:cNvSpPr/>
          <p:nvPr/>
        </p:nvSpPr>
        <p:spPr>
          <a:xfrm>
            <a:off x="7406640" y="4270248"/>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93" name="Shape 90"/>
          <p:cNvSpPr/>
          <p:nvPr/>
        </p:nvSpPr>
        <p:spPr>
          <a:xfrm>
            <a:off x="7882128" y="4270248"/>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94" name="Shape 91"/>
          <p:cNvSpPr/>
          <p:nvPr/>
        </p:nvSpPr>
        <p:spPr>
          <a:xfrm>
            <a:off x="8357616" y="4270248"/>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95" name="Shape 92"/>
          <p:cNvSpPr/>
          <p:nvPr/>
        </p:nvSpPr>
        <p:spPr>
          <a:xfrm>
            <a:off x="8443204" y="4355836"/>
            <a:ext cx="304312" cy="304312"/>
          </a:xfrm>
          <a:prstGeom prst="rect">
            <a:avLst/>
          </a:prstGeom>
          <a:solidFill>
            <a:schemeClr val="tx1">
              <a:alpha val="75000"/>
            </a:schemeClr>
          </a:solidFill>
          <a:ln w="12700">
            <a:solidFill>
              <a:schemeClr val="tx1">
                <a:alpha val="0"/>
              </a:schemeClr>
            </a:solidFill>
            <a:prstDash val="solid"/>
          </a:ln>
        </p:spPr>
        <p:txBody>
          <a:bodyPr/>
          <a:lstStyle/>
          <a:p>
            <a:endParaRPr lang="ja-JP" altLang="en-US"/>
          </a:p>
        </p:txBody>
      </p:sp>
      <p:sp>
        <p:nvSpPr>
          <p:cNvPr id="96" name="Shape 93"/>
          <p:cNvSpPr/>
          <p:nvPr/>
        </p:nvSpPr>
        <p:spPr>
          <a:xfrm>
            <a:off x="8833104" y="4270248"/>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97" name="Shape 94"/>
          <p:cNvSpPr/>
          <p:nvPr/>
        </p:nvSpPr>
        <p:spPr>
          <a:xfrm>
            <a:off x="8918692" y="4355836"/>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98" name="Shape 95"/>
          <p:cNvSpPr/>
          <p:nvPr/>
        </p:nvSpPr>
        <p:spPr>
          <a:xfrm>
            <a:off x="9308592" y="4270248"/>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99" name="Shape 96"/>
          <p:cNvSpPr/>
          <p:nvPr/>
        </p:nvSpPr>
        <p:spPr>
          <a:xfrm>
            <a:off x="9394180" y="4355836"/>
            <a:ext cx="304312" cy="304312"/>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100" name="Shape 97"/>
          <p:cNvSpPr/>
          <p:nvPr/>
        </p:nvSpPr>
        <p:spPr>
          <a:xfrm>
            <a:off x="9784080" y="4270248"/>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01" name="Shape 98"/>
          <p:cNvSpPr/>
          <p:nvPr/>
        </p:nvSpPr>
        <p:spPr>
          <a:xfrm>
            <a:off x="9869668" y="4355836"/>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02" name="Shape 99"/>
          <p:cNvSpPr/>
          <p:nvPr/>
        </p:nvSpPr>
        <p:spPr>
          <a:xfrm>
            <a:off x="10259568" y="4270248"/>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03" name="Shape 100"/>
          <p:cNvSpPr/>
          <p:nvPr/>
        </p:nvSpPr>
        <p:spPr>
          <a:xfrm>
            <a:off x="10345156" y="4355836"/>
            <a:ext cx="304312" cy="304312"/>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104" name="Shape 101"/>
          <p:cNvSpPr/>
          <p:nvPr/>
        </p:nvSpPr>
        <p:spPr>
          <a:xfrm>
            <a:off x="10735056" y="4270248"/>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05" name="Shape 102"/>
          <p:cNvSpPr/>
          <p:nvPr/>
        </p:nvSpPr>
        <p:spPr>
          <a:xfrm>
            <a:off x="7406640" y="4745736"/>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06" name="Shape 103"/>
          <p:cNvSpPr/>
          <p:nvPr/>
        </p:nvSpPr>
        <p:spPr>
          <a:xfrm>
            <a:off x="7882128" y="4745736"/>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07" name="Shape 104"/>
          <p:cNvSpPr/>
          <p:nvPr/>
        </p:nvSpPr>
        <p:spPr>
          <a:xfrm>
            <a:off x="8357616" y="4745736"/>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08" name="Shape 105"/>
          <p:cNvSpPr/>
          <p:nvPr/>
        </p:nvSpPr>
        <p:spPr>
          <a:xfrm>
            <a:off x="8443204" y="4831324"/>
            <a:ext cx="304312" cy="304312"/>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109" name="Shape 106"/>
          <p:cNvSpPr/>
          <p:nvPr/>
        </p:nvSpPr>
        <p:spPr>
          <a:xfrm>
            <a:off x="8833104" y="4745736"/>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10" name="Shape 107"/>
          <p:cNvSpPr/>
          <p:nvPr/>
        </p:nvSpPr>
        <p:spPr>
          <a:xfrm>
            <a:off x="8918692" y="4831324"/>
            <a:ext cx="304312" cy="304312"/>
          </a:xfrm>
          <a:prstGeom prst="rect">
            <a:avLst/>
          </a:prstGeom>
          <a:solidFill>
            <a:schemeClr val="tx1">
              <a:alpha val="62000"/>
            </a:schemeClr>
          </a:solidFill>
          <a:ln w="12700">
            <a:solidFill>
              <a:schemeClr val="tx1">
                <a:alpha val="0"/>
              </a:schemeClr>
            </a:solidFill>
            <a:prstDash val="solid"/>
          </a:ln>
        </p:spPr>
        <p:txBody>
          <a:bodyPr/>
          <a:lstStyle/>
          <a:p>
            <a:endParaRPr lang="ja-JP" altLang="en-US"/>
          </a:p>
        </p:txBody>
      </p:sp>
      <p:sp>
        <p:nvSpPr>
          <p:cNvPr id="111" name="Shape 108"/>
          <p:cNvSpPr/>
          <p:nvPr/>
        </p:nvSpPr>
        <p:spPr>
          <a:xfrm>
            <a:off x="9308592" y="4745736"/>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12" name="Shape 109"/>
          <p:cNvSpPr/>
          <p:nvPr/>
        </p:nvSpPr>
        <p:spPr>
          <a:xfrm>
            <a:off x="9394180" y="4831324"/>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13" name="Shape 110"/>
          <p:cNvSpPr/>
          <p:nvPr/>
        </p:nvSpPr>
        <p:spPr>
          <a:xfrm>
            <a:off x="9784080" y="4745736"/>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14" name="Shape 111"/>
          <p:cNvSpPr/>
          <p:nvPr/>
        </p:nvSpPr>
        <p:spPr>
          <a:xfrm>
            <a:off x="9869668" y="4831324"/>
            <a:ext cx="304312" cy="304312"/>
          </a:xfrm>
          <a:prstGeom prst="rect">
            <a:avLst/>
          </a:prstGeom>
          <a:solidFill>
            <a:schemeClr val="tx1">
              <a:alpha val="44000"/>
            </a:schemeClr>
          </a:solidFill>
          <a:ln w="12700">
            <a:solidFill>
              <a:schemeClr val="tx1">
                <a:alpha val="0"/>
              </a:schemeClr>
            </a:solidFill>
            <a:prstDash val="solid"/>
          </a:ln>
        </p:spPr>
        <p:txBody>
          <a:bodyPr/>
          <a:lstStyle/>
          <a:p>
            <a:endParaRPr lang="ja-JP" altLang="en-US"/>
          </a:p>
        </p:txBody>
      </p:sp>
      <p:sp>
        <p:nvSpPr>
          <p:cNvPr id="115" name="Shape 112"/>
          <p:cNvSpPr/>
          <p:nvPr/>
        </p:nvSpPr>
        <p:spPr>
          <a:xfrm>
            <a:off x="10259568" y="4745736"/>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16" name="Shape 113"/>
          <p:cNvSpPr/>
          <p:nvPr/>
        </p:nvSpPr>
        <p:spPr>
          <a:xfrm>
            <a:off x="10735056" y="4745736"/>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17" name="Shape 114"/>
          <p:cNvSpPr/>
          <p:nvPr/>
        </p:nvSpPr>
        <p:spPr>
          <a:xfrm>
            <a:off x="7882128" y="3081528"/>
            <a:ext cx="523037" cy="523037"/>
          </a:xfrm>
          <a:prstGeom prst="ellipse">
            <a:avLst/>
          </a:prstGeom>
          <a:solidFill>
            <a:schemeClr val="bg1"/>
          </a:solidFill>
          <a:ln w="12700">
            <a:solidFill>
              <a:schemeClr val="tx1"/>
            </a:solidFill>
            <a:prstDash val="solid"/>
          </a:ln>
        </p:spPr>
        <p:txBody>
          <a:bodyPr/>
          <a:lstStyle/>
          <a:p>
            <a:endParaRPr lang="ja-JP" altLang="en-US"/>
          </a:p>
        </p:txBody>
      </p:sp>
      <p:sp>
        <p:nvSpPr>
          <p:cNvPr id="118" name="Text 115"/>
          <p:cNvSpPr txBox="1"/>
          <p:nvPr/>
        </p:nvSpPr>
        <p:spPr>
          <a:xfrm>
            <a:off x="7882128" y="3081528"/>
            <a:ext cx="523037" cy="523037"/>
          </a:xfrm>
          <a:prstGeom prst="rect">
            <a:avLst/>
          </a:prstGeom>
          <a:noFill/>
          <a:ln/>
        </p:spPr>
        <p:txBody>
          <a:bodyPr wrap="square" lIns="0" tIns="0" rIns="0" bIns="0" rtlCol="0" anchor="ctr"/>
          <a:lstStyle/>
          <a:p>
            <a:pPr marL="0" indent="0" algn="ctr">
              <a:buNone/>
            </a:pPr>
            <a:r>
              <a:rPr lang="en-US" sz="2100" b="1" dirty="0">
                <a:solidFill>
                  <a:schemeClr val="tx1"/>
                </a:solidFill>
              </a:rPr>
              <a:t>A</a:t>
            </a:r>
            <a:endParaRPr lang="en-US" sz="2100" dirty="0"/>
          </a:p>
        </p:txBody>
      </p:sp>
      <p:sp>
        <p:nvSpPr>
          <p:cNvPr id="119" name="Shape 116"/>
          <p:cNvSpPr/>
          <p:nvPr/>
        </p:nvSpPr>
        <p:spPr>
          <a:xfrm>
            <a:off x="9784080" y="2130552"/>
            <a:ext cx="523037" cy="523037"/>
          </a:xfrm>
          <a:prstGeom prst="ellipse">
            <a:avLst/>
          </a:prstGeom>
          <a:solidFill>
            <a:schemeClr val="bg1"/>
          </a:solidFill>
          <a:ln w="12700">
            <a:solidFill>
              <a:schemeClr val="tx1"/>
            </a:solidFill>
            <a:prstDash val="solid"/>
          </a:ln>
        </p:spPr>
        <p:txBody>
          <a:bodyPr/>
          <a:lstStyle/>
          <a:p>
            <a:endParaRPr lang="ja-JP" altLang="en-US"/>
          </a:p>
        </p:txBody>
      </p:sp>
      <p:sp>
        <p:nvSpPr>
          <p:cNvPr id="120" name="Text 117"/>
          <p:cNvSpPr txBox="1"/>
          <p:nvPr/>
        </p:nvSpPr>
        <p:spPr>
          <a:xfrm>
            <a:off x="9784080" y="2130552"/>
            <a:ext cx="523037" cy="523037"/>
          </a:xfrm>
          <a:prstGeom prst="rect">
            <a:avLst/>
          </a:prstGeom>
          <a:noFill/>
          <a:ln/>
        </p:spPr>
        <p:txBody>
          <a:bodyPr wrap="square" lIns="0" tIns="0" rIns="0" bIns="0" rtlCol="0" anchor="ctr"/>
          <a:lstStyle/>
          <a:p>
            <a:pPr marL="0" indent="0" algn="ctr">
              <a:buNone/>
            </a:pPr>
            <a:r>
              <a:rPr lang="en-US" sz="2100" b="1" dirty="0">
                <a:solidFill>
                  <a:schemeClr val="tx1"/>
                </a:solidFill>
              </a:rPr>
              <a:t>B</a:t>
            </a:r>
            <a:endParaRPr lang="en-US" sz="2100" dirty="0"/>
          </a:p>
        </p:txBody>
      </p:sp>
      <p:sp>
        <p:nvSpPr>
          <p:cNvPr id="121" name="Shape 118"/>
          <p:cNvSpPr/>
          <p:nvPr/>
        </p:nvSpPr>
        <p:spPr>
          <a:xfrm>
            <a:off x="9784080" y="4080053"/>
            <a:ext cx="523037" cy="523037"/>
          </a:xfrm>
          <a:prstGeom prst="ellipse">
            <a:avLst/>
          </a:prstGeom>
          <a:solidFill>
            <a:schemeClr val="bg1"/>
          </a:solidFill>
          <a:ln w="12700">
            <a:solidFill>
              <a:schemeClr val="tx1"/>
            </a:solidFill>
            <a:prstDash val="solid"/>
          </a:ln>
        </p:spPr>
        <p:txBody>
          <a:bodyPr/>
          <a:lstStyle/>
          <a:p>
            <a:endParaRPr lang="ja-JP" altLang="en-US"/>
          </a:p>
        </p:txBody>
      </p:sp>
      <p:sp>
        <p:nvSpPr>
          <p:cNvPr id="122" name="Text 119"/>
          <p:cNvSpPr txBox="1"/>
          <p:nvPr/>
        </p:nvSpPr>
        <p:spPr>
          <a:xfrm>
            <a:off x="9784080" y="4080053"/>
            <a:ext cx="523037" cy="523037"/>
          </a:xfrm>
          <a:prstGeom prst="rect">
            <a:avLst/>
          </a:prstGeom>
          <a:noFill/>
          <a:ln/>
        </p:spPr>
        <p:txBody>
          <a:bodyPr wrap="square" lIns="0" tIns="0" rIns="0" bIns="0" rtlCol="0" anchor="ctr"/>
          <a:lstStyle/>
          <a:p>
            <a:pPr marL="0" indent="0" algn="ctr">
              <a:buNone/>
            </a:pPr>
            <a:r>
              <a:rPr lang="en-US" sz="2100" b="1" dirty="0">
                <a:solidFill>
                  <a:schemeClr val="tx1"/>
                </a:solidFill>
              </a:rPr>
              <a:t>C</a:t>
            </a:r>
            <a:endParaRPr lang="en-US" sz="2100" dirty="0"/>
          </a:p>
        </p:txBody>
      </p:sp>
      <p:sp>
        <p:nvSpPr>
          <p:cNvPr id="123" name="Text 120"/>
          <p:cNvSpPr txBox="1"/>
          <p:nvPr/>
        </p:nvSpPr>
        <p:spPr>
          <a:xfrm>
            <a:off x="7406640" y="5303520"/>
            <a:ext cx="3840480" cy="320040"/>
          </a:xfrm>
          <a:prstGeom prst="rect">
            <a:avLst/>
          </a:prstGeom>
          <a:noFill/>
          <a:ln/>
        </p:spPr>
        <p:txBody>
          <a:bodyPr wrap="square" lIns="0" tIns="0" rIns="0" bIns="0" rtlCol="0" anchor="t"/>
          <a:lstStyle/>
          <a:p>
            <a:pPr marL="0" indent="0" algn="ctr">
              <a:buNone/>
            </a:pPr>
            <a:r>
              <a:rPr lang="en-US" sz="1300" dirty="0">
                <a:solidFill>
                  <a:schemeClr val="tx2"/>
                </a:solidFill>
              </a:rPr>
              <a:t>6のヒートマップ（LIMEの出力）</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多クラス分類でのLIMEのやり方</a:t>
            </a:r>
            <a:endParaRPr lang="en-US" sz="3000" dirty="0"/>
          </a:p>
        </p:txBody>
      </p:sp>
      <p:sp>
        <p:nvSpPr>
          <p:cNvPr id="3"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sp>
        <p:nvSpPr>
          <p:cNvPr id="4" name="Shape 1"/>
          <p:cNvSpPr/>
          <p:nvPr/>
        </p:nvSpPr>
        <p:spPr>
          <a:xfrm>
            <a:off x="548640" y="1914512"/>
            <a:ext cx="1874520" cy="1920240"/>
          </a:xfrm>
          <a:prstGeom prst="roundRect">
            <a:avLst>
              <a:gd name="adj" fmla="val 5854"/>
            </a:avLst>
          </a:prstGeom>
          <a:noFill/>
          <a:ln w="76200">
            <a:solidFill>
              <a:schemeClr val="bg2"/>
            </a:solidFill>
            <a:prstDash val="solid"/>
          </a:ln>
        </p:spPr>
        <p:txBody>
          <a:bodyPr/>
          <a:lstStyle/>
          <a:p>
            <a:endParaRPr lang="ja-JP" altLang="en-US"/>
          </a:p>
        </p:txBody>
      </p:sp>
      <p:sp>
        <p:nvSpPr>
          <p:cNvPr id="5" name="Text 2"/>
          <p:cNvSpPr txBox="1"/>
          <p:nvPr/>
        </p:nvSpPr>
        <p:spPr>
          <a:xfrm>
            <a:off x="685800" y="2051672"/>
            <a:ext cx="1600200" cy="411480"/>
          </a:xfrm>
          <a:prstGeom prst="rect">
            <a:avLst/>
          </a:prstGeom>
          <a:noFill/>
          <a:ln/>
        </p:spPr>
        <p:txBody>
          <a:bodyPr wrap="square" lIns="0" tIns="0" rIns="0" bIns="0" rtlCol="0" anchor="t"/>
          <a:lstStyle/>
          <a:p>
            <a:pPr marL="0" indent="0">
              <a:buNone/>
            </a:pPr>
            <a:r>
              <a:rPr lang="en-US" sz="1400" b="1" dirty="0">
                <a:solidFill>
                  <a:schemeClr val="tx1"/>
                </a:solidFill>
              </a:rPr>
              <a:t>摂動画像</a:t>
            </a:r>
            <a:endParaRPr lang="en-US" sz="1400" dirty="0"/>
          </a:p>
        </p:txBody>
      </p:sp>
      <p:sp>
        <p:nvSpPr>
          <p:cNvPr id="6" name="Text 3"/>
          <p:cNvSpPr txBox="1"/>
          <p:nvPr/>
        </p:nvSpPr>
        <p:spPr>
          <a:xfrm>
            <a:off x="685800" y="3240392"/>
            <a:ext cx="1600200" cy="548640"/>
          </a:xfrm>
          <a:prstGeom prst="rect">
            <a:avLst/>
          </a:prstGeom>
          <a:noFill/>
          <a:ln/>
        </p:spPr>
        <p:txBody>
          <a:bodyPr wrap="square" lIns="0" tIns="0" rIns="0" bIns="0" rtlCol="0" anchor="t"/>
          <a:lstStyle/>
          <a:p>
            <a:pPr marL="0" indent="0">
              <a:buNone/>
            </a:pPr>
            <a:r>
              <a:rPr lang="en-US" sz="1200" dirty="0">
                <a:solidFill>
                  <a:schemeClr val="tx2"/>
                </a:solidFill>
              </a:rPr>
              <a:t>領域の隠し方を変えた画像を多数作る</a:t>
            </a:r>
            <a:endParaRPr lang="en-US" sz="1200" dirty="0"/>
          </a:p>
        </p:txBody>
      </p:sp>
      <p:sp>
        <p:nvSpPr>
          <p:cNvPr id="7" name="Shape 4"/>
          <p:cNvSpPr/>
          <p:nvPr/>
        </p:nvSpPr>
        <p:spPr>
          <a:xfrm>
            <a:off x="2496312" y="2737472"/>
            <a:ext cx="274320" cy="274320"/>
          </a:xfrm>
          <a:prstGeom prst="rightArrow">
            <a:avLst/>
          </a:prstGeom>
          <a:solidFill>
            <a:schemeClr val="accent5"/>
          </a:solidFill>
          <a:ln w="12700">
            <a:solidFill>
              <a:schemeClr val="accent5"/>
            </a:solidFill>
            <a:prstDash val="solid"/>
          </a:ln>
        </p:spPr>
        <p:txBody>
          <a:bodyPr/>
          <a:lstStyle/>
          <a:p>
            <a:endParaRPr lang="ja-JP" altLang="en-US"/>
          </a:p>
        </p:txBody>
      </p:sp>
      <p:sp>
        <p:nvSpPr>
          <p:cNvPr id="8" name="Shape 5"/>
          <p:cNvSpPr/>
          <p:nvPr/>
        </p:nvSpPr>
        <p:spPr>
          <a:xfrm>
            <a:off x="2843784" y="1914512"/>
            <a:ext cx="1874520" cy="1920240"/>
          </a:xfrm>
          <a:prstGeom prst="roundRect">
            <a:avLst>
              <a:gd name="adj" fmla="val 5854"/>
            </a:avLst>
          </a:prstGeom>
          <a:noFill/>
          <a:ln w="76200">
            <a:solidFill>
              <a:schemeClr val="bg2"/>
            </a:solidFill>
            <a:prstDash val="solid"/>
          </a:ln>
        </p:spPr>
        <p:txBody>
          <a:bodyPr/>
          <a:lstStyle/>
          <a:p>
            <a:endParaRPr lang="ja-JP" altLang="en-US"/>
          </a:p>
        </p:txBody>
      </p:sp>
      <p:sp>
        <p:nvSpPr>
          <p:cNvPr id="9" name="Text 6"/>
          <p:cNvSpPr txBox="1"/>
          <p:nvPr/>
        </p:nvSpPr>
        <p:spPr>
          <a:xfrm>
            <a:off x="2980944" y="2051672"/>
            <a:ext cx="1600200" cy="411480"/>
          </a:xfrm>
          <a:prstGeom prst="rect">
            <a:avLst/>
          </a:prstGeom>
          <a:noFill/>
          <a:ln/>
        </p:spPr>
        <p:txBody>
          <a:bodyPr wrap="square" lIns="0" tIns="0" rIns="0" bIns="0" rtlCol="0" anchor="t"/>
          <a:lstStyle/>
          <a:p>
            <a:pPr marL="0" indent="0">
              <a:buNone/>
            </a:pPr>
            <a:r>
              <a:rPr lang="en-US" sz="1400" b="1" dirty="0">
                <a:solidFill>
                  <a:schemeClr val="tx1"/>
                </a:solidFill>
              </a:rPr>
              <a:t>AI</a:t>
            </a:r>
            <a:endParaRPr lang="en-US" sz="1400" dirty="0"/>
          </a:p>
        </p:txBody>
      </p:sp>
      <p:sp>
        <p:nvSpPr>
          <p:cNvPr id="10" name="Text 7"/>
          <p:cNvSpPr txBox="1"/>
          <p:nvPr/>
        </p:nvSpPr>
        <p:spPr>
          <a:xfrm>
            <a:off x="2980944" y="3240392"/>
            <a:ext cx="1600200" cy="548640"/>
          </a:xfrm>
          <a:prstGeom prst="rect">
            <a:avLst/>
          </a:prstGeom>
          <a:noFill/>
          <a:ln/>
        </p:spPr>
        <p:txBody>
          <a:bodyPr wrap="square" lIns="0" tIns="0" rIns="0" bIns="0" rtlCol="0" anchor="t"/>
          <a:lstStyle/>
          <a:p>
            <a:pPr marL="0" indent="0">
              <a:buNone/>
            </a:pPr>
            <a:r>
              <a:rPr lang="en-US" sz="1200" dirty="0">
                <a:solidFill>
                  <a:schemeClr val="tx2"/>
                </a:solidFill>
              </a:rPr>
              <a:t>それぞれを分類する</a:t>
            </a:r>
            <a:endParaRPr lang="en-US" sz="1200" dirty="0"/>
          </a:p>
        </p:txBody>
      </p:sp>
      <p:sp>
        <p:nvSpPr>
          <p:cNvPr id="11" name="Shape 8"/>
          <p:cNvSpPr/>
          <p:nvPr/>
        </p:nvSpPr>
        <p:spPr>
          <a:xfrm>
            <a:off x="4791456" y="2737472"/>
            <a:ext cx="274320" cy="274320"/>
          </a:xfrm>
          <a:prstGeom prst="rightArrow">
            <a:avLst/>
          </a:prstGeom>
          <a:solidFill>
            <a:schemeClr val="accent5"/>
          </a:solidFill>
          <a:ln w="12700">
            <a:solidFill>
              <a:schemeClr val="accent5"/>
            </a:solidFill>
            <a:prstDash val="solid"/>
          </a:ln>
        </p:spPr>
        <p:txBody>
          <a:bodyPr/>
          <a:lstStyle/>
          <a:p>
            <a:endParaRPr lang="ja-JP" altLang="en-US"/>
          </a:p>
        </p:txBody>
      </p:sp>
      <p:sp>
        <p:nvSpPr>
          <p:cNvPr id="12" name="Shape 9"/>
          <p:cNvSpPr/>
          <p:nvPr/>
        </p:nvSpPr>
        <p:spPr>
          <a:xfrm>
            <a:off x="5138928" y="1914512"/>
            <a:ext cx="1874520" cy="1920240"/>
          </a:xfrm>
          <a:prstGeom prst="roundRect">
            <a:avLst>
              <a:gd name="adj" fmla="val 5854"/>
            </a:avLst>
          </a:prstGeom>
          <a:noFill/>
          <a:ln w="76200">
            <a:solidFill>
              <a:schemeClr val="bg2"/>
            </a:solidFill>
            <a:prstDash val="solid"/>
          </a:ln>
        </p:spPr>
        <p:txBody>
          <a:bodyPr/>
          <a:lstStyle/>
          <a:p>
            <a:endParaRPr lang="ja-JP" altLang="en-US"/>
          </a:p>
        </p:txBody>
      </p:sp>
      <p:sp>
        <p:nvSpPr>
          <p:cNvPr id="13" name="Text 10"/>
          <p:cNvSpPr txBox="1"/>
          <p:nvPr/>
        </p:nvSpPr>
        <p:spPr>
          <a:xfrm>
            <a:off x="5276088" y="2051672"/>
            <a:ext cx="1600200" cy="411480"/>
          </a:xfrm>
          <a:prstGeom prst="rect">
            <a:avLst/>
          </a:prstGeom>
          <a:noFill/>
          <a:ln/>
        </p:spPr>
        <p:txBody>
          <a:bodyPr wrap="square" lIns="0" tIns="0" rIns="0" bIns="0" rtlCol="0" anchor="t"/>
          <a:lstStyle/>
          <a:p>
            <a:pPr marL="0" indent="0">
              <a:buNone/>
            </a:pPr>
            <a:r>
              <a:rPr lang="en-US" sz="1400" b="1" dirty="0">
                <a:solidFill>
                  <a:schemeClr val="tx1"/>
                </a:solidFill>
              </a:rPr>
              <a:t>10クラスの確率</a:t>
            </a:r>
            <a:endParaRPr lang="en-US" sz="1400" dirty="0"/>
          </a:p>
        </p:txBody>
      </p:sp>
      <p:sp>
        <p:nvSpPr>
          <p:cNvPr id="14" name="Text 11"/>
          <p:cNvSpPr txBox="1"/>
          <p:nvPr/>
        </p:nvSpPr>
        <p:spPr>
          <a:xfrm>
            <a:off x="5276088" y="3240392"/>
            <a:ext cx="1600200" cy="548640"/>
          </a:xfrm>
          <a:prstGeom prst="rect">
            <a:avLst/>
          </a:prstGeom>
          <a:noFill/>
          <a:ln/>
        </p:spPr>
        <p:txBody>
          <a:bodyPr wrap="square" lIns="0" tIns="0" rIns="0" bIns="0" rtlCol="0" anchor="t"/>
          <a:lstStyle/>
          <a:p>
            <a:pPr marL="0" indent="0">
              <a:buNone/>
            </a:pPr>
            <a:r>
              <a:rPr lang="en-US" sz="1200" dirty="0">
                <a:solidFill>
                  <a:schemeClr val="tx2"/>
                </a:solidFill>
              </a:rPr>
              <a:t>1枚ごとに10個の数</a:t>
            </a:r>
            <a:endParaRPr lang="en-US" sz="1200" dirty="0"/>
          </a:p>
        </p:txBody>
      </p:sp>
      <p:sp>
        <p:nvSpPr>
          <p:cNvPr id="15" name="Shape 12"/>
          <p:cNvSpPr/>
          <p:nvPr/>
        </p:nvSpPr>
        <p:spPr>
          <a:xfrm>
            <a:off x="7086600" y="2737472"/>
            <a:ext cx="274320" cy="274320"/>
          </a:xfrm>
          <a:prstGeom prst="rightArrow">
            <a:avLst/>
          </a:prstGeom>
          <a:solidFill>
            <a:schemeClr val="accent5"/>
          </a:solidFill>
          <a:ln w="12700">
            <a:solidFill>
              <a:schemeClr val="accent5"/>
            </a:solidFill>
            <a:prstDash val="solid"/>
          </a:ln>
        </p:spPr>
        <p:txBody>
          <a:bodyPr/>
          <a:lstStyle/>
          <a:p>
            <a:endParaRPr lang="ja-JP" altLang="en-US"/>
          </a:p>
        </p:txBody>
      </p:sp>
      <p:sp>
        <p:nvSpPr>
          <p:cNvPr id="16" name="Shape 13"/>
          <p:cNvSpPr/>
          <p:nvPr/>
        </p:nvSpPr>
        <p:spPr>
          <a:xfrm>
            <a:off x="7434072" y="1914512"/>
            <a:ext cx="1874520" cy="1920240"/>
          </a:xfrm>
          <a:prstGeom prst="roundRect">
            <a:avLst>
              <a:gd name="adj" fmla="val 5854"/>
            </a:avLst>
          </a:prstGeom>
          <a:noFill/>
          <a:ln w="76200">
            <a:solidFill>
              <a:schemeClr val="bg2"/>
            </a:solidFill>
            <a:prstDash val="solid"/>
          </a:ln>
        </p:spPr>
        <p:txBody>
          <a:bodyPr/>
          <a:lstStyle/>
          <a:p>
            <a:endParaRPr lang="ja-JP" altLang="en-US"/>
          </a:p>
        </p:txBody>
      </p:sp>
      <p:sp>
        <p:nvSpPr>
          <p:cNvPr id="17" name="Text 14"/>
          <p:cNvSpPr txBox="1"/>
          <p:nvPr/>
        </p:nvSpPr>
        <p:spPr>
          <a:xfrm>
            <a:off x="7571232" y="2051672"/>
            <a:ext cx="1600200" cy="411480"/>
          </a:xfrm>
          <a:prstGeom prst="rect">
            <a:avLst/>
          </a:prstGeom>
          <a:noFill/>
          <a:ln/>
        </p:spPr>
        <p:txBody>
          <a:bodyPr wrap="square" lIns="0" tIns="0" rIns="0" bIns="0" rtlCol="0" anchor="t"/>
          <a:lstStyle/>
          <a:p>
            <a:pPr marL="0" indent="0">
              <a:buNone/>
            </a:pPr>
            <a:r>
              <a:rPr lang="en-US" sz="1400" b="1" dirty="0">
                <a:solidFill>
                  <a:schemeClr val="tx1"/>
                </a:solidFill>
              </a:rPr>
              <a:t>10個の線形モデル</a:t>
            </a:r>
            <a:endParaRPr lang="en-US" sz="1400" dirty="0"/>
          </a:p>
        </p:txBody>
      </p:sp>
      <p:sp>
        <p:nvSpPr>
          <p:cNvPr id="18" name="Text 15"/>
          <p:cNvSpPr txBox="1"/>
          <p:nvPr/>
        </p:nvSpPr>
        <p:spPr>
          <a:xfrm>
            <a:off x="7571232" y="3240392"/>
            <a:ext cx="1600200" cy="548640"/>
          </a:xfrm>
          <a:prstGeom prst="rect">
            <a:avLst/>
          </a:prstGeom>
          <a:noFill/>
          <a:ln/>
        </p:spPr>
        <p:txBody>
          <a:bodyPr wrap="square" lIns="0" tIns="0" rIns="0" bIns="0" rtlCol="0" anchor="t"/>
          <a:lstStyle/>
          <a:p>
            <a:pPr marL="0" indent="0">
              <a:buNone/>
            </a:pPr>
            <a:r>
              <a:rPr lang="en-US" sz="1200" dirty="0">
                <a:solidFill>
                  <a:schemeClr val="tx2"/>
                </a:solidFill>
              </a:rPr>
              <a:t>クラスごとに別々に回帰</a:t>
            </a:r>
            <a:endParaRPr lang="en-US" sz="1200" dirty="0"/>
          </a:p>
        </p:txBody>
      </p:sp>
      <p:sp>
        <p:nvSpPr>
          <p:cNvPr id="19" name="Shape 16"/>
          <p:cNvSpPr/>
          <p:nvPr/>
        </p:nvSpPr>
        <p:spPr>
          <a:xfrm>
            <a:off x="9381744" y="2737472"/>
            <a:ext cx="274320" cy="274320"/>
          </a:xfrm>
          <a:prstGeom prst="rightArrow">
            <a:avLst/>
          </a:prstGeom>
          <a:solidFill>
            <a:schemeClr val="accent5"/>
          </a:solidFill>
          <a:ln w="12700">
            <a:solidFill>
              <a:schemeClr val="accent5"/>
            </a:solidFill>
            <a:prstDash val="solid"/>
          </a:ln>
        </p:spPr>
        <p:txBody>
          <a:bodyPr/>
          <a:lstStyle/>
          <a:p>
            <a:endParaRPr lang="ja-JP" altLang="en-US"/>
          </a:p>
        </p:txBody>
      </p:sp>
      <p:sp>
        <p:nvSpPr>
          <p:cNvPr id="20" name="Shape 17"/>
          <p:cNvSpPr/>
          <p:nvPr/>
        </p:nvSpPr>
        <p:spPr>
          <a:xfrm>
            <a:off x="9729216" y="1914512"/>
            <a:ext cx="1874520" cy="1920240"/>
          </a:xfrm>
          <a:prstGeom prst="roundRect">
            <a:avLst>
              <a:gd name="adj" fmla="val 5854"/>
            </a:avLst>
          </a:prstGeom>
          <a:ln w="76200"/>
        </p:spPr>
        <p:style>
          <a:lnRef idx="2">
            <a:schemeClr val="accent2"/>
          </a:lnRef>
          <a:fillRef idx="1">
            <a:schemeClr val="lt1"/>
          </a:fillRef>
          <a:effectRef idx="0">
            <a:schemeClr val="accent2"/>
          </a:effectRef>
          <a:fontRef idx="minor">
            <a:schemeClr val="dk1"/>
          </a:fontRef>
        </p:style>
        <p:txBody>
          <a:bodyPr/>
          <a:lstStyle/>
          <a:p>
            <a:endParaRPr lang="ja-JP" altLang="en-US"/>
          </a:p>
        </p:txBody>
      </p:sp>
      <p:sp>
        <p:nvSpPr>
          <p:cNvPr id="21" name="Text 18"/>
          <p:cNvSpPr txBox="1"/>
          <p:nvPr/>
        </p:nvSpPr>
        <p:spPr>
          <a:xfrm>
            <a:off x="9866376" y="2051672"/>
            <a:ext cx="1600200" cy="411480"/>
          </a:xfrm>
          <a:prstGeom prst="rect">
            <a:avLst/>
          </a:prstGeom>
          <a:noFill/>
          <a:ln/>
        </p:spPr>
        <p:txBody>
          <a:bodyPr wrap="square" lIns="0" tIns="0" rIns="0" bIns="0" rtlCol="0" anchor="t"/>
          <a:lstStyle/>
          <a:p>
            <a:pPr marL="0" indent="0">
              <a:buNone/>
            </a:pPr>
            <a:r>
              <a:rPr lang="en-US" sz="1400" b="1" dirty="0">
                <a:solidFill>
                  <a:schemeClr val="tx1"/>
                </a:solidFill>
              </a:rPr>
              <a:t>ヒートマップ10枚</a:t>
            </a:r>
            <a:endParaRPr lang="en-US" sz="1400" dirty="0"/>
          </a:p>
        </p:txBody>
      </p:sp>
      <p:sp>
        <p:nvSpPr>
          <p:cNvPr id="22" name="Text 19"/>
          <p:cNvSpPr txBox="1"/>
          <p:nvPr/>
        </p:nvSpPr>
        <p:spPr>
          <a:xfrm>
            <a:off x="9866376" y="3240392"/>
            <a:ext cx="1600200" cy="548640"/>
          </a:xfrm>
          <a:prstGeom prst="rect">
            <a:avLst/>
          </a:prstGeom>
          <a:noFill/>
          <a:ln/>
        </p:spPr>
        <p:txBody>
          <a:bodyPr wrap="square" lIns="0" tIns="0" rIns="0" bIns="0" rtlCol="0" anchor="t"/>
          <a:lstStyle/>
          <a:p>
            <a:pPr marL="0" indent="0">
              <a:buNone/>
            </a:pPr>
            <a:r>
              <a:rPr lang="en-US" sz="1200" dirty="0">
                <a:solidFill>
                  <a:schemeClr val="tx2"/>
                </a:solidFill>
              </a:rPr>
              <a:t>クラスごとの説明</a:t>
            </a:r>
            <a:endParaRPr lang="en-US" sz="1200" dirty="0"/>
          </a:p>
        </p:txBody>
      </p:sp>
      <p:sp>
        <p:nvSpPr>
          <p:cNvPr id="23" name="Shape 20"/>
          <p:cNvSpPr/>
          <p:nvPr/>
        </p:nvSpPr>
        <p:spPr>
          <a:xfrm>
            <a:off x="731520" y="2600312"/>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24" name="Shape 21"/>
          <p:cNvSpPr/>
          <p:nvPr/>
        </p:nvSpPr>
        <p:spPr>
          <a:xfrm>
            <a:off x="841248" y="2600312"/>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25" name="Shape 22"/>
          <p:cNvSpPr/>
          <p:nvPr/>
        </p:nvSpPr>
        <p:spPr>
          <a:xfrm>
            <a:off x="950976" y="2600312"/>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26" name="Shape 23"/>
          <p:cNvSpPr/>
          <p:nvPr/>
        </p:nvSpPr>
        <p:spPr>
          <a:xfrm>
            <a:off x="1060704" y="2600312"/>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27" name="Shape 24"/>
          <p:cNvSpPr/>
          <p:nvPr/>
        </p:nvSpPr>
        <p:spPr>
          <a:xfrm>
            <a:off x="731520" y="2710040"/>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28" name="Shape 25"/>
          <p:cNvSpPr/>
          <p:nvPr/>
        </p:nvSpPr>
        <p:spPr>
          <a:xfrm>
            <a:off x="841248" y="2710040"/>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29" name="Shape 26"/>
          <p:cNvSpPr/>
          <p:nvPr/>
        </p:nvSpPr>
        <p:spPr>
          <a:xfrm>
            <a:off x="950976" y="2710040"/>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30" name="Shape 27"/>
          <p:cNvSpPr/>
          <p:nvPr/>
        </p:nvSpPr>
        <p:spPr>
          <a:xfrm>
            <a:off x="1060704" y="2710040"/>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31" name="Shape 28"/>
          <p:cNvSpPr/>
          <p:nvPr/>
        </p:nvSpPr>
        <p:spPr>
          <a:xfrm>
            <a:off x="731520" y="2819768"/>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32" name="Shape 29"/>
          <p:cNvSpPr/>
          <p:nvPr/>
        </p:nvSpPr>
        <p:spPr>
          <a:xfrm>
            <a:off x="841248" y="2819768"/>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33" name="Shape 30"/>
          <p:cNvSpPr/>
          <p:nvPr/>
        </p:nvSpPr>
        <p:spPr>
          <a:xfrm>
            <a:off x="950976" y="2819768"/>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34" name="Shape 31"/>
          <p:cNvSpPr/>
          <p:nvPr/>
        </p:nvSpPr>
        <p:spPr>
          <a:xfrm>
            <a:off x="1060704" y="2819768"/>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35" name="Shape 32"/>
          <p:cNvSpPr/>
          <p:nvPr/>
        </p:nvSpPr>
        <p:spPr>
          <a:xfrm>
            <a:off x="731520" y="2929496"/>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36" name="Shape 33"/>
          <p:cNvSpPr/>
          <p:nvPr/>
        </p:nvSpPr>
        <p:spPr>
          <a:xfrm>
            <a:off x="841248" y="2929496"/>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37" name="Shape 34"/>
          <p:cNvSpPr/>
          <p:nvPr/>
        </p:nvSpPr>
        <p:spPr>
          <a:xfrm>
            <a:off x="950976" y="2929496"/>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38" name="Shape 35"/>
          <p:cNvSpPr/>
          <p:nvPr/>
        </p:nvSpPr>
        <p:spPr>
          <a:xfrm>
            <a:off x="1060704" y="2929496"/>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39" name="Shape 36"/>
          <p:cNvSpPr/>
          <p:nvPr/>
        </p:nvSpPr>
        <p:spPr>
          <a:xfrm>
            <a:off x="1280160" y="2600312"/>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40" name="Shape 37"/>
          <p:cNvSpPr/>
          <p:nvPr/>
        </p:nvSpPr>
        <p:spPr>
          <a:xfrm>
            <a:off x="1389888" y="2600312"/>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41" name="Shape 38"/>
          <p:cNvSpPr/>
          <p:nvPr/>
        </p:nvSpPr>
        <p:spPr>
          <a:xfrm>
            <a:off x="1499616" y="2600312"/>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42" name="Shape 39"/>
          <p:cNvSpPr/>
          <p:nvPr/>
        </p:nvSpPr>
        <p:spPr>
          <a:xfrm>
            <a:off x="1609344" y="2600312"/>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43" name="Shape 40"/>
          <p:cNvSpPr/>
          <p:nvPr/>
        </p:nvSpPr>
        <p:spPr>
          <a:xfrm>
            <a:off x="1280160" y="2710040"/>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44" name="Shape 41"/>
          <p:cNvSpPr/>
          <p:nvPr/>
        </p:nvSpPr>
        <p:spPr>
          <a:xfrm>
            <a:off x="1389888" y="2710040"/>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45" name="Shape 42"/>
          <p:cNvSpPr/>
          <p:nvPr/>
        </p:nvSpPr>
        <p:spPr>
          <a:xfrm>
            <a:off x="1499616" y="2710040"/>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46" name="Shape 43"/>
          <p:cNvSpPr/>
          <p:nvPr/>
        </p:nvSpPr>
        <p:spPr>
          <a:xfrm>
            <a:off x="1609344" y="2710040"/>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47" name="Shape 44"/>
          <p:cNvSpPr/>
          <p:nvPr/>
        </p:nvSpPr>
        <p:spPr>
          <a:xfrm>
            <a:off x="1280160" y="2819768"/>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48" name="Shape 45"/>
          <p:cNvSpPr/>
          <p:nvPr/>
        </p:nvSpPr>
        <p:spPr>
          <a:xfrm>
            <a:off x="1389888" y="2819768"/>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49" name="Shape 46"/>
          <p:cNvSpPr/>
          <p:nvPr/>
        </p:nvSpPr>
        <p:spPr>
          <a:xfrm>
            <a:off x="1499616" y="2819768"/>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50" name="Shape 47"/>
          <p:cNvSpPr/>
          <p:nvPr/>
        </p:nvSpPr>
        <p:spPr>
          <a:xfrm>
            <a:off x="1609344" y="2819768"/>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51" name="Shape 48"/>
          <p:cNvSpPr/>
          <p:nvPr/>
        </p:nvSpPr>
        <p:spPr>
          <a:xfrm>
            <a:off x="1280160" y="2929496"/>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52" name="Shape 49"/>
          <p:cNvSpPr/>
          <p:nvPr/>
        </p:nvSpPr>
        <p:spPr>
          <a:xfrm>
            <a:off x="1389888" y="2929496"/>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53" name="Shape 50"/>
          <p:cNvSpPr/>
          <p:nvPr/>
        </p:nvSpPr>
        <p:spPr>
          <a:xfrm>
            <a:off x="1499616" y="2929496"/>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54" name="Shape 51"/>
          <p:cNvSpPr/>
          <p:nvPr/>
        </p:nvSpPr>
        <p:spPr>
          <a:xfrm>
            <a:off x="1609344" y="2929496"/>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55" name="Shape 52"/>
          <p:cNvSpPr/>
          <p:nvPr/>
        </p:nvSpPr>
        <p:spPr>
          <a:xfrm>
            <a:off x="1828800" y="2600312"/>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56" name="Shape 53"/>
          <p:cNvSpPr/>
          <p:nvPr/>
        </p:nvSpPr>
        <p:spPr>
          <a:xfrm>
            <a:off x="1938528" y="2600312"/>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57" name="Shape 54"/>
          <p:cNvSpPr/>
          <p:nvPr/>
        </p:nvSpPr>
        <p:spPr>
          <a:xfrm>
            <a:off x="2048256" y="2600312"/>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58" name="Shape 55"/>
          <p:cNvSpPr/>
          <p:nvPr/>
        </p:nvSpPr>
        <p:spPr>
          <a:xfrm>
            <a:off x="2157984" y="2600312"/>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59" name="Shape 56"/>
          <p:cNvSpPr/>
          <p:nvPr/>
        </p:nvSpPr>
        <p:spPr>
          <a:xfrm>
            <a:off x="1828800" y="2710040"/>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60" name="Shape 57"/>
          <p:cNvSpPr/>
          <p:nvPr/>
        </p:nvSpPr>
        <p:spPr>
          <a:xfrm>
            <a:off x="1938528" y="2710040"/>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61" name="Shape 58"/>
          <p:cNvSpPr/>
          <p:nvPr/>
        </p:nvSpPr>
        <p:spPr>
          <a:xfrm>
            <a:off x="2048256" y="2710040"/>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62" name="Shape 59"/>
          <p:cNvSpPr/>
          <p:nvPr/>
        </p:nvSpPr>
        <p:spPr>
          <a:xfrm>
            <a:off x="2157984" y="2710040"/>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63" name="Shape 60"/>
          <p:cNvSpPr/>
          <p:nvPr/>
        </p:nvSpPr>
        <p:spPr>
          <a:xfrm>
            <a:off x="1828800" y="2819768"/>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64" name="Shape 61"/>
          <p:cNvSpPr/>
          <p:nvPr/>
        </p:nvSpPr>
        <p:spPr>
          <a:xfrm>
            <a:off x="1938528" y="2819768"/>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65" name="Shape 62"/>
          <p:cNvSpPr/>
          <p:nvPr/>
        </p:nvSpPr>
        <p:spPr>
          <a:xfrm>
            <a:off x="2048256" y="2819768"/>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66" name="Shape 63"/>
          <p:cNvSpPr/>
          <p:nvPr/>
        </p:nvSpPr>
        <p:spPr>
          <a:xfrm>
            <a:off x="2157984" y="2819768"/>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67" name="Shape 64"/>
          <p:cNvSpPr/>
          <p:nvPr/>
        </p:nvSpPr>
        <p:spPr>
          <a:xfrm>
            <a:off x="1828800" y="2929496"/>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68" name="Shape 65"/>
          <p:cNvSpPr/>
          <p:nvPr/>
        </p:nvSpPr>
        <p:spPr>
          <a:xfrm>
            <a:off x="1938528" y="2929496"/>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69" name="Shape 66"/>
          <p:cNvSpPr/>
          <p:nvPr/>
        </p:nvSpPr>
        <p:spPr>
          <a:xfrm>
            <a:off x="2048256" y="2929496"/>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70" name="Shape 67"/>
          <p:cNvSpPr/>
          <p:nvPr/>
        </p:nvSpPr>
        <p:spPr>
          <a:xfrm>
            <a:off x="2157984" y="2929496"/>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71" name="Shape 68"/>
          <p:cNvSpPr/>
          <p:nvPr/>
        </p:nvSpPr>
        <p:spPr>
          <a:xfrm>
            <a:off x="3346704" y="2554592"/>
            <a:ext cx="868680" cy="548640"/>
          </a:xfrm>
          <a:prstGeom prst="roundRect">
            <a:avLst>
              <a:gd name="adj" fmla="val 13333"/>
            </a:avLst>
          </a:prstGeom>
          <a:solidFill>
            <a:schemeClr val="tx1"/>
          </a:solidFill>
          <a:ln w="12700">
            <a:solidFill>
              <a:schemeClr val="tx1"/>
            </a:solidFill>
            <a:prstDash val="solid"/>
          </a:ln>
        </p:spPr>
        <p:txBody>
          <a:bodyPr/>
          <a:lstStyle/>
          <a:p>
            <a:endParaRPr lang="ja-JP" altLang="en-US"/>
          </a:p>
        </p:txBody>
      </p:sp>
      <p:sp>
        <p:nvSpPr>
          <p:cNvPr id="72" name="Text 69"/>
          <p:cNvSpPr txBox="1"/>
          <p:nvPr/>
        </p:nvSpPr>
        <p:spPr>
          <a:xfrm>
            <a:off x="3346704" y="2554592"/>
            <a:ext cx="868680" cy="548640"/>
          </a:xfrm>
          <a:prstGeom prst="rect">
            <a:avLst/>
          </a:prstGeom>
          <a:noFill/>
          <a:ln/>
        </p:spPr>
        <p:txBody>
          <a:bodyPr wrap="square" lIns="0" tIns="0" rIns="0" bIns="0" rtlCol="0" anchor="ctr"/>
          <a:lstStyle/>
          <a:p>
            <a:pPr marL="0" indent="0" algn="ctr">
              <a:buNone/>
            </a:pPr>
            <a:r>
              <a:rPr lang="en-US" sz="1600" b="1" dirty="0">
                <a:solidFill>
                  <a:schemeClr val="bg1"/>
                </a:solidFill>
              </a:rPr>
              <a:t>AI</a:t>
            </a:r>
            <a:endParaRPr lang="en-US" sz="1600" dirty="0"/>
          </a:p>
        </p:txBody>
      </p:sp>
      <p:sp>
        <p:nvSpPr>
          <p:cNvPr id="73" name="Shape 70"/>
          <p:cNvSpPr/>
          <p:nvPr/>
        </p:nvSpPr>
        <p:spPr>
          <a:xfrm>
            <a:off x="5321808" y="2700896"/>
            <a:ext cx="109728" cy="402336"/>
          </a:xfrm>
          <a:prstGeom prst="rect">
            <a:avLst/>
          </a:prstGeom>
          <a:solidFill>
            <a:schemeClr val="accent2"/>
          </a:solidFill>
          <a:ln w="12700">
            <a:solidFill>
              <a:schemeClr val="bg2"/>
            </a:solidFill>
            <a:prstDash val="solid"/>
          </a:ln>
        </p:spPr>
        <p:txBody>
          <a:bodyPr/>
          <a:lstStyle/>
          <a:p>
            <a:endParaRPr lang="ja-JP" altLang="en-US"/>
          </a:p>
        </p:txBody>
      </p:sp>
      <p:sp>
        <p:nvSpPr>
          <p:cNvPr id="74" name="Shape 71"/>
          <p:cNvSpPr/>
          <p:nvPr/>
        </p:nvSpPr>
        <p:spPr>
          <a:xfrm>
            <a:off x="5468112" y="3052940"/>
            <a:ext cx="109728" cy="50292"/>
          </a:xfrm>
          <a:prstGeom prst="rect">
            <a:avLst/>
          </a:prstGeom>
          <a:solidFill>
            <a:schemeClr val="accent5"/>
          </a:solidFill>
          <a:ln w="12700">
            <a:solidFill>
              <a:schemeClr val="bg2"/>
            </a:solidFill>
            <a:prstDash val="solid"/>
          </a:ln>
        </p:spPr>
        <p:txBody>
          <a:bodyPr/>
          <a:lstStyle/>
          <a:p>
            <a:endParaRPr lang="ja-JP" altLang="en-US"/>
          </a:p>
        </p:txBody>
      </p:sp>
      <p:sp>
        <p:nvSpPr>
          <p:cNvPr id="75" name="Shape 72"/>
          <p:cNvSpPr/>
          <p:nvPr/>
        </p:nvSpPr>
        <p:spPr>
          <a:xfrm>
            <a:off x="5614416" y="3052940"/>
            <a:ext cx="109728" cy="50292"/>
          </a:xfrm>
          <a:prstGeom prst="rect">
            <a:avLst/>
          </a:prstGeom>
          <a:solidFill>
            <a:schemeClr val="accent5"/>
          </a:solidFill>
          <a:ln w="12700">
            <a:solidFill>
              <a:schemeClr val="bg2"/>
            </a:solidFill>
            <a:prstDash val="solid"/>
          </a:ln>
        </p:spPr>
        <p:txBody>
          <a:bodyPr/>
          <a:lstStyle/>
          <a:p>
            <a:endParaRPr lang="ja-JP" altLang="en-US"/>
          </a:p>
        </p:txBody>
      </p:sp>
      <p:sp>
        <p:nvSpPr>
          <p:cNvPr id="76" name="Shape 73"/>
          <p:cNvSpPr/>
          <p:nvPr/>
        </p:nvSpPr>
        <p:spPr>
          <a:xfrm>
            <a:off x="5760720" y="3052940"/>
            <a:ext cx="109728" cy="50292"/>
          </a:xfrm>
          <a:prstGeom prst="rect">
            <a:avLst/>
          </a:prstGeom>
          <a:solidFill>
            <a:schemeClr val="accent5"/>
          </a:solidFill>
          <a:ln w="12700">
            <a:solidFill>
              <a:schemeClr val="bg2"/>
            </a:solidFill>
            <a:prstDash val="solid"/>
          </a:ln>
        </p:spPr>
        <p:txBody>
          <a:bodyPr/>
          <a:lstStyle/>
          <a:p>
            <a:endParaRPr lang="ja-JP" altLang="en-US"/>
          </a:p>
        </p:txBody>
      </p:sp>
      <p:sp>
        <p:nvSpPr>
          <p:cNvPr id="77" name="Shape 74"/>
          <p:cNvSpPr/>
          <p:nvPr/>
        </p:nvSpPr>
        <p:spPr>
          <a:xfrm>
            <a:off x="5907024" y="3052940"/>
            <a:ext cx="109728" cy="50292"/>
          </a:xfrm>
          <a:prstGeom prst="rect">
            <a:avLst/>
          </a:prstGeom>
          <a:solidFill>
            <a:schemeClr val="accent5"/>
          </a:solidFill>
          <a:ln w="12700">
            <a:solidFill>
              <a:schemeClr val="bg2"/>
            </a:solidFill>
            <a:prstDash val="solid"/>
          </a:ln>
        </p:spPr>
        <p:txBody>
          <a:bodyPr/>
          <a:lstStyle/>
          <a:p>
            <a:endParaRPr lang="ja-JP" altLang="en-US"/>
          </a:p>
        </p:txBody>
      </p:sp>
      <p:sp>
        <p:nvSpPr>
          <p:cNvPr id="78" name="Shape 75"/>
          <p:cNvSpPr/>
          <p:nvPr/>
        </p:nvSpPr>
        <p:spPr>
          <a:xfrm>
            <a:off x="6053328" y="3052940"/>
            <a:ext cx="109728" cy="50292"/>
          </a:xfrm>
          <a:prstGeom prst="rect">
            <a:avLst/>
          </a:prstGeom>
          <a:solidFill>
            <a:schemeClr val="accent5"/>
          </a:solidFill>
          <a:ln w="12700">
            <a:solidFill>
              <a:schemeClr val="bg2"/>
            </a:solidFill>
            <a:prstDash val="solid"/>
          </a:ln>
        </p:spPr>
        <p:txBody>
          <a:bodyPr/>
          <a:lstStyle/>
          <a:p>
            <a:endParaRPr lang="ja-JP" altLang="en-US"/>
          </a:p>
        </p:txBody>
      </p:sp>
      <p:sp>
        <p:nvSpPr>
          <p:cNvPr id="79" name="Shape 76"/>
          <p:cNvSpPr/>
          <p:nvPr/>
        </p:nvSpPr>
        <p:spPr>
          <a:xfrm>
            <a:off x="6199632" y="2600312"/>
            <a:ext cx="109728" cy="502920"/>
          </a:xfrm>
          <a:prstGeom prst="rect">
            <a:avLst/>
          </a:prstGeom>
          <a:solidFill>
            <a:schemeClr val="accent1"/>
          </a:solidFill>
          <a:ln w="12700">
            <a:solidFill>
              <a:schemeClr val="bg2"/>
            </a:solidFill>
            <a:prstDash val="solid"/>
          </a:ln>
        </p:spPr>
        <p:txBody>
          <a:bodyPr/>
          <a:lstStyle/>
          <a:p>
            <a:endParaRPr lang="ja-JP" altLang="en-US"/>
          </a:p>
        </p:txBody>
      </p:sp>
      <p:sp>
        <p:nvSpPr>
          <p:cNvPr id="80" name="Shape 77"/>
          <p:cNvSpPr/>
          <p:nvPr/>
        </p:nvSpPr>
        <p:spPr>
          <a:xfrm>
            <a:off x="6345936" y="3052940"/>
            <a:ext cx="109728" cy="50292"/>
          </a:xfrm>
          <a:prstGeom prst="rect">
            <a:avLst/>
          </a:prstGeom>
          <a:solidFill>
            <a:schemeClr val="accent5"/>
          </a:solidFill>
          <a:ln w="12700">
            <a:solidFill>
              <a:schemeClr val="bg2"/>
            </a:solidFill>
            <a:prstDash val="solid"/>
          </a:ln>
        </p:spPr>
        <p:txBody>
          <a:bodyPr/>
          <a:lstStyle/>
          <a:p>
            <a:endParaRPr lang="ja-JP" altLang="en-US"/>
          </a:p>
        </p:txBody>
      </p:sp>
      <p:sp>
        <p:nvSpPr>
          <p:cNvPr id="81" name="Shape 78"/>
          <p:cNvSpPr/>
          <p:nvPr/>
        </p:nvSpPr>
        <p:spPr>
          <a:xfrm>
            <a:off x="6492240" y="3052940"/>
            <a:ext cx="109728" cy="50292"/>
          </a:xfrm>
          <a:prstGeom prst="rect">
            <a:avLst/>
          </a:prstGeom>
          <a:solidFill>
            <a:schemeClr val="accent5"/>
          </a:solidFill>
          <a:ln w="12700">
            <a:solidFill>
              <a:schemeClr val="bg2"/>
            </a:solidFill>
            <a:prstDash val="solid"/>
          </a:ln>
        </p:spPr>
        <p:txBody>
          <a:bodyPr/>
          <a:lstStyle/>
          <a:p>
            <a:endParaRPr lang="ja-JP" altLang="en-US"/>
          </a:p>
        </p:txBody>
      </p:sp>
      <p:sp>
        <p:nvSpPr>
          <p:cNvPr id="82" name="Shape 79"/>
          <p:cNvSpPr/>
          <p:nvPr/>
        </p:nvSpPr>
        <p:spPr>
          <a:xfrm>
            <a:off x="6638544" y="3002648"/>
            <a:ext cx="109728" cy="100584"/>
          </a:xfrm>
          <a:prstGeom prst="rect">
            <a:avLst/>
          </a:prstGeom>
          <a:solidFill>
            <a:schemeClr val="accent5"/>
          </a:solidFill>
          <a:ln w="12700">
            <a:solidFill>
              <a:schemeClr val="bg2"/>
            </a:solidFill>
            <a:prstDash val="solid"/>
          </a:ln>
        </p:spPr>
        <p:txBody>
          <a:bodyPr/>
          <a:lstStyle/>
          <a:p>
            <a:endParaRPr lang="ja-JP" altLang="en-US"/>
          </a:p>
        </p:txBody>
      </p:sp>
      <p:sp>
        <p:nvSpPr>
          <p:cNvPr id="83" name="Text 80"/>
          <p:cNvSpPr txBox="1"/>
          <p:nvPr/>
        </p:nvSpPr>
        <p:spPr>
          <a:xfrm>
            <a:off x="7616952" y="2481440"/>
            <a:ext cx="1554480" cy="731520"/>
          </a:xfrm>
          <a:prstGeom prst="rect">
            <a:avLst/>
          </a:prstGeom>
          <a:noFill/>
          <a:ln/>
        </p:spPr>
        <p:txBody>
          <a:bodyPr wrap="square" lIns="0" tIns="0" rIns="0" bIns="0" rtlCol="0" anchor="t"/>
          <a:lstStyle/>
          <a:p>
            <a:pPr marL="0" indent="0">
              <a:buNone/>
            </a:pPr>
            <a:r>
              <a:rPr lang="en-US" sz="1200" dirty="0">
                <a:solidFill>
                  <a:schemeClr val="tx1"/>
                </a:solidFill>
              </a:rPr>
              <a:t>p₀ ≈ β₀ᵀz</a:t>
            </a:r>
            <a:endParaRPr lang="en-US" sz="1200" dirty="0"/>
          </a:p>
          <a:p>
            <a:pPr marL="0" indent="0">
              <a:buNone/>
            </a:pPr>
            <a:r>
              <a:rPr lang="en-US" sz="1200" dirty="0">
                <a:solidFill>
                  <a:schemeClr val="tx1"/>
                </a:solidFill>
              </a:rPr>
              <a:t>p₁ ≈ β₁ᵀz</a:t>
            </a:r>
            <a:endParaRPr lang="en-US" sz="1200" dirty="0"/>
          </a:p>
          <a:p>
            <a:pPr marL="0" indent="0">
              <a:buNone/>
            </a:pPr>
            <a:r>
              <a:rPr lang="en-US" sz="1200" dirty="0">
                <a:solidFill>
                  <a:schemeClr val="tx1"/>
                </a:solidFill>
              </a:rPr>
              <a:t>…</a:t>
            </a:r>
            <a:endParaRPr lang="en-US" sz="1200" dirty="0"/>
          </a:p>
          <a:p>
            <a:pPr marL="0" indent="0">
              <a:buNone/>
            </a:pPr>
            <a:r>
              <a:rPr lang="en-US" sz="1200" dirty="0">
                <a:solidFill>
                  <a:schemeClr val="tx1"/>
                </a:solidFill>
              </a:rPr>
              <a:t>p₉ ≈ β₉ᵀz</a:t>
            </a:r>
            <a:endParaRPr lang="en-US" sz="1200" dirty="0"/>
          </a:p>
        </p:txBody>
      </p:sp>
      <p:sp>
        <p:nvSpPr>
          <p:cNvPr id="84" name="Shape 81"/>
          <p:cNvSpPr/>
          <p:nvPr/>
        </p:nvSpPr>
        <p:spPr>
          <a:xfrm>
            <a:off x="9866376" y="246315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85" name="Shape 82"/>
          <p:cNvSpPr/>
          <p:nvPr/>
        </p:nvSpPr>
        <p:spPr>
          <a:xfrm>
            <a:off x="9944100" y="2463152"/>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86" name="Shape 83"/>
          <p:cNvSpPr/>
          <p:nvPr/>
        </p:nvSpPr>
        <p:spPr>
          <a:xfrm>
            <a:off x="10021824" y="246315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87" name="Shape 84"/>
          <p:cNvSpPr/>
          <p:nvPr/>
        </p:nvSpPr>
        <p:spPr>
          <a:xfrm>
            <a:off x="10099548" y="246315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88" name="Shape 85"/>
          <p:cNvSpPr/>
          <p:nvPr/>
        </p:nvSpPr>
        <p:spPr>
          <a:xfrm>
            <a:off x="9866376" y="254087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89" name="Shape 86"/>
          <p:cNvSpPr/>
          <p:nvPr/>
        </p:nvSpPr>
        <p:spPr>
          <a:xfrm>
            <a:off x="9944100" y="254087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90" name="Shape 87"/>
          <p:cNvSpPr/>
          <p:nvPr/>
        </p:nvSpPr>
        <p:spPr>
          <a:xfrm>
            <a:off x="10021824" y="2540876"/>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91" name="Shape 88"/>
          <p:cNvSpPr/>
          <p:nvPr/>
        </p:nvSpPr>
        <p:spPr>
          <a:xfrm>
            <a:off x="10099548" y="254087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92" name="Shape 89"/>
          <p:cNvSpPr/>
          <p:nvPr/>
        </p:nvSpPr>
        <p:spPr>
          <a:xfrm>
            <a:off x="9866376" y="2618600"/>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93" name="Shape 90"/>
          <p:cNvSpPr/>
          <p:nvPr/>
        </p:nvSpPr>
        <p:spPr>
          <a:xfrm>
            <a:off x="9944100" y="261860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94" name="Shape 91"/>
          <p:cNvSpPr/>
          <p:nvPr/>
        </p:nvSpPr>
        <p:spPr>
          <a:xfrm>
            <a:off x="10021824" y="261860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95" name="Shape 92"/>
          <p:cNvSpPr/>
          <p:nvPr/>
        </p:nvSpPr>
        <p:spPr>
          <a:xfrm>
            <a:off x="10099548" y="261860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96" name="Shape 93"/>
          <p:cNvSpPr/>
          <p:nvPr/>
        </p:nvSpPr>
        <p:spPr>
          <a:xfrm>
            <a:off x="9866376" y="269632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97" name="Shape 94"/>
          <p:cNvSpPr/>
          <p:nvPr/>
        </p:nvSpPr>
        <p:spPr>
          <a:xfrm>
            <a:off x="9944100" y="269632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98" name="Shape 95"/>
          <p:cNvSpPr/>
          <p:nvPr/>
        </p:nvSpPr>
        <p:spPr>
          <a:xfrm>
            <a:off x="10021824" y="269632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99" name="Shape 96"/>
          <p:cNvSpPr/>
          <p:nvPr/>
        </p:nvSpPr>
        <p:spPr>
          <a:xfrm>
            <a:off x="10099548" y="2696324"/>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00" name="Shape 97"/>
          <p:cNvSpPr/>
          <p:nvPr/>
        </p:nvSpPr>
        <p:spPr>
          <a:xfrm>
            <a:off x="10204704" y="246315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01" name="Shape 98"/>
          <p:cNvSpPr/>
          <p:nvPr/>
        </p:nvSpPr>
        <p:spPr>
          <a:xfrm>
            <a:off x="10282428" y="2463152"/>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02" name="Shape 99"/>
          <p:cNvSpPr/>
          <p:nvPr/>
        </p:nvSpPr>
        <p:spPr>
          <a:xfrm>
            <a:off x="10360152" y="246315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03" name="Shape 100"/>
          <p:cNvSpPr/>
          <p:nvPr/>
        </p:nvSpPr>
        <p:spPr>
          <a:xfrm>
            <a:off x="10437876" y="246315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04" name="Shape 101"/>
          <p:cNvSpPr/>
          <p:nvPr/>
        </p:nvSpPr>
        <p:spPr>
          <a:xfrm>
            <a:off x="10204704" y="254087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05" name="Shape 102"/>
          <p:cNvSpPr/>
          <p:nvPr/>
        </p:nvSpPr>
        <p:spPr>
          <a:xfrm>
            <a:off x="10282428" y="254087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06" name="Shape 103"/>
          <p:cNvSpPr/>
          <p:nvPr/>
        </p:nvSpPr>
        <p:spPr>
          <a:xfrm>
            <a:off x="10360152" y="2540876"/>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07" name="Shape 104"/>
          <p:cNvSpPr/>
          <p:nvPr/>
        </p:nvSpPr>
        <p:spPr>
          <a:xfrm>
            <a:off x="10437876" y="254087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08" name="Shape 105"/>
          <p:cNvSpPr/>
          <p:nvPr/>
        </p:nvSpPr>
        <p:spPr>
          <a:xfrm>
            <a:off x="10204704" y="2618600"/>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09" name="Shape 106"/>
          <p:cNvSpPr/>
          <p:nvPr/>
        </p:nvSpPr>
        <p:spPr>
          <a:xfrm>
            <a:off x="10282428" y="261860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10" name="Shape 107"/>
          <p:cNvSpPr/>
          <p:nvPr/>
        </p:nvSpPr>
        <p:spPr>
          <a:xfrm>
            <a:off x="10360152" y="261860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11" name="Shape 108"/>
          <p:cNvSpPr/>
          <p:nvPr/>
        </p:nvSpPr>
        <p:spPr>
          <a:xfrm>
            <a:off x="10437876" y="261860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12" name="Shape 109"/>
          <p:cNvSpPr/>
          <p:nvPr/>
        </p:nvSpPr>
        <p:spPr>
          <a:xfrm>
            <a:off x="10204704" y="269632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13" name="Shape 110"/>
          <p:cNvSpPr/>
          <p:nvPr/>
        </p:nvSpPr>
        <p:spPr>
          <a:xfrm>
            <a:off x="10282428" y="269632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14" name="Shape 111"/>
          <p:cNvSpPr/>
          <p:nvPr/>
        </p:nvSpPr>
        <p:spPr>
          <a:xfrm>
            <a:off x="10360152" y="269632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15" name="Shape 112"/>
          <p:cNvSpPr/>
          <p:nvPr/>
        </p:nvSpPr>
        <p:spPr>
          <a:xfrm>
            <a:off x="10437876" y="2696324"/>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16" name="Shape 113"/>
          <p:cNvSpPr/>
          <p:nvPr/>
        </p:nvSpPr>
        <p:spPr>
          <a:xfrm>
            <a:off x="10543032" y="246315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17" name="Shape 114"/>
          <p:cNvSpPr/>
          <p:nvPr/>
        </p:nvSpPr>
        <p:spPr>
          <a:xfrm>
            <a:off x="10620756" y="2463152"/>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18" name="Shape 115"/>
          <p:cNvSpPr/>
          <p:nvPr/>
        </p:nvSpPr>
        <p:spPr>
          <a:xfrm>
            <a:off x="10698480" y="246315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19" name="Shape 116"/>
          <p:cNvSpPr/>
          <p:nvPr/>
        </p:nvSpPr>
        <p:spPr>
          <a:xfrm>
            <a:off x="10776204" y="246315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20" name="Shape 117"/>
          <p:cNvSpPr/>
          <p:nvPr/>
        </p:nvSpPr>
        <p:spPr>
          <a:xfrm>
            <a:off x="10543032" y="254087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21" name="Shape 118"/>
          <p:cNvSpPr/>
          <p:nvPr/>
        </p:nvSpPr>
        <p:spPr>
          <a:xfrm>
            <a:off x="10620756" y="254087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22" name="Shape 119"/>
          <p:cNvSpPr/>
          <p:nvPr/>
        </p:nvSpPr>
        <p:spPr>
          <a:xfrm>
            <a:off x="10698480" y="2540876"/>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23" name="Shape 120"/>
          <p:cNvSpPr/>
          <p:nvPr/>
        </p:nvSpPr>
        <p:spPr>
          <a:xfrm>
            <a:off x="10776204" y="254087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24" name="Shape 121"/>
          <p:cNvSpPr/>
          <p:nvPr/>
        </p:nvSpPr>
        <p:spPr>
          <a:xfrm>
            <a:off x="10543032" y="2618600"/>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25" name="Shape 122"/>
          <p:cNvSpPr/>
          <p:nvPr/>
        </p:nvSpPr>
        <p:spPr>
          <a:xfrm>
            <a:off x="10620756" y="261860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26" name="Shape 123"/>
          <p:cNvSpPr/>
          <p:nvPr/>
        </p:nvSpPr>
        <p:spPr>
          <a:xfrm>
            <a:off x="10698480" y="261860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27" name="Shape 124"/>
          <p:cNvSpPr/>
          <p:nvPr/>
        </p:nvSpPr>
        <p:spPr>
          <a:xfrm>
            <a:off x="10776204" y="261860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28" name="Shape 125"/>
          <p:cNvSpPr/>
          <p:nvPr/>
        </p:nvSpPr>
        <p:spPr>
          <a:xfrm>
            <a:off x="10543032" y="269632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29" name="Shape 126"/>
          <p:cNvSpPr/>
          <p:nvPr/>
        </p:nvSpPr>
        <p:spPr>
          <a:xfrm>
            <a:off x="10620756" y="269632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30" name="Shape 127"/>
          <p:cNvSpPr/>
          <p:nvPr/>
        </p:nvSpPr>
        <p:spPr>
          <a:xfrm>
            <a:off x="10698480" y="269632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31" name="Shape 128"/>
          <p:cNvSpPr/>
          <p:nvPr/>
        </p:nvSpPr>
        <p:spPr>
          <a:xfrm>
            <a:off x="10776204" y="2696324"/>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32" name="Shape 129"/>
          <p:cNvSpPr/>
          <p:nvPr/>
        </p:nvSpPr>
        <p:spPr>
          <a:xfrm>
            <a:off x="10881360" y="246315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33" name="Shape 130"/>
          <p:cNvSpPr/>
          <p:nvPr/>
        </p:nvSpPr>
        <p:spPr>
          <a:xfrm>
            <a:off x="10959084" y="2463152"/>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34" name="Shape 131"/>
          <p:cNvSpPr/>
          <p:nvPr/>
        </p:nvSpPr>
        <p:spPr>
          <a:xfrm>
            <a:off x="11036808" y="246315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35" name="Shape 132"/>
          <p:cNvSpPr/>
          <p:nvPr/>
        </p:nvSpPr>
        <p:spPr>
          <a:xfrm>
            <a:off x="11114532" y="246315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36" name="Shape 133"/>
          <p:cNvSpPr/>
          <p:nvPr/>
        </p:nvSpPr>
        <p:spPr>
          <a:xfrm>
            <a:off x="10881360" y="254087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37" name="Shape 134"/>
          <p:cNvSpPr/>
          <p:nvPr/>
        </p:nvSpPr>
        <p:spPr>
          <a:xfrm>
            <a:off x="10959084" y="254087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38" name="Shape 135"/>
          <p:cNvSpPr/>
          <p:nvPr/>
        </p:nvSpPr>
        <p:spPr>
          <a:xfrm>
            <a:off x="11036808" y="2540876"/>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39" name="Shape 136"/>
          <p:cNvSpPr/>
          <p:nvPr/>
        </p:nvSpPr>
        <p:spPr>
          <a:xfrm>
            <a:off x="11114532" y="254087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40" name="Shape 137"/>
          <p:cNvSpPr/>
          <p:nvPr/>
        </p:nvSpPr>
        <p:spPr>
          <a:xfrm>
            <a:off x="10881360" y="2618600"/>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41" name="Shape 138"/>
          <p:cNvSpPr/>
          <p:nvPr/>
        </p:nvSpPr>
        <p:spPr>
          <a:xfrm>
            <a:off x="10959084" y="261860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42" name="Shape 139"/>
          <p:cNvSpPr/>
          <p:nvPr/>
        </p:nvSpPr>
        <p:spPr>
          <a:xfrm>
            <a:off x="11036808" y="261860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43" name="Shape 140"/>
          <p:cNvSpPr/>
          <p:nvPr/>
        </p:nvSpPr>
        <p:spPr>
          <a:xfrm>
            <a:off x="11114532" y="261860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44" name="Shape 141"/>
          <p:cNvSpPr/>
          <p:nvPr/>
        </p:nvSpPr>
        <p:spPr>
          <a:xfrm>
            <a:off x="10881360" y="269632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45" name="Shape 142"/>
          <p:cNvSpPr/>
          <p:nvPr/>
        </p:nvSpPr>
        <p:spPr>
          <a:xfrm>
            <a:off x="10959084" y="269632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46" name="Shape 143"/>
          <p:cNvSpPr/>
          <p:nvPr/>
        </p:nvSpPr>
        <p:spPr>
          <a:xfrm>
            <a:off x="11036808" y="269632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47" name="Shape 144"/>
          <p:cNvSpPr/>
          <p:nvPr/>
        </p:nvSpPr>
        <p:spPr>
          <a:xfrm>
            <a:off x="11114532" y="2696324"/>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48" name="Shape 145"/>
          <p:cNvSpPr/>
          <p:nvPr/>
        </p:nvSpPr>
        <p:spPr>
          <a:xfrm>
            <a:off x="11219688" y="246315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49" name="Shape 146"/>
          <p:cNvSpPr/>
          <p:nvPr/>
        </p:nvSpPr>
        <p:spPr>
          <a:xfrm>
            <a:off x="11297412" y="2463152"/>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50" name="Shape 147"/>
          <p:cNvSpPr/>
          <p:nvPr/>
        </p:nvSpPr>
        <p:spPr>
          <a:xfrm>
            <a:off x="11375136" y="246315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51" name="Shape 148"/>
          <p:cNvSpPr/>
          <p:nvPr/>
        </p:nvSpPr>
        <p:spPr>
          <a:xfrm>
            <a:off x="11452860" y="246315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52" name="Shape 149"/>
          <p:cNvSpPr/>
          <p:nvPr/>
        </p:nvSpPr>
        <p:spPr>
          <a:xfrm>
            <a:off x="11219688" y="254087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53" name="Shape 150"/>
          <p:cNvSpPr/>
          <p:nvPr/>
        </p:nvSpPr>
        <p:spPr>
          <a:xfrm>
            <a:off x="11297412" y="254087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54" name="Shape 151"/>
          <p:cNvSpPr/>
          <p:nvPr/>
        </p:nvSpPr>
        <p:spPr>
          <a:xfrm>
            <a:off x="11375136" y="2540876"/>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55" name="Shape 152"/>
          <p:cNvSpPr/>
          <p:nvPr/>
        </p:nvSpPr>
        <p:spPr>
          <a:xfrm>
            <a:off x="11452860" y="254087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56" name="Shape 153"/>
          <p:cNvSpPr/>
          <p:nvPr/>
        </p:nvSpPr>
        <p:spPr>
          <a:xfrm>
            <a:off x="11219688" y="2618600"/>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57" name="Shape 154"/>
          <p:cNvSpPr/>
          <p:nvPr/>
        </p:nvSpPr>
        <p:spPr>
          <a:xfrm>
            <a:off x="11297412" y="261860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58" name="Shape 155"/>
          <p:cNvSpPr/>
          <p:nvPr/>
        </p:nvSpPr>
        <p:spPr>
          <a:xfrm>
            <a:off x="11375136" y="261860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59" name="Shape 156"/>
          <p:cNvSpPr/>
          <p:nvPr/>
        </p:nvSpPr>
        <p:spPr>
          <a:xfrm>
            <a:off x="11452860" y="261860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60" name="Shape 157"/>
          <p:cNvSpPr/>
          <p:nvPr/>
        </p:nvSpPr>
        <p:spPr>
          <a:xfrm>
            <a:off x="11219688" y="269632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61" name="Shape 158"/>
          <p:cNvSpPr/>
          <p:nvPr/>
        </p:nvSpPr>
        <p:spPr>
          <a:xfrm>
            <a:off x="11297412" y="269632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62" name="Shape 159"/>
          <p:cNvSpPr/>
          <p:nvPr/>
        </p:nvSpPr>
        <p:spPr>
          <a:xfrm>
            <a:off x="11375136" y="269632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63" name="Shape 160"/>
          <p:cNvSpPr/>
          <p:nvPr/>
        </p:nvSpPr>
        <p:spPr>
          <a:xfrm>
            <a:off x="11452860" y="2696324"/>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64" name="Shape 161"/>
          <p:cNvSpPr/>
          <p:nvPr/>
        </p:nvSpPr>
        <p:spPr>
          <a:xfrm>
            <a:off x="9866376" y="282891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65" name="Shape 162"/>
          <p:cNvSpPr/>
          <p:nvPr/>
        </p:nvSpPr>
        <p:spPr>
          <a:xfrm>
            <a:off x="9944100" y="2828912"/>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66" name="Shape 163"/>
          <p:cNvSpPr/>
          <p:nvPr/>
        </p:nvSpPr>
        <p:spPr>
          <a:xfrm>
            <a:off x="10021824" y="282891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67" name="Shape 164"/>
          <p:cNvSpPr/>
          <p:nvPr/>
        </p:nvSpPr>
        <p:spPr>
          <a:xfrm>
            <a:off x="10099548" y="282891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68" name="Shape 165"/>
          <p:cNvSpPr/>
          <p:nvPr/>
        </p:nvSpPr>
        <p:spPr>
          <a:xfrm>
            <a:off x="9866376" y="290663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69" name="Shape 166"/>
          <p:cNvSpPr/>
          <p:nvPr/>
        </p:nvSpPr>
        <p:spPr>
          <a:xfrm>
            <a:off x="9944100" y="290663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70" name="Shape 167"/>
          <p:cNvSpPr/>
          <p:nvPr/>
        </p:nvSpPr>
        <p:spPr>
          <a:xfrm>
            <a:off x="10021824" y="2906636"/>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71" name="Shape 168"/>
          <p:cNvSpPr/>
          <p:nvPr/>
        </p:nvSpPr>
        <p:spPr>
          <a:xfrm>
            <a:off x="10099548" y="290663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72" name="Shape 169"/>
          <p:cNvSpPr/>
          <p:nvPr/>
        </p:nvSpPr>
        <p:spPr>
          <a:xfrm>
            <a:off x="9866376" y="2984360"/>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73" name="Shape 170"/>
          <p:cNvSpPr/>
          <p:nvPr/>
        </p:nvSpPr>
        <p:spPr>
          <a:xfrm>
            <a:off x="9944100" y="298436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74" name="Shape 171"/>
          <p:cNvSpPr/>
          <p:nvPr/>
        </p:nvSpPr>
        <p:spPr>
          <a:xfrm>
            <a:off x="10021824" y="298436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75" name="Shape 172"/>
          <p:cNvSpPr/>
          <p:nvPr/>
        </p:nvSpPr>
        <p:spPr>
          <a:xfrm>
            <a:off x="10099548" y="298436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76" name="Shape 173"/>
          <p:cNvSpPr/>
          <p:nvPr/>
        </p:nvSpPr>
        <p:spPr>
          <a:xfrm>
            <a:off x="9866376" y="306208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77" name="Shape 174"/>
          <p:cNvSpPr/>
          <p:nvPr/>
        </p:nvSpPr>
        <p:spPr>
          <a:xfrm>
            <a:off x="9944100" y="306208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78" name="Shape 175"/>
          <p:cNvSpPr/>
          <p:nvPr/>
        </p:nvSpPr>
        <p:spPr>
          <a:xfrm>
            <a:off x="10021824" y="306208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79" name="Shape 176"/>
          <p:cNvSpPr/>
          <p:nvPr/>
        </p:nvSpPr>
        <p:spPr>
          <a:xfrm>
            <a:off x="10099548" y="3062084"/>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80" name="Shape 177"/>
          <p:cNvSpPr/>
          <p:nvPr/>
        </p:nvSpPr>
        <p:spPr>
          <a:xfrm>
            <a:off x="10204704" y="2828912"/>
            <a:ext cx="73152" cy="73152"/>
          </a:xfrm>
          <a:prstGeom prst="rect">
            <a:avLst/>
          </a:prstGeom>
          <a:solidFill>
            <a:schemeClr val="accent1">
              <a:alpha val="70000"/>
            </a:schemeClr>
          </a:solidFill>
          <a:ln w="6350">
            <a:solidFill>
              <a:schemeClr val="bg1"/>
            </a:solidFill>
            <a:prstDash val="solid"/>
          </a:ln>
        </p:spPr>
        <p:txBody>
          <a:bodyPr/>
          <a:lstStyle/>
          <a:p>
            <a:endParaRPr lang="ja-JP" altLang="en-US"/>
          </a:p>
        </p:txBody>
      </p:sp>
      <p:sp>
        <p:nvSpPr>
          <p:cNvPr id="181" name="Shape 178"/>
          <p:cNvSpPr/>
          <p:nvPr/>
        </p:nvSpPr>
        <p:spPr>
          <a:xfrm>
            <a:off x="10282428" y="2828912"/>
            <a:ext cx="73152" cy="73152"/>
          </a:xfrm>
          <a:prstGeom prst="rect">
            <a:avLst/>
          </a:prstGeom>
          <a:solidFill>
            <a:schemeClr val="accent1">
              <a:alpha val="15000"/>
            </a:schemeClr>
          </a:solidFill>
          <a:ln w="6350">
            <a:solidFill>
              <a:schemeClr val="bg1"/>
            </a:solidFill>
            <a:prstDash val="solid"/>
          </a:ln>
        </p:spPr>
        <p:txBody>
          <a:bodyPr/>
          <a:lstStyle/>
          <a:p>
            <a:endParaRPr lang="ja-JP" altLang="en-US"/>
          </a:p>
        </p:txBody>
      </p:sp>
      <p:sp>
        <p:nvSpPr>
          <p:cNvPr id="182" name="Shape 179"/>
          <p:cNvSpPr/>
          <p:nvPr/>
        </p:nvSpPr>
        <p:spPr>
          <a:xfrm>
            <a:off x="10360152" y="2828912"/>
            <a:ext cx="73152" cy="73152"/>
          </a:xfrm>
          <a:prstGeom prst="rect">
            <a:avLst/>
          </a:prstGeom>
          <a:solidFill>
            <a:schemeClr val="accent1">
              <a:alpha val="70000"/>
            </a:schemeClr>
          </a:solidFill>
          <a:ln w="6350">
            <a:solidFill>
              <a:schemeClr val="bg1"/>
            </a:solidFill>
            <a:prstDash val="solid"/>
          </a:ln>
        </p:spPr>
        <p:txBody>
          <a:bodyPr/>
          <a:lstStyle/>
          <a:p>
            <a:endParaRPr lang="ja-JP" altLang="en-US"/>
          </a:p>
        </p:txBody>
      </p:sp>
      <p:sp>
        <p:nvSpPr>
          <p:cNvPr id="183" name="Shape 180"/>
          <p:cNvSpPr/>
          <p:nvPr/>
        </p:nvSpPr>
        <p:spPr>
          <a:xfrm>
            <a:off x="10437876" y="2828912"/>
            <a:ext cx="73152" cy="73152"/>
          </a:xfrm>
          <a:prstGeom prst="rect">
            <a:avLst/>
          </a:prstGeom>
          <a:solidFill>
            <a:schemeClr val="accent1">
              <a:alpha val="70000"/>
            </a:schemeClr>
          </a:solidFill>
          <a:ln w="6350">
            <a:solidFill>
              <a:schemeClr val="bg1"/>
            </a:solidFill>
            <a:prstDash val="solid"/>
          </a:ln>
        </p:spPr>
        <p:txBody>
          <a:bodyPr/>
          <a:lstStyle/>
          <a:p>
            <a:endParaRPr lang="ja-JP" altLang="en-US"/>
          </a:p>
        </p:txBody>
      </p:sp>
      <p:sp>
        <p:nvSpPr>
          <p:cNvPr id="184" name="Shape 181"/>
          <p:cNvSpPr/>
          <p:nvPr/>
        </p:nvSpPr>
        <p:spPr>
          <a:xfrm>
            <a:off x="10204704" y="2906636"/>
            <a:ext cx="73152" cy="73152"/>
          </a:xfrm>
          <a:prstGeom prst="rect">
            <a:avLst/>
          </a:prstGeom>
          <a:solidFill>
            <a:schemeClr val="accent1">
              <a:alpha val="70000"/>
            </a:schemeClr>
          </a:solidFill>
          <a:ln w="6350">
            <a:solidFill>
              <a:schemeClr val="bg1"/>
            </a:solidFill>
            <a:prstDash val="solid"/>
          </a:ln>
        </p:spPr>
        <p:txBody>
          <a:bodyPr/>
          <a:lstStyle/>
          <a:p>
            <a:endParaRPr lang="ja-JP" altLang="en-US"/>
          </a:p>
        </p:txBody>
      </p:sp>
      <p:sp>
        <p:nvSpPr>
          <p:cNvPr id="185" name="Shape 182"/>
          <p:cNvSpPr/>
          <p:nvPr/>
        </p:nvSpPr>
        <p:spPr>
          <a:xfrm>
            <a:off x="10282428" y="2906636"/>
            <a:ext cx="73152" cy="73152"/>
          </a:xfrm>
          <a:prstGeom prst="rect">
            <a:avLst/>
          </a:prstGeom>
          <a:solidFill>
            <a:schemeClr val="accent1">
              <a:alpha val="70000"/>
            </a:schemeClr>
          </a:solidFill>
          <a:ln w="6350">
            <a:solidFill>
              <a:schemeClr val="bg1"/>
            </a:solidFill>
            <a:prstDash val="solid"/>
          </a:ln>
        </p:spPr>
        <p:txBody>
          <a:bodyPr/>
          <a:lstStyle/>
          <a:p>
            <a:endParaRPr lang="ja-JP" altLang="en-US"/>
          </a:p>
        </p:txBody>
      </p:sp>
      <p:sp>
        <p:nvSpPr>
          <p:cNvPr id="186" name="Shape 183"/>
          <p:cNvSpPr/>
          <p:nvPr/>
        </p:nvSpPr>
        <p:spPr>
          <a:xfrm>
            <a:off x="10360152" y="2906636"/>
            <a:ext cx="73152" cy="73152"/>
          </a:xfrm>
          <a:prstGeom prst="rect">
            <a:avLst/>
          </a:prstGeom>
          <a:solidFill>
            <a:schemeClr val="accent1">
              <a:alpha val="15000"/>
            </a:schemeClr>
          </a:solidFill>
          <a:ln w="6350">
            <a:solidFill>
              <a:schemeClr val="bg1"/>
            </a:solidFill>
            <a:prstDash val="solid"/>
          </a:ln>
        </p:spPr>
        <p:txBody>
          <a:bodyPr/>
          <a:lstStyle/>
          <a:p>
            <a:endParaRPr lang="ja-JP" altLang="en-US"/>
          </a:p>
        </p:txBody>
      </p:sp>
      <p:sp>
        <p:nvSpPr>
          <p:cNvPr id="187" name="Shape 184"/>
          <p:cNvSpPr/>
          <p:nvPr/>
        </p:nvSpPr>
        <p:spPr>
          <a:xfrm>
            <a:off x="10437876" y="2906636"/>
            <a:ext cx="73152" cy="73152"/>
          </a:xfrm>
          <a:prstGeom prst="rect">
            <a:avLst/>
          </a:prstGeom>
          <a:solidFill>
            <a:schemeClr val="accent1">
              <a:alpha val="70000"/>
            </a:schemeClr>
          </a:solidFill>
          <a:ln w="6350">
            <a:solidFill>
              <a:schemeClr val="bg1"/>
            </a:solidFill>
            <a:prstDash val="solid"/>
          </a:ln>
        </p:spPr>
        <p:txBody>
          <a:bodyPr/>
          <a:lstStyle/>
          <a:p>
            <a:endParaRPr lang="ja-JP" altLang="en-US"/>
          </a:p>
        </p:txBody>
      </p:sp>
      <p:sp>
        <p:nvSpPr>
          <p:cNvPr id="188" name="Shape 185"/>
          <p:cNvSpPr/>
          <p:nvPr/>
        </p:nvSpPr>
        <p:spPr>
          <a:xfrm>
            <a:off x="10204704" y="2984360"/>
            <a:ext cx="73152" cy="73152"/>
          </a:xfrm>
          <a:prstGeom prst="rect">
            <a:avLst/>
          </a:prstGeom>
          <a:solidFill>
            <a:schemeClr val="accent1">
              <a:alpha val="15000"/>
            </a:schemeClr>
          </a:solidFill>
          <a:ln w="6350">
            <a:solidFill>
              <a:schemeClr val="bg1"/>
            </a:solidFill>
            <a:prstDash val="solid"/>
          </a:ln>
        </p:spPr>
        <p:txBody>
          <a:bodyPr/>
          <a:lstStyle/>
          <a:p>
            <a:endParaRPr lang="ja-JP" altLang="en-US"/>
          </a:p>
        </p:txBody>
      </p:sp>
      <p:sp>
        <p:nvSpPr>
          <p:cNvPr id="189" name="Shape 186"/>
          <p:cNvSpPr/>
          <p:nvPr/>
        </p:nvSpPr>
        <p:spPr>
          <a:xfrm>
            <a:off x="10282428" y="2984360"/>
            <a:ext cx="73152" cy="73152"/>
          </a:xfrm>
          <a:prstGeom prst="rect">
            <a:avLst/>
          </a:prstGeom>
          <a:solidFill>
            <a:schemeClr val="accent1">
              <a:alpha val="70000"/>
            </a:schemeClr>
          </a:solidFill>
          <a:ln w="6350">
            <a:solidFill>
              <a:schemeClr val="bg1"/>
            </a:solidFill>
            <a:prstDash val="solid"/>
          </a:ln>
        </p:spPr>
        <p:txBody>
          <a:bodyPr/>
          <a:lstStyle/>
          <a:p>
            <a:endParaRPr lang="ja-JP" altLang="en-US"/>
          </a:p>
        </p:txBody>
      </p:sp>
      <p:sp>
        <p:nvSpPr>
          <p:cNvPr id="190" name="Shape 187"/>
          <p:cNvSpPr/>
          <p:nvPr/>
        </p:nvSpPr>
        <p:spPr>
          <a:xfrm>
            <a:off x="10360152" y="2984360"/>
            <a:ext cx="73152" cy="73152"/>
          </a:xfrm>
          <a:prstGeom prst="rect">
            <a:avLst/>
          </a:prstGeom>
          <a:solidFill>
            <a:schemeClr val="accent1">
              <a:alpha val="70000"/>
            </a:schemeClr>
          </a:solidFill>
          <a:ln w="6350">
            <a:solidFill>
              <a:schemeClr val="bg1"/>
            </a:solidFill>
            <a:prstDash val="solid"/>
          </a:ln>
        </p:spPr>
        <p:txBody>
          <a:bodyPr/>
          <a:lstStyle/>
          <a:p>
            <a:endParaRPr lang="ja-JP" altLang="en-US"/>
          </a:p>
        </p:txBody>
      </p:sp>
      <p:sp>
        <p:nvSpPr>
          <p:cNvPr id="191" name="Shape 188"/>
          <p:cNvSpPr/>
          <p:nvPr/>
        </p:nvSpPr>
        <p:spPr>
          <a:xfrm>
            <a:off x="10437876" y="2984360"/>
            <a:ext cx="73152" cy="73152"/>
          </a:xfrm>
          <a:prstGeom prst="rect">
            <a:avLst/>
          </a:prstGeom>
          <a:solidFill>
            <a:schemeClr val="accent1">
              <a:alpha val="70000"/>
            </a:schemeClr>
          </a:solidFill>
          <a:ln w="6350">
            <a:solidFill>
              <a:schemeClr val="bg1"/>
            </a:solidFill>
            <a:prstDash val="solid"/>
          </a:ln>
        </p:spPr>
        <p:txBody>
          <a:bodyPr/>
          <a:lstStyle/>
          <a:p>
            <a:endParaRPr lang="ja-JP" altLang="en-US"/>
          </a:p>
        </p:txBody>
      </p:sp>
      <p:sp>
        <p:nvSpPr>
          <p:cNvPr id="192" name="Shape 189"/>
          <p:cNvSpPr/>
          <p:nvPr/>
        </p:nvSpPr>
        <p:spPr>
          <a:xfrm>
            <a:off x="10204704" y="3062084"/>
            <a:ext cx="73152" cy="73152"/>
          </a:xfrm>
          <a:prstGeom prst="rect">
            <a:avLst/>
          </a:prstGeom>
          <a:solidFill>
            <a:schemeClr val="accent1">
              <a:alpha val="70000"/>
            </a:schemeClr>
          </a:solidFill>
          <a:ln w="6350">
            <a:solidFill>
              <a:schemeClr val="bg1"/>
            </a:solidFill>
            <a:prstDash val="solid"/>
          </a:ln>
        </p:spPr>
        <p:txBody>
          <a:bodyPr/>
          <a:lstStyle/>
          <a:p>
            <a:endParaRPr lang="ja-JP" altLang="en-US"/>
          </a:p>
        </p:txBody>
      </p:sp>
      <p:sp>
        <p:nvSpPr>
          <p:cNvPr id="193" name="Shape 190"/>
          <p:cNvSpPr/>
          <p:nvPr/>
        </p:nvSpPr>
        <p:spPr>
          <a:xfrm>
            <a:off x="10282428" y="3062084"/>
            <a:ext cx="73152" cy="73152"/>
          </a:xfrm>
          <a:prstGeom prst="rect">
            <a:avLst/>
          </a:prstGeom>
          <a:solidFill>
            <a:schemeClr val="accent1">
              <a:alpha val="70000"/>
            </a:schemeClr>
          </a:solidFill>
          <a:ln w="6350">
            <a:solidFill>
              <a:schemeClr val="bg1"/>
            </a:solidFill>
            <a:prstDash val="solid"/>
          </a:ln>
        </p:spPr>
        <p:txBody>
          <a:bodyPr/>
          <a:lstStyle/>
          <a:p>
            <a:endParaRPr lang="ja-JP" altLang="en-US"/>
          </a:p>
        </p:txBody>
      </p:sp>
      <p:sp>
        <p:nvSpPr>
          <p:cNvPr id="194" name="Shape 191"/>
          <p:cNvSpPr/>
          <p:nvPr/>
        </p:nvSpPr>
        <p:spPr>
          <a:xfrm>
            <a:off x="10360152" y="3062084"/>
            <a:ext cx="73152" cy="73152"/>
          </a:xfrm>
          <a:prstGeom prst="rect">
            <a:avLst/>
          </a:prstGeom>
          <a:solidFill>
            <a:schemeClr val="accent1">
              <a:alpha val="70000"/>
            </a:schemeClr>
          </a:solidFill>
          <a:ln w="6350">
            <a:solidFill>
              <a:schemeClr val="bg1"/>
            </a:solidFill>
            <a:prstDash val="solid"/>
          </a:ln>
        </p:spPr>
        <p:txBody>
          <a:bodyPr/>
          <a:lstStyle/>
          <a:p>
            <a:endParaRPr lang="ja-JP" altLang="en-US"/>
          </a:p>
        </p:txBody>
      </p:sp>
      <p:sp>
        <p:nvSpPr>
          <p:cNvPr id="195" name="Shape 192"/>
          <p:cNvSpPr/>
          <p:nvPr/>
        </p:nvSpPr>
        <p:spPr>
          <a:xfrm>
            <a:off x="10437876" y="3062084"/>
            <a:ext cx="73152" cy="73152"/>
          </a:xfrm>
          <a:prstGeom prst="rect">
            <a:avLst/>
          </a:prstGeom>
          <a:solidFill>
            <a:schemeClr val="accent1">
              <a:alpha val="15000"/>
            </a:schemeClr>
          </a:solidFill>
          <a:ln w="6350">
            <a:solidFill>
              <a:schemeClr val="bg1"/>
            </a:solidFill>
            <a:prstDash val="solid"/>
          </a:ln>
        </p:spPr>
        <p:txBody>
          <a:bodyPr/>
          <a:lstStyle/>
          <a:p>
            <a:endParaRPr lang="ja-JP" altLang="en-US"/>
          </a:p>
        </p:txBody>
      </p:sp>
      <p:sp>
        <p:nvSpPr>
          <p:cNvPr id="196" name="Shape 193"/>
          <p:cNvSpPr/>
          <p:nvPr/>
        </p:nvSpPr>
        <p:spPr>
          <a:xfrm>
            <a:off x="10543032" y="282891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97" name="Shape 194"/>
          <p:cNvSpPr/>
          <p:nvPr/>
        </p:nvSpPr>
        <p:spPr>
          <a:xfrm>
            <a:off x="10620756" y="2828912"/>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98" name="Shape 195"/>
          <p:cNvSpPr/>
          <p:nvPr/>
        </p:nvSpPr>
        <p:spPr>
          <a:xfrm>
            <a:off x="10698480" y="282891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99" name="Shape 196"/>
          <p:cNvSpPr/>
          <p:nvPr/>
        </p:nvSpPr>
        <p:spPr>
          <a:xfrm>
            <a:off x="10776204" y="282891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00" name="Shape 197"/>
          <p:cNvSpPr/>
          <p:nvPr/>
        </p:nvSpPr>
        <p:spPr>
          <a:xfrm>
            <a:off x="10543032" y="290663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01" name="Shape 198"/>
          <p:cNvSpPr/>
          <p:nvPr/>
        </p:nvSpPr>
        <p:spPr>
          <a:xfrm>
            <a:off x="10620756" y="290663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02" name="Shape 199"/>
          <p:cNvSpPr/>
          <p:nvPr/>
        </p:nvSpPr>
        <p:spPr>
          <a:xfrm>
            <a:off x="10698480" y="2906636"/>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203" name="Shape 200"/>
          <p:cNvSpPr/>
          <p:nvPr/>
        </p:nvSpPr>
        <p:spPr>
          <a:xfrm>
            <a:off x="10776204" y="290663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04" name="Shape 201"/>
          <p:cNvSpPr/>
          <p:nvPr/>
        </p:nvSpPr>
        <p:spPr>
          <a:xfrm>
            <a:off x="10543032" y="2984360"/>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205" name="Shape 202"/>
          <p:cNvSpPr/>
          <p:nvPr/>
        </p:nvSpPr>
        <p:spPr>
          <a:xfrm>
            <a:off x="10620756" y="298436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06" name="Shape 203"/>
          <p:cNvSpPr/>
          <p:nvPr/>
        </p:nvSpPr>
        <p:spPr>
          <a:xfrm>
            <a:off x="10698480" y="298436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07" name="Shape 204"/>
          <p:cNvSpPr/>
          <p:nvPr/>
        </p:nvSpPr>
        <p:spPr>
          <a:xfrm>
            <a:off x="10776204" y="298436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08" name="Shape 205"/>
          <p:cNvSpPr/>
          <p:nvPr/>
        </p:nvSpPr>
        <p:spPr>
          <a:xfrm>
            <a:off x="10543032" y="306208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09" name="Shape 206"/>
          <p:cNvSpPr/>
          <p:nvPr/>
        </p:nvSpPr>
        <p:spPr>
          <a:xfrm>
            <a:off x="10620756" y="306208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10" name="Shape 207"/>
          <p:cNvSpPr/>
          <p:nvPr/>
        </p:nvSpPr>
        <p:spPr>
          <a:xfrm>
            <a:off x="10698480" y="306208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11" name="Shape 208"/>
          <p:cNvSpPr/>
          <p:nvPr/>
        </p:nvSpPr>
        <p:spPr>
          <a:xfrm>
            <a:off x="10776204" y="3062084"/>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212" name="Shape 209"/>
          <p:cNvSpPr/>
          <p:nvPr/>
        </p:nvSpPr>
        <p:spPr>
          <a:xfrm>
            <a:off x="10881360" y="282891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13" name="Shape 210"/>
          <p:cNvSpPr/>
          <p:nvPr/>
        </p:nvSpPr>
        <p:spPr>
          <a:xfrm>
            <a:off x="10959084" y="2828912"/>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214" name="Shape 211"/>
          <p:cNvSpPr/>
          <p:nvPr/>
        </p:nvSpPr>
        <p:spPr>
          <a:xfrm>
            <a:off x="11036808" y="282891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15" name="Shape 212"/>
          <p:cNvSpPr/>
          <p:nvPr/>
        </p:nvSpPr>
        <p:spPr>
          <a:xfrm>
            <a:off x="11114532" y="282891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16" name="Shape 213"/>
          <p:cNvSpPr/>
          <p:nvPr/>
        </p:nvSpPr>
        <p:spPr>
          <a:xfrm>
            <a:off x="10881360" y="290663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17" name="Shape 214"/>
          <p:cNvSpPr/>
          <p:nvPr/>
        </p:nvSpPr>
        <p:spPr>
          <a:xfrm>
            <a:off x="10959084" y="290663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18" name="Shape 215"/>
          <p:cNvSpPr/>
          <p:nvPr/>
        </p:nvSpPr>
        <p:spPr>
          <a:xfrm>
            <a:off x="11036808" y="2906636"/>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219" name="Shape 216"/>
          <p:cNvSpPr/>
          <p:nvPr/>
        </p:nvSpPr>
        <p:spPr>
          <a:xfrm>
            <a:off x="11114532" y="290663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20" name="Shape 217"/>
          <p:cNvSpPr/>
          <p:nvPr/>
        </p:nvSpPr>
        <p:spPr>
          <a:xfrm>
            <a:off x="10881360" y="2984360"/>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221" name="Shape 218"/>
          <p:cNvSpPr/>
          <p:nvPr/>
        </p:nvSpPr>
        <p:spPr>
          <a:xfrm>
            <a:off x="10959084" y="298436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22" name="Shape 219"/>
          <p:cNvSpPr/>
          <p:nvPr/>
        </p:nvSpPr>
        <p:spPr>
          <a:xfrm>
            <a:off x="11036808" y="298436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23" name="Shape 220"/>
          <p:cNvSpPr/>
          <p:nvPr/>
        </p:nvSpPr>
        <p:spPr>
          <a:xfrm>
            <a:off x="11114532" y="298436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24" name="Shape 221"/>
          <p:cNvSpPr/>
          <p:nvPr/>
        </p:nvSpPr>
        <p:spPr>
          <a:xfrm>
            <a:off x="10881360" y="306208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25" name="Shape 222"/>
          <p:cNvSpPr/>
          <p:nvPr/>
        </p:nvSpPr>
        <p:spPr>
          <a:xfrm>
            <a:off x="10959084" y="306208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26" name="Shape 223"/>
          <p:cNvSpPr/>
          <p:nvPr/>
        </p:nvSpPr>
        <p:spPr>
          <a:xfrm>
            <a:off x="11036808" y="306208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27" name="Shape 224"/>
          <p:cNvSpPr/>
          <p:nvPr/>
        </p:nvSpPr>
        <p:spPr>
          <a:xfrm>
            <a:off x="11114532" y="3062084"/>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228" name="Shape 225"/>
          <p:cNvSpPr/>
          <p:nvPr/>
        </p:nvSpPr>
        <p:spPr>
          <a:xfrm>
            <a:off x="11219688" y="282891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29" name="Shape 226"/>
          <p:cNvSpPr/>
          <p:nvPr/>
        </p:nvSpPr>
        <p:spPr>
          <a:xfrm>
            <a:off x="11297412" y="2828912"/>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230" name="Shape 227"/>
          <p:cNvSpPr/>
          <p:nvPr/>
        </p:nvSpPr>
        <p:spPr>
          <a:xfrm>
            <a:off x="11375136" y="282891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31" name="Shape 228"/>
          <p:cNvSpPr/>
          <p:nvPr/>
        </p:nvSpPr>
        <p:spPr>
          <a:xfrm>
            <a:off x="11452860" y="282891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32" name="Shape 229"/>
          <p:cNvSpPr/>
          <p:nvPr/>
        </p:nvSpPr>
        <p:spPr>
          <a:xfrm>
            <a:off x="11219688" y="290663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33" name="Shape 230"/>
          <p:cNvSpPr/>
          <p:nvPr/>
        </p:nvSpPr>
        <p:spPr>
          <a:xfrm>
            <a:off x="11297412" y="290663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34" name="Shape 231"/>
          <p:cNvSpPr/>
          <p:nvPr/>
        </p:nvSpPr>
        <p:spPr>
          <a:xfrm>
            <a:off x="11375136" y="2906636"/>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235" name="Shape 232"/>
          <p:cNvSpPr/>
          <p:nvPr/>
        </p:nvSpPr>
        <p:spPr>
          <a:xfrm>
            <a:off x="11452860" y="290663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36" name="Shape 233"/>
          <p:cNvSpPr/>
          <p:nvPr/>
        </p:nvSpPr>
        <p:spPr>
          <a:xfrm>
            <a:off x="11219688" y="2984360"/>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237" name="Shape 234"/>
          <p:cNvSpPr/>
          <p:nvPr/>
        </p:nvSpPr>
        <p:spPr>
          <a:xfrm>
            <a:off x="11297412" y="298436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38" name="Shape 235"/>
          <p:cNvSpPr/>
          <p:nvPr/>
        </p:nvSpPr>
        <p:spPr>
          <a:xfrm>
            <a:off x="11375136" y="298436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39" name="Shape 236"/>
          <p:cNvSpPr/>
          <p:nvPr/>
        </p:nvSpPr>
        <p:spPr>
          <a:xfrm>
            <a:off x="11452860" y="298436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40" name="Shape 237"/>
          <p:cNvSpPr/>
          <p:nvPr/>
        </p:nvSpPr>
        <p:spPr>
          <a:xfrm>
            <a:off x="11219688" y="306208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41" name="Shape 238"/>
          <p:cNvSpPr/>
          <p:nvPr/>
        </p:nvSpPr>
        <p:spPr>
          <a:xfrm>
            <a:off x="11297412" y="306208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42" name="Shape 239"/>
          <p:cNvSpPr/>
          <p:nvPr/>
        </p:nvSpPr>
        <p:spPr>
          <a:xfrm>
            <a:off x="11375136" y="306208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43" name="Shape 240"/>
          <p:cNvSpPr/>
          <p:nvPr/>
        </p:nvSpPr>
        <p:spPr>
          <a:xfrm>
            <a:off x="11452860" y="3062084"/>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244" name="Text 241"/>
          <p:cNvSpPr txBox="1"/>
          <p:nvPr/>
        </p:nvSpPr>
        <p:spPr>
          <a:xfrm>
            <a:off x="2916936" y="4424540"/>
            <a:ext cx="6949440" cy="1645920"/>
          </a:xfrm>
          <a:prstGeom prst="rect">
            <a:avLst/>
          </a:prstGeom>
          <a:noFill/>
          <a:ln/>
        </p:spPr>
        <p:txBody>
          <a:bodyPr wrap="square" lIns="0" tIns="0" rIns="0" bIns="0" rtlCol="0" anchor="t"/>
          <a:lstStyle/>
          <a:p>
            <a:pPr marL="342900" indent="-342900">
              <a:spcAft>
                <a:spcPts val="600"/>
              </a:spcAft>
              <a:buSzPct val="100000"/>
              <a:buFont typeface="Wingdings" pitchFamily="2" charset="2"/>
              <a:buChar char="Ø"/>
            </a:pPr>
            <a:r>
              <a:rPr lang="en-US" sz="2000" dirty="0" err="1">
                <a:solidFill>
                  <a:schemeClr val="tx1"/>
                </a:solidFill>
              </a:rPr>
              <a:t>各クラスに対する説明が個別で出力される</a:t>
            </a:r>
            <a:br>
              <a:rPr lang="en-US" sz="2000" dirty="0">
                <a:solidFill>
                  <a:schemeClr val="tx1"/>
                </a:solidFill>
              </a:rPr>
            </a:br>
            <a:r>
              <a:rPr lang="en-US" dirty="0">
                <a:solidFill>
                  <a:schemeClr val="tx2"/>
                </a:solidFill>
              </a:rPr>
              <a:t>0の確率，1の確率，…，9の確率をそれぞれ線形回帰する</a:t>
            </a:r>
            <a:endParaRPr lang="en-US" sz="2000" dirty="0"/>
          </a:p>
          <a:p>
            <a:pPr marL="342900" indent="-342900">
              <a:spcAft>
                <a:spcPts val="600"/>
              </a:spcAft>
              <a:buSzPct val="100000"/>
              <a:buFont typeface="Wingdings" pitchFamily="2" charset="2"/>
              <a:buChar char="Ø"/>
            </a:pPr>
            <a:r>
              <a:rPr lang="en-US" sz="2000" dirty="0">
                <a:solidFill>
                  <a:schemeClr val="tx1"/>
                </a:solidFill>
              </a:rPr>
              <a:t>結果として，クラスごとのヒートマップが10枚できる</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問題点</a:t>
            </a:r>
            <a:endParaRPr lang="en-US" sz="3000" dirty="0"/>
          </a:p>
        </p:txBody>
      </p:sp>
      <p:sp>
        <p:nvSpPr>
          <p:cNvPr id="3"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sp>
        <p:nvSpPr>
          <p:cNvPr id="4" name="Shape 1"/>
          <p:cNvSpPr/>
          <p:nvPr/>
        </p:nvSpPr>
        <p:spPr>
          <a:xfrm>
            <a:off x="548640" y="1280160"/>
            <a:ext cx="5349240" cy="4846320"/>
          </a:xfrm>
          <a:prstGeom prst="roundRect">
            <a:avLst>
              <a:gd name="adj" fmla="val 2264"/>
            </a:avLst>
          </a:prstGeom>
          <a:ln w="38100"/>
        </p:spPr>
        <p:style>
          <a:lnRef idx="2">
            <a:schemeClr val="dk1"/>
          </a:lnRef>
          <a:fillRef idx="1">
            <a:schemeClr val="lt1"/>
          </a:fillRef>
          <a:effectRef idx="0">
            <a:schemeClr val="dk1"/>
          </a:effectRef>
          <a:fontRef idx="minor">
            <a:schemeClr val="dk1"/>
          </a:fontRef>
        </p:style>
        <p:txBody>
          <a:bodyPr/>
          <a:lstStyle/>
          <a:p>
            <a:endParaRPr lang="ja-JP" altLang="en-US"/>
          </a:p>
        </p:txBody>
      </p:sp>
      <p:sp>
        <p:nvSpPr>
          <p:cNvPr id="5" name="Shape 2"/>
          <p:cNvSpPr/>
          <p:nvPr/>
        </p:nvSpPr>
        <p:spPr>
          <a:xfrm>
            <a:off x="6263640" y="1280160"/>
            <a:ext cx="5349240" cy="4846320"/>
          </a:xfrm>
          <a:prstGeom prst="roundRect">
            <a:avLst>
              <a:gd name="adj" fmla="val 2264"/>
            </a:avLst>
          </a:prstGeom>
          <a:ln w="38100"/>
        </p:spPr>
        <p:style>
          <a:lnRef idx="2">
            <a:schemeClr val="dk1"/>
          </a:lnRef>
          <a:fillRef idx="1">
            <a:schemeClr val="lt1"/>
          </a:fillRef>
          <a:effectRef idx="0">
            <a:schemeClr val="dk1"/>
          </a:effectRef>
          <a:fontRef idx="minor">
            <a:schemeClr val="dk1"/>
          </a:fontRef>
        </p:style>
        <p:txBody>
          <a:bodyPr/>
          <a:lstStyle/>
          <a:p>
            <a:endParaRPr lang="ja-JP" altLang="en-US"/>
          </a:p>
        </p:txBody>
      </p:sp>
      <p:sp>
        <p:nvSpPr>
          <p:cNvPr id="6" name="Shape 3"/>
          <p:cNvSpPr/>
          <p:nvPr/>
        </p:nvSpPr>
        <p:spPr>
          <a:xfrm>
            <a:off x="777240" y="1508760"/>
            <a:ext cx="457200" cy="457200"/>
          </a:xfrm>
          <a:prstGeom prst="ellipse">
            <a:avLst/>
          </a:prstGeom>
          <a:solidFill>
            <a:schemeClr val="accent1"/>
          </a:solidFill>
          <a:ln w="12700">
            <a:solidFill>
              <a:schemeClr val="accent1"/>
            </a:solidFill>
            <a:prstDash val="solid"/>
          </a:ln>
        </p:spPr>
        <p:txBody>
          <a:bodyPr/>
          <a:lstStyle/>
          <a:p>
            <a:endParaRPr lang="ja-JP" altLang="en-US"/>
          </a:p>
        </p:txBody>
      </p:sp>
      <p:sp>
        <p:nvSpPr>
          <p:cNvPr id="7" name="Text 4"/>
          <p:cNvSpPr txBox="1"/>
          <p:nvPr/>
        </p:nvSpPr>
        <p:spPr>
          <a:xfrm>
            <a:off x="777240" y="150876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1</a:t>
            </a:r>
            <a:endParaRPr lang="en-US" sz="1600" dirty="0"/>
          </a:p>
        </p:txBody>
      </p:sp>
      <p:sp>
        <p:nvSpPr>
          <p:cNvPr id="8" name="Text 5"/>
          <p:cNvSpPr txBox="1"/>
          <p:nvPr/>
        </p:nvSpPr>
        <p:spPr>
          <a:xfrm>
            <a:off x="1371600" y="1508760"/>
            <a:ext cx="4343400" cy="457200"/>
          </a:xfrm>
          <a:prstGeom prst="rect">
            <a:avLst/>
          </a:prstGeom>
          <a:noFill/>
          <a:ln/>
        </p:spPr>
        <p:txBody>
          <a:bodyPr wrap="square" lIns="0" tIns="0" rIns="0" bIns="0" rtlCol="0" anchor="ctr"/>
          <a:lstStyle/>
          <a:p>
            <a:pPr marL="0" indent="0">
              <a:buNone/>
            </a:pPr>
            <a:r>
              <a:rPr lang="en-US" sz="2000" b="1" dirty="0">
                <a:solidFill>
                  <a:schemeClr val="tx1"/>
                </a:solidFill>
              </a:rPr>
              <a:t>比べるクラスを，人が決めている</a:t>
            </a:r>
            <a:endParaRPr lang="en-US" sz="2000" dirty="0"/>
          </a:p>
        </p:txBody>
      </p:sp>
      <p:sp>
        <p:nvSpPr>
          <p:cNvPr id="9" name="Text 6"/>
          <p:cNvSpPr txBox="1"/>
          <p:nvPr/>
        </p:nvSpPr>
        <p:spPr>
          <a:xfrm>
            <a:off x="822960" y="3703321"/>
            <a:ext cx="4800600" cy="2377440"/>
          </a:xfrm>
          <a:prstGeom prst="rect">
            <a:avLst/>
          </a:prstGeom>
          <a:noFill/>
          <a:ln/>
        </p:spPr>
        <p:txBody>
          <a:bodyPr wrap="square" lIns="0" tIns="0" rIns="0" bIns="0" rtlCol="0" anchor="t"/>
          <a:lstStyle/>
          <a:p>
            <a:pPr marL="342900" indent="-342900">
              <a:spcAft>
                <a:spcPts val="600"/>
              </a:spcAft>
              <a:buSzPct val="100000"/>
              <a:buFont typeface="Wingdings" pitchFamily="2" charset="2"/>
              <a:buChar char="Ø"/>
            </a:pPr>
            <a:r>
              <a:rPr lang="en-US" sz="1600" dirty="0">
                <a:solidFill>
                  <a:schemeClr val="tx1"/>
                </a:solidFill>
              </a:rPr>
              <a:t>実際には10枚すべては見ず，確率の高い6と0だけを見ることが多い</a:t>
            </a:r>
            <a:endParaRPr lang="en-US" sz="1600" dirty="0"/>
          </a:p>
          <a:p>
            <a:pPr marL="342900" indent="-342900">
              <a:spcAft>
                <a:spcPts val="600"/>
              </a:spcAft>
              <a:buSzPct val="100000"/>
              <a:buFont typeface="Wingdings" pitchFamily="2" charset="2"/>
              <a:buChar char="Ø"/>
            </a:pPr>
            <a:r>
              <a:rPr lang="en-US" sz="1600" dirty="0">
                <a:solidFill>
                  <a:schemeClr val="tx1"/>
                </a:solidFill>
              </a:rPr>
              <a:t>選び方は人任せなので，一緒に動いている9は見落とす</a:t>
            </a:r>
            <a:endParaRPr lang="en-US" sz="1600" dirty="0"/>
          </a:p>
          <a:p>
            <a:pPr marL="342900" indent="-342900">
              <a:spcAft>
                <a:spcPts val="600"/>
              </a:spcAft>
              <a:buSzPct val="100000"/>
              <a:buFont typeface="Wingdings" pitchFamily="2" charset="2"/>
              <a:buChar char="Ø"/>
            </a:pPr>
            <a:r>
              <a:rPr lang="en-US" sz="1600" dirty="0" err="1">
                <a:solidFill>
                  <a:schemeClr val="tx1"/>
                </a:solidFill>
              </a:rPr>
              <a:t>確率は高くても，近傍ではほとんど動かないクラスを選んでしまうこともある</a:t>
            </a:r>
            <a:br>
              <a:rPr lang="en-US" sz="1600" dirty="0">
                <a:solidFill>
                  <a:schemeClr val="tx1"/>
                </a:solidFill>
              </a:rPr>
            </a:br>
            <a:r>
              <a:rPr lang="en-US" sz="1600" dirty="0">
                <a:solidFill>
                  <a:schemeClr val="accent1"/>
                </a:solidFill>
              </a:rPr>
              <a:t>[1, 2]</a:t>
            </a:r>
            <a:endParaRPr lang="en-US" sz="1600" dirty="0"/>
          </a:p>
        </p:txBody>
      </p:sp>
      <p:sp>
        <p:nvSpPr>
          <p:cNvPr id="19" name="Shape 16"/>
          <p:cNvSpPr/>
          <p:nvPr/>
        </p:nvSpPr>
        <p:spPr>
          <a:xfrm>
            <a:off x="6492240" y="1508760"/>
            <a:ext cx="457200" cy="457200"/>
          </a:xfrm>
          <a:prstGeom prst="ellipse">
            <a:avLst/>
          </a:prstGeom>
          <a:solidFill>
            <a:schemeClr val="accent1"/>
          </a:solidFill>
          <a:ln w="12700">
            <a:solidFill>
              <a:schemeClr val="accent1"/>
            </a:solidFill>
            <a:prstDash val="solid"/>
          </a:ln>
        </p:spPr>
        <p:txBody>
          <a:bodyPr/>
          <a:lstStyle/>
          <a:p>
            <a:endParaRPr lang="ja-JP" altLang="en-US"/>
          </a:p>
        </p:txBody>
      </p:sp>
      <p:sp>
        <p:nvSpPr>
          <p:cNvPr id="20" name="Text 17"/>
          <p:cNvSpPr txBox="1"/>
          <p:nvPr/>
        </p:nvSpPr>
        <p:spPr>
          <a:xfrm>
            <a:off x="6492240" y="150876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2</a:t>
            </a:r>
            <a:endParaRPr lang="en-US" sz="1600" dirty="0"/>
          </a:p>
        </p:txBody>
      </p:sp>
      <p:sp>
        <p:nvSpPr>
          <p:cNvPr id="21" name="Text 18"/>
          <p:cNvSpPr txBox="1"/>
          <p:nvPr/>
        </p:nvSpPr>
        <p:spPr>
          <a:xfrm>
            <a:off x="7086600" y="1508760"/>
            <a:ext cx="4343400" cy="457200"/>
          </a:xfrm>
          <a:prstGeom prst="rect">
            <a:avLst/>
          </a:prstGeom>
          <a:noFill/>
          <a:ln/>
        </p:spPr>
        <p:txBody>
          <a:bodyPr wrap="square" lIns="0" tIns="0" rIns="0" bIns="0" rtlCol="0" anchor="ctr"/>
          <a:lstStyle/>
          <a:p>
            <a:pPr marL="0" indent="0">
              <a:buNone/>
            </a:pPr>
            <a:r>
              <a:rPr lang="en-US" sz="2000" b="1" dirty="0">
                <a:solidFill>
                  <a:schemeClr val="tx1"/>
                </a:solidFill>
              </a:rPr>
              <a:t>クラス間の関係が見えない</a:t>
            </a:r>
            <a:endParaRPr lang="en-US" sz="2000" dirty="0"/>
          </a:p>
        </p:txBody>
      </p:sp>
      <p:sp>
        <p:nvSpPr>
          <p:cNvPr id="22" name="Text 19"/>
          <p:cNvSpPr txBox="1"/>
          <p:nvPr/>
        </p:nvSpPr>
        <p:spPr>
          <a:xfrm>
            <a:off x="6537960" y="3383280"/>
            <a:ext cx="4800600" cy="1234440"/>
          </a:xfrm>
          <a:prstGeom prst="rect">
            <a:avLst/>
          </a:prstGeom>
          <a:noFill/>
          <a:ln/>
        </p:spPr>
        <p:txBody>
          <a:bodyPr wrap="square" lIns="0" tIns="0" rIns="0" bIns="0" rtlCol="0" anchor="t"/>
          <a:lstStyle/>
          <a:p>
            <a:pPr marL="285750" indent="-285750">
              <a:spcAft>
                <a:spcPts val="600"/>
              </a:spcAft>
              <a:buSzPct val="100000"/>
              <a:buFont typeface="Wingdings" pitchFamily="2" charset="2"/>
              <a:buChar char="Ø"/>
            </a:pPr>
            <a:r>
              <a:rPr lang="en-US" sz="1600" dirty="0">
                <a:solidFill>
                  <a:schemeClr val="tx1"/>
                </a:solidFill>
              </a:rPr>
              <a:t>「0ではなくて6である理由」を知りたくても</a:t>
            </a:r>
            <a:br>
              <a:rPr lang="en-US" sz="1600" dirty="0">
                <a:solidFill>
                  <a:schemeClr val="tx1"/>
                </a:solidFill>
              </a:rPr>
            </a:br>
            <a:r>
              <a:rPr lang="en-US" sz="1600" dirty="0">
                <a:solidFill>
                  <a:schemeClr val="tx1"/>
                </a:solidFill>
              </a:rPr>
              <a:t>「6かそれ以外かの理由」でしかない</a:t>
            </a:r>
            <a:endParaRPr lang="en-US" sz="1600" dirty="0"/>
          </a:p>
          <a:p>
            <a:pPr marL="285750" indent="-285750">
              <a:spcAft>
                <a:spcPts val="600"/>
              </a:spcAft>
              <a:buSzPct val="100000"/>
              <a:buFont typeface="Wingdings" pitchFamily="2" charset="2"/>
              <a:buChar char="Ø"/>
            </a:pPr>
            <a:r>
              <a:rPr lang="en-US" sz="1600" dirty="0">
                <a:solidFill>
                  <a:schemeClr val="tx1"/>
                </a:solidFill>
              </a:rPr>
              <a:t>通常のLIMEでは，6のマップと0のマップを人が見比べて差を読むしかない</a:t>
            </a:r>
            <a:r>
              <a:rPr dirty="0">
                <a:solidFill>
                  <a:schemeClr val="accent1"/>
                </a:solidFill>
              </a:rPr>
              <a:t> [2, 3]</a:t>
            </a:r>
            <a:endParaRPr lang="en-US" sz="1600" dirty="0"/>
          </a:p>
        </p:txBody>
      </p:sp>
      <p:sp>
        <p:nvSpPr>
          <p:cNvPr id="23" name="Shape 20"/>
          <p:cNvSpPr/>
          <p:nvPr/>
        </p:nvSpPr>
        <p:spPr>
          <a:xfrm>
            <a:off x="7598069" y="452628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24" name="Shape 21"/>
          <p:cNvSpPr/>
          <p:nvPr/>
        </p:nvSpPr>
        <p:spPr>
          <a:xfrm>
            <a:off x="7735229" y="452628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25" name="Shape 22"/>
          <p:cNvSpPr/>
          <p:nvPr/>
        </p:nvSpPr>
        <p:spPr>
          <a:xfrm>
            <a:off x="7872389" y="4526280"/>
            <a:ext cx="128016" cy="128016"/>
          </a:xfrm>
          <a:prstGeom prst="rect">
            <a:avLst/>
          </a:prstGeom>
          <a:solidFill>
            <a:schemeClr val="accent1">
              <a:alpha val="4000"/>
            </a:schemeClr>
          </a:solidFill>
          <a:ln w="6350">
            <a:solidFill>
              <a:schemeClr val="bg1"/>
            </a:solidFill>
            <a:prstDash val="solid"/>
          </a:ln>
        </p:spPr>
        <p:txBody>
          <a:bodyPr/>
          <a:lstStyle/>
          <a:p>
            <a:endParaRPr lang="ja-JP" altLang="en-US"/>
          </a:p>
        </p:txBody>
      </p:sp>
      <p:sp>
        <p:nvSpPr>
          <p:cNvPr id="26" name="Shape 23"/>
          <p:cNvSpPr/>
          <p:nvPr/>
        </p:nvSpPr>
        <p:spPr>
          <a:xfrm>
            <a:off x="8009549" y="4526280"/>
            <a:ext cx="128016" cy="128016"/>
          </a:xfrm>
          <a:prstGeom prst="rect">
            <a:avLst/>
          </a:prstGeom>
          <a:solidFill>
            <a:schemeClr val="accent1">
              <a:alpha val="69000"/>
            </a:schemeClr>
          </a:solidFill>
          <a:ln w="6350">
            <a:solidFill>
              <a:schemeClr val="bg1"/>
            </a:solidFill>
            <a:prstDash val="solid"/>
          </a:ln>
        </p:spPr>
        <p:txBody>
          <a:bodyPr/>
          <a:lstStyle/>
          <a:p>
            <a:endParaRPr lang="ja-JP" altLang="en-US"/>
          </a:p>
        </p:txBody>
      </p:sp>
      <p:sp>
        <p:nvSpPr>
          <p:cNvPr id="27" name="Shape 24"/>
          <p:cNvSpPr/>
          <p:nvPr/>
        </p:nvSpPr>
        <p:spPr>
          <a:xfrm>
            <a:off x="8146709" y="4526280"/>
            <a:ext cx="128016" cy="128016"/>
          </a:xfrm>
          <a:prstGeom prst="rect">
            <a:avLst/>
          </a:prstGeom>
          <a:solidFill>
            <a:schemeClr val="accent1">
              <a:alpha val="24000"/>
            </a:schemeClr>
          </a:solidFill>
          <a:ln w="6350">
            <a:solidFill>
              <a:schemeClr val="bg1"/>
            </a:solidFill>
            <a:prstDash val="solid"/>
          </a:ln>
        </p:spPr>
        <p:txBody>
          <a:bodyPr/>
          <a:lstStyle/>
          <a:p>
            <a:endParaRPr lang="ja-JP" altLang="en-US"/>
          </a:p>
        </p:txBody>
      </p:sp>
      <p:sp>
        <p:nvSpPr>
          <p:cNvPr id="28" name="Shape 25"/>
          <p:cNvSpPr/>
          <p:nvPr/>
        </p:nvSpPr>
        <p:spPr>
          <a:xfrm>
            <a:off x="8283869" y="4526280"/>
            <a:ext cx="128016" cy="128016"/>
          </a:xfrm>
          <a:prstGeom prst="rect">
            <a:avLst/>
          </a:prstGeom>
          <a:solidFill>
            <a:schemeClr val="accent1">
              <a:alpha val="7000"/>
            </a:schemeClr>
          </a:solidFill>
          <a:ln w="6350">
            <a:solidFill>
              <a:schemeClr val="bg1"/>
            </a:solidFill>
            <a:prstDash val="solid"/>
          </a:ln>
        </p:spPr>
        <p:txBody>
          <a:bodyPr/>
          <a:lstStyle/>
          <a:p>
            <a:endParaRPr lang="ja-JP" altLang="en-US"/>
          </a:p>
        </p:txBody>
      </p:sp>
      <p:sp>
        <p:nvSpPr>
          <p:cNvPr id="29" name="Shape 26"/>
          <p:cNvSpPr/>
          <p:nvPr/>
        </p:nvSpPr>
        <p:spPr>
          <a:xfrm>
            <a:off x="8421029" y="452628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30" name="Shape 27"/>
          <p:cNvSpPr/>
          <p:nvPr/>
        </p:nvSpPr>
        <p:spPr>
          <a:xfrm>
            <a:off x="8558189" y="452628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31" name="Shape 28"/>
          <p:cNvSpPr/>
          <p:nvPr/>
        </p:nvSpPr>
        <p:spPr>
          <a:xfrm>
            <a:off x="7598069" y="466344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32" name="Shape 29"/>
          <p:cNvSpPr/>
          <p:nvPr/>
        </p:nvSpPr>
        <p:spPr>
          <a:xfrm>
            <a:off x="7735229" y="466344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33" name="Shape 30"/>
          <p:cNvSpPr/>
          <p:nvPr/>
        </p:nvSpPr>
        <p:spPr>
          <a:xfrm>
            <a:off x="7872389" y="4663440"/>
            <a:ext cx="128016" cy="128016"/>
          </a:xfrm>
          <a:prstGeom prst="rect">
            <a:avLst/>
          </a:prstGeom>
          <a:solidFill>
            <a:schemeClr val="accent1">
              <a:alpha val="75000"/>
            </a:schemeClr>
          </a:solidFill>
          <a:ln w="6350">
            <a:solidFill>
              <a:schemeClr val="bg1"/>
            </a:solidFill>
            <a:prstDash val="solid"/>
          </a:ln>
        </p:spPr>
        <p:txBody>
          <a:bodyPr/>
          <a:lstStyle/>
          <a:p>
            <a:endParaRPr lang="ja-JP" altLang="en-US"/>
          </a:p>
        </p:txBody>
      </p:sp>
      <p:sp>
        <p:nvSpPr>
          <p:cNvPr id="34" name="Shape 31"/>
          <p:cNvSpPr/>
          <p:nvPr/>
        </p:nvSpPr>
        <p:spPr>
          <a:xfrm>
            <a:off x="8009549" y="4663440"/>
            <a:ext cx="128016" cy="128016"/>
          </a:xfrm>
          <a:prstGeom prst="rect">
            <a:avLst/>
          </a:prstGeom>
          <a:solidFill>
            <a:schemeClr val="accent1"/>
          </a:solidFill>
          <a:ln w="6350">
            <a:solidFill>
              <a:schemeClr val="bg1"/>
            </a:solidFill>
            <a:prstDash val="solid"/>
          </a:ln>
        </p:spPr>
        <p:txBody>
          <a:bodyPr/>
          <a:lstStyle/>
          <a:p>
            <a:endParaRPr lang="ja-JP" altLang="en-US"/>
          </a:p>
        </p:txBody>
      </p:sp>
      <p:sp>
        <p:nvSpPr>
          <p:cNvPr id="35" name="Shape 32"/>
          <p:cNvSpPr/>
          <p:nvPr/>
        </p:nvSpPr>
        <p:spPr>
          <a:xfrm>
            <a:off x="8146709" y="4663440"/>
            <a:ext cx="128016" cy="128016"/>
          </a:xfrm>
          <a:prstGeom prst="rect">
            <a:avLst/>
          </a:prstGeom>
          <a:solidFill>
            <a:schemeClr val="accent1">
              <a:alpha val="24000"/>
            </a:schemeClr>
          </a:solidFill>
          <a:ln w="6350">
            <a:solidFill>
              <a:schemeClr val="bg1"/>
            </a:solidFill>
            <a:prstDash val="solid"/>
          </a:ln>
        </p:spPr>
        <p:txBody>
          <a:bodyPr/>
          <a:lstStyle/>
          <a:p>
            <a:endParaRPr lang="ja-JP" altLang="en-US"/>
          </a:p>
        </p:txBody>
      </p:sp>
      <p:sp>
        <p:nvSpPr>
          <p:cNvPr id="36" name="Shape 33"/>
          <p:cNvSpPr/>
          <p:nvPr/>
        </p:nvSpPr>
        <p:spPr>
          <a:xfrm>
            <a:off x="8283869" y="4663440"/>
            <a:ext cx="128016" cy="128016"/>
          </a:xfrm>
          <a:prstGeom prst="rect">
            <a:avLst/>
          </a:prstGeom>
          <a:solidFill>
            <a:schemeClr val="accent1">
              <a:alpha val="28000"/>
            </a:schemeClr>
          </a:solidFill>
          <a:ln w="6350">
            <a:solidFill>
              <a:schemeClr val="bg1"/>
            </a:solidFill>
            <a:prstDash val="solid"/>
          </a:ln>
        </p:spPr>
        <p:txBody>
          <a:bodyPr/>
          <a:lstStyle/>
          <a:p>
            <a:endParaRPr lang="ja-JP" altLang="en-US"/>
          </a:p>
        </p:txBody>
      </p:sp>
      <p:sp>
        <p:nvSpPr>
          <p:cNvPr id="37" name="Shape 34"/>
          <p:cNvSpPr/>
          <p:nvPr/>
        </p:nvSpPr>
        <p:spPr>
          <a:xfrm>
            <a:off x="8421029" y="466344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38" name="Shape 35"/>
          <p:cNvSpPr/>
          <p:nvPr/>
        </p:nvSpPr>
        <p:spPr>
          <a:xfrm>
            <a:off x="8558189" y="466344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39" name="Shape 36"/>
          <p:cNvSpPr/>
          <p:nvPr/>
        </p:nvSpPr>
        <p:spPr>
          <a:xfrm>
            <a:off x="7598069" y="480060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40" name="Shape 37"/>
          <p:cNvSpPr/>
          <p:nvPr/>
        </p:nvSpPr>
        <p:spPr>
          <a:xfrm>
            <a:off x="7735229" y="480060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41" name="Shape 38"/>
          <p:cNvSpPr/>
          <p:nvPr/>
        </p:nvSpPr>
        <p:spPr>
          <a:xfrm>
            <a:off x="7872389" y="4800600"/>
            <a:ext cx="128016" cy="128016"/>
          </a:xfrm>
          <a:prstGeom prst="rect">
            <a:avLst/>
          </a:prstGeom>
          <a:solidFill>
            <a:schemeClr val="accent1"/>
          </a:solidFill>
          <a:ln w="6350">
            <a:solidFill>
              <a:schemeClr val="bg1"/>
            </a:solidFill>
            <a:prstDash val="solid"/>
          </a:ln>
        </p:spPr>
        <p:txBody>
          <a:bodyPr/>
          <a:lstStyle/>
          <a:p>
            <a:endParaRPr lang="ja-JP" altLang="en-US"/>
          </a:p>
        </p:txBody>
      </p:sp>
      <p:sp>
        <p:nvSpPr>
          <p:cNvPr id="42" name="Shape 39"/>
          <p:cNvSpPr/>
          <p:nvPr/>
        </p:nvSpPr>
        <p:spPr>
          <a:xfrm>
            <a:off x="8009549" y="4800600"/>
            <a:ext cx="128016" cy="128016"/>
          </a:xfrm>
          <a:prstGeom prst="rect">
            <a:avLst/>
          </a:prstGeom>
          <a:solidFill>
            <a:schemeClr val="accent1">
              <a:alpha val="56000"/>
            </a:schemeClr>
          </a:solidFill>
          <a:ln w="6350">
            <a:solidFill>
              <a:schemeClr val="bg1"/>
            </a:solidFill>
            <a:prstDash val="solid"/>
          </a:ln>
        </p:spPr>
        <p:txBody>
          <a:bodyPr/>
          <a:lstStyle/>
          <a:p>
            <a:endParaRPr lang="ja-JP" altLang="en-US"/>
          </a:p>
        </p:txBody>
      </p:sp>
      <p:sp>
        <p:nvSpPr>
          <p:cNvPr id="43" name="Shape 40"/>
          <p:cNvSpPr/>
          <p:nvPr/>
        </p:nvSpPr>
        <p:spPr>
          <a:xfrm>
            <a:off x="8146709" y="4800600"/>
            <a:ext cx="128016" cy="128016"/>
          </a:xfrm>
          <a:prstGeom prst="rect">
            <a:avLst/>
          </a:prstGeom>
          <a:solidFill>
            <a:schemeClr val="accent1">
              <a:alpha val="2000"/>
            </a:schemeClr>
          </a:solidFill>
          <a:ln w="6350">
            <a:solidFill>
              <a:schemeClr val="bg1"/>
            </a:solidFill>
            <a:prstDash val="solid"/>
          </a:ln>
        </p:spPr>
        <p:txBody>
          <a:bodyPr/>
          <a:lstStyle/>
          <a:p>
            <a:endParaRPr lang="ja-JP" altLang="en-US"/>
          </a:p>
        </p:txBody>
      </p:sp>
      <p:sp>
        <p:nvSpPr>
          <p:cNvPr id="44" name="Shape 41"/>
          <p:cNvSpPr/>
          <p:nvPr/>
        </p:nvSpPr>
        <p:spPr>
          <a:xfrm>
            <a:off x="8283869" y="4800600"/>
            <a:ext cx="128016" cy="128016"/>
          </a:xfrm>
          <a:prstGeom prst="rect">
            <a:avLst/>
          </a:prstGeom>
          <a:solidFill>
            <a:schemeClr val="accent1">
              <a:alpha val="6000"/>
            </a:schemeClr>
          </a:solidFill>
          <a:ln w="6350">
            <a:solidFill>
              <a:schemeClr val="bg1"/>
            </a:solidFill>
            <a:prstDash val="solid"/>
          </a:ln>
        </p:spPr>
        <p:txBody>
          <a:bodyPr/>
          <a:lstStyle/>
          <a:p>
            <a:endParaRPr lang="ja-JP" altLang="en-US"/>
          </a:p>
        </p:txBody>
      </p:sp>
      <p:sp>
        <p:nvSpPr>
          <p:cNvPr id="45" name="Shape 42"/>
          <p:cNvSpPr/>
          <p:nvPr/>
        </p:nvSpPr>
        <p:spPr>
          <a:xfrm>
            <a:off x="8421029" y="480060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46" name="Shape 43"/>
          <p:cNvSpPr/>
          <p:nvPr/>
        </p:nvSpPr>
        <p:spPr>
          <a:xfrm>
            <a:off x="8558189" y="480060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47" name="Shape 44"/>
          <p:cNvSpPr/>
          <p:nvPr/>
        </p:nvSpPr>
        <p:spPr>
          <a:xfrm>
            <a:off x="7598069" y="493776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48" name="Shape 45"/>
          <p:cNvSpPr/>
          <p:nvPr/>
        </p:nvSpPr>
        <p:spPr>
          <a:xfrm>
            <a:off x="7735229" y="4937760"/>
            <a:ext cx="128016" cy="128016"/>
          </a:xfrm>
          <a:prstGeom prst="rect">
            <a:avLst/>
          </a:prstGeom>
          <a:solidFill>
            <a:schemeClr val="accent1">
              <a:alpha val="25000"/>
            </a:schemeClr>
          </a:solidFill>
          <a:ln w="6350">
            <a:solidFill>
              <a:schemeClr val="bg1"/>
            </a:solidFill>
            <a:prstDash val="solid"/>
          </a:ln>
        </p:spPr>
        <p:txBody>
          <a:bodyPr/>
          <a:lstStyle/>
          <a:p>
            <a:endParaRPr lang="ja-JP" altLang="en-US"/>
          </a:p>
        </p:txBody>
      </p:sp>
      <p:sp>
        <p:nvSpPr>
          <p:cNvPr id="49" name="Shape 46"/>
          <p:cNvSpPr/>
          <p:nvPr/>
        </p:nvSpPr>
        <p:spPr>
          <a:xfrm>
            <a:off x="7872389" y="4937760"/>
            <a:ext cx="128016" cy="128016"/>
          </a:xfrm>
          <a:prstGeom prst="rect">
            <a:avLst/>
          </a:prstGeom>
          <a:solidFill>
            <a:schemeClr val="accent1"/>
          </a:solidFill>
          <a:ln w="6350">
            <a:solidFill>
              <a:schemeClr val="bg1"/>
            </a:solidFill>
            <a:prstDash val="solid"/>
          </a:ln>
        </p:spPr>
        <p:txBody>
          <a:bodyPr/>
          <a:lstStyle/>
          <a:p>
            <a:endParaRPr lang="ja-JP" altLang="en-US"/>
          </a:p>
        </p:txBody>
      </p:sp>
      <p:sp>
        <p:nvSpPr>
          <p:cNvPr id="50" name="Shape 47"/>
          <p:cNvSpPr/>
          <p:nvPr/>
        </p:nvSpPr>
        <p:spPr>
          <a:xfrm>
            <a:off x="8009549" y="4937760"/>
            <a:ext cx="128016" cy="128016"/>
          </a:xfrm>
          <a:prstGeom prst="rect">
            <a:avLst/>
          </a:prstGeom>
          <a:solidFill>
            <a:schemeClr val="accent1">
              <a:alpha val="37000"/>
            </a:schemeClr>
          </a:solidFill>
          <a:ln w="6350">
            <a:solidFill>
              <a:schemeClr val="bg1"/>
            </a:solidFill>
            <a:prstDash val="solid"/>
          </a:ln>
        </p:spPr>
        <p:txBody>
          <a:bodyPr/>
          <a:lstStyle/>
          <a:p>
            <a:endParaRPr lang="ja-JP" altLang="en-US"/>
          </a:p>
        </p:txBody>
      </p:sp>
      <p:sp>
        <p:nvSpPr>
          <p:cNvPr id="51" name="Shape 48"/>
          <p:cNvSpPr/>
          <p:nvPr/>
        </p:nvSpPr>
        <p:spPr>
          <a:xfrm>
            <a:off x="8146709" y="4937760"/>
            <a:ext cx="128016" cy="128016"/>
          </a:xfrm>
          <a:prstGeom prst="rect">
            <a:avLst/>
          </a:prstGeom>
          <a:solidFill>
            <a:schemeClr val="accent1">
              <a:alpha val="26000"/>
            </a:schemeClr>
          </a:solidFill>
          <a:ln w="6350">
            <a:solidFill>
              <a:schemeClr val="bg1"/>
            </a:solidFill>
            <a:prstDash val="solid"/>
          </a:ln>
        </p:spPr>
        <p:txBody>
          <a:bodyPr/>
          <a:lstStyle/>
          <a:p>
            <a:endParaRPr lang="ja-JP" altLang="en-US"/>
          </a:p>
        </p:txBody>
      </p:sp>
      <p:sp>
        <p:nvSpPr>
          <p:cNvPr id="52" name="Shape 49"/>
          <p:cNvSpPr/>
          <p:nvPr/>
        </p:nvSpPr>
        <p:spPr>
          <a:xfrm>
            <a:off x="8283869" y="4937760"/>
            <a:ext cx="128016" cy="128016"/>
          </a:xfrm>
          <a:prstGeom prst="rect">
            <a:avLst/>
          </a:prstGeom>
          <a:solidFill>
            <a:schemeClr val="accent1">
              <a:alpha val="17000"/>
            </a:schemeClr>
          </a:solidFill>
          <a:ln w="6350">
            <a:solidFill>
              <a:schemeClr val="bg1"/>
            </a:solidFill>
            <a:prstDash val="solid"/>
          </a:ln>
        </p:spPr>
        <p:txBody>
          <a:bodyPr/>
          <a:lstStyle/>
          <a:p>
            <a:endParaRPr lang="ja-JP" altLang="en-US"/>
          </a:p>
        </p:txBody>
      </p:sp>
      <p:sp>
        <p:nvSpPr>
          <p:cNvPr id="53" name="Shape 50"/>
          <p:cNvSpPr/>
          <p:nvPr/>
        </p:nvSpPr>
        <p:spPr>
          <a:xfrm>
            <a:off x="8421029" y="4937760"/>
            <a:ext cx="128016" cy="128016"/>
          </a:xfrm>
          <a:prstGeom prst="rect">
            <a:avLst/>
          </a:prstGeom>
          <a:solidFill>
            <a:schemeClr val="accent1">
              <a:alpha val="2000"/>
            </a:schemeClr>
          </a:solidFill>
          <a:ln w="6350">
            <a:solidFill>
              <a:schemeClr val="bg1"/>
            </a:solidFill>
            <a:prstDash val="solid"/>
          </a:ln>
        </p:spPr>
        <p:txBody>
          <a:bodyPr/>
          <a:lstStyle/>
          <a:p>
            <a:endParaRPr lang="ja-JP" altLang="en-US"/>
          </a:p>
        </p:txBody>
      </p:sp>
      <p:sp>
        <p:nvSpPr>
          <p:cNvPr id="54" name="Shape 51"/>
          <p:cNvSpPr/>
          <p:nvPr/>
        </p:nvSpPr>
        <p:spPr>
          <a:xfrm>
            <a:off x="8558189" y="493776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55" name="Shape 52"/>
          <p:cNvSpPr/>
          <p:nvPr/>
        </p:nvSpPr>
        <p:spPr>
          <a:xfrm>
            <a:off x="7598069" y="507492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56" name="Shape 53"/>
          <p:cNvSpPr/>
          <p:nvPr/>
        </p:nvSpPr>
        <p:spPr>
          <a:xfrm>
            <a:off x="7735229" y="5074920"/>
            <a:ext cx="128016" cy="128016"/>
          </a:xfrm>
          <a:prstGeom prst="rect">
            <a:avLst/>
          </a:prstGeom>
          <a:solidFill>
            <a:schemeClr val="accent1">
              <a:alpha val="44000"/>
            </a:schemeClr>
          </a:solidFill>
          <a:ln w="6350">
            <a:solidFill>
              <a:schemeClr val="bg1"/>
            </a:solidFill>
            <a:prstDash val="solid"/>
          </a:ln>
        </p:spPr>
        <p:txBody>
          <a:bodyPr/>
          <a:lstStyle/>
          <a:p>
            <a:endParaRPr lang="ja-JP" altLang="en-US"/>
          </a:p>
        </p:txBody>
      </p:sp>
      <p:sp>
        <p:nvSpPr>
          <p:cNvPr id="57" name="Shape 54"/>
          <p:cNvSpPr/>
          <p:nvPr/>
        </p:nvSpPr>
        <p:spPr>
          <a:xfrm>
            <a:off x="7872389" y="5074920"/>
            <a:ext cx="128016" cy="128016"/>
          </a:xfrm>
          <a:prstGeom prst="rect">
            <a:avLst/>
          </a:prstGeom>
          <a:solidFill>
            <a:schemeClr val="accent1"/>
          </a:solidFill>
          <a:ln w="6350">
            <a:solidFill>
              <a:schemeClr val="bg1"/>
            </a:solidFill>
            <a:prstDash val="solid"/>
          </a:ln>
        </p:spPr>
        <p:txBody>
          <a:bodyPr/>
          <a:lstStyle/>
          <a:p>
            <a:endParaRPr lang="ja-JP" altLang="en-US"/>
          </a:p>
        </p:txBody>
      </p:sp>
      <p:sp>
        <p:nvSpPr>
          <p:cNvPr id="58" name="Shape 55"/>
          <p:cNvSpPr/>
          <p:nvPr/>
        </p:nvSpPr>
        <p:spPr>
          <a:xfrm>
            <a:off x="8009549" y="5074920"/>
            <a:ext cx="128016" cy="128016"/>
          </a:xfrm>
          <a:prstGeom prst="rect">
            <a:avLst/>
          </a:prstGeom>
          <a:solidFill>
            <a:schemeClr val="accent1"/>
          </a:solidFill>
          <a:ln w="6350">
            <a:solidFill>
              <a:schemeClr val="bg1"/>
            </a:solidFill>
            <a:prstDash val="solid"/>
          </a:ln>
        </p:spPr>
        <p:txBody>
          <a:bodyPr/>
          <a:lstStyle/>
          <a:p>
            <a:endParaRPr lang="ja-JP" altLang="en-US"/>
          </a:p>
        </p:txBody>
      </p:sp>
      <p:sp>
        <p:nvSpPr>
          <p:cNvPr id="59" name="Shape 56"/>
          <p:cNvSpPr/>
          <p:nvPr/>
        </p:nvSpPr>
        <p:spPr>
          <a:xfrm>
            <a:off x="8146709" y="5074920"/>
            <a:ext cx="128016" cy="128016"/>
          </a:xfrm>
          <a:prstGeom prst="rect">
            <a:avLst/>
          </a:prstGeom>
          <a:solidFill>
            <a:schemeClr val="accent1">
              <a:alpha val="30000"/>
            </a:schemeClr>
          </a:solidFill>
          <a:ln w="6350">
            <a:solidFill>
              <a:schemeClr val="bg1"/>
            </a:solidFill>
            <a:prstDash val="solid"/>
          </a:ln>
        </p:spPr>
        <p:txBody>
          <a:bodyPr/>
          <a:lstStyle/>
          <a:p>
            <a:endParaRPr lang="ja-JP" altLang="en-US"/>
          </a:p>
        </p:txBody>
      </p:sp>
      <p:sp>
        <p:nvSpPr>
          <p:cNvPr id="60" name="Shape 57"/>
          <p:cNvSpPr/>
          <p:nvPr/>
        </p:nvSpPr>
        <p:spPr>
          <a:xfrm>
            <a:off x="8283869" y="5074920"/>
            <a:ext cx="128016" cy="128016"/>
          </a:xfrm>
          <a:prstGeom prst="rect">
            <a:avLst/>
          </a:prstGeom>
          <a:solidFill>
            <a:schemeClr val="accent1">
              <a:alpha val="30000"/>
            </a:schemeClr>
          </a:solidFill>
          <a:ln w="6350">
            <a:solidFill>
              <a:schemeClr val="bg1"/>
            </a:solidFill>
            <a:prstDash val="solid"/>
          </a:ln>
        </p:spPr>
        <p:txBody>
          <a:bodyPr/>
          <a:lstStyle/>
          <a:p>
            <a:endParaRPr lang="ja-JP" altLang="en-US"/>
          </a:p>
        </p:txBody>
      </p:sp>
      <p:sp>
        <p:nvSpPr>
          <p:cNvPr id="61" name="Shape 58"/>
          <p:cNvSpPr/>
          <p:nvPr/>
        </p:nvSpPr>
        <p:spPr>
          <a:xfrm>
            <a:off x="8421029" y="5074920"/>
            <a:ext cx="128016" cy="128016"/>
          </a:xfrm>
          <a:prstGeom prst="rect">
            <a:avLst/>
          </a:prstGeom>
          <a:solidFill>
            <a:schemeClr val="accent1">
              <a:alpha val="11000"/>
            </a:schemeClr>
          </a:solidFill>
          <a:ln w="6350">
            <a:solidFill>
              <a:schemeClr val="bg1"/>
            </a:solidFill>
            <a:prstDash val="solid"/>
          </a:ln>
        </p:spPr>
        <p:txBody>
          <a:bodyPr/>
          <a:lstStyle/>
          <a:p>
            <a:endParaRPr lang="ja-JP" altLang="en-US"/>
          </a:p>
        </p:txBody>
      </p:sp>
      <p:sp>
        <p:nvSpPr>
          <p:cNvPr id="62" name="Shape 59"/>
          <p:cNvSpPr/>
          <p:nvPr/>
        </p:nvSpPr>
        <p:spPr>
          <a:xfrm>
            <a:off x="8558189" y="507492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63" name="Shape 60"/>
          <p:cNvSpPr/>
          <p:nvPr/>
        </p:nvSpPr>
        <p:spPr>
          <a:xfrm>
            <a:off x="7598069" y="521208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64" name="Shape 61"/>
          <p:cNvSpPr/>
          <p:nvPr/>
        </p:nvSpPr>
        <p:spPr>
          <a:xfrm>
            <a:off x="7735229" y="5212080"/>
            <a:ext cx="128016" cy="128016"/>
          </a:xfrm>
          <a:prstGeom prst="rect">
            <a:avLst/>
          </a:prstGeom>
          <a:solidFill>
            <a:schemeClr val="accent1">
              <a:alpha val="2000"/>
            </a:schemeClr>
          </a:solidFill>
          <a:ln w="6350">
            <a:solidFill>
              <a:schemeClr val="bg1"/>
            </a:solidFill>
            <a:prstDash val="solid"/>
          </a:ln>
        </p:spPr>
        <p:txBody>
          <a:bodyPr/>
          <a:lstStyle/>
          <a:p>
            <a:endParaRPr lang="ja-JP" altLang="en-US"/>
          </a:p>
        </p:txBody>
      </p:sp>
      <p:sp>
        <p:nvSpPr>
          <p:cNvPr id="65" name="Shape 62"/>
          <p:cNvSpPr/>
          <p:nvPr/>
        </p:nvSpPr>
        <p:spPr>
          <a:xfrm>
            <a:off x="7872389" y="5212080"/>
            <a:ext cx="128016" cy="128016"/>
          </a:xfrm>
          <a:prstGeom prst="rect">
            <a:avLst/>
          </a:prstGeom>
          <a:solidFill>
            <a:schemeClr val="accent1"/>
          </a:solidFill>
          <a:ln w="6350">
            <a:solidFill>
              <a:schemeClr val="bg1"/>
            </a:solidFill>
            <a:prstDash val="solid"/>
          </a:ln>
        </p:spPr>
        <p:txBody>
          <a:bodyPr/>
          <a:lstStyle/>
          <a:p>
            <a:endParaRPr lang="ja-JP" altLang="en-US"/>
          </a:p>
        </p:txBody>
      </p:sp>
      <p:sp>
        <p:nvSpPr>
          <p:cNvPr id="66" name="Shape 63"/>
          <p:cNvSpPr/>
          <p:nvPr/>
        </p:nvSpPr>
        <p:spPr>
          <a:xfrm>
            <a:off x="8009549" y="5212080"/>
            <a:ext cx="128016" cy="128016"/>
          </a:xfrm>
          <a:prstGeom prst="rect">
            <a:avLst/>
          </a:prstGeom>
          <a:solidFill>
            <a:schemeClr val="accent1">
              <a:alpha val="87000"/>
            </a:schemeClr>
          </a:solidFill>
          <a:ln w="6350">
            <a:solidFill>
              <a:schemeClr val="bg1"/>
            </a:solidFill>
            <a:prstDash val="solid"/>
          </a:ln>
        </p:spPr>
        <p:txBody>
          <a:bodyPr/>
          <a:lstStyle/>
          <a:p>
            <a:endParaRPr lang="ja-JP" altLang="en-US"/>
          </a:p>
        </p:txBody>
      </p:sp>
      <p:sp>
        <p:nvSpPr>
          <p:cNvPr id="67" name="Shape 64"/>
          <p:cNvSpPr/>
          <p:nvPr/>
        </p:nvSpPr>
        <p:spPr>
          <a:xfrm>
            <a:off x="8146709" y="5212080"/>
            <a:ext cx="128016" cy="128016"/>
          </a:xfrm>
          <a:prstGeom prst="rect">
            <a:avLst/>
          </a:prstGeom>
          <a:solidFill>
            <a:schemeClr val="accent1">
              <a:alpha val="7000"/>
            </a:schemeClr>
          </a:solidFill>
          <a:ln w="6350">
            <a:solidFill>
              <a:schemeClr val="bg1"/>
            </a:solidFill>
            <a:prstDash val="solid"/>
          </a:ln>
        </p:spPr>
        <p:txBody>
          <a:bodyPr/>
          <a:lstStyle/>
          <a:p>
            <a:endParaRPr lang="ja-JP" altLang="en-US"/>
          </a:p>
        </p:txBody>
      </p:sp>
      <p:sp>
        <p:nvSpPr>
          <p:cNvPr id="68" name="Shape 65"/>
          <p:cNvSpPr/>
          <p:nvPr/>
        </p:nvSpPr>
        <p:spPr>
          <a:xfrm>
            <a:off x="8283869" y="5212080"/>
            <a:ext cx="128016" cy="128016"/>
          </a:xfrm>
          <a:prstGeom prst="rect">
            <a:avLst/>
          </a:prstGeom>
          <a:solidFill>
            <a:schemeClr val="accent1">
              <a:alpha val="30000"/>
            </a:schemeClr>
          </a:solidFill>
          <a:ln w="6350">
            <a:solidFill>
              <a:schemeClr val="bg1"/>
            </a:solidFill>
            <a:prstDash val="solid"/>
          </a:ln>
        </p:spPr>
        <p:txBody>
          <a:bodyPr/>
          <a:lstStyle/>
          <a:p>
            <a:endParaRPr lang="ja-JP" altLang="en-US"/>
          </a:p>
        </p:txBody>
      </p:sp>
      <p:sp>
        <p:nvSpPr>
          <p:cNvPr id="69" name="Shape 66"/>
          <p:cNvSpPr/>
          <p:nvPr/>
        </p:nvSpPr>
        <p:spPr>
          <a:xfrm>
            <a:off x="8421029" y="5212080"/>
            <a:ext cx="128016" cy="128016"/>
          </a:xfrm>
          <a:prstGeom prst="rect">
            <a:avLst/>
          </a:prstGeom>
          <a:solidFill>
            <a:schemeClr val="accent1">
              <a:alpha val="15000"/>
            </a:schemeClr>
          </a:solidFill>
          <a:ln w="6350">
            <a:solidFill>
              <a:schemeClr val="bg1"/>
            </a:solidFill>
            <a:prstDash val="solid"/>
          </a:ln>
        </p:spPr>
        <p:txBody>
          <a:bodyPr/>
          <a:lstStyle/>
          <a:p>
            <a:endParaRPr lang="ja-JP" altLang="en-US"/>
          </a:p>
        </p:txBody>
      </p:sp>
      <p:sp>
        <p:nvSpPr>
          <p:cNvPr id="70" name="Shape 67"/>
          <p:cNvSpPr/>
          <p:nvPr/>
        </p:nvSpPr>
        <p:spPr>
          <a:xfrm>
            <a:off x="8558189" y="521208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71" name="Shape 68"/>
          <p:cNvSpPr/>
          <p:nvPr/>
        </p:nvSpPr>
        <p:spPr>
          <a:xfrm>
            <a:off x="7598069" y="534924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72" name="Shape 69"/>
          <p:cNvSpPr/>
          <p:nvPr/>
        </p:nvSpPr>
        <p:spPr>
          <a:xfrm>
            <a:off x="7735229" y="534924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73" name="Shape 70"/>
          <p:cNvSpPr/>
          <p:nvPr/>
        </p:nvSpPr>
        <p:spPr>
          <a:xfrm>
            <a:off x="7872389" y="5349240"/>
            <a:ext cx="128016" cy="128016"/>
          </a:xfrm>
          <a:prstGeom prst="rect">
            <a:avLst/>
          </a:prstGeom>
          <a:solidFill>
            <a:schemeClr val="accent1">
              <a:alpha val="75000"/>
            </a:schemeClr>
          </a:solidFill>
          <a:ln w="6350">
            <a:solidFill>
              <a:schemeClr val="bg1"/>
            </a:solidFill>
            <a:prstDash val="solid"/>
          </a:ln>
        </p:spPr>
        <p:txBody>
          <a:bodyPr/>
          <a:lstStyle/>
          <a:p>
            <a:endParaRPr lang="ja-JP" altLang="en-US"/>
          </a:p>
        </p:txBody>
      </p:sp>
      <p:sp>
        <p:nvSpPr>
          <p:cNvPr id="74" name="Shape 71"/>
          <p:cNvSpPr/>
          <p:nvPr/>
        </p:nvSpPr>
        <p:spPr>
          <a:xfrm>
            <a:off x="8009549" y="5349240"/>
            <a:ext cx="128016" cy="128016"/>
          </a:xfrm>
          <a:prstGeom prst="rect">
            <a:avLst/>
          </a:prstGeom>
          <a:solidFill>
            <a:schemeClr val="accent1"/>
          </a:solidFill>
          <a:ln w="6350">
            <a:solidFill>
              <a:schemeClr val="bg1"/>
            </a:solidFill>
            <a:prstDash val="solid"/>
          </a:ln>
        </p:spPr>
        <p:txBody>
          <a:bodyPr/>
          <a:lstStyle/>
          <a:p>
            <a:endParaRPr lang="ja-JP" altLang="en-US"/>
          </a:p>
        </p:txBody>
      </p:sp>
      <p:sp>
        <p:nvSpPr>
          <p:cNvPr id="75" name="Shape 72"/>
          <p:cNvSpPr/>
          <p:nvPr/>
        </p:nvSpPr>
        <p:spPr>
          <a:xfrm>
            <a:off x="8146709" y="5349240"/>
            <a:ext cx="128016" cy="128016"/>
          </a:xfrm>
          <a:prstGeom prst="rect">
            <a:avLst/>
          </a:prstGeom>
          <a:solidFill>
            <a:schemeClr val="accent1">
              <a:alpha val="24000"/>
            </a:schemeClr>
          </a:solidFill>
          <a:ln w="6350">
            <a:solidFill>
              <a:schemeClr val="bg1"/>
            </a:solidFill>
            <a:prstDash val="solid"/>
          </a:ln>
        </p:spPr>
        <p:txBody>
          <a:bodyPr/>
          <a:lstStyle/>
          <a:p>
            <a:endParaRPr lang="ja-JP" altLang="en-US"/>
          </a:p>
        </p:txBody>
      </p:sp>
      <p:sp>
        <p:nvSpPr>
          <p:cNvPr id="76" name="Shape 73"/>
          <p:cNvSpPr/>
          <p:nvPr/>
        </p:nvSpPr>
        <p:spPr>
          <a:xfrm>
            <a:off x="8283869" y="5349240"/>
            <a:ext cx="128016" cy="128016"/>
          </a:xfrm>
          <a:prstGeom prst="rect">
            <a:avLst/>
          </a:prstGeom>
          <a:solidFill>
            <a:schemeClr val="accent1">
              <a:alpha val="30000"/>
            </a:schemeClr>
          </a:solidFill>
          <a:ln w="6350">
            <a:solidFill>
              <a:schemeClr val="bg1"/>
            </a:solidFill>
            <a:prstDash val="solid"/>
          </a:ln>
        </p:spPr>
        <p:txBody>
          <a:bodyPr/>
          <a:lstStyle/>
          <a:p>
            <a:endParaRPr lang="ja-JP" altLang="en-US"/>
          </a:p>
        </p:txBody>
      </p:sp>
      <p:sp>
        <p:nvSpPr>
          <p:cNvPr id="77" name="Shape 74"/>
          <p:cNvSpPr/>
          <p:nvPr/>
        </p:nvSpPr>
        <p:spPr>
          <a:xfrm>
            <a:off x="8421029" y="5349240"/>
            <a:ext cx="128016" cy="128016"/>
          </a:xfrm>
          <a:prstGeom prst="rect">
            <a:avLst/>
          </a:prstGeom>
          <a:solidFill>
            <a:schemeClr val="accent1">
              <a:alpha val="4000"/>
            </a:schemeClr>
          </a:solidFill>
          <a:ln w="6350">
            <a:solidFill>
              <a:schemeClr val="bg1"/>
            </a:solidFill>
            <a:prstDash val="solid"/>
          </a:ln>
        </p:spPr>
        <p:txBody>
          <a:bodyPr/>
          <a:lstStyle/>
          <a:p>
            <a:endParaRPr lang="ja-JP" altLang="en-US"/>
          </a:p>
        </p:txBody>
      </p:sp>
      <p:sp>
        <p:nvSpPr>
          <p:cNvPr id="78" name="Shape 75"/>
          <p:cNvSpPr/>
          <p:nvPr/>
        </p:nvSpPr>
        <p:spPr>
          <a:xfrm>
            <a:off x="8558189" y="534924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79" name="Shape 76"/>
          <p:cNvSpPr/>
          <p:nvPr/>
        </p:nvSpPr>
        <p:spPr>
          <a:xfrm>
            <a:off x="7598069" y="548640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80" name="Shape 77"/>
          <p:cNvSpPr/>
          <p:nvPr/>
        </p:nvSpPr>
        <p:spPr>
          <a:xfrm>
            <a:off x="7735229" y="548640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81" name="Shape 78"/>
          <p:cNvSpPr/>
          <p:nvPr/>
        </p:nvSpPr>
        <p:spPr>
          <a:xfrm>
            <a:off x="7872389" y="5486400"/>
            <a:ext cx="128016" cy="128016"/>
          </a:xfrm>
          <a:prstGeom prst="rect">
            <a:avLst/>
          </a:prstGeom>
          <a:solidFill>
            <a:schemeClr val="accent1">
              <a:alpha val="4000"/>
            </a:schemeClr>
          </a:solidFill>
          <a:ln w="6350">
            <a:solidFill>
              <a:schemeClr val="bg1"/>
            </a:solidFill>
            <a:prstDash val="solid"/>
          </a:ln>
        </p:spPr>
        <p:txBody>
          <a:bodyPr/>
          <a:lstStyle/>
          <a:p>
            <a:endParaRPr lang="ja-JP" altLang="en-US"/>
          </a:p>
        </p:txBody>
      </p:sp>
      <p:sp>
        <p:nvSpPr>
          <p:cNvPr id="82" name="Shape 79"/>
          <p:cNvSpPr/>
          <p:nvPr/>
        </p:nvSpPr>
        <p:spPr>
          <a:xfrm>
            <a:off x="8009549" y="5486400"/>
            <a:ext cx="128016" cy="128016"/>
          </a:xfrm>
          <a:prstGeom prst="rect">
            <a:avLst/>
          </a:prstGeom>
          <a:solidFill>
            <a:schemeClr val="accent1">
              <a:alpha val="62000"/>
            </a:schemeClr>
          </a:solidFill>
          <a:ln w="6350">
            <a:solidFill>
              <a:schemeClr val="bg1"/>
            </a:solidFill>
            <a:prstDash val="solid"/>
          </a:ln>
        </p:spPr>
        <p:txBody>
          <a:bodyPr/>
          <a:lstStyle/>
          <a:p>
            <a:endParaRPr lang="ja-JP" altLang="en-US"/>
          </a:p>
        </p:txBody>
      </p:sp>
      <p:sp>
        <p:nvSpPr>
          <p:cNvPr id="83" name="Shape 80"/>
          <p:cNvSpPr/>
          <p:nvPr/>
        </p:nvSpPr>
        <p:spPr>
          <a:xfrm>
            <a:off x="8146709" y="5486400"/>
            <a:ext cx="128016" cy="128016"/>
          </a:xfrm>
          <a:prstGeom prst="rect">
            <a:avLst/>
          </a:prstGeom>
          <a:solidFill>
            <a:schemeClr val="accent1">
              <a:alpha val="30000"/>
            </a:schemeClr>
          </a:solidFill>
          <a:ln w="6350">
            <a:solidFill>
              <a:schemeClr val="bg1"/>
            </a:solidFill>
            <a:prstDash val="solid"/>
          </a:ln>
        </p:spPr>
        <p:txBody>
          <a:bodyPr/>
          <a:lstStyle/>
          <a:p>
            <a:endParaRPr lang="ja-JP" altLang="en-US"/>
          </a:p>
        </p:txBody>
      </p:sp>
      <p:sp>
        <p:nvSpPr>
          <p:cNvPr id="84" name="Shape 81"/>
          <p:cNvSpPr/>
          <p:nvPr/>
        </p:nvSpPr>
        <p:spPr>
          <a:xfrm>
            <a:off x="8283869" y="5486400"/>
            <a:ext cx="128016" cy="128016"/>
          </a:xfrm>
          <a:prstGeom prst="rect">
            <a:avLst/>
          </a:prstGeom>
          <a:solidFill>
            <a:schemeClr val="accent1">
              <a:alpha val="13000"/>
            </a:schemeClr>
          </a:solidFill>
          <a:ln w="6350">
            <a:solidFill>
              <a:schemeClr val="bg1"/>
            </a:solidFill>
            <a:prstDash val="solid"/>
          </a:ln>
        </p:spPr>
        <p:txBody>
          <a:bodyPr/>
          <a:lstStyle/>
          <a:p>
            <a:endParaRPr lang="ja-JP" altLang="en-US"/>
          </a:p>
        </p:txBody>
      </p:sp>
      <p:sp>
        <p:nvSpPr>
          <p:cNvPr id="85" name="Shape 82"/>
          <p:cNvSpPr/>
          <p:nvPr/>
        </p:nvSpPr>
        <p:spPr>
          <a:xfrm>
            <a:off x="8421029" y="548640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86" name="Shape 83"/>
          <p:cNvSpPr/>
          <p:nvPr/>
        </p:nvSpPr>
        <p:spPr>
          <a:xfrm>
            <a:off x="8558189" y="548640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87" name="Text 84"/>
          <p:cNvSpPr txBox="1"/>
          <p:nvPr/>
        </p:nvSpPr>
        <p:spPr>
          <a:xfrm>
            <a:off x="7506629" y="5669280"/>
            <a:ext cx="1280160" cy="274320"/>
          </a:xfrm>
          <a:prstGeom prst="rect">
            <a:avLst/>
          </a:prstGeom>
          <a:noFill/>
          <a:ln/>
        </p:spPr>
        <p:txBody>
          <a:bodyPr wrap="square" lIns="0" tIns="0" rIns="0" bIns="0" rtlCol="0" anchor="t"/>
          <a:lstStyle/>
          <a:p>
            <a:pPr marL="0" indent="0" algn="ctr">
              <a:buNone/>
            </a:pPr>
            <a:r>
              <a:rPr lang="en-US" sz="1200" dirty="0">
                <a:solidFill>
                  <a:schemeClr val="tx2"/>
                </a:solidFill>
              </a:rPr>
              <a:t>6のマップ</a:t>
            </a:r>
            <a:endParaRPr lang="en-US" sz="1200" dirty="0"/>
          </a:p>
        </p:txBody>
      </p:sp>
      <p:sp>
        <p:nvSpPr>
          <p:cNvPr id="88" name="Text 85"/>
          <p:cNvSpPr txBox="1"/>
          <p:nvPr/>
        </p:nvSpPr>
        <p:spPr>
          <a:xfrm>
            <a:off x="8786789" y="4754880"/>
            <a:ext cx="548640" cy="640080"/>
          </a:xfrm>
          <a:prstGeom prst="rect">
            <a:avLst/>
          </a:prstGeom>
          <a:noFill/>
          <a:ln/>
        </p:spPr>
        <p:txBody>
          <a:bodyPr wrap="square" lIns="0" tIns="0" rIns="0" bIns="0" rtlCol="0" anchor="t"/>
          <a:lstStyle/>
          <a:p>
            <a:pPr marL="0" indent="0" algn="ctr">
              <a:buNone/>
            </a:pPr>
            <a:r>
              <a:rPr lang="en-US" sz="3600" b="1" dirty="0">
                <a:solidFill>
                  <a:schemeClr val="tx1"/>
                </a:solidFill>
              </a:rPr>
              <a:t>−</a:t>
            </a:r>
            <a:endParaRPr lang="en-US" sz="3600" dirty="0"/>
          </a:p>
        </p:txBody>
      </p:sp>
      <p:sp>
        <p:nvSpPr>
          <p:cNvPr id="89" name="Shape 86"/>
          <p:cNvSpPr/>
          <p:nvPr/>
        </p:nvSpPr>
        <p:spPr>
          <a:xfrm>
            <a:off x="9381149" y="452628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90" name="Shape 87"/>
          <p:cNvSpPr/>
          <p:nvPr/>
        </p:nvSpPr>
        <p:spPr>
          <a:xfrm>
            <a:off x="9518309" y="452628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91" name="Shape 88"/>
          <p:cNvSpPr/>
          <p:nvPr/>
        </p:nvSpPr>
        <p:spPr>
          <a:xfrm>
            <a:off x="9655469" y="4526280"/>
            <a:ext cx="128016" cy="128016"/>
          </a:xfrm>
          <a:prstGeom prst="rect">
            <a:avLst/>
          </a:prstGeom>
          <a:solidFill>
            <a:schemeClr val="accent2">
              <a:alpha val="4000"/>
            </a:schemeClr>
          </a:solidFill>
          <a:ln w="6350">
            <a:solidFill>
              <a:schemeClr val="bg1"/>
            </a:solidFill>
            <a:prstDash val="solid"/>
          </a:ln>
        </p:spPr>
        <p:txBody>
          <a:bodyPr/>
          <a:lstStyle/>
          <a:p>
            <a:endParaRPr lang="ja-JP" altLang="en-US"/>
          </a:p>
        </p:txBody>
      </p:sp>
      <p:sp>
        <p:nvSpPr>
          <p:cNvPr id="92" name="Shape 89"/>
          <p:cNvSpPr/>
          <p:nvPr/>
        </p:nvSpPr>
        <p:spPr>
          <a:xfrm>
            <a:off x="9792629" y="4526280"/>
            <a:ext cx="128016" cy="128016"/>
          </a:xfrm>
          <a:prstGeom prst="rect">
            <a:avLst/>
          </a:prstGeom>
          <a:solidFill>
            <a:schemeClr val="accent2">
              <a:alpha val="69000"/>
            </a:schemeClr>
          </a:solidFill>
          <a:ln w="6350">
            <a:solidFill>
              <a:schemeClr val="bg1"/>
            </a:solidFill>
            <a:prstDash val="solid"/>
          </a:ln>
        </p:spPr>
        <p:txBody>
          <a:bodyPr/>
          <a:lstStyle/>
          <a:p>
            <a:endParaRPr lang="ja-JP" altLang="en-US"/>
          </a:p>
        </p:txBody>
      </p:sp>
      <p:sp>
        <p:nvSpPr>
          <p:cNvPr id="93" name="Shape 90"/>
          <p:cNvSpPr/>
          <p:nvPr/>
        </p:nvSpPr>
        <p:spPr>
          <a:xfrm>
            <a:off x="9929789" y="4526280"/>
            <a:ext cx="128016" cy="128016"/>
          </a:xfrm>
          <a:prstGeom prst="rect">
            <a:avLst/>
          </a:prstGeom>
          <a:solidFill>
            <a:schemeClr val="accent2">
              <a:alpha val="81000"/>
            </a:schemeClr>
          </a:solidFill>
          <a:ln w="6350">
            <a:solidFill>
              <a:schemeClr val="bg1"/>
            </a:solidFill>
            <a:prstDash val="solid"/>
          </a:ln>
        </p:spPr>
        <p:txBody>
          <a:bodyPr/>
          <a:lstStyle/>
          <a:p>
            <a:endParaRPr lang="ja-JP" altLang="en-US"/>
          </a:p>
        </p:txBody>
      </p:sp>
      <p:sp>
        <p:nvSpPr>
          <p:cNvPr id="94" name="Shape 91"/>
          <p:cNvSpPr/>
          <p:nvPr/>
        </p:nvSpPr>
        <p:spPr>
          <a:xfrm>
            <a:off x="10066949" y="4526280"/>
            <a:ext cx="128016" cy="128016"/>
          </a:xfrm>
          <a:prstGeom prst="rect">
            <a:avLst/>
          </a:prstGeom>
          <a:solidFill>
            <a:schemeClr val="accent2">
              <a:alpha val="25000"/>
            </a:schemeClr>
          </a:solidFill>
          <a:ln w="6350">
            <a:solidFill>
              <a:schemeClr val="bg1"/>
            </a:solidFill>
            <a:prstDash val="solid"/>
          </a:ln>
        </p:spPr>
        <p:txBody>
          <a:bodyPr/>
          <a:lstStyle/>
          <a:p>
            <a:endParaRPr lang="ja-JP" altLang="en-US"/>
          </a:p>
        </p:txBody>
      </p:sp>
      <p:sp>
        <p:nvSpPr>
          <p:cNvPr id="95" name="Shape 92"/>
          <p:cNvSpPr/>
          <p:nvPr/>
        </p:nvSpPr>
        <p:spPr>
          <a:xfrm>
            <a:off x="10204109" y="452628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96" name="Shape 93"/>
          <p:cNvSpPr/>
          <p:nvPr/>
        </p:nvSpPr>
        <p:spPr>
          <a:xfrm>
            <a:off x="10341269" y="452628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97" name="Shape 94"/>
          <p:cNvSpPr/>
          <p:nvPr/>
        </p:nvSpPr>
        <p:spPr>
          <a:xfrm>
            <a:off x="9381149" y="466344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98" name="Shape 95"/>
          <p:cNvSpPr/>
          <p:nvPr/>
        </p:nvSpPr>
        <p:spPr>
          <a:xfrm>
            <a:off x="9518309" y="466344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99" name="Shape 96"/>
          <p:cNvSpPr/>
          <p:nvPr/>
        </p:nvSpPr>
        <p:spPr>
          <a:xfrm>
            <a:off x="9655469" y="4663440"/>
            <a:ext cx="128016" cy="128016"/>
          </a:xfrm>
          <a:prstGeom prst="rect">
            <a:avLst/>
          </a:prstGeom>
          <a:solidFill>
            <a:schemeClr val="accent2">
              <a:alpha val="75000"/>
            </a:schemeClr>
          </a:solidFill>
          <a:ln w="6350">
            <a:solidFill>
              <a:schemeClr val="bg1"/>
            </a:solidFill>
            <a:prstDash val="solid"/>
          </a:ln>
        </p:spPr>
        <p:txBody>
          <a:bodyPr/>
          <a:lstStyle/>
          <a:p>
            <a:endParaRPr lang="ja-JP" altLang="en-US"/>
          </a:p>
        </p:txBody>
      </p:sp>
      <p:sp>
        <p:nvSpPr>
          <p:cNvPr id="100" name="Shape 97"/>
          <p:cNvSpPr/>
          <p:nvPr/>
        </p:nvSpPr>
        <p:spPr>
          <a:xfrm>
            <a:off x="9792629" y="4663440"/>
            <a:ext cx="128016" cy="128016"/>
          </a:xfrm>
          <a:prstGeom prst="rect">
            <a:avLst/>
          </a:prstGeom>
          <a:solidFill>
            <a:schemeClr val="accent2"/>
          </a:solidFill>
          <a:ln w="6350">
            <a:solidFill>
              <a:schemeClr val="bg1"/>
            </a:solidFill>
            <a:prstDash val="solid"/>
          </a:ln>
        </p:spPr>
        <p:txBody>
          <a:bodyPr/>
          <a:lstStyle/>
          <a:p>
            <a:endParaRPr lang="ja-JP" altLang="en-US"/>
          </a:p>
        </p:txBody>
      </p:sp>
      <p:sp>
        <p:nvSpPr>
          <p:cNvPr id="101" name="Shape 98"/>
          <p:cNvSpPr/>
          <p:nvPr/>
        </p:nvSpPr>
        <p:spPr>
          <a:xfrm>
            <a:off x="9929789" y="4663440"/>
            <a:ext cx="128016" cy="128016"/>
          </a:xfrm>
          <a:prstGeom prst="rect">
            <a:avLst/>
          </a:prstGeom>
          <a:solidFill>
            <a:schemeClr val="accent2">
              <a:alpha val="81000"/>
            </a:schemeClr>
          </a:solidFill>
          <a:ln w="6350">
            <a:solidFill>
              <a:schemeClr val="bg1"/>
            </a:solidFill>
            <a:prstDash val="solid"/>
          </a:ln>
        </p:spPr>
        <p:txBody>
          <a:bodyPr/>
          <a:lstStyle/>
          <a:p>
            <a:endParaRPr lang="ja-JP" altLang="en-US"/>
          </a:p>
        </p:txBody>
      </p:sp>
      <p:sp>
        <p:nvSpPr>
          <p:cNvPr id="102" name="Shape 99"/>
          <p:cNvSpPr/>
          <p:nvPr/>
        </p:nvSpPr>
        <p:spPr>
          <a:xfrm>
            <a:off x="10066949" y="4663440"/>
            <a:ext cx="128016" cy="128016"/>
          </a:xfrm>
          <a:prstGeom prst="rect">
            <a:avLst/>
          </a:prstGeom>
          <a:solidFill>
            <a:schemeClr val="accent2">
              <a:alpha val="94000"/>
            </a:schemeClr>
          </a:solidFill>
          <a:ln w="6350">
            <a:solidFill>
              <a:schemeClr val="bg1"/>
            </a:solidFill>
            <a:prstDash val="solid"/>
          </a:ln>
        </p:spPr>
        <p:txBody>
          <a:bodyPr/>
          <a:lstStyle/>
          <a:p>
            <a:endParaRPr lang="ja-JP" altLang="en-US"/>
          </a:p>
        </p:txBody>
      </p:sp>
      <p:sp>
        <p:nvSpPr>
          <p:cNvPr id="103" name="Shape 100"/>
          <p:cNvSpPr/>
          <p:nvPr/>
        </p:nvSpPr>
        <p:spPr>
          <a:xfrm>
            <a:off x="10204109" y="466344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04" name="Shape 101"/>
          <p:cNvSpPr/>
          <p:nvPr/>
        </p:nvSpPr>
        <p:spPr>
          <a:xfrm>
            <a:off x="10341269" y="466344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05" name="Shape 102"/>
          <p:cNvSpPr/>
          <p:nvPr/>
        </p:nvSpPr>
        <p:spPr>
          <a:xfrm>
            <a:off x="9381149" y="480060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06" name="Shape 103"/>
          <p:cNvSpPr/>
          <p:nvPr/>
        </p:nvSpPr>
        <p:spPr>
          <a:xfrm>
            <a:off x="9518309" y="480060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07" name="Shape 104"/>
          <p:cNvSpPr/>
          <p:nvPr/>
        </p:nvSpPr>
        <p:spPr>
          <a:xfrm>
            <a:off x="9655469" y="4800600"/>
            <a:ext cx="128016" cy="128016"/>
          </a:xfrm>
          <a:prstGeom prst="rect">
            <a:avLst/>
          </a:prstGeom>
          <a:solidFill>
            <a:schemeClr val="accent2"/>
          </a:solidFill>
          <a:ln w="6350">
            <a:solidFill>
              <a:schemeClr val="bg1"/>
            </a:solidFill>
            <a:prstDash val="solid"/>
          </a:ln>
        </p:spPr>
        <p:txBody>
          <a:bodyPr/>
          <a:lstStyle/>
          <a:p>
            <a:endParaRPr lang="ja-JP" altLang="en-US"/>
          </a:p>
        </p:txBody>
      </p:sp>
      <p:sp>
        <p:nvSpPr>
          <p:cNvPr id="108" name="Shape 105"/>
          <p:cNvSpPr/>
          <p:nvPr/>
        </p:nvSpPr>
        <p:spPr>
          <a:xfrm>
            <a:off x="9792629" y="4800600"/>
            <a:ext cx="128016" cy="128016"/>
          </a:xfrm>
          <a:prstGeom prst="rect">
            <a:avLst/>
          </a:prstGeom>
          <a:solidFill>
            <a:schemeClr val="accent2">
              <a:alpha val="56000"/>
            </a:schemeClr>
          </a:solidFill>
          <a:ln w="6350">
            <a:solidFill>
              <a:schemeClr val="bg1"/>
            </a:solidFill>
            <a:prstDash val="solid"/>
          </a:ln>
        </p:spPr>
        <p:txBody>
          <a:bodyPr/>
          <a:lstStyle/>
          <a:p>
            <a:endParaRPr lang="ja-JP" altLang="en-US"/>
          </a:p>
        </p:txBody>
      </p:sp>
      <p:sp>
        <p:nvSpPr>
          <p:cNvPr id="109" name="Shape 106"/>
          <p:cNvSpPr/>
          <p:nvPr/>
        </p:nvSpPr>
        <p:spPr>
          <a:xfrm>
            <a:off x="9929789" y="4800600"/>
            <a:ext cx="128016" cy="128016"/>
          </a:xfrm>
          <a:prstGeom prst="rect">
            <a:avLst/>
          </a:prstGeom>
          <a:solidFill>
            <a:schemeClr val="accent2">
              <a:alpha val="2000"/>
            </a:schemeClr>
          </a:solidFill>
          <a:ln w="6350">
            <a:solidFill>
              <a:schemeClr val="bg1"/>
            </a:solidFill>
            <a:prstDash val="solid"/>
          </a:ln>
        </p:spPr>
        <p:txBody>
          <a:bodyPr/>
          <a:lstStyle/>
          <a:p>
            <a:endParaRPr lang="ja-JP" altLang="en-US"/>
          </a:p>
        </p:txBody>
      </p:sp>
      <p:sp>
        <p:nvSpPr>
          <p:cNvPr id="110" name="Shape 107"/>
          <p:cNvSpPr/>
          <p:nvPr/>
        </p:nvSpPr>
        <p:spPr>
          <a:xfrm>
            <a:off x="10066949" y="4800600"/>
            <a:ext cx="128016" cy="128016"/>
          </a:xfrm>
          <a:prstGeom prst="rect">
            <a:avLst/>
          </a:prstGeom>
          <a:solidFill>
            <a:schemeClr val="accent2">
              <a:alpha val="19000"/>
            </a:schemeClr>
          </a:solidFill>
          <a:ln w="6350">
            <a:solidFill>
              <a:schemeClr val="bg1"/>
            </a:solidFill>
            <a:prstDash val="solid"/>
          </a:ln>
        </p:spPr>
        <p:txBody>
          <a:bodyPr/>
          <a:lstStyle/>
          <a:p>
            <a:endParaRPr lang="ja-JP" altLang="en-US"/>
          </a:p>
        </p:txBody>
      </p:sp>
      <p:sp>
        <p:nvSpPr>
          <p:cNvPr id="111" name="Shape 108"/>
          <p:cNvSpPr/>
          <p:nvPr/>
        </p:nvSpPr>
        <p:spPr>
          <a:xfrm>
            <a:off x="10204109" y="480060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12" name="Shape 109"/>
          <p:cNvSpPr/>
          <p:nvPr/>
        </p:nvSpPr>
        <p:spPr>
          <a:xfrm>
            <a:off x="10341269" y="480060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13" name="Shape 110"/>
          <p:cNvSpPr/>
          <p:nvPr/>
        </p:nvSpPr>
        <p:spPr>
          <a:xfrm>
            <a:off x="9381149" y="493776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14" name="Shape 111"/>
          <p:cNvSpPr/>
          <p:nvPr/>
        </p:nvSpPr>
        <p:spPr>
          <a:xfrm>
            <a:off x="9518309" y="4937760"/>
            <a:ext cx="128016" cy="128016"/>
          </a:xfrm>
          <a:prstGeom prst="rect">
            <a:avLst/>
          </a:prstGeom>
          <a:solidFill>
            <a:schemeClr val="accent2">
              <a:alpha val="7000"/>
            </a:schemeClr>
          </a:solidFill>
          <a:ln w="6350">
            <a:solidFill>
              <a:schemeClr val="bg1"/>
            </a:solidFill>
            <a:prstDash val="solid"/>
          </a:ln>
        </p:spPr>
        <p:txBody>
          <a:bodyPr/>
          <a:lstStyle/>
          <a:p>
            <a:endParaRPr lang="ja-JP" altLang="en-US"/>
          </a:p>
        </p:txBody>
      </p:sp>
      <p:sp>
        <p:nvSpPr>
          <p:cNvPr id="115" name="Shape 112"/>
          <p:cNvSpPr/>
          <p:nvPr/>
        </p:nvSpPr>
        <p:spPr>
          <a:xfrm>
            <a:off x="9655469" y="4937760"/>
            <a:ext cx="128016" cy="128016"/>
          </a:xfrm>
          <a:prstGeom prst="rect">
            <a:avLst/>
          </a:prstGeom>
          <a:solidFill>
            <a:schemeClr val="accent2">
              <a:alpha val="30000"/>
            </a:schemeClr>
          </a:solidFill>
          <a:ln w="6350">
            <a:solidFill>
              <a:schemeClr val="bg1"/>
            </a:solidFill>
            <a:prstDash val="solid"/>
          </a:ln>
        </p:spPr>
        <p:txBody>
          <a:bodyPr/>
          <a:lstStyle/>
          <a:p>
            <a:endParaRPr lang="ja-JP" altLang="en-US"/>
          </a:p>
        </p:txBody>
      </p:sp>
      <p:sp>
        <p:nvSpPr>
          <p:cNvPr id="116" name="Shape 113"/>
          <p:cNvSpPr/>
          <p:nvPr/>
        </p:nvSpPr>
        <p:spPr>
          <a:xfrm>
            <a:off x="9792629" y="4937760"/>
            <a:ext cx="128016" cy="128016"/>
          </a:xfrm>
          <a:prstGeom prst="rect">
            <a:avLst/>
          </a:prstGeom>
          <a:solidFill>
            <a:schemeClr val="accent2">
              <a:alpha val="11000"/>
            </a:schemeClr>
          </a:solidFill>
          <a:ln w="6350">
            <a:solidFill>
              <a:schemeClr val="bg1"/>
            </a:solidFill>
            <a:prstDash val="solid"/>
          </a:ln>
        </p:spPr>
        <p:txBody>
          <a:bodyPr/>
          <a:lstStyle/>
          <a:p>
            <a:endParaRPr lang="ja-JP" altLang="en-US"/>
          </a:p>
        </p:txBody>
      </p:sp>
      <p:sp>
        <p:nvSpPr>
          <p:cNvPr id="117" name="Shape 114"/>
          <p:cNvSpPr/>
          <p:nvPr/>
        </p:nvSpPr>
        <p:spPr>
          <a:xfrm>
            <a:off x="9929789" y="4937760"/>
            <a:ext cx="128016" cy="128016"/>
          </a:xfrm>
          <a:prstGeom prst="rect">
            <a:avLst/>
          </a:prstGeom>
          <a:solidFill>
            <a:schemeClr val="accent2">
              <a:alpha val="87000"/>
            </a:schemeClr>
          </a:solidFill>
          <a:ln w="6350">
            <a:solidFill>
              <a:schemeClr val="bg1"/>
            </a:solidFill>
            <a:prstDash val="solid"/>
          </a:ln>
        </p:spPr>
        <p:txBody>
          <a:bodyPr/>
          <a:lstStyle/>
          <a:p>
            <a:endParaRPr lang="ja-JP" altLang="en-US"/>
          </a:p>
        </p:txBody>
      </p:sp>
      <p:sp>
        <p:nvSpPr>
          <p:cNvPr id="118" name="Shape 115"/>
          <p:cNvSpPr/>
          <p:nvPr/>
        </p:nvSpPr>
        <p:spPr>
          <a:xfrm>
            <a:off x="10066949" y="4937760"/>
            <a:ext cx="128016" cy="128016"/>
          </a:xfrm>
          <a:prstGeom prst="rect">
            <a:avLst/>
          </a:prstGeom>
          <a:solidFill>
            <a:schemeClr val="accent2">
              <a:alpha val="56000"/>
            </a:schemeClr>
          </a:solidFill>
          <a:ln w="6350">
            <a:solidFill>
              <a:schemeClr val="bg1"/>
            </a:solidFill>
            <a:prstDash val="solid"/>
          </a:ln>
        </p:spPr>
        <p:txBody>
          <a:bodyPr/>
          <a:lstStyle/>
          <a:p>
            <a:endParaRPr lang="ja-JP" altLang="en-US"/>
          </a:p>
        </p:txBody>
      </p:sp>
      <p:sp>
        <p:nvSpPr>
          <p:cNvPr id="119" name="Shape 116"/>
          <p:cNvSpPr/>
          <p:nvPr/>
        </p:nvSpPr>
        <p:spPr>
          <a:xfrm>
            <a:off x="10204109" y="4937760"/>
            <a:ext cx="128016" cy="128016"/>
          </a:xfrm>
          <a:prstGeom prst="rect">
            <a:avLst/>
          </a:prstGeom>
          <a:solidFill>
            <a:schemeClr val="accent2">
              <a:alpha val="2000"/>
            </a:schemeClr>
          </a:solidFill>
          <a:ln w="6350">
            <a:solidFill>
              <a:schemeClr val="bg1"/>
            </a:solidFill>
            <a:prstDash val="solid"/>
          </a:ln>
        </p:spPr>
        <p:txBody>
          <a:bodyPr/>
          <a:lstStyle/>
          <a:p>
            <a:endParaRPr lang="ja-JP" altLang="en-US"/>
          </a:p>
        </p:txBody>
      </p:sp>
      <p:sp>
        <p:nvSpPr>
          <p:cNvPr id="120" name="Shape 117"/>
          <p:cNvSpPr/>
          <p:nvPr/>
        </p:nvSpPr>
        <p:spPr>
          <a:xfrm>
            <a:off x="10341269" y="493776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21" name="Shape 118"/>
          <p:cNvSpPr/>
          <p:nvPr/>
        </p:nvSpPr>
        <p:spPr>
          <a:xfrm>
            <a:off x="9381149" y="507492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22" name="Shape 119"/>
          <p:cNvSpPr/>
          <p:nvPr/>
        </p:nvSpPr>
        <p:spPr>
          <a:xfrm>
            <a:off x="9518309" y="5074920"/>
            <a:ext cx="128016" cy="128016"/>
          </a:xfrm>
          <a:prstGeom prst="rect">
            <a:avLst/>
          </a:prstGeom>
          <a:solidFill>
            <a:schemeClr val="accent2">
              <a:alpha val="13000"/>
            </a:schemeClr>
          </a:solidFill>
          <a:ln w="6350">
            <a:solidFill>
              <a:schemeClr val="bg1"/>
            </a:solidFill>
            <a:prstDash val="solid"/>
          </a:ln>
        </p:spPr>
        <p:txBody>
          <a:bodyPr/>
          <a:lstStyle/>
          <a:p>
            <a:endParaRPr lang="ja-JP" altLang="en-US"/>
          </a:p>
        </p:txBody>
      </p:sp>
      <p:sp>
        <p:nvSpPr>
          <p:cNvPr id="123" name="Shape 120"/>
          <p:cNvSpPr/>
          <p:nvPr/>
        </p:nvSpPr>
        <p:spPr>
          <a:xfrm>
            <a:off x="9655469" y="5074920"/>
            <a:ext cx="128016" cy="128016"/>
          </a:xfrm>
          <a:prstGeom prst="rect">
            <a:avLst/>
          </a:prstGeom>
          <a:solidFill>
            <a:schemeClr val="accent2">
              <a:alpha val="30000"/>
            </a:schemeClr>
          </a:solidFill>
          <a:ln w="6350">
            <a:solidFill>
              <a:schemeClr val="bg1"/>
            </a:solidFill>
            <a:prstDash val="solid"/>
          </a:ln>
        </p:spPr>
        <p:txBody>
          <a:bodyPr/>
          <a:lstStyle/>
          <a:p>
            <a:endParaRPr lang="ja-JP" altLang="en-US"/>
          </a:p>
        </p:txBody>
      </p:sp>
      <p:sp>
        <p:nvSpPr>
          <p:cNvPr id="124" name="Shape 121"/>
          <p:cNvSpPr/>
          <p:nvPr/>
        </p:nvSpPr>
        <p:spPr>
          <a:xfrm>
            <a:off x="9792629" y="5074920"/>
            <a:ext cx="128016" cy="128016"/>
          </a:xfrm>
          <a:prstGeom prst="rect">
            <a:avLst/>
          </a:prstGeom>
          <a:solidFill>
            <a:schemeClr val="accent2">
              <a:alpha val="30000"/>
            </a:schemeClr>
          </a:solidFill>
          <a:ln w="6350">
            <a:solidFill>
              <a:schemeClr val="bg1"/>
            </a:solidFill>
            <a:prstDash val="solid"/>
          </a:ln>
        </p:spPr>
        <p:txBody>
          <a:bodyPr/>
          <a:lstStyle/>
          <a:p>
            <a:endParaRPr lang="ja-JP" altLang="en-US"/>
          </a:p>
        </p:txBody>
      </p:sp>
      <p:sp>
        <p:nvSpPr>
          <p:cNvPr id="125" name="Shape 122"/>
          <p:cNvSpPr/>
          <p:nvPr/>
        </p:nvSpPr>
        <p:spPr>
          <a:xfrm>
            <a:off x="9929789" y="5074920"/>
            <a:ext cx="128016" cy="128016"/>
          </a:xfrm>
          <a:prstGeom prst="rect">
            <a:avLst/>
          </a:prstGeom>
          <a:solidFill>
            <a:schemeClr val="accent2"/>
          </a:solidFill>
          <a:ln w="6350">
            <a:solidFill>
              <a:schemeClr val="bg1"/>
            </a:solidFill>
            <a:prstDash val="solid"/>
          </a:ln>
        </p:spPr>
        <p:txBody>
          <a:bodyPr/>
          <a:lstStyle/>
          <a:p>
            <a:endParaRPr lang="ja-JP" altLang="en-US"/>
          </a:p>
        </p:txBody>
      </p:sp>
      <p:sp>
        <p:nvSpPr>
          <p:cNvPr id="126" name="Shape 123"/>
          <p:cNvSpPr/>
          <p:nvPr/>
        </p:nvSpPr>
        <p:spPr>
          <a:xfrm>
            <a:off x="10066949" y="5074920"/>
            <a:ext cx="128016" cy="128016"/>
          </a:xfrm>
          <a:prstGeom prst="rect">
            <a:avLst/>
          </a:prstGeom>
          <a:solidFill>
            <a:schemeClr val="accent2"/>
          </a:solidFill>
          <a:ln w="6350">
            <a:solidFill>
              <a:schemeClr val="bg1"/>
            </a:solidFill>
            <a:prstDash val="solid"/>
          </a:ln>
        </p:spPr>
        <p:txBody>
          <a:bodyPr/>
          <a:lstStyle/>
          <a:p>
            <a:endParaRPr lang="ja-JP" altLang="en-US"/>
          </a:p>
        </p:txBody>
      </p:sp>
      <p:sp>
        <p:nvSpPr>
          <p:cNvPr id="127" name="Shape 124"/>
          <p:cNvSpPr/>
          <p:nvPr/>
        </p:nvSpPr>
        <p:spPr>
          <a:xfrm>
            <a:off x="10204109" y="5074920"/>
            <a:ext cx="128016" cy="128016"/>
          </a:xfrm>
          <a:prstGeom prst="rect">
            <a:avLst/>
          </a:prstGeom>
          <a:solidFill>
            <a:schemeClr val="accent2">
              <a:alpha val="37000"/>
            </a:schemeClr>
          </a:solidFill>
          <a:ln w="6350">
            <a:solidFill>
              <a:schemeClr val="bg1"/>
            </a:solidFill>
            <a:prstDash val="solid"/>
          </a:ln>
        </p:spPr>
        <p:txBody>
          <a:bodyPr/>
          <a:lstStyle/>
          <a:p>
            <a:endParaRPr lang="ja-JP" altLang="en-US"/>
          </a:p>
        </p:txBody>
      </p:sp>
      <p:sp>
        <p:nvSpPr>
          <p:cNvPr id="128" name="Shape 125"/>
          <p:cNvSpPr/>
          <p:nvPr/>
        </p:nvSpPr>
        <p:spPr>
          <a:xfrm>
            <a:off x="10341269" y="507492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29" name="Shape 126"/>
          <p:cNvSpPr/>
          <p:nvPr/>
        </p:nvSpPr>
        <p:spPr>
          <a:xfrm>
            <a:off x="9381149" y="521208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30" name="Shape 127"/>
          <p:cNvSpPr/>
          <p:nvPr/>
        </p:nvSpPr>
        <p:spPr>
          <a:xfrm>
            <a:off x="9518309" y="5212080"/>
            <a:ext cx="128016" cy="128016"/>
          </a:xfrm>
          <a:prstGeom prst="rect">
            <a:avLst/>
          </a:prstGeom>
          <a:solidFill>
            <a:schemeClr val="accent2">
              <a:alpha val="2000"/>
            </a:schemeClr>
          </a:solidFill>
          <a:ln w="6350">
            <a:solidFill>
              <a:schemeClr val="bg1"/>
            </a:solidFill>
            <a:prstDash val="solid"/>
          </a:ln>
        </p:spPr>
        <p:txBody>
          <a:bodyPr/>
          <a:lstStyle/>
          <a:p>
            <a:endParaRPr lang="ja-JP" altLang="en-US"/>
          </a:p>
        </p:txBody>
      </p:sp>
      <p:sp>
        <p:nvSpPr>
          <p:cNvPr id="131" name="Shape 128"/>
          <p:cNvSpPr/>
          <p:nvPr/>
        </p:nvSpPr>
        <p:spPr>
          <a:xfrm>
            <a:off x="9655469" y="5212080"/>
            <a:ext cx="128016" cy="128016"/>
          </a:xfrm>
          <a:prstGeom prst="rect">
            <a:avLst/>
          </a:prstGeom>
          <a:solidFill>
            <a:schemeClr val="accent2">
              <a:alpha val="30000"/>
            </a:schemeClr>
          </a:solidFill>
          <a:ln w="6350">
            <a:solidFill>
              <a:schemeClr val="bg1"/>
            </a:solidFill>
            <a:prstDash val="solid"/>
          </a:ln>
        </p:spPr>
        <p:txBody>
          <a:bodyPr/>
          <a:lstStyle/>
          <a:p>
            <a:endParaRPr lang="ja-JP" altLang="en-US"/>
          </a:p>
        </p:txBody>
      </p:sp>
      <p:sp>
        <p:nvSpPr>
          <p:cNvPr id="132" name="Shape 129"/>
          <p:cNvSpPr/>
          <p:nvPr/>
        </p:nvSpPr>
        <p:spPr>
          <a:xfrm>
            <a:off x="9792629" y="5212080"/>
            <a:ext cx="128016" cy="128016"/>
          </a:xfrm>
          <a:prstGeom prst="rect">
            <a:avLst/>
          </a:prstGeom>
          <a:solidFill>
            <a:schemeClr val="accent2">
              <a:alpha val="26000"/>
            </a:schemeClr>
          </a:solidFill>
          <a:ln w="6350">
            <a:solidFill>
              <a:schemeClr val="bg1"/>
            </a:solidFill>
            <a:prstDash val="solid"/>
          </a:ln>
        </p:spPr>
        <p:txBody>
          <a:bodyPr/>
          <a:lstStyle/>
          <a:p>
            <a:endParaRPr lang="ja-JP" altLang="en-US"/>
          </a:p>
        </p:txBody>
      </p:sp>
      <p:sp>
        <p:nvSpPr>
          <p:cNvPr id="133" name="Shape 130"/>
          <p:cNvSpPr/>
          <p:nvPr/>
        </p:nvSpPr>
        <p:spPr>
          <a:xfrm>
            <a:off x="9929789" y="5212080"/>
            <a:ext cx="128016" cy="128016"/>
          </a:xfrm>
          <a:prstGeom prst="rect">
            <a:avLst/>
          </a:prstGeom>
          <a:solidFill>
            <a:schemeClr val="accent2">
              <a:alpha val="25000"/>
            </a:schemeClr>
          </a:solidFill>
          <a:ln w="6350">
            <a:solidFill>
              <a:schemeClr val="bg1"/>
            </a:solidFill>
            <a:prstDash val="solid"/>
          </a:ln>
        </p:spPr>
        <p:txBody>
          <a:bodyPr/>
          <a:lstStyle/>
          <a:p>
            <a:endParaRPr lang="ja-JP" altLang="en-US"/>
          </a:p>
        </p:txBody>
      </p:sp>
      <p:sp>
        <p:nvSpPr>
          <p:cNvPr id="134" name="Shape 131"/>
          <p:cNvSpPr/>
          <p:nvPr/>
        </p:nvSpPr>
        <p:spPr>
          <a:xfrm>
            <a:off x="10066949" y="5212080"/>
            <a:ext cx="128016" cy="128016"/>
          </a:xfrm>
          <a:prstGeom prst="rect">
            <a:avLst/>
          </a:prstGeom>
          <a:solidFill>
            <a:schemeClr val="accent2"/>
          </a:solidFill>
          <a:ln w="6350">
            <a:solidFill>
              <a:schemeClr val="bg1"/>
            </a:solidFill>
            <a:prstDash val="solid"/>
          </a:ln>
        </p:spPr>
        <p:txBody>
          <a:bodyPr/>
          <a:lstStyle/>
          <a:p>
            <a:endParaRPr lang="ja-JP" altLang="en-US"/>
          </a:p>
        </p:txBody>
      </p:sp>
      <p:sp>
        <p:nvSpPr>
          <p:cNvPr id="135" name="Shape 132"/>
          <p:cNvSpPr/>
          <p:nvPr/>
        </p:nvSpPr>
        <p:spPr>
          <a:xfrm>
            <a:off x="10204109" y="5212080"/>
            <a:ext cx="128016" cy="128016"/>
          </a:xfrm>
          <a:prstGeom prst="rect">
            <a:avLst/>
          </a:prstGeom>
          <a:solidFill>
            <a:schemeClr val="accent2">
              <a:alpha val="50000"/>
            </a:schemeClr>
          </a:solidFill>
          <a:ln w="6350">
            <a:solidFill>
              <a:schemeClr val="bg1"/>
            </a:solidFill>
            <a:prstDash val="solid"/>
          </a:ln>
        </p:spPr>
        <p:txBody>
          <a:bodyPr/>
          <a:lstStyle/>
          <a:p>
            <a:endParaRPr lang="ja-JP" altLang="en-US"/>
          </a:p>
        </p:txBody>
      </p:sp>
      <p:sp>
        <p:nvSpPr>
          <p:cNvPr id="136" name="Shape 133"/>
          <p:cNvSpPr/>
          <p:nvPr/>
        </p:nvSpPr>
        <p:spPr>
          <a:xfrm>
            <a:off x="10341269" y="521208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37" name="Shape 134"/>
          <p:cNvSpPr/>
          <p:nvPr/>
        </p:nvSpPr>
        <p:spPr>
          <a:xfrm>
            <a:off x="9381149" y="534924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38" name="Shape 135"/>
          <p:cNvSpPr/>
          <p:nvPr/>
        </p:nvSpPr>
        <p:spPr>
          <a:xfrm>
            <a:off x="9518309" y="534924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39" name="Shape 136"/>
          <p:cNvSpPr/>
          <p:nvPr/>
        </p:nvSpPr>
        <p:spPr>
          <a:xfrm>
            <a:off x="9655469" y="5349240"/>
            <a:ext cx="128016" cy="128016"/>
          </a:xfrm>
          <a:prstGeom prst="rect">
            <a:avLst/>
          </a:prstGeom>
          <a:solidFill>
            <a:schemeClr val="accent2">
              <a:alpha val="22000"/>
            </a:schemeClr>
          </a:solidFill>
          <a:ln w="6350">
            <a:solidFill>
              <a:schemeClr val="bg1"/>
            </a:solidFill>
            <a:prstDash val="solid"/>
          </a:ln>
        </p:spPr>
        <p:txBody>
          <a:bodyPr/>
          <a:lstStyle/>
          <a:p>
            <a:endParaRPr lang="ja-JP" altLang="en-US"/>
          </a:p>
        </p:txBody>
      </p:sp>
      <p:sp>
        <p:nvSpPr>
          <p:cNvPr id="140" name="Shape 137"/>
          <p:cNvSpPr/>
          <p:nvPr/>
        </p:nvSpPr>
        <p:spPr>
          <a:xfrm>
            <a:off x="9792629" y="5349240"/>
            <a:ext cx="128016" cy="128016"/>
          </a:xfrm>
          <a:prstGeom prst="rect">
            <a:avLst/>
          </a:prstGeom>
          <a:solidFill>
            <a:schemeClr val="accent2">
              <a:alpha val="30000"/>
            </a:schemeClr>
          </a:solidFill>
          <a:ln w="6350">
            <a:solidFill>
              <a:schemeClr val="bg1"/>
            </a:solidFill>
            <a:prstDash val="solid"/>
          </a:ln>
        </p:spPr>
        <p:txBody>
          <a:bodyPr/>
          <a:lstStyle/>
          <a:p>
            <a:endParaRPr lang="ja-JP" altLang="en-US"/>
          </a:p>
        </p:txBody>
      </p:sp>
      <p:sp>
        <p:nvSpPr>
          <p:cNvPr id="141" name="Shape 138"/>
          <p:cNvSpPr/>
          <p:nvPr/>
        </p:nvSpPr>
        <p:spPr>
          <a:xfrm>
            <a:off x="9929789" y="5349240"/>
            <a:ext cx="128016" cy="128016"/>
          </a:xfrm>
          <a:prstGeom prst="rect">
            <a:avLst/>
          </a:prstGeom>
          <a:solidFill>
            <a:schemeClr val="accent2">
              <a:alpha val="81000"/>
            </a:schemeClr>
          </a:solidFill>
          <a:ln w="6350">
            <a:solidFill>
              <a:schemeClr val="bg1"/>
            </a:solidFill>
            <a:prstDash val="solid"/>
          </a:ln>
        </p:spPr>
        <p:txBody>
          <a:bodyPr/>
          <a:lstStyle/>
          <a:p>
            <a:endParaRPr lang="ja-JP" altLang="en-US"/>
          </a:p>
        </p:txBody>
      </p:sp>
      <p:sp>
        <p:nvSpPr>
          <p:cNvPr id="142" name="Shape 139"/>
          <p:cNvSpPr/>
          <p:nvPr/>
        </p:nvSpPr>
        <p:spPr>
          <a:xfrm>
            <a:off x="10066949" y="5349240"/>
            <a:ext cx="128016" cy="128016"/>
          </a:xfrm>
          <a:prstGeom prst="rect">
            <a:avLst/>
          </a:prstGeom>
          <a:solidFill>
            <a:schemeClr val="accent2"/>
          </a:solidFill>
          <a:ln w="6350">
            <a:solidFill>
              <a:schemeClr val="bg1"/>
            </a:solidFill>
            <a:prstDash val="solid"/>
          </a:ln>
        </p:spPr>
        <p:txBody>
          <a:bodyPr/>
          <a:lstStyle/>
          <a:p>
            <a:endParaRPr lang="ja-JP" altLang="en-US"/>
          </a:p>
        </p:txBody>
      </p:sp>
      <p:sp>
        <p:nvSpPr>
          <p:cNvPr id="143" name="Shape 140"/>
          <p:cNvSpPr/>
          <p:nvPr/>
        </p:nvSpPr>
        <p:spPr>
          <a:xfrm>
            <a:off x="10204109" y="5349240"/>
            <a:ext cx="128016" cy="128016"/>
          </a:xfrm>
          <a:prstGeom prst="rect">
            <a:avLst/>
          </a:prstGeom>
          <a:solidFill>
            <a:schemeClr val="accent2">
              <a:alpha val="4000"/>
            </a:schemeClr>
          </a:solidFill>
          <a:ln w="6350">
            <a:solidFill>
              <a:schemeClr val="bg1"/>
            </a:solidFill>
            <a:prstDash val="solid"/>
          </a:ln>
        </p:spPr>
        <p:txBody>
          <a:bodyPr/>
          <a:lstStyle/>
          <a:p>
            <a:endParaRPr lang="ja-JP" altLang="en-US"/>
          </a:p>
        </p:txBody>
      </p:sp>
      <p:sp>
        <p:nvSpPr>
          <p:cNvPr id="144" name="Shape 141"/>
          <p:cNvSpPr/>
          <p:nvPr/>
        </p:nvSpPr>
        <p:spPr>
          <a:xfrm>
            <a:off x="10341269" y="534924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45" name="Shape 142"/>
          <p:cNvSpPr/>
          <p:nvPr/>
        </p:nvSpPr>
        <p:spPr>
          <a:xfrm>
            <a:off x="9381149" y="548640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46" name="Shape 143"/>
          <p:cNvSpPr/>
          <p:nvPr/>
        </p:nvSpPr>
        <p:spPr>
          <a:xfrm>
            <a:off x="9518309" y="548640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47" name="Shape 144"/>
          <p:cNvSpPr/>
          <p:nvPr/>
        </p:nvSpPr>
        <p:spPr>
          <a:xfrm>
            <a:off x="9655469" y="5486400"/>
            <a:ext cx="128016" cy="128016"/>
          </a:xfrm>
          <a:prstGeom prst="rect">
            <a:avLst/>
          </a:prstGeom>
          <a:solidFill>
            <a:schemeClr val="accent2">
              <a:alpha val="4000"/>
            </a:schemeClr>
          </a:solidFill>
          <a:ln w="6350">
            <a:solidFill>
              <a:schemeClr val="bg1"/>
            </a:solidFill>
            <a:prstDash val="solid"/>
          </a:ln>
        </p:spPr>
        <p:txBody>
          <a:bodyPr/>
          <a:lstStyle/>
          <a:p>
            <a:endParaRPr lang="ja-JP" altLang="en-US"/>
          </a:p>
        </p:txBody>
      </p:sp>
      <p:sp>
        <p:nvSpPr>
          <p:cNvPr id="148" name="Shape 145"/>
          <p:cNvSpPr/>
          <p:nvPr/>
        </p:nvSpPr>
        <p:spPr>
          <a:xfrm>
            <a:off x="9792629" y="5486400"/>
            <a:ext cx="128016" cy="128016"/>
          </a:xfrm>
          <a:prstGeom prst="rect">
            <a:avLst/>
          </a:prstGeom>
          <a:solidFill>
            <a:schemeClr val="accent2">
              <a:alpha val="19000"/>
            </a:schemeClr>
          </a:solidFill>
          <a:ln w="6350">
            <a:solidFill>
              <a:schemeClr val="bg1"/>
            </a:solidFill>
            <a:prstDash val="solid"/>
          </a:ln>
        </p:spPr>
        <p:txBody>
          <a:bodyPr/>
          <a:lstStyle/>
          <a:p>
            <a:endParaRPr lang="ja-JP" altLang="en-US"/>
          </a:p>
        </p:txBody>
      </p:sp>
      <p:sp>
        <p:nvSpPr>
          <p:cNvPr id="149" name="Shape 146"/>
          <p:cNvSpPr/>
          <p:nvPr/>
        </p:nvSpPr>
        <p:spPr>
          <a:xfrm>
            <a:off x="9929789" y="5486400"/>
            <a:ext cx="128016" cy="128016"/>
          </a:xfrm>
          <a:prstGeom prst="rect">
            <a:avLst/>
          </a:prstGeom>
          <a:solidFill>
            <a:schemeClr val="accent2"/>
          </a:solidFill>
          <a:ln w="6350">
            <a:solidFill>
              <a:schemeClr val="bg1"/>
            </a:solidFill>
            <a:prstDash val="solid"/>
          </a:ln>
        </p:spPr>
        <p:txBody>
          <a:bodyPr/>
          <a:lstStyle/>
          <a:p>
            <a:endParaRPr lang="ja-JP" altLang="en-US"/>
          </a:p>
        </p:txBody>
      </p:sp>
      <p:sp>
        <p:nvSpPr>
          <p:cNvPr id="150" name="Shape 147"/>
          <p:cNvSpPr/>
          <p:nvPr/>
        </p:nvSpPr>
        <p:spPr>
          <a:xfrm>
            <a:off x="10066949" y="5486400"/>
            <a:ext cx="128016" cy="128016"/>
          </a:xfrm>
          <a:prstGeom prst="rect">
            <a:avLst/>
          </a:prstGeom>
          <a:solidFill>
            <a:schemeClr val="accent2">
              <a:alpha val="44000"/>
            </a:schemeClr>
          </a:solidFill>
          <a:ln w="6350">
            <a:solidFill>
              <a:schemeClr val="bg1"/>
            </a:solidFill>
            <a:prstDash val="solid"/>
          </a:ln>
        </p:spPr>
        <p:txBody>
          <a:bodyPr/>
          <a:lstStyle/>
          <a:p>
            <a:endParaRPr lang="ja-JP" altLang="en-US"/>
          </a:p>
        </p:txBody>
      </p:sp>
      <p:sp>
        <p:nvSpPr>
          <p:cNvPr id="151" name="Shape 148"/>
          <p:cNvSpPr/>
          <p:nvPr/>
        </p:nvSpPr>
        <p:spPr>
          <a:xfrm>
            <a:off x="10204109" y="548640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52" name="Shape 149"/>
          <p:cNvSpPr/>
          <p:nvPr/>
        </p:nvSpPr>
        <p:spPr>
          <a:xfrm>
            <a:off x="10341269" y="548640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53" name="Text 150"/>
          <p:cNvSpPr txBox="1"/>
          <p:nvPr/>
        </p:nvSpPr>
        <p:spPr>
          <a:xfrm>
            <a:off x="9289709" y="5669280"/>
            <a:ext cx="1280160" cy="274320"/>
          </a:xfrm>
          <a:prstGeom prst="rect">
            <a:avLst/>
          </a:prstGeom>
          <a:noFill/>
          <a:ln/>
        </p:spPr>
        <p:txBody>
          <a:bodyPr wrap="square" lIns="0" tIns="0" rIns="0" bIns="0" rtlCol="0" anchor="t"/>
          <a:lstStyle/>
          <a:p>
            <a:pPr marL="0" indent="0" algn="ctr">
              <a:buNone/>
            </a:pPr>
            <a:r>
              <a:rPr lang="en-US" sz="1200" dirty="0">
                <a:solidFill>
                  <a:schemeClr val="tx2"/>
                </a:solidFill>
              </a:rPr>
              <a:t>0のマップ</a:t>
            </a:r>
            <a:endParaRPr lang="en-US" sz="1200" dirty="0"/>
          </a:p>
        </p:txBody>
      </p:sp>
      <p:graphicFrame>
        <p:nvGraphicFramePr>
          <p:cNvPr id="155" name="Chart 0">
            <a:extLst>
              <a:ext uri="{FF2B5EF4-FFF2-40B4-BE49-F238E27FC236}">
                <a16:creationId xmlns:a16="http://schemas.microsoft.com/office/drawing/2014/main" id="{FDC15218-2FD6-B821-330B-3CA79754680E}"/>
              </a:ext>
            </a:extLst>
          </p:cNvPr>
          <p:cNvGraphicFramePr/>
          <p:nvPr>
            <p:extLst>
              <p:ext uri="{D42A27DB-BD31-4B8C-83A1-F6EECF244321}">
                <p14:modId xmlns:p14="http://schemas.microsoft.com/office/powerpoint/2010/main" val="1025046532"/>
              </p:ext>
            </p:extLst>
          </p:nvPr>
        </p:nvGraphicFramePr>
        <p:xfrm>
          <a:off x="1551530" y="1952245"/>
          <a:ext cx="3343459" cy="1581912"/>
        </p:xfrm>
        <a:graphic>
          <a:graphicData uri="http://schemas.openxmlformats.org/drawingml/2006/chart">
            <c:chart xmlns:c="http://schemas.openxmlformats.org/drawingml/2006/chart" xmlns:r="http://schemas.openxmlformats.org/officeDocument/2006/relationships" r:id="rId3"/>
          </a:graphicData>
        </a:graphic>
      </p:graphicFrame>
      <p:grpSp>
        <p:nvGrpSpPr>
          <p:cNvPr id="156" name="グループ化 155">
            <a:extLst>
              <a:ext uri="{FF2B5EF4-FFF2-40B4-BE49-F238E27FC236}">
                <a16:creationId xmlns:a16="http://schemas.microsoft.com/office/drawing/2014/main" id="{3B390D40-666A-7278-11AF-3D58FEAB2377}"/>
              </a:ext>
            </a:extLst>
          </p:cNvPr>
          <p:cNvGrpSpPr/>
          <p:nvPr/>
        </p:nvGrpSpPr>
        <p:grpSpPr>
          <a:xfrm>
            <a:off x="8285028" y="1998528"/>
            <a:ext cx="1306463" cy="1306463"/>
            <a:chOff x="3688324" y="3016341"/>
            <a:chExt cx="3803904" cy="3803904"/>
          </a:xfrm>
        </p:grpSpPr>
        <p:sp>
          <p:nvSpPr>
            <p:cNvPr id="157" name="Shape 11">
              <a:extLst>
                <a:ext uri="{FF2B5EF4-FFF2-40B4-BE49-F238E27FC236}">
                  <a16:creationId xmlns:a16="http://schemas.microsoft.com/office/drawing/2014/main" id="{B34B1BD7-2582-2D3D-B2C4-96CD9271C669}"/>
                </a:ext>
              </a:extLst>
            </p:cNvPr>
            <p:cNvSpPr/>
            <p:nvPr/>
          </p:nvSpPr>
          <p:spPr>
            <a:xfrm>
              <a:off x="3688324" y="3016341"/>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58" name="Shape 12">
              <a:extLst>
                <a:ext uri="{FF2B5EF4-FFF2-40B4-BE49-F238E27FC236}">
                  <a16:creationId xmlns:a16="http://schemas.microsoft.com/office/drawing/2014/main" id="{BB2E47B7-BA5D-EB0B-5CF0-FCB53CA57D2F}"/>
                </a:ext>
              </a:extLst>
            </p:cNvPr>
            <p:cNvSpPr/>
            <p:nvPr/>
          </p:nvSpPr>
          <p:spPr>
            <a:xfrm>
              <a:off x="4163812" y="3016341"/>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59" name="Shape 13">
              <a:extLst>
                <a:ext uri="{FF2B5EF4-FFF2-40B4-BE49-F238E27FC236}">
                  <a16:creationId xmlns:a16="http://schemas.microsoft.com/office/drawing/2014/main" id="{F8DA3228-12CF-6C9E-7A0A-11187C3A1F79}"/>
                </a:ext>
              </a:extLst>
            </p:cNvPr>
            <p:cNvSpPr/>
            <p:nvPr/>
          </p:nvSpPr>
          <p:spPr>
            <a:xfrm>
              <a:off x="4639300" y="3016341"/>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60" name="Shape 14">
              <a:extLst>
                <a:ext uri="{FF2B5EF4-FFF2-40B4-BE49-F238E27FC236}">
                  <a16:creationId xmlns:a16="http://schemas.microsoft.com/office/drawing/2014/main" id="{738E9C81-F926-E6BA-7A20-F41439CBC40B}"/>
                </a:ext>
              </a:extLst>
            </p:cNvPr>
            <p:cNvSpPr/>
            <p:nvPr/>
          </p:nvSpPr>
          <p:spPr>
            <a:xfrm>
              <a:off x="4724888" y="3101929"/>
              <a:ext cx="304312" cy="304312"/>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161" name="Shape 15">
              <a:extLst>
                <a:ext uri="{FF2B5EF4-FFF2-40B4-BE49-F238E27FC236}">
                  <a16:creationId xmlns:a16="http://schemas.microsoft.com/office/drawing/2014/main" id="{903851DF-2157-E19A-0D71-ABD7F2A97FCD}"/>
                </a:ext>
              </a:extLst>
            </p:cNvPr>
            <p:cNvSpPr/>
            <p:nvPr/>
          </p:nvSpPr>
          <p:spPr>
            <a:xfrm>
              <a:off x="5114788" y="3016341"/>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62" name="Shape 16">
              <a:extLst>
                <a:ext uri="{FF2B5EF4-FFF2-40B4-BE49-F238E27FC236}">
                  <a16:creationId xmlns:a16="http://schemas.microsoft.com/office/drawing/2014/main" id="{1440EF8B-5647-BDD3-B20D-8091DE954045}"/>
                </a:ext>
              </a:extLst>
            </p:cNvPr>
            <p:cNvSpPr/>
            <p:nvPr/>
          </p:nvSpPr>
          <p:spPr>
            <a:xfrm>
              <a:off x="5200376" y="3101929"/>
              <a:ext cx="304312" cy="304312"/>
            </a:xfrm>
            <a:prstGeom prst="rect">
              <a:avLst/>
            </a:prstGeom>
            <a:solidFill>
              <a:schemeClr val="tx1">
                <a:alpha val="69000"/>
              </a:schemeClr>
            </a:solidFill>
            <a:ln w="12700">
              <a:solidFill>
                <a:schemeClr val="tx1">
                  <a:alpha val="0"/>
                </a:schemeClr>
              </a:solidFill>
              <a:prstDash val="solid"/>
            </a:ln>
          </p:spPr>
          <p:txBody>
            <a:bodyPr/>
            <a:lstStyle/>
            <a:p>
              <a:endParaRPr lang="ja-JP" altLang="en-US"/>
            </a:p>
          </p:txBody>
        </p:sp>
        <p:sp>
          <p:nvSpPr>
            <p:cNvPr id="163" name="Shape 17">
              <a:extLst>
                <a:ext uri="{FF2B5EF4-FFF2-40B4-BE49-F238E27FC236}">
                  <a16:creationId xmlns:a16="http://schemas.microsoft.com/office/drawing/2014/main" id="{BA0CB392-6577-0612-7A2B-715996953AE5}"/>
                </a:ext>
              </a:extLst>
            </p:cNvPr>
            <p:cNvSpPr/>
            <p:nvPr/>
          </p:nvSpPr>
          <p:spPr>
            <a:xfrm>
              <a:off x="5590276" y="3016341"/>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64" name="Shape 18">
              <a:extLst>
                <a:ext uri="{FF2B5EF4-FFF2-40B4-BE49-F238E27FC236}">
                  <a16:creationId xmlns:a16="http://schemas.microsoft.com/office/drawing/2014/main" id="{687D209F-25B2-3503-EC6E-08755036BFDA}"/>
                </a:ext>
              </a:extLst>
            </p:cNvPr>
            <p:cNvSpPr/>
            <p:nvPr/>
          </p:nvSpPr>
          <p:spPr>
            <a:xfrm>
              <a:off x="5675864" y="3101929"/>
              <a:ext cx="304312" cy="304312"/>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165" name="Shape 19">
              <a:extLst>
                <a:ext uri="{FF2B5EF4-FFF2-40B4-BE49-F238E27FC236}">
                  <a16:creationId xmlns:a16="http://schemas.microsoft.com/office/drawing/2014/main" id="{4F2A829C-DAC6-9FB9-81C3-D42B87601A93}"/>
                </a:ext>
              </a:extLst>
            </p:cNvPr>
            <p:cNvSpPr/>
            <p:nvPr/>
          </p:nvSpPr>
          <p:spPr>
            <a:xfrm>
              <a:off x="6065764" y="3016341"/>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66" name="Shape 20">
              <a:extLst>
                <a:ext uri="{FF2B5EF4-FFF2-40B4-BE49-F238E27FC236}">
                  <a16:creationId xmlns:a16="http://schemas.microsoft.com/office/drawing/2014/main" id="{E0DEE162-CD26-AB62-E428-CA0507858CB6}"/>
                </a:ext>
              </a:extLst>
            </p:cNvPr>
            <p:cNvSpPr/>
            <p:nvPr/>
          </p:nvSpPr>
          <p:spPr>
            <a:xfrm>
              <a:off x="6151352" y="3101929"/>
              <a:ext cx="304312" cy="304312"/>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167" name="Shape 21">
              <a:extLst>
                <a:ext uri="{FF2B5EF4-FFF2-40B4-BE49-F238E27FC236}">
                  <a16:creationId xmlns:a16="http://schemas.microsoft.com/office/drawing/2014/main" id="{7D27D181-75EE-2631-7609-7B5E7314FD74}"/>
                </a:ext>
              </a:extLst>
            </p:cNvPr>
            <p:cNvSpPr/>
            <p:nvPr/>
          </p:nvSpPr>
          <p:spPr>
            <a:xfrm>
              <a:off x="6541252" y="3016341"/>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68" name="Shape 22">
              <a:extLst>
                <a:ext uri="{FF2B5EF4-FFF2-40B4-BE49-F238E27FC236}">
                  <a16:creationId xmlns:a16="http://schemas.microsoft.com/office/drawing/2014/main" id="{7F2ABDFB-AE59-1062-ADA8-4E5F81D6BE1E}"/>
                </a:ext>
              </a:extLst>
            </p:cNvPr>
            <p:cNvSpPr/>
            <p:nvPr/>
          </p:nvSpPr>
          <p:spPr>
            <a:xfrm>
              <a:off x="7016740" y="3016341"/>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69" name="Shape 23">
              <a:extLst>
                <a:ext uri="{FF2B5EF4-FFF2-40B4-BE49-F238E27FC236}">
                  <a16:creationId xmlns:a16="http://schemas.microsoft.com/office/drawing/2014/main" id="{68C67175-C361-7E54-2B47-FB06C0F58B5E}"/>
                </a:ext>
              </a:extLst>
            </p:cNvPr>
            <p:cNvSpPr/>
            <p:nvPr/>
          </p:nvSpPr>
          <p:spPr>
            <a:xfrm>
              <a:off x="3688324" y="3491829"/>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70" name="Shape 24">
              <a:extLst>
                <a:ext uri="{FF2B5EF4-FFF2-40B4-BE49-F238E27FC236}">
                  <a16:creationId xmlns:a16="http://schemas.microsoft.com/office/drawing/2014/main" id="{DDED7D4F-0B72-F369-26C2-33C85960A64C}"/>
                </a:ext>
              </a:extLst>
            </p:cNvPr>
            <p:cNvSpPr/>
            <p:nvPr/>
          </p:nvSpPr>
          <p:spPr>
            <a:xfrm>
              <a:off x="4163812" y="3491829"/>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71" name="Shape 25">
              <a:extLst>
                <a:ext uri="{FF2B5EF4-FFF2-40B4-BE49-F238E27FC236}">
                  <a16:creationId xmlns:a16="http://schemas.microsoft.com/office/drawing/2014/main" id="{CA914843-4A90-968C-6627-3505B57846C7}"/>
                </a:ext>
              </a:extLst>
            </p:cNvPr>
            <p:cNvSpPr/>
            <p:nvPr/>
          </p:nvSpPr>
          <p:spPr>
            <a:xfrm>
              <a:off x="4639300" y="3491829"/>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72" name="Shape 26">
              <a:extLst>
                <a:ext uri="{FF2B5EF4-FFF2-40B4-BE49-F238E27FC236}">
                  <a16:creationId xmlns:a16="http://schemas.microsoft.com/office/drawing/2014/main" id="{16A686FC-5B52-B040-104E-40AAE82E0BF6}"/>
                </a:ext>
              </a:extLst>
            </p:cNvPr>
            <p:cNvSpPr/>
            <p:nvPr/>
          </p:nvSpPr>
          <p:spPr>
            <a:xfrm>
              <a:off x="4724888" y="3577417"/>
              <a:ext cx="304312" cy="304312"/>
            </a:xfrm>
            <a:prstGeom prst="rect">
              <a:avLst/>
            </a:prstGeom>
            <a:solidFill>
              <a:schemeClr val="tx1">
                <a:alpha val="75000"/>
              </a:schemeClr>
            </a:solidFill>
            <a:ln w="12700">
              <a:solidFill>
                <a:schemeClr val="tx1">
                  <a:alpha val="0"/>
                </a:schemeClr>
              </a:solidFill>
              <a:prstDash val="solid"/>
            </a:ln>
          </p:spPr>
          <p:txBody>
            <a:bodyPr/>
            <a:lstStyle/>
            <a:p>
              <a:endParaRPr lang="ja-JP" altLang="en-US"/>
            </a:p>
          </p:txBody>
        </p:sp>
        <p:sp>
          <p:nvSpPr>
            <p:cNvPr id="173" name="Shape 27">
              <a:extLst>
                <a:ext uri="{FF2B5EF4-FFF2-40B4-BE49-F238E27FC236}">
                  <a16:creationId xmlns:a16="http://schemas.microsoft.com/office/drawing/2014/main" id="{ED202108-E84D-D31F-6BBF-1B47A4C3B913}"/>
                </a:ext>
              </a:extLst>
            </p:cNvPr>
            <p:cNvSpPr/>
            <p:nvPr/>
          </p:nvSpPr>
          <p:spPr>
            <a:xfrm>
              <a:off x="5114788" y="3491829"/>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74" name="Shape 28">
              <a:extLst>
                <a:ext uri="{FF2B5EF4-FFF2-40B4-BE49-F238E27FC236}">
                  <a16:creationId xmlns:a16="http://schemas.microsoft.com/office/drawing/2014/main" id="{73CD5EE8-D2B4-7FB1-8010-2B06E24C1A12}"/>
                </a:ext>
              </a:extLst>
            </p:cNvPr>
            <p:cNvSpPr/>
            <p:nvPr/>
          </p:nvSpPr>
          <p:spPr>
            <a:xfrm>
              <a:off x="5200376" y="3577417"/>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75" name="Shape 29">
              <a:extLst>
                <a:ext uri="{FF2B5EF4-FFF2-40B4-BE49-F238E27FC236}">
                  <a16:creationId xmlns:a16="http://schemas.microsoft.com/office/drawing/2014/main" id="{E6999F1B-AB21-CF27-9C38-B10C26AA9F2C}"/>
                </a:ext>
              </a:extLst>
            </p:cNvPr>
            <p:cNvSpPr/>
            <p:nvPr/>
          </p:nvSpPr>
          <p:spPr>
            <a:xfrm>
              <a:off x="5590276" y="3491829"/>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76" name="Shape 30">
              <a:extLst>
                <a:ext uri="{FF2B5EF4-FFF2-40B4-BE49-F238E27FC236}">
                  <a16:creationId xmlns:a16="http://schemas.microsoft.com/office/drawing/2014/main" id="{1EC55F77-5A9A-1995-883A-76C2EEBCA150}"/>
                </a:ext>
              </a:extLst>
            </p:cNvPr>
            <p:cNvSpPr/>
            <p:nvPr/>
          </p:nvSpPr>
          <p:spPr>
            <a:xfrm>
              <a:off x="5675864" y="3577417"/>
              <a:ext cx="304312" cy="304312"/>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177" name="Shape 31">
              <a:extLst>
                <a:ext uri="{FF2B5EF4-FFF2-40B4-BE49-F238E27FC236}">
                  <a16:creationId xmlns:a16="http://schemas.microsoft.com/office/drawing/2014/main" id="{654B34ED-9D8E-9C41-B33F-23FF2D1EAF38}"/>
                </a:ext>
              </a:extLst>
            </p:cNvPr>
            <p:cNvSpPr/>
            <p:nvPr/>
          </p:nvSpPr>
          <p:spPr>
            <a:xfrm>
              <a:off x="6065764" y="3491829"/>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78" name="Shape 32">
              <a:extLst>
                <a:ext uri="{FF2B5EF4-FFF2-40B4-BE49-F238E27FC236}">
                  <a16:creationId xmlns:a16="http://schemas.microsoft.com/office/drawing/2014/main" id="{6D4647D5-E1E2-5A56-21DE-9099C99C488A}"/>
                </a:ext>
              </a:extLst>
            </p:cNvPr>
            <p:cNvSpPr/>
            <p:nvPr/>
          </p:nvSpPr>
          <p:spPr>
            <a:xfrm>
              <a:off x="6151352" y="3577417"/>
              <a:ext cx="304312" cy="304312"/>
            </a:xfrm>
            <a:prstGeom prst="rect">
              <a:avLst/>
            </a:prstGeom>
            <a:solidFill>
              <a:schemeClr val="tx1">
                <a:alpha val="94000"/>
              </a:schemeClr>
            </a:solidFill>
            <a:ln w="12700">
              <a:solidFill>
                <a:schemeClr val="tx1">
                  <a:alpha val="0"/>
                </a:schemeClr>
              </a:solidFill>
              <a:prstDash val="solid"/>
            </a:ln>
          </p:spPr>
          <p:txBody>
            <a:bodyPr/>
            <a:lstStyle/>
            <a:p>
              <a:endParaRPr lang="ja-JP" altLang="en-US"/>
            </a:p>
          </p:txBody>
        </p:sp>
        <p:sp>
          <p:nvSpPr>
            <p:cNvPr id="179" name="Shape 33">
              <a:extLst>
                <a:ext uri="{FF2B5EF4-FFF2-40B4-BE49-F238E27FC236}">
                  <a16:creationId xmlns:a16="http://schemas.microsoft.com/office/drawing/2014/main" id="{1EE0D42B-5998-166F-75FB-8A9DEE6A69F6}"/>
                </a:ext>
              </a:extLst>
            </p:cNvPr>
            <p:cNvSpPr/>
            <p:nvPr/>
          </p:nvSpPr>
          <p:spPr>
            <a:xfrm>
              <a:off x="6541252" y="3491829"/>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80" name="Shape 34">
              <a:extLst>
                <a:ext uri="{FF2B5EF4-FFF2-40B4-BE49-F238E27FC236}">
                  <a16:creationId xmlns:a16="http://schemas.microsoft.com/office/drawing/2014/main" id="{AFF561B0-E384-C487-E777-33D5EF4A2D76}"/>
                </a:ext>
              </a:extLst>
            </p:cNvPr>
            <p:cNvSpPr/>
            <p:nvPr/>
          </p:nvSpPr>
          <p:spPr>
            <a:xfrm>
              <a:off x="7016740" y="3491829"/>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81" name="Shape 35">
              <a:extLst>
                <a:ext uri="{FF2B5EF4-FFF2-40B4-BE49-F238E27FC236}">
                  <a16:creationId xmlns:a16="http://schemas.microsoft.com/office/drawing/2014/main" id="{3AA15098-2BE7-24B3-995A-2A832979D3CC}"/>
                </a:ext>
              </a:extLst>
            </p:cNvPr>
            <p:cNvSpPr/>
            <p:nvPr/>
          </p:nvSpPr>
          <p:spPr>
            <a:xfrm>
              <a:off x="3688324" y="3967317"/>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82" name="Shape 36">
              <a:extLst>
                <a:ext uri="{FF2B5EF4-FFF2-40B4-BE49-F238E27FC236}">
                  <a16:creationId xmlns:a16="http://schemas.microsoft.com/office/drawing/2014/main" id="{70DEC68E-B45D-55BE-7454-3094B9565D25}"/>
                </a:ext>
              </a:extLst>
            </p:cNvPr>
            <p:cNvSpPr/>
            <p:nvPr/>
          </p:nvSpPr>
          <p:spPr>
            <a:xfrm>
              <a:off x="4163812" y="3967317"/>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83" name="Shape 37">
              <a:extLst>
                <a:ext uri="{FF2B5EF4-FFF2-40B4-BE49-F238E27FC236}">
                  <a16:creationId xmlns:a16="http://schemas.microsoft.com/office/drawing/2014/main" id="{DAD6CF34-8D89-B82E-2DE7-C33C78A8A5AE}"/>
                </a:ext>
              </a:extLst>
            </p:cNvPr>
            <p:cNvSpPr/>
            <p:nvPr/>
          </p:nvSpPr>
          <p:spPr>
            <a:xfrm>
              <a:off x="4639300" y="3967317"/>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84" name="Shape 38">
              <a:extLst>
                <a:ext uri="{FF2B5EF4-FFF2-40B4-BE49-F238E27FC236}">
                  <a16:creationId xmlns:a16="http://schemas.microsoft.com/office/drawing/2014/main" id="{05EB6AD4-A5FB-F199-B064-64495ACD30D3}"/>
                </a:ext>
              </a:extLst>
            </p:cNvPr>
            <p:cNvSpPr/>
            <p:nvPr/>
          </p:nvSpPr>
          <p:spPr>
            <a:xfrm>
              <a:off x="4724888" y="4052905"/>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85" name="Shape 39">
              <a:extLst>
                <a:ext uri="{FF2B5EF4-FFF2-40B4-BE49-F238E27FC236}">
                  <a16:creationId xmlns:a16="http://schemas.microsoft.com/office/drawing/2014/main" id="{5D3A26FE-3FDD-E2CB-FB92-454E0D01E98C}"/>
                </a:ext>
              </a:extLst>
            </p:cNvPr>
            <p:cNvSpPr/>
            <p:nvPr/>
          </p:nvSpPr>
          <p:spPr>
            <a:xfrm>
              <a:off x="5114788" y="3967317"/>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86" name="Shape 40">
              <a:extLst>
                <a:ext uri="{FF2B5EF4-FFF2-40B4-BE49-F238E27FC236}">
                  <a16:creationId xmlns:a16="http://schemas.microsoft.com/office/drawing/2014/main" id="{291FBB68-1DCA-68A9-DF97-576AD9949EAC}"/>
                </a:ext>
              </a:extLst>
            </p:cNvPr>
            <p:cNvSpPr/>
            <p:nvPr/>
          </p:nvSpPr>
          <p:spPr>
            <a:xfrm>
              <a:off x="5200376" y="4052905"/>
              <a:ext cx="304312" cy="304312"/>
            </a:xfrm>
            <a:prstGeom prst="rect">
              <a:avLst/>
            </a:prstGeom>
            <a:solidFill>
              <a:schemeClr val="tx1">
                <a:alpha val="56000"/>
              </a:schemeClr>
            </a:solidFill>
            <a:ln w="12700">
              <a:solidFill>
                <a:schemeClr val="tx1">
                  <a:alpha val="0"/>
                </a:schemeClr>
              </a:solidFill>
              <a:prstDash val="solid"/>
            </a:ln>
          </p:spPr>
          <p:txBody>
            <a:bodyPr/>
            <a:lstStyle/>
            <a:p>
              <a:endParaRPr lang="ja-JP" altLang="en-US"/>
            </a:p>
          </p:txBody>
        </p:sp>
        <p:sp>
          <p:nvSpPr>
            <p:cNvPr id="187" name="Shape 41">
              <a:extLst>
                <a:ext uri="{FF2B5EF4-FFF2-40B4-BE49-F238E27FC236}">
                  <a16:creationId xmlns:a16="http://schemas.microsoft.com/office/drawing/2014/main" id="{993941FE-6BAF-C49A-F439-E44B534D5B2D}"/>
                </a:ext>
              </a:extLst>
            </p:cNvPr>
            <p:cNvSpPr/>
            <p:nvPr/>
          </p:nvSpPr>
          <p:spPr>
            <a:xfrm>
              <a:off x="5590276" y="3967317"/>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88" name="Shape 42">
              <a:extLst>
                <a:ext uri="{FF2B5EF4-FFF2-40B4-BE49-F238E27FC236}">
                  <a16:creationId xmlns:a16="http://schemas.microsoft.com/office/drawing/2014/main" id="{0153275E-F31C-B721-C8B4-90E85D1944F3}"/>
                </a:ext>
              </a:extLst>
            </p:cNvPr>
            <p:cNvSpPr/>
            <p:nvPr/>
          </p:nvSpPr>
          <p:spPr>
            <a:xfrm>
              <a:off x="5675864" y="4052905"/>
              <a:ext cx="304312" cy="304312"/>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189" name="Shape 43">
              <a:extLst>
                <a:ext uri="{FF2B5EF4-FFF2-40B4-BE49-F238E27FC236}">
                  <a16:creationId xmlns:a16="http://schemas.microsoft.com/office/drawing/2014/main" id="{D5BF38E1-0F84-2FD3-F8CC-DCCF211871DB}"/>
                </a:ext>
              </a:extLst>
            </p:cNvPr>
            <p:cNvSpPr/>
            <p:nvPr/>
          </p:nvSpPr>
          <p:spPr>
            <a:xfrm>
              <a:off x="6065764" y="3967317"/>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90" name="Shape 44">
              <a:extLst>
                <a:ext uri="{FF2B5EF4-FFF2-40B4-BE49-F238E27FC236}">
                  <a16:creationId xmlns:a16="http://schemas.microsoft.com/office/drawing/2014/main" id="{4FA5F2B8-6E2C-5088-6220-51E4D31A5A9A}"/>
                </a:ext>
              </a:extLst>
            </p:cNvPr>
            <p:cNvSpPr/>
            <p:nvPr/>
          </p:nvSpPr>
          <p:spPr>
            <a:xfrm>
              <a:off x="6151352" y="4052905"/>
              <a:ext cx="304312" cy="304312"/>
            </a:xfrm>
            <a:prstGeom prst="rect">
              <a:avLst/>
            </a:prstGeom>
            <a:solidFill>
              <a:schemeClr val="tx1">
                <a:alpha val="19000"/>
              </a:schemeClr>
            </a:solidFill>
            <a:ln w="12700">
              <a:solidFill>
                <a:schemeClr val="tx1">
                  <a:alpha val="0"/>
                </a:schemeClr>
              </a:solidFill>
              <a:prstDash val="solid"/>
            </a:ln>
          </p:spPr>
          <p:txBody>
            <a:bodyPr/>
            <a:lstStyle/>
            <a:p>
              <a:endParaRPr lang="ja-JP" altLang="en-US"/>
            </a:p>
          </p:txBody>
        </p:sp>
        <p:sp>
          <p:nvSpPr>
            <p:cNvPr id="191" name="Shape 45">
              <a:extLst>
                <a:ext uri="{FF2B5EF4-FFF2-40B4-BE49-F238E27FC236}">
                  <a16:creationId xmlns:a16="http://schemas.microsoft.com/office/drawing/2014/main" id="{68939F43-B257-79A2-1505-BC65501AD601}"/>
                </a:ext>
              </a:extLst>
            </p:cNvPr>
            <p:cNvSpPr/>
            <p:nvPr/>
          </p:nvSpPr>
          <p:spPr>
            <a:xfrm>
              <a:off x="6541252" y="3967317"/>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92" name="Shape 46">
              <a:extLst>
                <a:ext uri="{FF2B5EF4-FFF2-40B4-BE49-F238E27FC236}">
                  <a16:creationId xmlns:a16="http://schemas.microsoft.com/office/drawing/2014/main" id="{1FBDA80F-1433-F1C2-B228-04DD46CFE7F6}"/>
                </a:ext>
              </a:extLst>
            </p:cNvPr>
            <p:cNvSpPr/>
            <p:nvPr/>
          </p:nvSpPr>
          <p:spPr>
            <a:xfrm>
              <a:off x="7016740" y="3967317"/>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93" name="Shape 47">
              <a:extLst>
                <a:ext uri="{FF2B5EF4-FFF2-40B4-BE49-F238E27FC236}">
                  <a16:creationId xmlns:a16="http://schemas.microsoft.com/office/drawing/2014/main" id="{B1668469-57B6-D218-AB12-0CAEA3CCAA4B}"/>
                </a:ext>
              </a:extLst>
            </p:cNvPr>
            <p:cNvSpPr/>
            <p:nvPr/>
          </p:nvSpPr>
          <p:spPr>
            <a:xfrm>
              <a:off x="3688324" y="4442805"/>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94" name="Shape 48">
              <a:extLst>
                <a:ext uri="{FF2B5EF4-FFF2-40B4-BE49-F238E27FC236}">
                  <a16:creationId xmlns:a16="http://schemas.microsoft.com/office/drawing/2014/main" id="{57C59E30-7B7D-F596-365D-5C0C10A8F38E}"/>
                </a:ext>
              </a:extLst>
            </p:cNvPr>
            <p:cNvSpPr/>
            <p:nvPr/>
          </p:nvSpPr>
          <p:spPr>
            <a:xfrm>
              <a:off x="4163812" y="4442805"/>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95" name="Shape 49">
              <a:extLst>
                <a:ext uri="{FF2B5EF4-FFF2-40B4-BE49-F238E27FC236}">
                  <a16:creationId xmlns:a16="http://schemas.microsoft.com/office/drawing/2014/main" id="{70F01BA2-9F44-0024-8131-142FF2D528D0}"/>
                </a:ext>
              </a:extLst>
            </p:cNvPr>
            <p:cNvSpPr/>
            <p:nvPr/>
          </p:nvSpPr>
          <p:spPr>
            <a:xfrm>
              <a:off x="4249400" y="4528393"/>
              <a:ext cx="304312" cy="304312"/>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196" name="Shape 50">
              <a:extLst>
                <a:ext uri="{FF2B5EF4-FFF2-40B4-BE49-F238E27FC236}">
                  <a16:creationId xmlns:a16="http://schemas.microsoft.com/office/drawing/2014/main" id="{9AB63941-327D-A82B-15DF-C9CD0F9717E4}"/>
                </a:ext>
              </a:extLst>
            </p:cNvPr>
            <p:cNvSpPr/>
            <p:nvPr/>
          </p:nvSpPr>
          <p:spPr>
            <a:xfrm>
              <a:off x="4639300" y="4442805"/>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97" name="Shape 51">
              <a:extLst>
                <a:ext uri="{FF2B5EF4-FFF2-40B4-BE49-F238E27FC236}">
                  <a16:creationId xmlns:a16="http://schemas.microsoft.com/office/drawing/2014/main" id="{EE68A138-9E09-2AA7-6F7A-6753BDF9243A}"/>
                </a:ext>
              </a:extLst>
            </p:cNvPr>
            <p:cNvSpPr/>
            <p:nvPr/>
          </p:nvSpPr>
          <p:spPr>
            <a:xfrm>
              <a:off x="4724888" y="4528393"/>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98" name="Shape 52">
              <a:extLst>
                <a:ext uri="{FF2B5EF4-FFF2-40B4-BE49-F238E27FC236}">
                  <a16:creationId xmlns:a16="http://schemas.microsoft.com/office/drawing/2014/main" id="{DFCBC226-1FE7-1476-ADC7-10D00490BF08}"/>
                </a:ext>
              </a:extLst>
            </p:cNvPr>
            <p:cNvSpPr/>
            <p:nvPr/>
          </p:nvSpPr>
          <p:spPr>
            <a:xfrm>
              <a:off x="5114788" y="4442805"/>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99" name="Shape 53">
              <a:extLst>
                <a:ext uri="{FF2B5EF4-FFF2-40B4-BE49-F238E27FC236}">
                  <a16:creationId xmlns:a16="http://schemas.microsoft.com/office/drawing/2014/main" id="{FE32CD8E-DFDD-5CA3-A80F-DDB10D28FF82}"/>
                </a:ext>
              </a:extLst>
            </p:cNvPr>
            <p:cNvSpPr/>
            <p:nvPr/>
          </p:nvSpPr>
          <p:spPr>
            <a:xfrm>
              <a:off x="5200376" y="4528393"/>
              <a:ext cx="304312" cy="304312"/>
            </a:xfrm>
            <a:prstGeom prst="rect">
              <a:avLst/>
            </a:prstGeom>
            <a:solidFill>
              <a:schemeClr val="tx1">
                <a:alpha val="37000"/>
              </a:schemeClr>
            </a:solidFill>
            <a:ln w="12700">
              <a:solidFill>
                <a:schemeClr val="tx1">
                  <a:alpha val="0"/>
                </a:schemeClr>
              </a:solidFill>
              <a:prstDash val="solid"/>
            </a:ln>
          </p:spPr>
          <p:txBody>
            <a:bodyPr/>
            <a:lstStyle/>
            <a:p>
              <a:endParaRPr lang="ja-JP" altLang="en-US"/>
            </a:p>
          </p:txBody>
        </p:sp>
        <p:sp>
          <p:nvSpPr>
            <p:cNvPr id="200" name="Shape 54">
              <a:extLst>
                <a:ext uri="{FF2B5EF4-FFF2-40B4-BE49-F238E27FC236}">
                  <a16:creationId xmlns:a16="http://schemas.microsoft.com/office/drawing/2014/main" id="{4DE70724-8833-D71E-7942-561EFC909A07}"/>
                </a:ext>
              </a:extLst>
            </p:cNvPr>
            <p:cNvSpPr/>
            <p:nvPr/>
          </p:nvSpPr>
          <p:spPr>
            <a:xfrm>
              <a:off x="5590276" y="4442805"/>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201" name="Shape 55">
              <a:extLst>
                <a:ext uri="{FF2B5EF4-FFF2-40B4-BE49-F238E27FC236}">
                  <a16:creationId xmlns:a16="http://schemas.microsoft.com/office/drawing/2014/main" id="{4C9F3EC9-D00C-1688-F7A5-185B015248AE}"/>
                </a:ext>
              </a:extLst>
            </p:cNvPr>
            <p:cNvSpPr/>
            <p:nvPr/>
          </p:nvSpPr>
          <p:spPr>
            <a:xfrm>
              <a:off x="5675864" y="4528393"/>
              <a:ext cx="304312" cy="304312"/>
            </a:xfrm>
            <a:prstGeom prst="rect">
              <a:avLst/>
            </a:prstGeom>
            <a:solidFill>
              <a:schemeClr val="tx1">
                <a:alpha val="87000"/>
              </a:schemeClr>
            </a:solidFill>
            <a:ln w="12700">
              <a:solidFill>
                <a:schemeClr val="tx1">
                  <a:alpha val="0"/>
                </a:schemeClr>
              </a:solidFill>
              <a:prstDash val="solid"/>
            </a:ln>
          </p:spPr>
          <p:txBody>
            <a:bodyPr/>
            <a:lstStyle/>
            <a:p>
              <a:endParaRPr lang="ja-JP" altLang="en-US"/>
            </a:p>
          </p:txBody>
        </p:sp>
        <p:sp>
          <p:nvSpPr>
            <p:cNvPr id="202" name="Shape 56">
              <a:extLst>
                <a:ext uri="{FF2B5EF4-FFF2-40B4-BE49-F238E27FC236}">
                  <a16:creationId xmlns:a16="http://schemas.microsoft.com/office/drawing/2014/main" id="{CB248D06-DF1E-7790-9633-E2BCFB388534}"/>
                </a:ext>
              </a:extLst>
            </p:cNvPr>
            <p:cNvSpPr/>
            <p:nvPr/>
          </p:nvSpPr>
          <p:spPr>
            <a:xfrm>
              <a:off x="6065764" y="4442805"/>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203" name="Shape 57">
              <a:extLst>
                <a:ext uri="{FF2B5EF4-FFF2-40B4-BE49-F238E27FC236}">
                  <a16:creationId xmlns:a16="http://schemas.microsoft.com/office/drawing/2014/main" id="{177BF622-7AAD-CFEA-7BAD-6B08C513205C}"/>
                </a:ext>
              </a:extLst>
            </p:cNvPr>
            <p:cNvSpPr/>
            <p:nvPr/>
          </p:nvSpPr>
          <p:spPr>
            <a:xfrm>
              <a:off x="6151352" y="4528393"/>
              <a:ext cx="304312" cy="304312"/>
            </a:xfrm>
            <a:prstGeom prst="rect">
              <a:avLst/>
            </a:prstGeom>
            <a:solidFill>
              <a:schemeClr val="tx1">
                <a:alpha val="56000"/>
              </a:schemeClr>
            </a:solidFill>
            <a:ln w="12700">
              <a:solidFill>
                <a:schemeClr val="tx1">
                  <a:alpha val="0"/>
                </a:schemeClr>
              </a:solidFill>
              <a:prstDash val="solid"/>
            </a:ln>
          </p:spPr>
          <p:txBody>
            <a:bodyPr/>
            <a:lstStyle/>
            <a:p>
              <a:endParaRPr lang="ja-JP" altLang="en-US"/>
            </a:p>
          </p:txBody>
        </p:sp>
        <p:sp>
          <p:nvSpPr>
            <p:cNvPr id="204" name="Shape 58">
              <a:extLst>
                <a:ext uri="{FF2B5EF4-FFF2-40B4-BE49-F238E27FC236}">
                  <a16:creationId xmlns:a16="http://schemas.microsoft.com/office/drawing/2014/main" id="{CE985A99-B1F4-E349-9634-A71BDB0FFCCD}"/>
                </a:ext>
              </a:extLst>
            </p:cNvPr>
            <p:cNvSpPr/>
            <p:nvPr/>
          </p:nvSpPr>
          <p:spPr>
            <a:xfrm>
              <a:off x="6541252" y="4442805"/>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205" name="Shape 59">
              <a:extLst>
                <a:ext uri="{FF2B5EF4-FFF2-40B4-BE49-F238E27FC236}">
                  <a16:creationId xmlns:a16="http://schemas.microsoft.com/office/drawing/2014/main" id="{6BAA16C7-A374-860D-4BA9-EF375F54519E}"/>
                </a:ext>
              </a:extLst>
            </p:cNvPr>
            <p:cNvSpPr/>
            <p:nvPr/>
          </p:nvSpPr>
          <p:spPr>
            <a:xfrm>
              <a:off x="6626840" y="4528393"/>
              <a:ext cx="304312" cy="304312"/>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206" name="Shape 60">
              <a:extLst>
                <a:ext uri="{FF2B5EF4-FFF2-40B4-BE49-F238E27FC236}">
                  <a16:creationId xmlns:a16="http://schemas.microsoft.com/office/drawing/2014/main" id="{C51406D7-B385-63D7-AC60-0F7D5C364965}"/>
                </a:ext>
              </a:extLst>
            </p:cNvPr>
            <p:cNvSpPr/>
            <p:nvPr/>
          </p:nvSpPr>
          <p:spPr>
            <a:xfrm>
              <a:off x="7016740" y="4442805"/>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207" name="Shape 61">
              <a:extLst>
                <a:ext uri="{FF2B5EF4-FFF2-40B4-BE49-F238E27FC236}">
                  <a16:creationId xmlns:a16="http://schemas.microsoft.com/office/drawing/2014/main" id="{2399F7EC-ACA4-8B5C-6A99-CB75AAE915FD}"/>
                </a:ext>
              </a:extLst>
            </p:cNvPr>
            <p:cNvSpPr/>
            <p:nvPr/>
          </p:nvSpPr>
          <p:spPr>
            <a:xfrm>
              <a:off x="3688324" y="4918293"/>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208" name="Shape 62">
              <a:extLst>
                <a:ext uri="{FF2B5EF4-FFF2-40B4-BE49-F238E27FC236}">
                  <a16:creationId xmlns:a16="http://schemas.microsoft.com/office/drawing/2014/main" id="{51D8AE7A-3BF8-BE45-34C7-0D3365C4A467}"/>
                </a:ext>
              </a:extLst>
            </p:cNvPr>
            <p:cNvSpPr/>
            <p:nvPr/>
          </p:nvSpPr>
          <p:spPr>
            <a:xfrm>
              <a:off x="4163812" y="4918293"/>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209" name="Shape 63">
              <a:extLst>
                <a:ext uri="{FF2B5EF4-FFF2-40B4-BE49-F238E27FC236}">
                  <a16:creationId xmlns:a16="http://schemas.microsoft.com/office/drawing/2014/main" id="{2C248682-E085-7367-72E5-6B81066FA19D}"/>
                </a:ext>
              </a:extLst>
            </p:cNvPr>
            <p:cNvSpPr/>
            <p:nvPr/>
          </p:nvSpPr>
          <p:spPr>
            <a:xfrm>
              <a:off x="4249400" y="5003881"/>
              <a:ext cx="304312" cy="304312"/>
            </a:xfrm>
            <a:prstGeom prst="rect">
              <a:avLst/>
            </a:prstGeom>
            <a:solidFill>
              <a:schemeClr val="tx1">
                <a:alpha val="44000"/>
              </a:schemeClr>
            </a:solidFill>
            <a:ln w="12700">
              <a:solidFill>
                <a:schemeClr val="tx1">
                  <a:alpha val="0"/>
                </a:schemeClr>
              </a:solidFill>
              <a:prstDash val="solid"/>
            </a:ln>
          </p:spPr>
          <p:txBody>
            <a:bodyPr/>
            <a:lstStyle/>
            <a:p>
              <a:endParaRPr lang="ja-JP" altLang="en-US"/>
            </a:p>
          </p:txBody>
        </p:sp>
        <p:sp>
          <p:nvSpPr>
            <p:cNvPr id="210" name="Shape 64">
              <a:extLst>
                <a:ext uri="{FF2B5EF4-FFF2-40B4-BE49-F238E27FC236}">
                  <a16:creationId xmlns:a16="http://schemas.microsoft.com/office/drawing/2014/main" id="{7E6BC4C7-C770-5DC9-BAD0-41242043A826}"/>
                </a:ext>
              </a:extLst>
            </p:cNvPr>
            <p:cNvSpPr/>
            <p:nvPr/>
          </p:nvSpPr>
          <p:spPr>
            <a:xfrm>
              <a:off x="4639300" y="4918293"/>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211" name="Shape 65">
              <a:extLst>
                <a:ext uri="{FF2B5EF4-FFF2-40B4-BE49-F238E27FC236}">
                  <a16:creationId xmlns:a16="http://schemas.microsoft.com/office/drawing/2014/main" id="{B4189CA9-6A9A-3CA0-4D4D-ED2546442BB4}"/>
                </a:ext>
              </a:extLst>
            </p:cNvPr>
            <p:cNvSpPr/>
            <p:nvPr/>
          </p:nvSpPr>
          <p:spPr>
            <a:xfrm>
              <a:off x="4724888" y="5003881"/>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12" name="Shape 66">
              <a:extLst>
                <a:ext uri="{FF2B5EF4-FFF2-40B4-BE49-F238E27FC236}">
                  <a16:creationId xmlns:a16="http://schemas.microsoft.com/office/drawing/2014/main" id="{B4359699-DBA1-0D5D-5234-1B5E383F24D7}"/>
                </a:ext>
              </a:extLst>
            </p:cNvPr>
            <p:cNvSpPr/>
            <p:nvPr/>
          </p:nvSpPr>
          <p:spPr>
            <a:xfrm>
              <a:off x="5114788" y="4918293"/>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13" name="Shape 67">
              <a:extLst>
                <a:ext uri="{FF2B5EF4-FFF2-40B4-BE49-F238E27FC236}">
                  <a16:creationId xmlns:a16="http://schemas.microsoft.com/office/drawing/2014/main" id="{F05FC827-5E5F-440D-6876-54E6A2AFBB12}"/>
                </a:ext>
              </a:extLst>
            </p:cNvPr>
            <p:cNvSpPr/>
            <p:nvPr/>
          </p:nvSpPr>
          <p:spPr>
            <a:xfrm>
              <a:off x="5200376" y="5003881"/>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14" name="Shape 68">
              <a:extLst>
                <a:ext uri="{FF2B5EF4-FFF2-40B4-BE49-F238E27FC236}">
                  <a16:creationId xmlns:a16="http://schemas.microsoft.com/office/drawing/2014/main" id="{3FFF9573-0669-9D7D-67AB-69B1180DF237}"/>
                </a:ext>
              </a:extLst>
            </p:cNvPr>
            <p:cNvSpPr/>
            <p:nvPr/>
          </p:nvSpPr>
          <p:spPr>
            <a:xfrm>
              <a:off x="5590276" y="4918293"/>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15" name="Shape 69">
              <a:extLst>
                <a:ext uri="{FF2B5EF4-FFF2-40B4-BE49-F238E27FC236}">
                  <a16:creationId xmlns:a16="http://schemas.microsoft.com/office/drawing/2014/main" id="{BD25EF50-F414-C93F-D03D-3D2730E2D3A5}"/>
                </a:ext>
              </a:extLst>
            </p:cNvPr>
            <p:cNvSpPr/>
            <p:nvPr/>
          </p:nvSpPr>
          <p:spPr>
            <a:xfrm>
              <a:off x="5675864" y="5003881"/>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16" name="Shape 70">
              <a:extLst>
                <a:ext uri="{FF2B5EF4-FFF2-40B4-BE49-F238E27FC236}">
                  <a16:creationId xmlns:a16="http://schemas.microsoft.com/office/drawing/2014/main" id="{B32D09EA-111F-4B1B-8DE5-0B583396C696}"/>
                </a:ext>
              </a:extLst>
            </p:cNvPr>
            <p:cNvSpPr/>
            <p:nvPr/>
          </p:nvSpPr>
          <p:spPr>
            <a:xfrm>
              <a:off x="6065764" y="4918293"/>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17" name="Shape 71">
              <a:extLst>
                <a:ext uri="{FF2B5EF4-FFF2-40B4-BE49-F238E27FC236}">
                  <a16:creationId xmlns:a16="http://schemas.microsoft.com/office/drawing/2014/main" id="{D7A9CDF8-9056-931F-7379-88DFCBF47413}"/>
                </a:ext>
              </a:extLst>
            </p:cNvPr>
            <p:cNvSpPr/>
            <p:nvPr/>
          </p:nvSpPr>
          <p:spPr>
            <a:xfrm>
              <a:off x="6151352" y="5003881"/>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18" name="Shape 72">
              <a:extLst>
                <a:ext uri="{FF2B5EF4-FFF2-40B4-BE49-F238E27FC236}">
                  <a16:creationId xmlns:a16="http://schemas.microsoft.com/office/drawing/2014/main" id="{B6543F1A-0AE1-DB9A-DF05-82597F592FEF}"/>
                </a:ext>
              </a:extLst>
            </p:cNvPr>
            <p:cNvSpPr/>
            <p:nvPr/>
          </p:nvSpPr>
          <p:spPr>
            <a:xfrm>
              <a:off x="6541252" y="4918293"/>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19" name="Shape 73">
              <a:extLst>
                <a:ext uri="{FF2B5EF4-FFF2-40B4-BE49-F238E27FC236}">
                  <a16:creationId xmlns:a16="http://schemas.microsoft.com/office/drawing/2014/main" id="{7FA75B0D-C8C5-E06E-B61B-B7E31AD99952}"/>
                </a:ext>
              </a:extLst>
            </p:cNvPr>
            <p:cNvSpPr/>
            <p:nvPr/>
          </p:nvSpPr>
          <p:spPr>
            <a:xfrm>
              <a:off x="6626840" y="5003881"/>
              <a:ext cx="304312" cy="304312"/>
            </a:xfrm>
            <a:prstGeom prst="rect">
              <a:avLst/>
            </a:prstGeom>
            <a:solidFill>
              <a:schemeClr val="tx1">
                <a:alpha val="37000"/>
              </a:schemeClr>
            </a:solidFill>
            <a:ln w="12700">
              <a:solidFill>
                <a:schemeClr val="tx1">
                  <a:alpha val="0"/>
                </a:schemeClr>
              </a:solidFill>
              <a:prstDash val="solid"/>
            </a:ln>
          </p:spPr>
          <p:txBody>
            <a:bodyPr/>
            <a:lstStyle/>
            <a:p>
              <a:endParaRPr lang="ja-JP" altLang="en-US"/>
            </a:p>
          </p:txBody>
        </p:sp>
        <p:sp>
          <p:nvSpPr>
            <p:cNvPr id="220" name="Shape 74">
              <a:extLst>
                <a:ext uri="{FF2B5EF4-FFF2-40B4-BE49-F238E27FC236}">
                  <a16:creationId xmlns:a16="http://schemas.microsoft.com/office/drawing/2014/main" id="{C4E7756B-BD14-F626-DBDD-1E8AECC63CA1}"/>
                </a:ext>
              </a:extLst>
            </p:cNvPr>
            <p:cNvSpPr/>
            <p:nvPr/>
          </p:nvSpPr>
          <p:spPr>
            <a:xfrm>
              <a:off x="7016740" y="4918293"/>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21" name="Shape 75">
              <a:extLst>
                <a:ext uri="{FF2B5EF4-FFF2-40B4-BE49-F238E27FC236}">
                  <a16:creationId xmlns:a16="http://schemas.microsoft.com/office/drawing/2014/main" id="{238A9B61-098E-B9C2-2531-D3B7E10E7FE8}"/>
                </a:ext>
              </a:extLst>
            </p:cNvPr>
            <p:cNvSpPr/>
            <p:nvPr/>
          </p:nvSpPr>
          <p:spPr>
            <a:xfrm>
              <a:off x="3688324" y="5393781"/>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222" name="Shape 76">
              <a:extLst>
                <a:ext uri="{FF2B5EF4-FFF2-40B4-BE49-F238E27FC236}">
                  <a16:creationId xmlns:a16="http://schemas.microsoft.com/office/drawing/2014/main" id="{C62D3474-9E00-9FB2-DE7A-90786E6432B4}"/>
                </a:ext>
              </a:extLst>
            </p:cNvPr>
            <p:cNvSpPr/>
            <p:nvPr/>
          </p:nvSpPr>
          <p:spPr>
            <a:xfrm>
              <a:off x="4163812" y="5393781"/>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223" name="Shape 77">
              <a:extLst>
                <a:ext uri="{FF2B5EF4-FFF2-40B4-BE49-F238E27FC236}">
                  <a16:creationId xmlns:a16="http://schemas.microsoft.com/office/drawing/2014/main" id="{C1912EE1-38D8-21BE-B93E-A43D83DBB097}"/>
                </a:ext>
              </a:extLst>
            </p:cNvPr>
            <p:cNvSpPr/>
            <p:nvPr/>
          </p:nvSpPr>
          <p:spPr>
            <a:xfrm>
              <a:off x="4249400" y="5479369"/>
              <a:ext cx="304312" cy="304312"/>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224" name="Shape 78">
              <a:extLst>
                <a:ext uri="{FF2B5EF4-FFF2-40B4-BE49-F238E27FC236}">
                  <a16:creationId xmlns:a16="http://schemas.microsoft.com/office/drawing/2014/main" id="{07EF4994-082E-B6AE-1486-2C6245CA979D}"/>
                </a:ext>
              </a:extLst>
            </p:cNvPr>
            <p:cNvSpPr/>
            <p:nvPr/>
          </p:nvSpPr>
          <p:spPr>
            <a:xfrm>
              <a:off x="4639300" y="5393781"/>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225" name="Shape 79">
              <a:extLst>
                <a:ext uri="{FF2B5EF4-FFF2-40B4-BE49-F238E27FC236}">
                  <a16:creationId xmlns:a16="http://schemas.microsoft.com/office/drawing/2014/main" id="{47501EB1-418A-486E-C484-3C78F6EFD32D}"/>
                </a:ext>
              </a:extLst>
            </p:cNvPr>
            <p:cNvSpPr/>
            <p:nvPr/>
          </p:nvSpPr>
          <p:spPr>
            <a:xfrm>
              <a:off x="4724888" y="5479369"/>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26" name="Shape 80">
              <a:extLst>
                <a:ext uri="{FF2B5EF4-FFF2-40B4-BE49-F238E27FC236}">
                  <a16:creationId xmlns:a16="http://schemas.microsoft.com/office/drawing/2014/main" id="{23640DEA-A4F0-7553-3D56-10DCE5282679}"/>
                </a:ext>
              </a:extLst>
            </p:cNvPr>
            <p:cNvSpPr/>
            <p:nvPr/>
          </p:nvSpPr>
          <p:spPr>
            <a:xfrm>
              <a:off x="5114788" y="5393781"/>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27" name="Shape 81">
              <a:extLst>
                <a:ext uri="{FF2B5EF4-FFF2-40B4-BE49-F238E27FC236}">
                  <a16:creationId xmlns:a16="http://schemas.microsoft.com/office/drawing/2014/main" id="{37A380F8-5C1A-E558-5D76-ECDE5ED72A28}"/>
                </a:ext>
              </a:extLst>
            </p:cNvPr>
            <p:cNvSpPr/>
            <p:nvPr/>
          </p:nvSpPr>
          <p:spPr>
            <a:xfrm>
              <a:off x="5200376" y="5479369"/>
              <a:ext cx="304312" cy="304312"/>
            </a:xfrm>
            <a:prstGeom prst="rect">
              <a:avLst/>
            </a:prstGeom>
            <a:solidFill>
              <a:schemeClr val="tx1">
                <a:alpha val="87000"/>
              </a:schemeClr>
            </a:solidFill>
            <a:ln w="12700">
              <a:solidFill>
                <a:schemeClr val="tx1">
                  <a:alpha val="0"/>
                </a:schemeClr>
              </a:solidFill>
              <a:prstDash val="solid"/>
            </a:ln>
          </p:spPr>
          <p:txBody>
            <a:bodyPr/>
            <a:lstStyle/>
            <a:p>
              <a:endParaRPr lang="ja-JP" altLang="en-US"/>
            </a:p>
          </p:txBody>
        </p:sp>
        <p:sp>
          <p:nvSpPr>
            <p:cNvPr id="228" name="Shape 82">
              <a:extLst>
                <a:ext uri="{FF2B5EF4-FFF2-40B4-BE49-F238E27FC236}">
                  <a16:creationId xmlns:a16="http://schemas.microsoft.com/office/drawing/2014/main" id="{E8B34F01-BBB5-0E2F-437B-B21836827FC1}"/>
                </a:ext>
              </a:extLst>
            </p:cNvPr>
            <p:cNvSpPr/>
            <p:nvPr/>
          </p:nvSpPr>
          <p:spPr>
            <a:xfrm>
              <a:off x="5590276" y="5393781"/>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29" name="Shape 83">
              <a:extLst>
                <a:ext uri="{FF2B5EF4-FFF2-40B4-BE49-F238E27FC236}">
                  <a16:creationId xmlns:a16="http://schemas.microsoft.com/office/drawing/2014/main" id="{CDDEC59A-529B-86D4-BBA9-7FDFA2103160}"/>
                </a:ext>
              </a:extLst>
            </p:cNvPr>
            <p:cNvSpPr/>
            <p:nvPr/>
          </p:nvSpPr>
          <p:spPr>
            <a:xfrm>
              <a:off x="5675864" y="5479369"/>
              <a:ext cx="304312" cy="304312"/>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230" name="Shape 84">
              <a:extLst>
                <a:ext uri="{FF2B5EF4-FFF2-40B4-BE49-F238E27FC236}">
                  <a16:creationId xmlns:a16="http://schemas.microsoft.com/office/drawing/2014/main" id="{F99CFE4E-6D5D-087D-3A13-5E3AD17AD53C}"/>
                </a:ext>
              </a:extLst>
            </p:cNvPr>
            <p:cNvSpPr/>
            <p:nvPr/>
          </p:nvSpPr>
          <p:spPr>
            <a:xfrm>
              <a:off x="6065764" y="5393781"/>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31" name="Shape 85">
              <a:extLst>
                <a:ext uri="{FF2B5EF4-FFF2-40B4-BE49-F238E27FC236}">
                  <a16:creationId xmlns:a16="http://schemas.microsoft.com/office/drawing/2014/main" id="{63D69056-C3AB-BEC9-28A1-995620FF7CC1}"/>
                </a:ext>
              </a:extLst>
            </p:cNvPr>
            <p:cNvSpPr/>
            <p:nvPr/>
          </p:nvSpPr>
          <p:spPr>
            <a:xfrm>
              <a:off x="6151352" y="5479369"/>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32" name="Shape 86">
              <a:extLst>
                <a:ext uri="{FF2B5EF4-FFF2-40B4-BE49-F238E27FC236}">
                  <a16:creationId xmlns:a16="http://schemas.microsoft.com/office/drawing/2014/main" id="{A1ED4251-362E-3B8D-D1CB-94891138F945}"/>
                </a:ext>
              </a:extLst>
            </p:cNvPr>
            <p:cNvSpPr/>
            <p:nvPr/>
          </p:nvSpPr>
          <p:spPr>
            <a:xfrm>
              <a:off x="6541252" y="5393781"/>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33" name="Shape 87">
              <a:extLst>
                <a:ext uri="{FF2B5EF4-FFF2-40B4-BE49-F238E27FC236}">
                  <a16:creationId xmlns:a16="http://schemas.microsoft.com/office/drawing/2014/main" id="{0082DF1D-DFA6-0F32-C407-EA462C8C22C3}"/>
                </a:ext>
              </a:extLst>
            </p:cNvPr>
            <p:cNvSpPr/>
            <p:nvPr/>
          </p:nvSpPr>
          <p:spPr>
            <a:xfrm>
              <a:off x="6626840" y="5479369"/>
              <a:ext cx="304312" cy="304312"/>
            </a:xfrm>
            <a:prstGeom prst="rect">
              <a:avLst/>
            </a:prstGeom>
            <a:solidFill>
              <a:schemeClr val="tx1">
                <a:alpha val="50000"/>
              </a:schemeClr>
            </a:solidFill>
            <a:ln w="12700">
              <a:solidFill>
                <a:schemeClr val="tx1">
                  <a:alpha val="0"/>
                </a:schemeClr>
              </a:solidFill>
              <a:prstDash val="solid"/>
            </a:ln>
          </p:spPr>
          <p:txBody>
            <a:bodyPr/>
            <a:lstStyle/>
            <a:p>
              <a:endParaRPr lang="ja-JP" altLang="en-US"/>
            </a:p>
          </p:txBody>
        </p:sp>
        <p:sp>
          <p:nvSpPr>
            <p:cNvPr id="234" name="Shape 88">
              <a:extLst>
                <a:ext uri="{FF2B5EF4-FFF2-40B4-BE49-F238E27FC236}">
                  <a16:creationId xmlns:a16="http://schemas.microsoft.com/office/drawing/2014/main" id="{3790C5C3-F3F7-BCE9-D66C-EBA6B6805CA4}"/>
                </a:ext>
              </a:extLst>
            </p:cNvPr>
            <p:cNvSpPr/>
            <p:nvPr/>
          </p:nvSpPr>
          <p:spPr>
            <a:xfrm>
              <a:off x="7016740" y="5393781"/>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35" name="Shape 89">
              <a:extLst>
                <a:ext uri="{FF2B5EF4-FFF2-40B4-BE49-F238E27FC236}">
                  <a16:creationId xmlns:a16="http://schemas.microsoft.com/office/drawing/2014/main" id="{AE0A64DC-C8CF-2441-B658-F666F7A57AFD}"/>
                </a:ext>
              </a:extLst>
            </p:cNvPr>
            <p:cNvSpPr/>
            <p:nvPr/>
          </p:nvSpPr>
          <p:spPr>
            <a:xfrm>
              <a:off x="3688324" y="5869269"/>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236" name="Shape 90">
              <a:extLst>
                <a:ext uri="{FF2B5EF4-FFF2-40B4-BE49-F238E27FC236}">
                  <a16:creationId xmlns:a16="http://schemas.microsoft.com/office/drawing/2014/main" id="{2B2D80B5-D756-0ECB-7087-3EC3F52D495E}"/>
                </a:ext>
              </a:extLst>
            </p:cNvPr>
            <p:cNvSpPr/>
            <p:nvPr/>
          </p:nvSpPr>
          <p:spPr>
            <a:xfrm>
              <a:off x="4163812" y="5869269"/>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237" name="Shape 91">
              <a:extLst>
                <a:ext uri="{FF2B5EF4-FFF2-40B4-BE49-F238E27FC236}">
                  <a16:creationId xmlns:a16="http://schemas.microsoft.com/office/drawing/2014/main" id="{F461593C-3BA5-1CFD-0F16-6F90110A42AD}"/>
                </a:ext>
              </a:extLst>
            </p:cNvPr>
            <p:cNvSpPr/>
            <p:nvPr/>
          </p:nvSpPr>
          <p:spPr>
            <a:xfrm>
              <a:off x="4639300" y="5869269"/>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238" name="Shape 92">
              <a:extLst>
                <a:ext uri="{FF2B5EF4-FFF2-40B4-BE49-F238E27FC236}">
                  <a16:creationId xmlns:a16="http://schemas.microsoft.com/office/drawing/2014/main" id="{A5DBDE10-ED65-A01A-F2CE-FB47945A94AC}"/>
                </a:ext>
              </a:extLst>
            </p:cNvPr>
            <p:cNvSpPr/>
            <p:nvPr/>
          </p:nvSpPr>
          <p:spPr>
            <a:xfrm>
              <a:off x="4724888" y="5954857"/>
              <a:ext cx="304312" cy="304312"/>
            </a:xfrm>
            <a:prstGeom prst="rect">
              <a:avLst/>
            </a:prstGeom>
            <a:solidFill>
              <a:schemeClr val="tx1">
                <a:alpha val="75000"/>
              </a:schemeClr>
            </a:solidFill>
            <a:ln w="12700">
              <a:solidFill>
                <a:schemeClr val="tx1">
                  <a:alpha val="0"/>
                </a:schemeClr>
              </a:solidFill>
              <a:prstDash val="solid"/>
            </a:ln>
          </p:spPr>
          <p:txBody>
            <a:bodyPr/>
            <a:lstStyle/>
            <a:p>
              <a:endParaRPr lang="ja-JP" altLang="en-US"/>
            </a:p>
          </p:txBody>
        </p:sp>
        <p:sp>
          <p:nvSpPr>
            <p:cNvPr id="239" name="Shape 93">
              <a:extLst>
                <a:ext uri="{FF2B5EF4-FFF2-40B4-BE49-F238E27FC236}">
                  <a16:creationId xmlns:a16="http://schemas.microsoft.com/office/drawing/2014/main" id="{1B8F8EF7-FF99-A3C5-86B2-6F08FC4F06C2}"/>
                </a:ext>
              </a:extLst>
            </p:cNvPr>
            <p:cNvSpPr/>
            <p:nvPr/>
          </p:nvSpPr>
          <p:spPr>
            <a:xfrm>
              <a:off x="5114788" y="5869269"/>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40" name="Shape 94">
              <a:extLst>
                <a:ext uri="{FF2B5EF4-FFF2-40B4-BE49-F238E27FC236}">
                  <a16:creationId xmlns:a16="http://schemas.microsoft.com/office/drawing/2014/main" id="{3C4DB0AC-99FB-4060-BAA5-9D98F6C1AC09}"/>
                </a:ext>
              </a:extLst>
            </p:cNvPr>
            <p:cNvSpPr/>
            <p:nvPr/>
          </p:nvSpPr>
          <p:spPr>
            <a:xfrm>
              <a:off x="5200376" y="5954857"/>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41" name="Shape 95">
              <a:extLst>
                <a:ext uri="{FF2B5EF4-FFF2-40B4-BE49-F238E27FC236}">
                  <a16:creationId xmlns:a16="http://schemas.microsoft.com/office/drawing/2014/main" id="{1310A7EE-F809-6E04-E9C0-3DD88761BC6B}"/>
                </a:ext>
              </a:extLst>
            </p:cNvPr>
            <p:cNvSpPr/>
            <p:nvPr/>
          </p:nvSpPr>
          <p:spPr>
            <a:xfrm>
              <a:off x="5590276" y="5869269"/>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42" name="Shape 96">
              <a:extLst>
                <a:ext uri="{FF2B5EF4-FFF2-40B4-BE49-F238E27FC236}">
                  <a16:creationId xmlns:a16="http://schemas.microsoft.com/office/drawing/2014/main" id="{6A0DB439-9220-B7E7-C08F-3FBB816940EA}"/>
                </a:ext>
              </a:extLst>
            </p:cNvPr>
            <p:cNvSpPr/>
            <p:nvPr/>
          </p:nvSpPr>
          <p:spPr>
            <a:xfrm>
              <a:off x="5675864" y="5954857"/>
              <a:ext cx="304312" cy="304312"/>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243" name="Shape 97">
              <a:extLst>
                <a:ext uri="{FF2B5EF4-FFF2-40B4-BE49-F238E27FC236}">
                  <a16:creationId xmlns:a16="http://schemas.microsoft.com/office/drawing/2014/main" id="{60E3004D-D1F2-A0AD-F552-4675CE414493}"/>
                </a:ext>
              </a:extLst>
            </p:cNvPr>
            <p:cNvSpPr/>
            <p:nvPr/>
          </p:nvSpPr>
          <p:spPr>
            <a:xfrm>
              <a:off x="6065764" y="5869269"/>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44" name="Shape 98">
              <a:extLst>
                <a:ext uri="{FF2B5EF4-FFF2-40B4-BE49-F238E27FC236}">
                  <a16:creationId xmlns:a16="http://schemas.microsoft.com/office/drawing/2014/main" id="{2B525248-41D8-BB61-9AF9-4AB0E69C3199}"/>
                </a:ext>
              </a:extLst>
            </p:cNvPr>
            <p:cNvSpPr/>
            <p:nvPr/>
          </p:nvSpPr>
          <p:spPr>
            <a:xfrm>
              <a:off x="6151352" y="5954857"/>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45" name="Shape 99">
              <a:extLst>
                <a:ext uri="{FF2B5EF4-FFF2-40B4-BE49-F238E27FC236}">
                  <a16:creationId xmlns:a16="http://schemas.microsoft.com/office/drawing/2014/main" id="{5D46BFB1-4143-0B1A-BF33-D6B8634161EF}"/>
                </a:ext>
              </a:extLst>
            </p:cNvPr>
            <p:cNvSpPr/>
            <p:nvPr/>
          </p:nvSpPr>
          <p:spPr>
            <a:xfrm>
              <a:off x="6541252" y="5869269"/>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46" name="Shape 100">
              <a:extLst>
                <a:ext uri="{FF2B5EF4-FFF2-40B4-BE49-F238E27FC236}">
                  <a16:creationId xmlns:a16="http://schemas.microsoft.com/office/drawing/2014/main" id="{76D5ACCC-276E-A4FB-70A5-D5F7A6445F8D}"/>
                </a:ext>
              </a:extLst>
            </p:cNvPr>
            <p:cNvSpPr/>
            <p:nvPr/>
          </p:nvSpPr>
          <p:spPr>
            <a:xfrm>
              <a:off x="6626840" y="5954857"/>
              <a:ext cx="304312" cy="304312"/>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247" name="Shape 101">
              <a:extLst>
                <a:ext uri="{FF2B5EF4-FFF2-40B4-BE49-F238E27FC236}">
                  <a16:creationId xmlns:a16="http://schemas.microsoft.com/office/drawing/2014/main" id="{78DE1384-E5C8-54DB-138A-8A3687163627}"/>
                </a:ext>
              </a:extLst>
            </p:cNvPr>
            <p:cNvSpPr/>
            <p:nvPr/>
          </p:nvSpPr>
          <p:spPr>
            <a:xfrm>
              <a:off x="7016740" y="5869269"/>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48" name="Shape 102">
              <a:extLst>
                <a:ext uri="{FF2B5EF4-FFF2-40B4-BE49-F238E27FC236}">
                  <a16:creationId xmlns:a16="http://schemas.microsoft.com/office/drawing/2014/main" id="{B665CF26-ED9A-D1ED-68D3-FA0173051C0F}"/>
                </a:ext>
              </a:extLst>
            </p:cNvPr>
            <p:cNvSpPr/>
            <p:nvPr/>
          </p:nvSpPr>
          <p:spPr>
            <a:xfrm>
              <a:off x="3688324" y="6344757"/>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249" name="Shape 103">
              <a:extLst>
                <a:ext uri="{FF2B5EF4-FFF2-40B4-BE49-F238E27FC236}">
                  <a16:creationId xmlns:a16="http://schemas.microsoft.com/office/drawing/2014/main" id="{B94D8F6F-BE90-55E1-F18A-389FEFBD3C9B}"/>
                </a:ext>
              </a:extLst>
            </p:cNvPr>
            <p:cNvSpPr/>
            <p:nvPr/>
          </p:nvSpPr>
          <p:spPr>
            <a:xfrm>
              <a:off x="4163812" y="6344757"/>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250" name="Shape 104">
              <a:extLst>
                <a:ext uri="{FF2B5EF4-FFF2-40B4-BE49-F238E27FC236}">
                  <a16:creationId xmlns:a16="http://schemas.microsoft.com/office/drawing/2014/main" id="{8E812470-9726-78B8-865B-3EADFD16F03B}"/>
                </a:ext>
              </a:extLst>
            </p:cNvPr>
            <p:cNvSpPr/>
            <p:nvPr/>
          </p:nvSpPr>
          <p:spPr>
            <a:xfrm>
              <a:off x="4639300" y="6344757"/>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251" name="Shape 105">
              <a:extLst>
                <a:ext uri="{FF2B5EF4-FFF2-40B4-BE49-F238E27FC236}">
                  <a16:creationId xmlns:a16="http://schemas.microsoft.com/office/drawing/2014/main" id="{3B38628A-7F4B-0830-668D-DBCE633AD7A4}"/>
                </a:ext>
              </a:extLst>
            </p:cNvPr>
            <p:cNvSpPr/>
            <p:nvPr/>
          </p:nvSpPr>
          <p:spPr>
            <a:xfrm>
              <a:off x="4724888" y="6430345"/>
              <a:ext cx="304312" cy="304312"/>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252" name="Shape 106">
              <a:extLst>
                <a:ext uri="{FF2B5EF4-FFF2-40B4-BE49-F238E27FC236}">
                  <a16:creationId xmlns:a16="http://schemas.microsoft.com/office/drawing/2014/main" id="{FCFCF07A-2E7E-C264-6652-50C0C6388016}"/>
                </a:ext>
              </a:extLst>
            </p:cNvPr>
            <p:cNvSpPr/>
            <p:nvPr/>
          </p:nvSpPr>
          <p:spPr>
            <a:xfrm>
              <a:off x="5114788" y="6344757"/>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53" name="Shape 107">
              <a:extLst>
                <a:ext uri="{FF2B5EF4-FFF2-40B4-BE49-F238E27FC236}">
                  <a16:creationId xmlns:a16="http://schemas.microsoft.com/office/drawing/2014/main" id="{7182869D-E0DD-3E0F-B744-39AC44383EA2}"/>
                </a:ext>
              </a:extLst>
            </p:cNvPr>
            <p:cNvSpPr/>
            <p:nvPr/>
          </p:nvSpPr>
          <p:spPr>
            <a:xfrm>
              <a:off x="5200376" y="6430345"/>
              <a:ext cx="304312" cy="304312"/>
            </a:xfrm>
            <a:prstGeom prst="rect">
              <a:avLst/>
            </a:prstGeom>
            <a:solidFill>
              <a:schemeClr val="tx1">
                <a:alpha val="62000"/>
              </a:schemeClr>
            </a:solidFill>
            <a:ln w="12700">
              <a:solidFill>
                <a:schemeClr val="tx1">
                  <a:alpha val="0"/>
                </a:schemeClr>
              </a:solidFill>
              <a:prstDash val="solid"/>
            </a:ln>
          </p:spPr>
          <p:txBody>
            <a:bodyPr/>
            <a:lstStyle/>
            <a:p>
              <a:endParaRPr lang="ja-JP" altLang="en-US"/>
            </a:p>
          </p:txBody>
        </p:sp>
        <p:sp>
          <p:nvSpPr>
            <p:cNvPr id="254" name="Shape 108">
              <a:extLst>
                <a:ext uri="{FF2B5EF4-FFF2-40B4-BE49-F238E27FC236}">
                  <a16:creationId xmlns:a16="http://schemas.microsoft.com/office/drawing/2014/main" id="{8ED528F8-9D6D-2C9A-718F-346E0ED0CFD3}"/>
                </a:ext>
              </a:extLst>
            </p:cNvPr>
            <p:cNvSpPr/>
            <p:nvPr/>
          </p:nvSpPr>
          <p:spPr>
            <a:xfrm>
              <a:off x="5590276" y="6344757"/>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55" name="Shape 109">
              <a:extLst>
                <a:ext uri="{FF2B5EF4-FFF2-40B4-BE49-F238E27FC236}">
                  <a16:creationId xmlns:a16="http://schemas.microsoft.com/office/drawing/2014/main" id="{2309CB43-2BF8-5D8A-84DE-35E28087C9D6}"/>
                </a:ext>
              </a:extLst>
            </p:cNvPr>
            <p:cNvSpPr/>
            <p:nvPr/>
          </p:nvSpPr>
          <p:spPr>
            <a:xfrm>
              <a:off x="5675864" y="6430345"/>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56" name="Shape 110">
              <a:extLst>
                <a:ext uri="{FF2B5EF4-FFF2-40B4-BE49-F238E27FC236}">
                  <a16:creationId xmlns:a16="http://schemas.microsoft.com/office/drawing/2014/main" id="{A3D3C37F-57F9-954D-0EBF-A17130D58538}"/>
                </a:ext>
              </a:extLst>
            </p:cNvPr>
            <p:cNvSpPr/>
            <p:nvPr/>
          </p:nvSpPr>
          <p:spPr>
            <a:xfrm>
              <a:off x="6065764" y="6344757"/>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57" name="Shape 111">
              <a:extLst>
                <a:ext uri="{FF2B5EF4-FFF2-40B4-BE49-F238E27FC236}">
                  <a16:creationId xmlns:a16="http://schemas.microsoft.com/office/drawing/2014/main" id="{87FB547E-DF63-9F34-7FBA-94FDFCD9D6AD}"/>
                </a:ext>
              </a:extLst>
            </p:cNvPr>
            <p:cNvSpPr/>
            <p:nvPr/>
          </p:nvSpPr>
          <p:spPr>
            <a:xfrm>
              <a:off x="6151352" y="6430345"/>
              <a:ext cx="304312" cy="304312"/>
            </a:xfrm>
            <a:prstGeom prst="rect">
              <a:avLst/>
            </a:prstGeom>
            <a:solidFill>
              <a:schemeClr val="tx1">
                <a:alpha val="44000"/>
              </a:schemeClr>
            </a:solidFill>
            <a:ln w="12700">
              <a:solidFill>
                <a:schemeClr val="tx1">
                  <a:alpha val="0"/>
                </a:schemeClr>
              </a:solidFill>
              <a:prstDash val="solid"/>
            </a:ln>
          </p:spPr>
          <p:txBody>
            <a:bodyPr/>
            <a:lstStyle/>
            <a:p>
              <a:endParaRPr lang="ja-JP" altLang="en-US"/>
            </a:p>
          </p:txBody>
        </p:sp>
        <p:sp>
          <p:nvSpPr>
            <p:cNvPr id="258" name="Shape 112">
              <a:extLst>
                <a:ext uri="{FF2B5EF4-FFF2-40B4-BE49-F238E27FC236}">
                  <a16:creationId xmlns:a16="http://schemas.microsoft.com/office/drawing/2014/main" id="{D6087C56-294B-A3F3-6E94-3DEBB23CA67D}"/>
                </a:ext>
              </a:extLst>
            </p:cNvPr>
            <p:cNvSpPr/>
            <p:nvPr/>
          </p:nvSpPr>
          <p:spPr>
            <a:xfrm>
              <a:off x="6541252" y="6344757"/>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59" name="Shape 113">
              <a:extLst>
                <a:ext uri="{FF2B5EF4-FFF2-40B4-BE49-F238E27FC236}">
                  <a16:creationId xmlns:a16="http://schemas.microsoft.com/office/drawing/2014/main" id="{901DB2E5-C6A2-8F0B-2F74-F0A44AD1565A}"/>
                </a:ext>
              </a:extLst>
            </p:cNvPr>
            <p:cNvSpPr/>
            <p:nvPr/>
          </p:nvSpPr>
          <p:spPr>
            <a:xfrm>
              <a:off x="7016740" y="6344757"/>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60" name="Shape 114">
              <a:extLst>
                <a:ext uri="{FF2B5EF4-FFF2-40B4-BE49-F238E27FC236}">
                  <a16:creationId xmlns:a16="http://schemas.microsoft.com/office/drawing/2014/main" id="{B1866134-A86F-B775-0F64-7280AE33BC30}"/>
                </a:ext>
              </a:extLst>
            </p:cNvPr>
            <p:cNvSpPr/>
            <p:nvPr/>
          </p:nvSpPr>
          <p:spPr>
            <a:xfrm>
              <a:off x="4163812" y="4680549"/>
              <a:ext cx="523037" cy="523037"/>
            </a:xfrm>
            <a:prstGeom prst="ellipse">
              <a:avLst/>
            </a:prstGeom>
            <a:solidFill>
              <a:schemeClr val="bg1"/>
            </a:solidFill>
            <a:ln w="12700">
              <a:solidFill>
                <a:schemeClr val="tx1"/>
              </a:solidFill>
              <a:prstDash val="solid"/>
            </a:ln>
          </p:spPr>
          <p:txBody>
            <a:bodyPr/>
            <a:lstStyle/>
            <a:p>
              <a:endParaRPr lang="ja-JP" altLang="en-US"/>
            </a:p>
          </p:txBody>
        </p:sp>
        <p:sp>
          <p:nvSpPr>
            <p:cNvPr id="261" name="Text 115">
              <a:extLst>
                <a:ext uri="{FF2B5EF4-FFF2-40B4-BE49-F238E27FC236}">
                  <a16:creationId xmlns:a16="http://schemas.microsoft.com/office/drawing/2014/main" id="{9F69C524-26BD-6C0D-12BB-D7C9629DF0CE}"/>
                </a:ext>
              </a:extLst>
            </p:cNvPr>
            <p:cNvSpPr txBox="1"/>
            <p:nvPr/>
          </p:nvSpPr>
          <p:spPr>
            <a:xfrm>
              <a:off x="4163812" y="4680549"/>
              <a:ext cx="523037" cy="523037"/>
            </a:xfrm>
            <a:prstGeom prst="rect">
              <a:avLst/>
            </a:prstGeom>
            <a:noFill/>
            <a:ln/>
          </p:spPr>
          <p:txBody>
            <a:bodyPr wrap="square" lIns="0" tIns="0" rIns="0" bIns="0" rtlCol="0" anchor="ctr"/>
            <a:lstStyle/>
            <a:p>
              <a:pPr marL="0" indent="0" algn="ctr">
                <a:buNone/>
              </a:pPr>
              <a:r>
                <a:rPr lang="en-US" sz="1100" b="1" dirty="0">
                  <a:solidFill>
                    <a:schemeClr val="tx1"/>
                  </a:solidFill>
                </a:rPr>
                <a:t>A</a:t>
              </a:r>
              <a:endParaRPr lang="en-US" sz="1100" dirty="0"/>
            </a:p>
          </p:txBody>
        </p:sp>
        <p:sp>
          <p:nvSpPr>
            <p:cNvPr id="262" name="Shape 116">
              <a:extLst>
                <a:ext uri="{FF2B5EF4-FFF2-40B4-BE49-F238E27FC236}">
                  <a16:creationId xmlns:a16="http://schemas.microsoft.com/office/drawing/2014/main" id="{A4685F9E-53D5-79CD-856A-D42D988C6F4D}"/>
                </a:ext>
              </a:extLst>
            </p:cNvPr>
            <p:cNvSpPr/>
            <p:nvPr/>
          </p:nvSpPr>
          <p:spPr>
            <a:xfrm>
              <a:off x="6065764" y="3729573"/>
              <a:ext cx="523037" cy="523037"/>
            </a:xfrm>
            <a:prstGeom prst="ellipse">
              <a:avLst/>
            </a:prstGeom>
            <a:solidFill>
              <a:schemeClr val="bg1"/>
            </a:solidFill>
            <a:ln w="12700">
              <a:solidFill>
                <a:schemeClr val="tx1"/>
              </a:solidFill>
              <a:prstDash val="solid"/>
            </a:ln>
          </p:spPr>
          <p:txBody>
            <a:bodyPr/>
            <a:lstStyle/>
            <a:p>
              <a:endParaRPr lang="ja-JP" altLang="en-US"/>
            </a:p>
          </p:txBody>
        </p:sp>
        <p:sp>
          <p:nvSpPr>
            <p:cNvPr id="263" name="Text 117">
              <a:extLst>
                <a:ext uri="{FF2B5EF4-FFF2-40B4-BE49-F238E27FC236}">
                  <a16:creationId xmlns:a16="http://schemas.microsoft.com/office/drawing/2014/main" id="{FD117E6D-B6D6-6799-BF5C-E3A4AE470B42}"/>
                </a:ext>
              </a:extLst>
            </p:cNvPr>
            <p:cNvSpPr txBox="1"/>
            <p:nvPr/>
          </p:nvSpPr>
          <p:spPr>
            <a:xfrm>
              <a:off x="6065764" y="3729573"/>
              <a:ext cx="523037" cy="523037"/>
            </a:xfrm>
            <a:prstGeom prst="rect">
              <a:avLst/>
            </a:prstGeom>
            <a:noFill/>
            <a:ln/>
          </p:spPr>
          <p:txBody>
            <a:bodyPr wrap="square" lIns="0" tIns="0" rIns="0" bIns="0" rtlCol="0" anchor="ctr"/>
            <a:lstStyle/>
            <a:p>
              <a:pPr marL="0" indent="0" algn="ctr">
                <a:buNone/>
              </a:pPr>
              <a:r>
                <a:rPr lang="en-US" sz="1100" b="1" dirty="0">
                  <a:solidFill>
                    <a:schemeClr val="tx1"/>
                  </a:solidFill>
                </a:rPr>
                <a:t>B</a:t>
              </a:r>
              <a:endParaRPr lang="en-US" sz="1100" dirty="0"/>
            </a:p>
          </p:txBody>
        </p:sp>
        <p:sp>
          <p:nvSpPr>
            <p:cNvPr id="264" name="Shape 118">
              <a:extLst>
                <a:ext uri="{FF2B5EF4-FFF2-40B4-BE49-F238E27FC236}">
                  <a16:creationId xmlns:a16="http://schemas.microsoft.com/office/drawing/2014/main" id="{BA8BF5D6-7C1C-EC22-E36E-D3D836357ED0}"/>
                </a:ext>
              </a:extLst>
            </p:cNvPr>
            <p:cNvSpPr/>
            <p:nvPr/>
          </p:nvSpPr>
          <p:spPr>
            <a:xfrm>
              <a:off x="6065764" y="5679074"/>
              <a:ext cx="523037" cy="523037"/>
            </a:xfrm>
            <a:prstGeom prst="ellipse">
              <a:avLst/>
            </a:prstGeom>
            <a:solidFill>
              <a:schemeClr val="bg1"/>
            </a:solidFill>
            <a:ln w="12700">
              <a:solidFill>
                <a:schemeClr val="tx1"/>
              </a:solidFill>
              <a:prstDash val="solid"/>
            </a:ln>
          </p:spPr>
          <p:txBody>
            <a:bodyPr/>
            <a:lstStyle/>
            <a:p>
              <a:endParaRPr lang="ja-JP" altLang="en-US"/>
            </a:p>
          </p:txBody>
        </p:sp>
        <p:sp>
          <p:nvSpPr>
            <p:cNvPr id="265" name="Text 119">
              <a:extLst>
                <a:ext uri="{FF2B5EF4-FFF2-40B4-BE49-F238E27FC236}">
                  <a16:creationId xmlns:a16="http://schemas.microsoft.com/office/drawing/2014/main" id="{7AECEB0E-5AEB-3194-2E44-873CD26AE617}"/>
                </a:ext>
              </a:extLst>
            </p:cNvPr>
            <p:cNvSpPr txBox="1"/>
            <p:nvPr/>
          </p:nvSpPr>
          <p:spPr>
            <a:xfrm>
              <a:off x="6065764" y="5679074"/>
              <a:ext cx="523037" cy="523037"/>
            </a:xfrm>
            <a:prstGeom prst="rect">
              <a:avLst/>
            </a:prstGeom>
            <a:noFill/>
            <a:ln/>
          </p:spPr>
          <p:txBody>
            <a:bodyPr wrap="square" lIns="0" tIns="0" rIns="0" bIns="0" rtlCol="0" anchor="ctr"/>
            <a:lstStyle/>
            <a:p>
              <a:pPr marL="0" indent="0" algn="ctr">
                <a:buNone/>
              </a:pPr>
              <a:r>
                <a:rPr lang="en-US" sz="1100" b="1" dirty="0">
                  <a:solidFill>
                    <a:schemeClr val="tx1"/>
                  </a:solidFill>
                </a:rPr>
                <a:t>C</a:t>
              </a:r>
              <a:endParaRPr lang="en-US" sz="1100" dirty="0"/>
            </a:p>
          </p:txBody>
        </p:sp>
      </p:grpSp>
      <p:sp>
        <p:nvSpPr>
          <p:cNvPr id="266" name="TextBox 265"/>
          <p:cNvSpPr txBox="1"/>
          <p:nvPr/>
        </p:nvSpPr>
        <p:spPr>
          <a:xfrm>
            <a:off x="39509" y="6455664"/>
            <a:ext cx="11735395" cy="369332"/>
          </a:xfrm>
          <a:prstGeom prst="rect">
            <a:avLst/>
          </a:prstGeom>
          <a:noFill/>
        </p:spPr>
        <p:txBody>
          <a:bodyPr wrap="square" lIns="0" tIns="0" rIns="0" bIns="0" anchor="t">
            <a:spAutoFit/>
          </a:bodyPr>
          <a:lstStyle/>
          <a:p>
            <a:pPr algn="l"/>
            <a:r>
              <a:rPr sz="800" b="0" dirty="0">
                <a:solidFill>
                  <a:schemeClr val="tx1"/>
                </a:solidFill>
              </a:rPr>
              <a:t>[1] M. T. Ribeiro, S. Singh, C. </a:t>
            </a:r>
            <a:r>
              <a:rPr sz="800" b="0" dirty="0" err="1">
                <a:solidFill>
                  <a:schemeClr val="tx1"/>
                </a:solidFill>
              </a:rPr>
              <a:t>Guestrin</a:t>
            </a:r>
            <a:r>
              <a:rPr sz="800" b="0" dirty="0">
                <a:solidFill>
                  <a:schemeClr val="tx1"/>
                </a:solidFill>
              </a:rPr>
              <a:t>, “Why Should I Trust You?”: Explaining the Predictions of Any Classifier, KDD 2016.（上位3クラスをクラスごとに別々に説明，Fig. 4）</a:t>
            </a:r>
          </a:p>
          <a:p>
            <a:pPr algn="l"/>
            <a:r>
              <a:rPr sz="800" b="0" dirty="0">
                <a:solidFill>
                  <a:schemeClr val="tx1"/>
                </a:solidFill>
              </a:rPr>
              <a:t>[2] K. Sokol, P. Flach, LIMETREE: Consistent and Faithful Surrogate Explanations of Multiple Classes, Electronics 14, 929, 2025.（各クラスの説明を個別に解釈するしかない，Sec. 3）</a:t>
            </a:r>
          </a:p>
          <a:p>
            <a:pPr algn="l"/>
            <a:r>
              <a:rPr sz="800" b="0" dirty="0">
                <a:solidFill>
                  <a:schemeClr val="tx1"/>
                </a:solidFill>
              </a:rPr>
              <a:t>[3] P. Nanavati, R. Prasad, CLIMAX: An Exploration of Classifier-Based Contrastive Explanations, IEEE </a:t>
            </a:r>
            <a:r>
              <a:rPr sz="800" b="0" dirty="0" err="1">
                <a:solidFill>
                  <a:schemeClr val="tx1"/>
                </a:solidFill>
              </a:rPr>
              <a:t>CogMI</a:t>
            </a:r>
            <a:r>
              <a:rPr sz="800" b="0" dirty="0">
                <a:solidFill>
                  <a:schemeClr val="tx1"/>
                </a:solidFill>
              </a:rPr>
              <a:t> 2023.（既存手法は予測クラスを正当化するが，他のクラスとの違いは保証しない）</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説明をまとめる2つの方向</a:t>
            </a:r>
            <a:endParaRPr lang="en-US" sz="3000" dirty="0"/>
          </a:p>
        </p:txBody>
      </p:sp>
      <p:sp>
        <p:nvSpPr>
          <p:cNvPr id="3" name="Slide Number Placeholder 0"/>
          <p:cNvSpPr>
            <a:spLocks noGrp="1"/>
          </p:cNvSpPr>
          <p:nvPr>
            <p:ph type="sldNum" sz="quarter" idx="4294967295"/>
          </p:nvPr>
        </p:nvSpPr>
        <p:spPr>
          <a:xfrm>
            <a:off x="11064240" y="5515694"/>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sp>
        <p:nvSpPr>
          <p:cNvPr id="35" name="Shape 32"/>
          <p:cNvSpPr/>
          <p:nvPr/>
        </p:nvSpPr>
        <p:spPr>
          <a:xfrm>
            <a:off x="6400800" y="4133087"/>
            <a:ext cx="5212080" cy="2148840"/>
          </a:xfrm>
          <a:prstGeom prst="roundRect">
            <a:avLst>
              <a:gd name="adj" fmla="val 5581"/>
            </a:avLst>
          </a:prstGeom>
          <a:ln/>
        </p:spPr>
        <p:style>
          <a:lnRef idx="2">
            <a:schemeClr val="accent2"/>
          </a:lnRef>
          <a:fillRef idx="1">
            <a:schemeClr val="lt1"/>
          </a:fillRef>
          <a:effectRef idx="0">
            <a:schemeClr val="accent2"/>
          </a:effectRef>
          <a:fontRef idx="minor">
            <a:schemeClr val="dk1"/>
          </a:fontRef>
        </p:style>
        <p:txBody>
          <a:bodyPr/>
          <a:lstStyle/>
          <a:p>
            <a:endParaRPr lang="ja-JP" altLang="en-US"/>
          </a:p>
        </p:txBody>
      </p:sp>
      <p:sp>
        <p:nvSpPr>
          <p:cNvPr id="36" name="Text 33"/>
          <p:cNvSpPr txBox="1"/>
          <p:nvPr/>
        </p:nvSpPr>
        <p:spPr>
          <a:xfrm>
            <a:off x="6629400" y="4279392"/>
            <a:ext cx="4846320" cy="411480"/>
          </a:xfrm>
          <a:prstGeom prst="rect">
            <a:avLst/>
          </a:prstGeom>
          <a:noFill/>
          <a:ln/>
        </p:spPr>
        <p:txBody>
          <a:bodyPr wrap="square" lIns="0" tIns="0" rIns="0" bIns="0" rtlCol="0" anchor="t"/>
          <a:lstStyle/>
          <a:p>
            <a:pPr marL="0" indent="0">
              <a:buNone/>
            </a:pPr>
            <a:r>
              <a:rPr lang="en-US" sz="1800" b="1" dirty="0" err="1">
                <a:solidFill>
                  <a:schemeClr val="accent1"/>
                </a:solidFill>
              </a:rPr>
              <a:t>クラスをまとめる</a:t>
            </a:r>
            <a:r>
              <a:rPr lang="en-US" sz="1800" b="1" dirty="0">
                <a:solidFill>
                  <a:schemeClr val="accent1"/>
                </a:solidFill>
              </a:rPr>
              <a:t>　</a:t>
            </a:r>
            <a:endParaRPr lang="en-US" sz="1800" dirty="0"/>
          </a:p>
        </p:txBody>
      </p:sp>
      <p:sp>
        <p:nvSpPr>
          <p:cNvPr id="37" name="Text 34"/>
          <p:cNvSpPr txBox="1"/>
          <p:nvPr/>
        </p:nvSpPr>
        <p:spPr>
          <a:xfrm>
            <a:off x="6629400" y="4681728"/>
            <a:ext cx="4846320" cy="640080"/>
          </a:xfrm>
          <a:prstGeom prst="rect">
            <a:avLst/>
          </a:prstGeom>
          <a:noFill/>
          <a:ln/>
        </p:spPr>
        <p:txBody>
          <a:bodyPr wrap="square" lIns="0" tIns="0" rIns="0" bIns="0" rtlCol="0" anchor="t"/>
          <a:lstStyle/>
          <a:p>
            <a:pPr marL="0" indent="0">
              <a:buNone/>
            </a:pPr>
            <a:r>
              <a:rPr lang="en-US" sz="1500" dirty="0">
                <a:solidFill>
                  <a:schemeClr val="tx1"/>
                </a:solidFill>
              </a:rPr>
              <a:t>例　クラス0とクラス6を「0から6への移動」にまとめる</a:t>
            </a:r>
            <a:endParaRPr lang="en-US" sz="1500" dirty="0"/>
          </a:p>
        </p:txBody>
      </p:sp>
      <p:sp>
        <p:nvSpPr>
          <p:cNvPr id="38" name="Text 35"/>
          <p:cNvSpPr txBox="1"/>
          <p:nvPr/>
        </p:nvSpPr>
        <p:spPr>
          <a:xfrm>
            <a:off x="6629400" y="5321808"/>
            <a:ext cx="4846320" cy="640080"/>
          </a:xfrm>
          <a:prstGeom prst="rect">
            <a:avLst/>
          </a:prstGeom>
          <a:noFill/>
          <a:ln/>
        </p:spPr>
        <p:txBody>
          <a:bodyPr wrap="square" lIns="0" tIns="0" rIns="0" bIns="0" rtlCol="0" anchor="t"/>
          <a:lstStyle/>
          <a:p>
            <a:pPr marL="0" indent="0">
              <a:buNone/>
            </a:pPr>
            <a:r>
              <a:rPr lang="en-US" sz="1300" dirty="0">
                <a:solidFill>
                  <a:schemeClr val="tx2"/>
                </a:solidFill>
              </a:rPr>
              <a:t>特徴は元のままなので，どの領域が効いたかという読み方は変わらない</a:t>
            </a:r>
            <a:endParaRPr lang="en-US" sz="1300" dirty="0"/>
          </a:p>
        </p:txBody>
      </p:sp>
      <p:sp>
        <p:nvSpPr>
          <p:cNvPr id="39" name="Shape 36"/>
          <p:cNvSpPr/>
          <p:nvPr/>
        </p:nvSpPr>
        <p:spPr>
          <a:xfrm>
            <a:off x="6400800" y="1600200"/>
            <a:ext cx="5212080" cy="1783080"/>
          </a:xfrm>
          <a:prstGeom prst="roundRect">
            <a:avLst>
              <a:gd name="adj" fmla="val 6154"/>
            </a:avLst>
          </a:prstGeom>
          <a:noFill/>
          <a:ln w="12700">
            <a:solidFill>
              <a:schemeClr val="tx1"/>
            </a:solidFill>
            <a:prstDash val="solid"/>
          </a:ln>
        </p:spPr>
        <p:txBody>
          <a:bodyPr/>
          <a:lstStyle/>
          <a:p>
            <a:endParaRPr lang="ja-JP" altLang="en-US"/>
          </a:p>
        </p:txBody>
      </p:sp>
      <p:sp>
        <p:nvSpPr>
          <p:cNvPr id="40" name="Text 37"/>
          <p:cNvSpPr txBox="1"/>
          <p:nvPr/>
        </p:nvSpPr>
        <p:spPr>
          <a:xfrm>
            <a:off x="6629400" y="1737360"/>
            <a:ext cx="4846320" cy="411480"/>
          </a:xfrm>
          <a:prstGeom prst="rect">
            <a:avLst/>
          </a:prstGeom>
          <a:noFill/>
          <a:ln/>
        </p:spPr>
        <p:txBody>
          <a:bodyPr wrap="square" lIns="0" tIns="0" rIns="0" bIns="0" rtlCol="0" anchor="t"/>
          <a:lstStyle/>
          <a:p>
            <a:pPr marL="0" indent="0">
              <a:buNone/>
            </a:pPr>
            <a:r>
              <a:rPr lang="en-US" sz="1800" b="1" dirty="0" err="1">
                <a:solidFill>
                  <a:schemeClr val="tx2"/>
                </a:solidFill>
              </a:rPr>
              <a:t>特徴をまとめる</a:t>
            </a:r>
            <a:r>
              <a:rPr lang="en-US" sz="1800" b="1" dirty="0">
                <a:solidFill>
                  <a:schemeClr val="tx2"/>
                </a:solidFill>
              </a:rPr>
              <a:t>　</a:t>
            </a:r>
            <a:endParaRPr lang="en-US" sz="1800" dirty="0"/>
          </a:p>
        </p:txBody>
      </p:sp>
      <p:sp>
        <p:nvSpPr>
          <p:cNvPr id="41" name="Text 38"/>
          <p:cNvSpPr txBox="1"/>
          <p:nvPr/>
        </p:nvSpPr>
        <p:spPr>
          <a:xfrm>
            <a:off x="6629400" y="2240280"/>
            <a:ext cx="4846320" cy="914400"/>
          </a:xfrm>
          <a:prstGeom prst="rect">
            <a:avLst/>
          </a:prstGeom>
          <a:noFill/>
          <a:ln/>
        </p:spPr>
        <p:txBody>
          <a:bodyPr wrap="square" lIns="0" tIns="0" rIns="0" bIns="0" rtlCol="0" anchor="t"/>
          <a:lstStyle/>
          <a:p>
            <a:pPr marL="0" indent="0">
              <a:buNone/>
            </a:pPr>
            <a:r>
              <a:rPr lang="en-US" sz="1500" dirty="0" err="1">
                <a:solidFill>
                  <a:schemeClr val="tx1"/>
                </a:solidFill>
              </a:rPr>
              <a:t>例</a:t>
            </a:r>
            <a:r>
              <a:rPr lang="en-US" sz="1500" dirty="0">
                <a:solidFill>
                  <a:schemeClr val="tx1"/>
                </a:solidFill>
              </a:rPr>
              <a:t>　</a:t>
            </a:r>
            <a:br>
              <a:rPr lang="en-US" sz="1500" dirty="0">
                <a:solidFill>
                  <a:schemeClr val="tx1"/>
                </a:solidFill>
              </a:rPr>
            </a:br>
            <a:r>
              <a:rPr lang="en-US" sz="1500" dirty="0" err="1">
                <a:solidFill>
                  <a:schemeClr val="tx1"/>
                </a:solidFill>
              </a:rPr>
              <a:t>ピクセルをスーパーピクセルにまとめる</a:t>
            </a:r>
            <a:r>
              <a:rPr lang="en-US" sz="1500" dirty="0">
                <a:solidFill>
                  <a:schemeClr val="tx1"/>
                </a:solidFill>
              </a:rPr>
              <a:t>，</a:t>
            </a:r>
            <a:br>
              <a:rPr lang="en-US" sz="1500" dirty="0">
                <a:solidFill>
                  <a:schemeClr val="tx1"/>
                </a:solidFill>
              </a:rPr>
            </a:br>
            <a:r>
              <a:rPr lang="en-US" sz="1500" dirty="0" err="1">
                <a:solidFill>
                  <a:schemeClr val="tx1"/>
                </a:solidFill>
              </a:rPr>
              <a:t>科目を「理系科目」にまとめる</a:t>
            </a:r>
            <a:endParaRPr lang="en-US" sz="1500" dirty="0"/>
          </a:p>
        </p:txBody>
      </p:sp>
      <p:grpSp>
        <p:nvGrpSpPr>
          <p:cNvPr id="105" name="グループ化 104">
            <a:extLst>
              <a:ext uri="{FF2B5EF4-FFF2-40B4-BE49-F238E27FC236}">
                <a16:creationId xmlns:a16="http://schemas.microsoft.com/office/drawing/2014/main" id="{906947F5-6C85-90B1-6862-50AFD500D113}"/>
              </a:ext>
            </a:extLst>
          </p:cNvPr>
          <p:cNvGrpSpPr/>
          <p:nvPr/>
        </p:nvGrpSpPr>
        <p:grpSpPr>
          <a:xfrm>
            <a:off x="579120" y="1668780"/>
            <a:ext cx="1645920" cy="1645920"/>
            <a:chOff x="-3163824" y="2258568"/>
            <a:chExt cx="3044952" cy="3044952"/>
          </a:xfrm>
        </p:grpSpPr>
        <p:sp>
          <p:nvSpPr>
            <p:cNvPr id="4" name="Shape 2">
              <a:extLst>
                <a:ext uri="{FF2B5EF4-FFF2-40B4-BE49-F238E27FC236}">
                  <a16:creationId xmlns:a16="http://schemas.microsoft.com/office/drawing/2014/main" id="{64231F97-7E62-F54E-A970-05CB02CE9F47}"/>
                </a:ext>
              </a:extLst>
            </p:cNvPr>
            <p:cNvSpPr/>
            <p:nvPr/>
          </p:nvSpPr>
          <p:spPr>
            <a:xfrm>
              <a:off x="-3163824" y="2258568"/>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42" name="Shape 3">
              <a:extLst>
                <a:ext uri="{FF2B5EF4-FFF2-40B4-BE49-F238E27FC236}">
                  <a16:creationId xmlns:a16="http://schemas.microsoft.com/office/drawing/2014/main" id="{FEE11916-77DB-FB6E-6A78-2289103C0F55}"/>
                </a:ext>
              </a:extLst>
            </p:cNvPr>
            <p:cNvSpPr/>
            <p:nvPr/>
          </p:nvSpPr>
          <p:spPr>
            <a:xfrm>
              <a:off x="-2779776" y="2258568"/>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43" name="Shape 4">
              <a:extLst>
                <a:ext uri="{FF2B5EF4-FFF2-40B4-BE49-F238E27FC236}">
                  <a16:creationId xmlns:a16="http://schemas.microsoft.com/office/drawing/2014/main" id="{AE019B4F-4154-541E-A2B2-A006105C4962}"/>
                </a:ext>
              </a:extLst>
            </p:cNvPr>
            <p:cNvSpPr/>
            <p:nvPr/>
          </p:nvSpPr>
          <p:spPr>
            <a:xfrm>
              <a:off x="-2395728" y="2258568"/>
              <a:ext cx="356616" cy="356616"/>
            </a:xfrm>
            <a:prstGeom prst="rect">
              <a:avLst/>
            </a:prstGeom>
            <a:solidFill>
              <a:schemeClr val="tx2">
                <a:lumMod val="75000"/>
                <a:lumOff val="25000"/>
              </a:schemeClr>
            </a:solidFill>
            <a:ln w="6350">
              <a:solidFill>
                <a:schemeClr val="bg1"/>
              </a:solidFill>
              <a:prstDash val="solid"/>
            </a:ln>
          </p:spPr>
          <p:txBody>
            <a:bodyPr/>
            <a:lstStyle/>
            <a:p>
              <a:endParaRPr lang="ja-JP" altLang="en-US"/>
            </a:p>
          </p:txBody>
        </p:sp>
        <p:sp>
          <p:nvSpPr>
            <p:cNvPr id="44" name="Shape 5">
              <a:extLst>
                <a:ext uri="{FF2B5EF4-FFF2-40B4-BE49-F238E27FC236}">
                  <a16:creationId xmlns:a16="http://schemas.microsoft.com/office/drawing/2014/main" id="{25594611-FAD9-EF7A-9463-F87822790C55}"/>
                </a:ext>
              </a:extLst>
            </p:cNvPr>
            <p:cNvSpPr/>
            <p:nvPr/>
          </p:nvSpPr>
          <p:spPr>
            <a:xfrm>
              <a:off x="-2011680" y="2258568"/>
              <a:ext cx="356616" cy="356616"/>
            </a:xfrm>
            <a:prstGeom prst="rect">
              <a:avLst/>
            </a:prstGeom>
            <a:solidFill>
              <a:schemeClr val="accent2"/>
            </a:solidFill>
            <a:ln w="6350">
              <a:solidFill>
                <a:schemeClr val="bg1"/>
              </a:solidFill>
              <a:prstDash val="solid"/>
            </a:ln>
          </p:spPr>
          <p:txBody>
            <a:bodyPr/>
            <a:lstStyle/>
            <a:p>
              <a:endParaRPr lang="ja-JP" altLang="en-US"/>
            </a:p>
          </p:txBody>
        </p:sp>
        <p:sp>
          <p:nvSpPr>
            <p:cNvPr id="45" name="Shape 6">
              <a:extLst>
                <a:ext uri="{FF2B5EF4-FFF2-40B4-BE49-F238E27FC236}">
                  <a16:creationId xmlns:a16="http://schemas.microsoft.com/office/drawing/2014/main" id="{D764C8C5-A6A6-C794-FCCB-0990CE08629D}"/>
                </a:ext>
              </a:extLst>
            </p:cNvPr>
            <p:cNvSpPr/>
            <p:nvPr/>
          </p:nvSpPr>
          <p:spPr>
            <a:xfrm>
              <a:off x="-1627632" y="2258568"/>
              <a:ext cx="356616" cy="356616"/>
            </a:xfrm>
            <a:prstGeom prst="rect">
              <a:avLst/>
            </a:prstGeom>
            <a:solidFill>
              <a:schemeClr val="accent2"/>
            </a:solidFill>
            <a:ln w="6350">
              <a:solidFill>
                <a:schemeClr val="bg1"/>
              </a:solidFill>
              <a:prstDash val="solid"/>
            </a:ln>
          </p:spPr>
          <p:txBody>
            <a:bodyPr/>
            <a:lstStyle/>
            <a:p>
              <a:endParaRPr lang="ja-JP" altLang="en-US"/>
            </a:p>
          </p:txBody>
        </p:sp>
        <p:sp>
          <p:nvSpPr>
            <p:cNvPr id="46" name="Shape 7">
              <a:extLst>
                <a:ext uri="{FF2B5EF4-FFF2-40B4-BE49-F238E27FC236}">
                  <a16:creationId xmlns:a16="http://schemas.microsoft.com/office/drawing/2014/main" id="{ED7602DB-12B9-5F13-5E7C-7A683CCC98F2}"/>
                </a:ext>
              </a:extLst>
            </p:cNvPr>
            <p:cNvSpPr/>
            <p:nvPr/>
          </p:nvSpPr>
          <p:spPr>
            <a:xfrm>
              <a:off x="-1243584" y="2258568"/>
              <a:ext cx="356616" cy="356616"/>
            </a:xfrm>
            <a:prstGeom prst="rect">
              <a:avLst/>
            </a:prstGeom>
            <a:solidFill>
              <a:schemeClr val="accent2"/>
            </a:solidFill>
            <a:ln w="6350">
              <a:solidFill>
                <a:schemeClr val="bg1"/>
              </a:solidFill>
              <a:prstDash val="solid"/>
            </a:ln>
          </p:spPr>
          <p:txBody>
            <a:bodyPr/>
            <a:lstStyle/>
            <a:p>
              <a:endParaRPr lang="ja-JP" altLang="en-US"/>
            </a:p>
          </p:txBody>
        </p:sp>
        <p:sp>
          <p:nvSpPr>
            <p:cNvPr id="47" name="Shape 8">
              <a:extLst>
                <a:ext uri="{FF2B5EF4-FFF2-40B4-BE49-F238E27FC236}">
                  <a16:creationId xmlns:a16="http://schemas.microsoft.com/office/drawing/2014/main" id="{08B129EE-68F7-4701-D28C-FEDBAB64E347}"/>
                </a:ext>
              </a:extLst>
            </p:cNvPr>
            <p:cNvSpPr/>
            <p:nvPr/>
          </p:nvSpPr>
          <p:spPr>
            <a:xfrm>
              <a:off x="-859536" y="2258568"/>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48" name="Shape 9">
              <a:extLst>
                <a:ext uri="{FF2B5EF4-FFF2-40B4-BE49-F238E27FC236}">
                  <a16:creationId xmlns:a16="http://schemas.microsoft.com/office/drawing/2014/main" id="{E8F968D3-C7FF-21A4-5010-DC357EF5B6A0}"/>
                </a:ext>
              </a:extLst>
            </p:cNvPr>
            <p:cNvSpPr/>
            <p:nvPr/>
          </p:nvSpPr>
          <p:spPr>
            <a:xfrm>
              <a:off x="-475488" y="2258568"/>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49" name="Shape 10">
              <a:extLst>
                <a:ext uri="{FF2B5EF4-FFF2-40B4-BE49-F238E27FC236}">
                  <a16:creationId xmlns:a16="http://schemas.microsoft.com/office/drawing/2014/main" id="{E9118F6A-6B24-09AC-7A4A-BAE76A12FCB4}"/>
                </a:ext>
              </a:extLst>
            </p:cNvPr>
            <p:cNvSpPr/>
            <p:nvPr/>
          </p:nvSpPr>
          <p:spPr>
            <a:xfrm>
              <a:off x="-3163824" y="2642616"/>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50" name="Shape 11">
              <a:extLst>
                <a:ext uri="{FF2B5EF4-FFF2-40B4-BE49-F238E27FC236}">
                  <a16:creationId xmlns:a16="http://schemas.microsoft.com/office/drawing/2014/main" id="{24081B71-8983-DFE9-8A83-20378831EF9E}"/>
                </a:ext>
              </a:extLst>
            </p:cNvPr>
            <p:cNvSpPr/>
            <p:nvPr/>
          </p:nvSpPr>
          <p:spPr>
            <a:xfrm>
              <a:off x="-2779776" y="2642616"/>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51" name="Shape 12">
              <a:extLst>
                <a:ext uri="{FF2B5EF4-FFF2-40B4-BE49-F238E27FC236}">
                  <a16:creationId xmlns:a16="http://schemas.microsoft.com/office/drawing/2014/main" id="{1F1B9034-C243-ED30-1C60-E14806664CEB}"/>
                </a:ext>
              </a:extLst>
            </p:cNvPr>
            <p:cNvSpPr/>
            <p:nvPr/>
          </p:nvSpPr>
          <p:spPr>
            <a:xfrm>
              <a:off x="-2395728" y="2642616"/>
              <a:ext cx="356616" cy="356616"/>
            </a:xfrm>
            <a:prstGeom prst="rect">
              <a:avLst/>
            </a:prstGeom>
            <a:solidFill>
              <a:schemeClr val="accent2">
                <a:lumMod val="75000"/>
              </a:schemeClr>
            </a:solidFill>
            <a:ln w="6350">
              <a:solidFill>
                <a:schemeClr val="bg1"/>
              </a:solidFill>
              <a:prstDash val="solid"/>
            </a:ln>
          </p:spPr>
          <p:txBody>
            <a:bodyPr/>
            <a:lstStyle/>
            <a:p>
              <a:endParaRPr lang="ja-JP" altLang="en-US"/>
            </a:p>
          </p:txBody>
        </p:sp>
        <p:sp>
          <p:nvSpPr>
            <p:cNvPr id="52" name="Shape 13">
              <a:extLst>
                <a:ext uri="{FF2B5EF4-FFF2-40B4-BE49-F238E27FC236}">
                  <a16:creationId xmlns:a16="http://schemas.microsoft.com/office/drawing/2014/main" id="{DE5A8726-E777-C377-936A-F69EA0050C6B}"/>
                </a:ext>
              </a:extLst>
            </p:cNvPr>
            <p:cNvSpPr/>
            <p:nvPr/>
          </p:nvSpPr>
          <p:spPr>
            <a:xfrm>
              <a:off x="-2011680" y="2642616"/>
              <a:ext cx="356616" cy="356616"/>
            </a:xfrm>
            <a:prstGeom prst="rect">
              <a:avLst/>
            </a:prstGeom>
            <a:solidFill>
              <a:schemeClr val="tx2">
                <a:lumMod val="75000"/>
                <a:lumOff val="25000"/>
              </a:schemeClr>
            </a:solidFill>
            <a:ln w="6350">
              <a:solidFill>
                <a:schemeClr val="bg1"/>
              </a:solidFill>
              <a:prstDash val="solid"/>
            </a:ln>
          </p:spPr>
          <p:txBody>
            <a:bodyPr/>
            <a:lstStyle/>
            <a:p>
              <a:endParaRPr lang="ja-JP" altLang="en-US"/>
            </a:p>
          </p:txBody>
        </p:sp>
        <p:sp>
          <p:nvSpPr>
            <p:cNvPr id="53" name="Shape 14">
              <a:extLst>
                <a:ext uri="{FF2B5EF4-FFF2-40B4-BE49-F238E27FC236}">
                  <a16:creationId xmlns:a16="http://schemas.microsoft.com/office/drawing/2014/main" id="{E54BB9D7-481B-06EF-1846-39369E2207B8}"/>
                </a:ext>
              </a:extLst>
            </p:cNvPr>
            <p:cNvSpPr/>
            <p:nvPr/>
          </p:nvSpPr>
          <p:spPr>
            <a:xfrm>
              <a:off x="-1627632" y="2642616"/>
              <a:ext cx="356616" cy="356616"/>
            </a:xfrm>
            <a:prstGeom prst="rect">
              <a:avLst/>
            </a:prstGeom>
            <a:solidFill>
              <a:schemeClr val="tx2">
                <a:lumMod val="75000"/>
                <a:lumOff val="25000"/>
              </a:schemeClr>
            </a:solidFill>
            <a:ln w="6350">
              <a:solidFill>
                <a:schemeClr val="bg1"/>
              </a:solidFill>
              <a:prstDash val="solid"/>
            </a:ln>
          </p:spPr>
          <p:txBody>
            <a:bodyPr/>
            <a:lstStyle/>
            <a:p>
              <a:endParaRPr lang="ja-JP" altLang="en-US"/>
            </a:p>
          </p:txBody>
        </p:sp>
        <p:sp>
          <p:nvSpPr>
            <p:cNvPr id="54" name="Shape 15">
              <a:extLst>
                <a:ext uri="{FF2B5EF4-FFF2-40B4-BE49-F238E27FC236}">
                  <a16:creationId xmlns:a16="http://schemas.microsoft.com/office/drawing/2014/main" id="{F37E270D-9044-36EA-227A-31E5AF620A4B}"/>
                </a:ext>
              </a:extLst>
            </p:cNvPr>
            <p:cNvSpPr/>
            <p:nvPr/>
          </p:nvSpPr>
          <p:spPr>
            <a:xfrm>
              <a:off x="-1243584" y="2642616"/>
              <a:ext cx="356616" cy="356616"/>
            </a:xfrm>
            <a:prstGeom prst="rect">
              <a:avLst/>
            </a:prstGeom>
            <a:solidFill>
              <a:schemeClr val="accent2"/>
            </a:solidFill>
            <a:ln w="6350">
              <a:solidFill>
                <a:schemeClr val="bg1"/>
              </a:solidFill>
              <a:prstDash val="solid"/>
            </a:ln>
          </p:spPr>
          <p:txBody>
            <a:bodyPr/>
            <a:lstStyle/>
            <a:p>
              <a:endParaRPr lang="ja-JP" altLang="en-US"/>
            </a:p>
          </p:txBody>
        </p:sp>
        <p:sp>
          <p:nvSpPr>
            <p:cNvPr id="55" name="Shape 16">
              <a:extLst>
                <a:ext uri="{FF2B5EF4-FFF2-40B4-BE49-F238E27FC236}">
                  <a16:creationId xmlns:a16="http://schemas.microsoft.com/office/drawing/2014/main" id="{D2805A79-A8D6-CA4E-B7F2-155A6285385B}"/>
                </a:ext>
              </a:extLst>
            </p:cNvPr>
            <p:cNvSpPr/>
            <p:nvPr/>
          </p:nvSpPr>
          <p:spPr>
            <a:xfrm>
              <a:off x="-859536" y="2642616"/>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56" name="Shape 17">
              <a:extLst>
                <a:ext uri="{FF2B5EF4-FFF2-40B4-BE49-F238E27FC236}">
                  <a16:creationId xmlns:a16="http://schemas.microsoft.com/office/drawing/2014/main" id="{131ECB79-9FFC-58F3-1FC2-9CB75CEE5617}"/>
                </a:ext>
              </a:extLst>
            </p:cNvPr>
            <p:cNvSpPr/>
            <p:nvPr/>
          </p:nvSpPr>
          <p:spPr>
            <a:xfrm>
              <a:off x="-475488" y="2642616"/>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57" name="Shape 18">
              <a:extLst>
                <a:ext uri="{FF2B5EF4-FFF2-40B4-BE49-F238E27FC236}">
                  <a16:creationId xmlns:a16="http://schemas.microsoft.com/office/drawing/2014/main" id="{A38D4CC3-4792-7D4F-22C0-5859CBF24293}"/>
                </a:ext>
              </a:extLst>
            </p:cNvPr>
            <p:cNvSpPr/>
            <p:nvPr/>
          </p:nvSpPr>
          <p:spPr>
            <a:xfrm>
              <a:off x="-3163824" y="3026664"/>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58" name="Shape 19">
              <a:extLst>
                <a:ext uri="{FF2B5EF4-FFF2-40B4-BE49-F238E27FC236}">
                  <a16:creationId xmlns:a16="http://schemas.microsoft.com/office/drawing/2014/main" id="{8AE219C5-CF25-1EEF-467F-71BD4A16ED05}"/>
                </a:ext>
              </a:extLst>
            </p:cNvPr>
            <p:cNvSpPr/>
            <p:nvPr/>
          </p:nvSpPr>
          <p:spPr>
            <a:xfrm>
              <a:off x="-2779776" y="3026664"/>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59" name="Shape 20">
              <a:extLst>
                <a:ext uri="{FF2B5EF4-FFF2-40B4-BE49-F238E27FC236}">
                  <a16:creationId xmlns:a16="http://schemas.microsoft.com/office/drawing/2014/main" id="{48504825-9275-D6EA-617D-909A31FAF939}"/>
                </a:ext>
              </a:extLst>
            </p:cNvPr>
            <p:cNvSpPr/>
            <p:nvPr/>
          </p:nvSpPr>
          <p:spPr>
            <a:xfrm>
              <a:off x="-2395728" y="3026664"/>
              <a:ext cx="356616" cy="356616"/>
            </a:xfrm>
            <a:prstGeom prst="rect">
              <a:avLst/>
            </a:prstGeom>
            <a:solidFill>
              <a:schemeClr val="accent2">
                <a:lumMod val="40000"/>
                <a:lumOff val="60000"/>
              </a:schemeClr>
            </a:solidFill>
            <a:ln w="6350">
              <a:solidFill>
                <a:schemeClr val="bg1"/>
              </a:solidFill>
              <a:prstDash val="solid"/>
            </a:ln>
          </p:spPr>
          <p:txBody>
            <a:bodyPr/>
            <a:lstStyle/>
            <a:p>
              <a:endParaRPr lang="ja-JP" altLang="en-US"/>
            </a:p>
          </p:txBody>
        </p:sp>
        <p:sp>
          <p:nvSpPr>
            <p:cNvPr id="60" name="Shape 21">
              <a:extLst>
                <a:ext uri="{FF2B5EF4-FFF2-40B4-BE49-F238E27FC236}">
                  <a16:creationId xmlns:a16="http://schemas.microsoft.com/office/drawing/2014/main" id="{4F8F3FCE-D381-7C76-1A5E-E1E1FDCE2A3D}"/>
                </a:ext>
              </a:extLst>
            </p:cNvPr>
            <p:cNvSpPr/>
            <p:nvPr/>
          </p:nvSpPr>
          <p:spPr>
            <a:xfrm>
              <a:off x="-2011680" y="3026664"/>
              <a:ext cx="356616" cy="356616"/>
            </a:xfrm>
            <a:prstGeom prst="rect">
              <a:avLst/>
            </a:prstGeom>
            <a:solidFill>
              <a:schemeClr val="accent2">
                <a:lumMod val="60000"/>
                <a:lumOff val="40000"/>
                <a:alpha val="56000"/>
              </a:schemeClr>
            </a:solidFill>
            <a:ln w="6350">
              <a:solidFill>
                <a:schemeClr val="bg1"/>
              </a:solidFill>
              <a:prstDash val="solid"/>
            </a:ln>
          </p:spPr>
          <p:txBody>
            <a:bodyPr/>
            <a:lstStyle/>
            <a:p>
              <a:endParaRPr lang="ja-JP" altLang="en-US"/>
            </a:p>
          </p:txBody>
        </p:sp>
        <p:sp>
          <p:nvSpPr>
            <p:cNvPr id="61" name="Shape 22">
              <a:extLst>
                <a:ext uri="{FF2B5EF4-FFF2-40B4-BE49-F238E27FC236}">
                  <a16:creationId xmlns:a16="http://schemas.microsoft.com/office/drawing/2014/main" id="{411B245E-1FC9-9853-022F-50DDB07F69DB}"/>
                </a:ext>
              </a:extLst>
            </p:cNvPr>
            <p:cNvSpPr/>
            <p:nvPr/>
          </p:nvSpPr>
          <p:spPr>
            <a:xfrm>
              <a:off x="-1627632" y="3026664"/>
              <a:ext cx="356616" cy="356616"/>
            </a:xfrm>
            <a:prstGeom prst="rect">
              <a:avLst/>
            </a:prstGeom>
            <a:solidFill>
              <a:schemeClr val="tx1">
                <a:alpha val="6000"/>
              </a:schemeClr>
            </a:solidFill>
            <a:ln w="6350">
              <a:solidFill>
                <a:schemeClr val="bg1"/>
              </a:solidFill>
              <a:prstDash val="solid"/>
            </a:ln>
          </p:spPr>
          <p:txBody>
            <a:bodyPr/>
            <a:lstStyle/>
            <a:p>
              <a:endParaRPr lang="ja-JP" altLang="en-US"/>
            </a:p>
          </p:txBody>
        </p:sp>
        <p:sp>
          <p:nvSpPr>
            <p:cNvPr id="62" name="Shape 23">
              <a:extLst>
                <a:ext uri="{FF2B5EF4-FFF2-40B4-BE49-F238E27FC236}">
                  <a16:creationId xmlns:a16="http://schemas.microsoft.com/office/drawing/2014/main" id="{78702B51-1E6D-7D2D-D0ED-9E765F56C64B}"/>
                </a:ext>
              </a:extLst>
            </p:cNvPr>
            <p:cNvSpPr/>
            <p:nvPr/>
          </p:nvSpPr>
          <p:spPr>
            <a:xfrm>
              <a:off x="-1243584" y="3026664"/>
              <a:ext cx="356616" cy="356616"/>
            </a:xfrm>
            <a:prstGeom prst="rect">
              <a:avLst/>
            </a:prstGeom>
            <a:solidFill>
              <a:schemeClr val="accent1">
                <a:lumMod val="60000"/>
                <a:lumOff val="40000"/>
              </a:schemeClr>
            </a:solidFill>
            <a:ln w="6350">
              <a:solidFill>
                <a:schemeClr val="bg1"/>
              </a:solidFill>
              <a:prstDash val="solid"/>
            </a:ln>
          </p:spPr>
          <p:txBody>
            <a:bodyPr/>
            <a:lstStyle/>
            <a:p>
              <a:endParaRPr lang="ja-JP" altLang="en-US"/>
            </a:p>
          </p:txBody>
        </p:sp>
        <p:sp>
          <p:nvSpPr>
            <p:cNvPr id="63" name="Shape 24">
              <a:extLst>
                <a:ext uri="{FF2B5EF4-FFF2-40B4-BE49-F238E27FC236}">
                  <a16:creationId xmlns:a16="http://schemas.microsoft.com/office/drawing/2014/main" id="{CD7E8353-6BAD-6C7D-D63F-9D89744A7524}"/>
                </a:ext>
              </a:extLst>
            </p:cNvPr>
            <p:cNvSpPr/>
            <p:nvPr/>
          </p:nvSpPr>
          <p:spPr>
            <a:xfrm>
              <a:off x="-859536" y="3026664"/>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64" name="Shape 25">
              <a:extLst>
                <a:ext uri="{FF2B5EF4-FFF2-40B4-BE49-F238E27FC236}">
                  <a16:creationId xmlns:a16="http://schemas.microsoft.com/office/drawing/2014/main" id="{0E8F5E0B-D1DB-BC84-72AB-29CA9AC3E767}"/>
                </a:ext>
              </a:extLst>
            </p:cNvPr>
            <p:cNvSpPr/>
            <p:nvPr/>
          </p:nvSpPr>
          <p:spPr>
            <a:xfrm>
              <a:off x="-475488" y="3026664"/>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65" name="Shape 26">
              <a:extLst>
                <a:ext uri="{FF2B5EF4-FFF2-40B4-BE49-F238E27FC236}">
                  <a16:creationId xmlns:a16="http://schemas.microsoft.com/office/drawing/2014/main" id="{DA495841-E396-3C30-6AEB-232232737D6F}"/>
                </a:ext>
              </a:extLst>
            </p:cNvPr>
            <p:cNvSpPr/>
            <p:nvPr/>
          </p:nvSpPr>
          <p:spPr>
            <a:xfrm>
              <a:off x="-3163824" y="3410712"/>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66" name="Shape 27">
              <a:extLst>
                <a:ext uri="{FF2B5EF4-FFF2-40B4-BE49-F238E27FC236}">
                  <a16:creationId xmlns:a16="http://schemas.microsoft.com/office/drawing/2014/main" id="{06A83330-A0E1-5C3B-1DC5-087DD2893FC9}"/>
                </a:ext>
              </a:extLst>
            </p:cNvPr>
            <p:cNvSpPr/>
            <p:nvPr/>
          </p:nvSpPr>
          <p:spPr>
            <a:xfrm>
              <a:off x="-2779776" y="3410712"/>
              <a:ext cx="356616" cy="356616"/>
            </a:xfrm>
            <a:prstGeom prst="rect">
              <a:avLst/>
            </a:prstGeom>
            <a:solidFill>
              <a:schemeClr val="tx2">
                <a:lumMod val="75000"/>
                <a:lumOff val="25000"/>
              </a:schemeClr>
            </a:solidFill>
            <a:ln w="6350">
              <a:solidFill>
                <a:schemeClr val="bg1"/>
              </a:solidFill>
              <a:prstDash val="solid"/>
            </a:ln>
          </p:spPr>
          <p:txBody>
            <a:bodyPr/>
            <a:lstStyle/>
            <a:p>
              <a:endParaRPr lang="ja-JP" altLang="en-US"/>
            </a:p>
          </p:txBody>
        </p:sp>
        <p:sp>
          <p:nvSpPr>
            <p:cNvPr id="67" name="Shape 28">
              <a:extLst>
                <a:ext uri="{FF2B5EF4-FFF2-40B4-BE49-F238E27FC236}">
                  <a16:creationId xmlns:a16="http://schemas.microsoft.com/office/drawing/2014/main" id="{2EAAAFDC-FA39-019F-6E87-8C8F3462B887}"/>
                </a:ext>
              </a:extLst>
            </p:cNvPr>
            <p:cNvSpPr/>
            <p:nvPr/>
          </p:nvSpPr>
          <p:spPr>
            <a:xfrm>
              <a:off x="-2395728" y="3410712"/>
              <a:ext cx="356616" cy="356616"/>
            </a:xfrm>
            <a:prstGeom prst="rect">
              <a:avLst/>
            </a:prstGeom>
            <a:solidFill>
              <a:schemeClr val="accent1">
                <a:lumMod val="40000"/>
                <a:lumOff val="60000"/>
              </a:schemeClr>
            </a:solidFill>
            <a:ln w="6350">
              <a:solidFill>
                <a:schemeClr val="bg1"/>
              </a:solidFill>
              <a:prstDash val="solid"/>
            </a:ln>
          </p:spPr>
          <p:txBody>
            <a:bodyPr/>
            <a:lstStyle/>
            <a:p>
              <a:endParaRPr lang="ja-JP" altLang="en-US"/>
            </a:p>
          </p:txBody>
        </p:sp>
        <p:sp>
          <p:nvSpPr>
            <p:cNvPr id="68" name="Shape 29">
              <a:extLst>
                <a:ext uri="{FF2B5EF4-FFF2-40B4-BE49-F238E27FC236}">
                  <a16:creationId xmlns:a16="http://schemas.microsoft.com/office/drawing/2014/main" id="{F2588CCB-E0CF-DCE0-E40C-A178C4465D10}"/>
                </a:ext>
              </a:extLst>
            </p:cNvPr>
            <p:cNvSpPr/>
            <p:nvPr/>
          </p:nvSpPr>
          <p:spPr>
            <a:xfrm>
              <a:off x="-2011680" y="3410712"/>
              <a:ext cx="356616" cy="356616"/>
            </a:xfrm>
            <a:prstGeom prst="rect">
              <a:avLst/>
            </a:prstGeom>
            <a:solidFill>
              <a:schemeClr val="tx2">
                <a:lumMod val="75000"/>
                <a:lumOff val="25000"/>
              </a:schemeClr>
            </a:solidFill>
            <a:ln w="6350">
              <a:solidFill>
                <a:schemeClr val="bg1"/>
              </a:solidFill>
              <a:prstDash val="solid"/>
            </a:ln>
          </p:spPr>
          <p:txBody>
            <a:bodyPr/>
            <a:lstStyle/>
            <a:p>
              <a:endParaRPr lang="ja-JP" altLang="en-US"/>
            </a:p>
          </p:txBody>
        </p:sp>
        <p:sp>
          <p:nvSpPr>
            <p:cNvPr id="69" name="Shape 30">
              <a:extLst>
                <a:ext uri="{FF2B5EF4-FFF2-40B4-BE49-F238E27FC236}">
                  <a16:creationId xmlns:a16="http://schemas.microsoft.com/office/drawing/2014/main" id="{0B6DE84D-15D6-D08C-723E-27FB393A7269}"/>
                </a:ext>
              </a:extLst>
            </p:cNvPr>
            <p:cNvSpPr/>
            <p:nvPr/>
          </p:nvSpPr>
          <p:spPr>
            <a:xfrm>
              <a:off x="-1627632" y="3410712"/>
              <a:ext cx="356616" cy="356616"/>
            </a:xfrm>
            <a:prstGeom prst="rect">
              <a:avLst/>
            </a:prstGeom>
            <a:solidFill>
              <a:schemeClr val="accent2">
                <a:lumMod val="40000"/>
                <a:lumOff val="60000"/>
              </a:schemeClr>
            </a:solidFill>
            <a:ln w="6350">
              <a:solidFill>
                <a:schemeClr val="bg1"/>
              </a:solidFill>
              <a:prstDash val="solid"/>
            </a:ln>
          </p:spPr>
          <p:txBody>
            <a:bodyPr/>
            <a:lstStyle/>
            <a:p>
              <a:endParaRPr lang="ja-JP" altLang="en-US"/>
            </a:p>
          </p:txBody>
        </p:sp>
        <p:sp>
          <p:nvSpPr>
            <p:cNvPr id="70" name="Shape 31">
              <a:extLst>
                <a:ext uri="{FF2B5EF4-FFF2-40B4-BE49-F238E27FC236}">
                  <a16:creationId xmlns:a16="http://schemas.microsoft.com/office/drawing/2014/main" id="{24F7CCAE-062E-C52E-F787-1587CF10ABA0}"/>
                </a:ext>
              </a:extLst>
            </p:cNvPr>
            <p:cNvSpPr/>
            <p:nvPr/>
          </p:nvSpPr>
          <p:spPr>
            <a:xfrm>
              <a:off x="-1243584" y="3410712"/>
              <a:ext cx="356616" cy="356616"/>
            </a:xfrm>
            <a:prstGeom prst="rect">
              <a:avLst/>
            </a:prstGeom>
            <a:solidFill>
              <a:schemeClr val="accent1">
                <a:lumMod val="60000"/>
                <a:lumOff val="40000"/>
              </a:schemeClr>
            </a:solidFill>
            <a:ln w="6350">
              <a:solidFill>
                <a:schemeClr val="bg1"/>
              </a:solidFill>
              <a:prstDash val="solid"/>
            </a:ln>
          </p:spPr>
          <p:txBody>
            <a:bodyPr/>
            <a:lstStyle/>
            <a:p>
              <a:endParaRPr lang="ja-JP" altLang="en-US"/>
            </a:p>
          </p:txBody>
        </p:sp>
        <p:sp>
          <p:nvSpPr>
            <p:cNvPr id="71" name="Shape 32">
              <a:extLst>
                <a:ext uri="{FF2B5EF4-FFF2-40B4-BE49-F238E27FC236}">
                  <a16:creationId xmlns:a16="http://schemas.microsoft.com/office/drawing/2014/main" id="{38F97B85-F458-C0A2-75EB-0863A5113A7E}"/>
                </a:ext>
              </a:extLst>
            </p:cNvPr>
            <p:cNvSpPr/>
            <p:nvPr/>
          </p:nvSpPr>
          <p:spPr>
            <a:xfrm>
              <a:off x="-859536" y="3410712"/>
              <a:ext cx="356616" cy="356616"/>
            </a:xfrm>
            <a:prstGeom prst="rect">
              <a:avLst/>
            </a:prstGeom>
            <a:solidFill>
              <a:schemeClr val="tx2">
                <a:lumMod val="75000"/>
                <a:lumOff val="25000"/>
              </a:schemeClr>
            </a:solidFill>
            <a:ln w="6350">
              <a:solidFill>
                <a:schemeClr val="bg1"/>
              </a:solidFill>
              <a:prstDash val="solid"/>
            </a:ln>
          </p:spPr>
          <p:txBody>
            <a:bodyPr/>
            <a:lstStyle/>
            <a:p>
              <a:endParaRPr lang="ja-JP" altLang="en-US"/>
            </a:p>
          </p:txBody>
        </p:sp>
        <p:sp>
          <p:nvSpPr>
            <p:cNvPr id="72" name="Shape 33">
              <a:extLst>
                <a:ext uri="{FF2B5EF4-FFF2-40B4-BE49-F238E27FC236}">
                  <a16:creationId xmlns:a16="http://schemas.microsoft.com/office/drawing/2014/main" id="{6CAF7304-3E49-1549-D266-33DB6C55FC88}"/>
                </a:ext>
              </a:extLst>
            </p:cNvPr>
            <p:cNvSpPr/>
            <p:nvPr/>
          </p:nvSpPr>
          <p:spPr>
            <a:xfrm>
              <a:off x="-475488" y="3410712"/>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73" name="Shape 34">
              <a:extLst>
                <a:ext uri="{FF2B5EF4-FFF2-40B4-BE49-F238E27FC236}">
                  <a16:creationId xmlns:a16="http://schemas.microsoft.com/office/drawing/2014/main" id="{2C10CC35-AC9B-D417-5D42-D1F7A3E32ABC}"/>
                </a:ext>
              </a:extLst>
            </p:cNvPr>
            <p:cNvSpPr/>
            <p:nvPr/>
          </p:nvSpPr>
          <p:spPr>
            <a:xfrm>
              <a:off x="-3163824" y="3794760"/>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74" name="Shape 35">
              <a:extLst>
                <a:ext uri="{FF2B5EF4-FFF2-40B4-BE49-F238E27FC236}">
                  <a16:creationId xmlns:a16="http://schemas.microsoft.com/office/drawing/2014/main" id="{5B105EF4-FFB6-D95D-EB29-C85F8B31616F}"/>
                </a:ext>
              </a:extLst>
            </p:cNvPr>
            <p:cNvSpPr/>
            <p:nvPr/>
          </p:nvSpPr>
          <p:spPr>
            <a:xfrm>
              <a:off x="-2779776" y="3794760"/>
              <a:ext cx="356616" cy="356616"/>
            </a:xfrm>
            <a:prstGeom prst="rect">
              <a:avLst/>
            </a:prstGeom>
            <a:solidFill>
              <a:schemeClr val="accent2">
                <a:lumMod val="40000"/>
                <a:lumOff val="60000"/>
              </a:schemeClr>
            </a:solidFill>
            <a:ln w="6350">
              <a:solidFill>
                <a:schemeClr val="bg1"/>
              </a:solidFill>
              <a:prstDash val="solid"/>
            </a:ln>
          </p:spPr>
          <p:txBody>
            <a:bodyPr/>
            <a:lstStyle/>
            <a:p>
              <a:endParaRPr lang="ja-JP" altLang="en-US"/>
            </a:p>
          </p:txBody>
        </p:sp>
        <p:sp>
          <p:nvSpPr>
            <p:cNvPr id="75" name="Shape 36">
              <a:extLst>
                <a:ext uri="{FF2B5EF4-FFF2-40B4-BE49-F238E27FC236}">
                  <a16:creationId xmlns:a16="http://schemas.microsoft.com/office/drawing/2014/main" id="{3B14181B-4D7C-13F7-FF66-4E49B4880D7E}"/>
                </a:ext>
              </a:extLst>
            </p:cNvPr>
            <p:cNvSpPr/>
            <p:nvPr/>
          </p:nvSpPr>
          <p:spPr>
            <a:xfrm>
              <a:off x="-2395728" y="3794760"/>
              <a:ext cx="356616" cy="356616"/>
            </a:xfrm>
            <a:prstGeom prst="rect">
              <a:avLst/>
            </a:prstGeom>
            <a:solidFill>
              <a:schemeClr val="accent2">
                <a:lumMod val="50000"/>
              </a:schemeClr>
            </a:solidFill>
            <a:ln w="6350">
              <a:solidFill>
                <a:schemeClr val="bg1"/>
              </a:solidFill>
              <a:prstDash val="solid"/>
            </a:ln>
          </p:spPr>
          <p:txBody>
            <a:bodyPr/>
            <a:lstStyle/>
            <a:p>
              <a:endParaRPr lang="ja-JP" altLang="en-US"/>
            </a:p>
          </p:txBody>
        </p:sp>
        <p:sp>
          <p:nvSpPr>
            <p:cNvPr id="76" name="Shape 37">
              <a:extLst>
                <a:ext uri="{FF2B5EF4-FFF2-40B4-BE49-F238E27FC236}">
                  <a16:creationId xmlns:a16="http://schemas.microsoft.com/office/drawing/2014/main" id="{EBD0A34C-9EBE-1997-8EE4-BAC601D3EF76}"/>
                </a:ext>
              </a:extLst>
            </p:cNvPr>
            <p:cNvSpPr/>
            <p:nvPr/>
          </p:nvSpPr>
          <p:spPr>
            <a:xfrm>
              <a:off x="-2011680" y="3794760"/>
              <a:ext cx="356616" cy="356616"/>
            </a:xfrm>
            <a:prstGeom prst="rect">
              <a:avLst/>
            </a:prstGeom>
            <a:solidFill>
              <a:schemeClr val="accent2">
                <a:lumMod val="60000"/>
                <a:lumOff val="40000"/>
              </a:schemeClr>
            </a:solidFill>
            <a:ln w="6350">
              <a:solidFill>
                <a:schemeClr val="bg1"/>
              </a:solidFill>
              <a:prstDash val="solid"/>
            </a:ln>
          </p:spPr>
          <p:txBody>
            <a:bodyPr/>
            <a:lstStyle/>
            <a:p>
              <a:endParaRPr lang="ja-JP" altLang="en-US"/>
            </a:p>
          </p:txBody>
        </p:sp>
        <p:sp>
          <p:nvSpPr>
            <p:cNvPr id="77" name="Shape 38">
              <a:extLst>
                <a:ext uri="{FF2B5EF4-FFF2-40B4-BE49-F238E27FC236}">
                  <a16:creationId xmlns:a16="http://schemas.microsoft.com/office/drawing/2014/main" id="{1FDC9142-7322-9229-8AC8-141B2ABD66DB}"/>
                </a:ext>
              </a:extLst>
            </p:cNvPr>
            <p:cNvSpPr/>
            <p:nvPr/>
          </p:nvSpPr>
          <p:spPr>
            <a:xfrm>
              <a:off x="-1627632" y="3794760"/>
              <a:ext cx="356616" cy="356616"/>
            </a:xfrm>
            <a:prstGeom prst="rect">
              <a:avLst/>
            </a:prstGeom>
            <a:solidFill>
              <a:schemeClr val="accent2">
                <a:lumMod val="40000"/>
                <a:lumOff val="60000"/>
              </a:schemeClr>
            </a:solidFill>
            <a:ln w="6350">
              <a:solidFill>
                <a:schemeClr val="bg1"/>
              </a:solidFill>
              <a:prstDash val="solid"/>
            </a:ln>
          </p:spPr>
          <p:txBody>
            <a:bodyPr/>
            <a:lstStyle/>
            <a:p>
              <a:endParaRPr lang="ja-JP" altLang="en-US"/>
            </a:p>
          </p:txBody>
        </p:sp>
        <p:sp>
          <p:nvSpPr>
            <p:cNvPr id="78" name="Shape 39">
              <a:extLst>
                <a:ext uri="{FF2B5EF4-FFF2-40B4-BE49-F238E27FC236}">
                  <a16:creationId xmlns:a16="http://schemas.microsoft.com/office/drawing/2014/main" id="{B15C7A61-E448-9974-EB84-4ED7FAE12802}"/>
                </a:ext>
              </a:extLst>
            </p:cNvPr>
            <p:cNvSpPr/>
            <p:nvPr/>
          </p:nvSpPr>
          <p:spPr>
            <a:xfrm>
              <a:off x="-1243584" y="3794760"/>
              <a:ext cx="356616" cy="356616"/>
            </a:xfrm>
            <a:prstGeom prst="rect">
              <a:avLst/>
            </a:prstGeom>
            <a:solidFill>
              <a:schemeClr val="accent2">
                <a:lumMod val="75000"/>
              </a:schemeClr>
            </a:solidFill>
            <a:ln w="6350">
              <a:solidFill>
                <a:schemeClr val="bg1"/>
              </a:solidFill>
              <a:prstDash val="solid"/>
            </a:ln>
          </p:spPr>
          <p:txBody>
            <a:bodyPr/>
            <a:lstStyle/>
            <a:p>
              <a:endParaRPr lang="ja-JP" altLang="en-US"/>
            </a:p>
          </p:txBody>
        </p:sp>
        <p:sp>
          <p:nvSpPr>
            <p:cNvPr id="79" name="Shape 40">
              <a:extLst>
                <a:ext uri="{FF2B5EF4-FFF2-40B4-BE49-F238E27FC236}">
                  <a16:creationId xmlns:a16="http://schemas.microsoft.com/office/drawing/2014/main" id="{B16AD103-4BFB-9267-E022-514363332FC0}"/>
                </a:ext>
              </a:extLst>
            </p:cNvPr>
            <p:cNvSpPr/>
            <p:nvPr/>
          </p:nvSpPr>
          <p:spPr>
            <a:xfrm>
              <a:off x="-859536" y="3794760"/>
              <a:ext cx="356616" cy="356616"/>
            </a:xfrm>
            <a:prstGeom prst="rect">
              <a:avLst/>
            </a:prstGeom>
            <a:solidFill>
              <a:schemeClr val="accent1">
                <a:lumMod val="40000"/>
                <a:lumOff val="60000"/>
                <a:alpha val="37000"/>
              </a:schemeClr>
            </a:solidFill>
            <a:ln w="6350">
              <a:solidFill>
                <a:schemeClr val="bg1"/>
              </a:solidFill>
              <a:prstDash val="solid"/>
            </a:ln>
          </p:spPr>
          <p:txBody>
            <a:bodyPr/>
            <a:lstStyle/>
            <a:p>
              <a:endParaRPr lang="ja-JP" altLang="en-US"/>
            </a:p>
          </p:txBody>
        </p:sp>
        <p:sp>
          <p:nvSpPr>
            <p:cNvPr id="80" name="Shape 41">
              <a:extLst>
                <a:ext uri="{FF2B5EF4-FFF2-40B4-BE49-F238E27FC236}">
                  <a16:creationId xmlns:a16="http://schemas.microsoft.com/office/drawing/2014/main" id="{90221664-9420-1BEC-6AE4-4EDCF027201D}"/>
                </a:ext>
              </a:extLst>
            </p:cNvPr>
            <p:cNvSpPr/>
            <p:nvPr/>
          </p:nvSpPr>
          <p:spPr>
            <a:xfrm>
              <a:off x="-475488" y="3794760"/>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81" name="Shape 42">
              <a:extLst>
                <a:ext uri="{FF2B5EF4-FFF2-40B4-BE49-F238E27FC236}">
                  <a16:creationId xmlns:a16="http://schemas.microsoft.com/office/drawing/2014/main" id="{FCAEB84C-00F1-4E63-733B-104B588ACF09}"/>
                </a:ext>
              </a:extLst>
            </p:cNvPr>
            <p:cNvSpPr/>
            <p:nvPr/>
          </p:nvSpPr>
          <p:spPr>
            <a:xfrm>
              <a:off x="-3163824" y="4178808"/>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82" name="Shape 43">
              <a:extLst>
                <a:ext uri="{FF2B5EF4-FFF2-40B4-BE49-F238E27FC236}">
                  <a16:creationId xmlns:a16="http://schemas.microsoft.com/office/drawing/2014/main" id="{014E779B-7A75-E048-0929-54F7A0556AB7}"/>
                </a:ext>
              </a:extLst>
            </p:cNvPr>
            <p:cNvSpPr/>
            <p:nvPr/>
          </p:nvSpPr>
          <p:spPr>
            <a:xfrm>
              <a:off x="-2779776" y="4178808"/>
              <a:ext cx="356616" cy="356616"/>
            </a:xfrm>
            <a:prstGeom prst="rect">
              <a:avLst/>
            </a:prstGeom>
            <a:solidFill>
              <a:schemeClr val="tx2">
                <a:lumMod val="75000"/>
                <a:lumOff val="25000"/>
              </a:schemeClr>
            </a:solidFill>
            <a:ln w="6350">
              <a:solidFill>
                <a:schemeClr val="bg1"/>
              </a:solidFill>
              <a:prstDash val="solid"/>
            </a:ln>
          </p:spPr>
          <p:txBody>
            <a:bodyPr/>
            <a:lstStyle/>
            <a:p>
              <a:endParaRPr lang="ja-JP" altLang="en-US"/>
            </a:p>
          </p:txBody>
        </p:sp>
        <p:sp>
          <p:nvSpPr>
            <p:cNvPr id="83" name="Shape 44">
              <a:extLst>
                <a:ext uri="{FF2B5EF4-FFF2-40B4-BE49-F238E27FC236}">
                  <a16:creationId xmlns:a16="http://schemas.microsoft.com/office/drawing/2014/main" id="{13BE5FF1-BA29-E37D-E6EC-EB1FE77F3DDB}"/>
                </a:ext>
              </a:extLst>
            </p:cNvPr>
            <p:cNvSpPr/>
            <p:nvPr/>
          </p:nvSpPr>
          <p:spPr>
            <a:xfrm>
              <a:off x="-2395728" y="4178808"/>
              <a:ext cx="356616" cy="356616"/>
            </a:xfrm>
            <a:prstGeom prst="rect">
              <a:avLst/>
            </a:prstGeom>
            <a:solidFill>
              <a:schemeClr val="accent2">
                <a:lumMod val="40000"/>
                <a:lumOff val="60000"/>
              </a:schemeClr>
            </a:solidFill>
            <a:ln w="6350">
              <a:solidFill>
                <a:schemeClr val="bg1"/>
              </a:solidFill>
              <a:prstDash val="solid"/>
            </a:ln>
          </p:spPr>
          <p:txBody>
            <a:bodyPr/>
            <a:lstStyle/>
            <a:p>
              <a:endParaRPr lang="ja-JP" altLang="en-US"/>
            </a:p>
          </p:txBody>
        </p:sp>
        <p:sp>
          <p:nvSpPr>
            <p:cNvPr id="84" name="Shape 45">
              <a:extLst>
                <a:ext uri="{FF2B5EF4-FFF2-40B4-BE49-F238E27FC236}">
                  <a16:creationId xmlns:a16="http://schemas.microsoft.com/office/drawing/2014/main" id="{DA2ED797-C7B7-CCEC-3012-2FB36A830FDD}"/>
                </a:ext>
              </a:extLst>
            </p:cNvPr>
            <p:cNvSpPr/>
            <p:nvPr/>
          </p:nvSpPr>
          <p:spPr>
            <a:xfrm>
              <a:off x="-2011680" y="4178808"/>
              <a:ext cx="356616" cy="356616"/>
            </a:xfrm>
            <a:prstGeom prst="rect">
              <a:avLst/>
            </a:prstGeom>
            <a:solidFill>
              <a:schemeClr val="accent2">
                <a:lumMod val="75000"/>
              </a:schemeClr>
            </a:solidFill>
            <a:ln w="6350">
              <a:solidFill>
                <a:schemeClr val="bg1"/>
              </a:solidFill>
              <a:prstDash val="solid"/>
            </a:ln>
          </p:spPr>
          <p:txBody>
            <a:bodyPr/>
            <a:lstStyle/>
            <a:p>
              <a:endParaRPr lang="ja-JP" altLang="en-US"/>
            </a:p>
          </p:txBody>
        </p:sp>
        <p:sp>
          <p:nvSpPr>
            <p:cNvPr id="85" name="Shape 46">
              <a:extLst>
                <a:ext uri="{FF2B5EF4-FFF2-40B4-BE49-F238E27FC236}">
                  <a16:creationId xmlns:a16="http://schemas.microsoft.com/office/drawing/2014/main" id="{250C7EEA-D2BA-9062-DB89-5C325D4E5073}"/>
                </a:ext>
              </a:extLst>
            </p:cNvPr>
            <p:cNvSpPr/>
            <p:nvPr/>
          </p:nvSpPr>
          <p:spPr>
            <a:xfrm>
              <a:off x="-1627632" y="4178808"/>
              <a:ext cx="356616" cy="356616"/>
            </a:xfrm>
            <a:prstGeom prst="rect">
              <a:avLst/>
            </a:prstGeom>
            <a:solidFill>
              <a:schemeClr val="accent1">
                <a:lumMod val="60000"/>
                <a:lumOff val="40000"/>
              </a:schemeClr>
            </a:solidFill>
            <a:ln w="6350">
              <a:solidFill>
                <a:schemeClr val="bg1"/>
              </a:solidFill>
              <a:prstDash val="solid"/>
            </a:ln>
          </p:spPr>
          <p:txBody>
            <a:bodyPr/>
            <a:lstStyle/>
            <a:p>
              <a:endParaRPr lang="ja-JP" altLang="en-US"/>
            </a:p>
          </p:txBody>
        </p:sp>
        <p:sp>
          <p:nvSpPr>
            <p:cNvPr id="86" name="Shape 47">
              <a:extLst>
                <a:ext uri="{FF2B5EF4-FFF2-40B4-BE49-F238E27FC236}">
                  <a16:creationId xmlns:a16="http://schemas.microsoft.com/office/drawing/2014/main" id="{1AF0504F-072E-07E8-CAFE-848D55B06A6F}"/>
                </a:ext>
              </a:extLst>
            </p:cNvPr>
            <p:cNvSpPr/>
            <p:nvPr/>
          </p:nvSpPr>
          <p:spPr>
            <a:xfrm>
              <a:off x="-1243584" y="4178808"/>
              <a:ext cx="356616" cy="356616"/>
            </a:xfrm>
            <a:prstGeom prst="rect">
              <a:avLst/>
            </a:prstGeom>
            <a:solidFill>
              <a:schemeClr val="accent2">
                <a:lumMod val="50000"/>
              </a:schemeClr>
            </a:solidFill>
            <a:ln w="6350">
              <a:solidFill>
                <a:schemeClr val="bg1"/>
              </a:solidFill>
              <a:prstDash val="solid"/>
            </a:ln>
          </p:spPr>
          <p:txBody>
            <a:bodyPr/>
            <a:lstStyle/>
            <a:p>
              <a:endParaRPr lang="ja-JP" altLang="en-US"/>
            </a:p>
          </p:txBody>
        </p:sp>
        <p:sp>
          <p:nvSpPr>
            <p:cNvPr id="87" name="Shape 48">
              <a:extLst>
                <a:ext uri="{FF2B5EF4-FFF2-40B4-BE49-F238E27FC236}">
                  <a16:creationId xmlns:a16="http://schemas.microsoft.com/office/drawing/2014/main" id="{91D1F0C9-889C-82CD-1202-4731198D9F96}"/>
                </a:ext>
              </a:extLst>
            </p:cNvPr>
            <p:cNvSpPr/>
            <p:nvPr/>
          </p:nvSpPr>
          <p:spPr>
            <a:xfrm>
              <a:off x="-859536" y="4178808"/>
              <a:ext cx="356616" cy="356616"/>
            </a:xfrm>
            <a:prstGeom prst="rect">
              <a:avLst/>
            </a:prstGeom>
            <a:solidFill>
              <a:schemeClr val="accent2">
                <a:lumMod val="40000"/>
                <a:lumOff val="60000"/>
              </a:schemeClr>
            </a:solidFill>
            <a:ln w="6350">
              <a:solidFill>
                <a:schemeClr val="bg1"/>
              </a:solidFill>
              <a:prstDash val="solid"/>
            </a:ln>
          </p:spPr>
          <p:txBody>
            <a:bodyPr/>
            <a:lstStyle/>
            <a:p>
              <a:endParaRPr lang="ja-JP" altLang="en-US"/>
            </a:p>
          </p:txBody>
        </p:sp>
        <p:sp>
          <p:nvSpPr>
            <p:cNvPr id="88" name="Shape 49">
              <a:extLst>
                <a:ext uri="{FF2B5EF4-FFF2-40B4-BE49-F238E27FC236}">
                  <a16:creationId xmlns:a16="http://schemas.microsoft.com/office/drawing/2014/main" id="{53078B93-005A-5485-9364-1116604865D7}"/>
                </a:ext>
              </a:extLst>
            </p:cNvPr>
            <p:cNvSpPr/>
            <p:nvPr/>
          </p:nvSpPr>
          <p:spPr>
            <a:xfrm>
              <a:off x="-475488" y="4178808"/>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89" name="Shape 50">
              <a:extLst>
                <a:ext uri="{FF2B5EF4-FFF2-40B4-BE49-F238E27FC236}">
                  <a16:creationId xmlns:a16="http://schemas.microsoft.com/office/drawing/2014/main" id="{DDE47D91-2DED-E67D-B207-FF717A965D6B}"/>
                </a:ext>
              </a:extLst>
            </p:cNvPr>
            <p:cNvSpPr/>
            <p:nvPr/>
          </p:nvSpPr>
          <p:spPr>
            <a:xfrm>
              <a:off x="-3163824" y="4562856"/>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90" name="Shape 51">
              <a:extLst>
                <a:ext uri="{FF2B5EF4-FFF2-40B4-BE49-F238E27FC236}">
                  <a16:creationId xmlns:a16="http://schemas.microsoft.com/office/drawing/2014/main" id="{10149196-DF12-1E1D-9302-24CBF3B79C46}"/>
                </a:ext>
              </a:extLst>
            </p:cNvPr>
            <p:cNvSpPr/>
            <p:nvPr/>
          </p:nvSpPr>
          <p:spPr>
            <a:xfrm>
              <a:off x="-2779776" y="4562856"/>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91" name="Shape 52">
              <a:extLst>
                <a:ext uri="{FF2B5EF4-FFF2-40B4-BE49-F238E27FC236}">
                  <a16:creationId xmlns:a16="http://schemas.microsoft.com/office/drawing/2014/main" id="{F56A2989-1B80-21DB-E01D-1F18B24C57D0}"/>
                </a:ext>
              </a:extLst>
            </p:cNvPr>
            <p:cNvSpPr/>
            <p:nvPr/>
          </p:nvSpPr>
          <p:spPr>
            <a:xfrm>
              <a:off x="-2395728" y="4562856"/>
              <a:ext cx="356616" cy="356616"/>
            </a:xfrm>
            <a:prstGeom prst="rect">
              <a:avLst/>
            </a:prstGeom>
            <a:solidFill>
              <a:schemeClr val="accent1">
                <a:lumMod val="40000"/>
                <a:lumOff val="60000"/>
              </a:schemeClr>
            </a:solidFill>
            <a:ln w="6350">
              <a:solidFill>
                <a:schemeClr val="bg1"/>
              </a:solidFill>
              <a:prstDash val="solid"/>
            </a:ln>
          </p:spPr>
          <p:txBody>
            <a:bodyPr/>
            <a:lstStyle/>
            <a:p>
              <a:endParaRPr lang="ja-JP" altLang="en-US"/>
            </a:p>
          </p:txBody>
        </p:sp>
        <p:sp>
          <p:nvSpPr>
            <p:cNvPr id="92" name="Shape 53">
              <a:extLst>
                <a:ext uri="{FF2B5EF4-FFF2-40B4-BE49-F238E27FC236}">
                  <a16:creationId xmlns:a16="http://schemas.microsoft.com/office/drawing/2014/main" id="{01B3479D-1399-1D0F-FF42-8F9E23422135}"/>
                </a:ext>
              </a:extLst>
            </p:cNvPr>
            <p:cNvSpPr/>
            <p:nvPr/>
          </p:nvSpPr>
          <p:spPr>
            <a:xfrm>
              <a:off x="-2011680" y="4562856"/>
              <a:ext cx="356616" cy="356616"/>
            </a:xfrm>
            <a:prstGeom prst="rect">
              <a:avLst/>
            </a:prstGeom>
            <a:solidFill>
              <a:schemeClr val="accent2">
                <a:lumMod val="50000"/>
              </a:schemeClr>
            </a:solidFill>
            <a:ln w="6350">
              <a:solidFill>
                <a:schemeClr val="bg1"/>
              </a:solidFill>
              <a:prstDash val="solid"/>
            </a:ln>
          </p:spPr>
          <p:txBody>
            <a:bodyPr/>
            <a:lstStyle/>
            <a:p>
              <a:endParaRPr lang="ja-JP" altLang="en-US"/>
            </a:p>
          </p:txBody>
        </p:sp>
        <p:sp>
          <p:nvSpPr>
            <p:cNvPr id="93" name="Shape 54">
              <a:extLst>
                <a:ext uri="{FF2B5EF4-FFF2-40B4-BE49-F238E27FC236}">
                  <a16:creationId xmlns:a16="http://schemas.microsoft.com/office/drawing/2014/main" id="{83199C48-176F-087E-CAC5-D1A2AC387C64}"/>
                </a:ext>
              </a:extLst>
            </p:cNvPr>
            <p:cNvSpPr/>
            <p:nvPr/>
          </p:nvSpPr>
          <p:spPr>
            <a:xfrm>
              <a:off x="-1627632" y="4562856"/>
              <a:ext cx="356616" cy="356616"/>
            </a:xfrm>
            <a:prstGeom prst="rect">
              <a:avLst/>
            </a:prstGeom>
            <a:solidFill>
              <a:schemeClr val="accent1">
                <a:lumMod val="60000"/>
                <a:lumOff val="40000"/>
              </a:schemeClr>
            </a:solidFill>
            <a:ln w="6350">
              <a:solidFill>
                <a:schemeClr val="bg1"/>
              </a:solidFill>
              <a:prstDash val="solid"/>
            </a:ln>
          </p:spPr>
          <p:txBody>
            <a:bodyPr/>
            <a:lstStyle/>
            <a:p>
              <a:endParaRPr lang="ja-JP" altLang="en-US"/>
            </a:p>
          </p:txBody>
        </p:sp>
        <p:sp>
          <p:nvSpPr>
            <p:cNvPr id="94" name="Shape 55">
              <a:extLst>
                <a:ext uri="{FF2B5EF4-FFF2-40B4-BE49-F238E27FC236}">
                  <a16:creationId xmlns:a16="http://schemas.microsoft.com/office/drawing/2014/main" id="{0D45CE94-D3F6-6E75-E9B8-80CE0BF4C299}"/>
                </a:ext>
              </a:extLst>
            </p:cNvPr>
            <p:cNvSpPr/>
            <p:nvPr/>
          </p:nvSpPr>
          <p:spPr>
            <a:xfrm>
              <a:off x="-1243584" y="4562856"/>
              <a:ext cx="356616" cy="356616"/>
            </a:xfrm>
            <a:prstGeom prst="rect">
              <a:avLst/>
            </a:prstGeom>
            <a:solidFill>
              <a:schemeClr val="accent2">
                <a:lumMod val="50000"/>
              </a:schemeClr>
            </a:solidFill>
            <a:ln w="6350">
              <a:solidFill>
                <a:schemeClr val="bg1"/>
              </a:solidFill>
              <a:prstDash val="solid"/>
            </a:ln>
          </p:spPr>
          <p:txBody>
            <a:bodyPr/>
            <a:lstStyle/>
            <a:p>
              <a:endParaRPr lang="ja-JP" altLang="en-US"/>
            </a:p>
          </p:txBody>
        </p:sp>
        <p:sp>
          <p:nvSpPr>
            <p:cNvPr id="95" name="Shape 56">
              <a:extLst>
                <a:ext uri="{FF2B5EF4-FFF2-40B4-BE49-F238E27FC236}">
                  <a16:creationId xmlns:a16="http://schemas.microsoft.com/office/drawing/2014/main" id="{3DB6FDAC-D4C0-95FC-7E61-F4BB6584CDB1}"/>
                </a:ext>
              </a:extLst>
            </p:cNvPr>
            <p:cNvSpPr/>
            <p:nvPr/>
          </p:nvSpPr>
          <p:spPr>
            <a:xfrm>
              <a:off x="-859536" y="4562856"/>
              <a:ext cx="356616" cy="356616"/>
            </a:xfrm>
            <a:prstGeom prst="rect">
              <a:avLst/>
            </a:prstGeom>
            <a:solidFill>
              <a:schemeClr val="accent1">
                <a:lumMod val="60000"/>
                <a:lumOff val="40000"/>
              </a:schemeClr>
            </a:solidFill>
            <a:ln w="6350">
              <a:solidFill>
                <a:schemeClr val="bg1"/>
              </a:solidFill>
              <a:prstDash val="solid"/>
            </a:ln>
          </p:spPr>
          <p:txBody>
            <a:bodyPr/>
            <a:lstStyle/>
            <a:p>
              <a:endParaRPr lang="ja-JP" altLang="en-US"/>
            </a:p>
          </p:txBody>
        </p:sp>
        <p:sp>
          <p:nvSpPr>
            <p:cNvPr id="96" name="Shape 57">
              <a:extLst>
                <a:ext uri="{FF2B5EF4-FFF2-40B4-BE49-F238E27FC236}">
                  <a16:creationId xmlns:a16="http://schemas.microsoft.com/office/drawing/2014/main" id="{13293D0D-DF4C-7F43-32FF-DD23AC05B0B5}"/>
                </a:ext>
              </a:extLst>
            </p:cNvPr>
            <p:cNvSpPr/>
            <p:nvPr/>
          </p:nvSpPr>
          <p:spPr>
            <a:xfrm>
              <a:off x="-475488" y="4562856"/>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97" name="Shape 58">
              <a:extLst>
                <a:ext uri="{FF2B5EF4-FFF2-40B4-BE49-F238E27FC236}">
                  <a16:creationId xmlns:a16="http://schemas.microsoft.com/office/drawing/2014/main" id="{30C310DB-D081-7A8E-F6CB-8FE36E02EC18}"/>
                </a:ext>
              </a:extLst>
            </p:cNvPr>
            <p:cNvSpPr/>
            <p:nvPr/>
          </p:nvSpPr>
          <p:spPr>
            <a:xfrm>
              <a:off x="-3163824" y="4946904"/>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98" name="Shape 59">
              <a:extLst>
                <a:ext uri="{FF2B5EF4-FFF2-40B4-BE49-F238E27FC236}">
                  <a16:creationId xmlns:a16="http://schemas.microsoft.com/office/drawing/2014/main" id="{C96E39DE-02F2-F3C0-6F80-DEEF61A26DAC}"/>
                </a:ext>
              </a:extLst>
            </p:cNvPr>
            <p:cNvSpPr/>
            <p:nvPr/>
          </p:nvSpPr>
          <p:spPr>
            <a:xfrm>
              <a:off x="-2779776" y="4946904"/>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99" name="Shape 60">
              <a:extLst>
                <a:ext uri="{FF2B5EF4-FFF2-40B4-BE49-F238E27FC236}">
                  <a16:creationId xmlns:a16="http://schemas.microsoft.com/office/drawing/2014/main" id="{75267E5C-897F-3B2B-87B6-C49F363F7780}"/>
                </a:ext>
              </a:extLst>
            </p:cNvPr>
            <p:cNvSpPr/>
            <p:nvPr/>
          </p:nvSpPr>
          <p:spPr>
            <a:xfrm>
              <a:off x="-2395728" y="4946904"/>
              <a:ext cx="356616" cy="356616"/>
            </a:xfrm>
            <a:prstGeom prst="rect">
              <a:avLst/>
            </a:prstGeom>
            <a:solidFill>
              <a:schemeClr val="accent1">
                <a:lumMod val="40000"/>
                <a:lumOff val="60000"/>
              </a:schemeClr>
            </a:solidFill>
            <a:ln w="6350">
              <a:solidFill>
                <a:schemeClr val="bg1"/>
              </a:solidFill>
              <a:prstDash val="solid"/>
            </a:ln>
          </p:spPr>
          <p:txBody>
            <a:bodyPr/>
            <a:lstStyle/>
            <a:p>
              <a:endParaRPr lang="ja-JP" altLang="en-US"/>
            </a:p>
          </p:txBody>
        </p:sp>
        <p:sp>
          <p:nvSpPr>
            <p:cNvPr id="100" name="Shape 61">
              <a:extLst>
                <a:ext uri="{FF2B5EF4-FFF2-40B4-BE49-F238E27FC236}">
                  <a16:creationId xmlns:a16="http://schemas.microsoft.com/office/drawing/2014/main" id="{DD17D359-E6D3-DE22-1D34-E6C971C55218}"/>
                </a:ext>
              </a:extLst>
            </p:cNvPr>
            <p:cNvSpPr/>
            <p:nvPr/>
          </p:nvSpPr>
          <p:spPr>
            <a:xfrm>
              <a:off x="-2011680" y="4946904"/>
              <a:ext cx="356616" cy="356616"/>
            </a:xfrm>
            <a:prstGeom prst="rect">
              <a:avLst/>
            </a:prstGeom>
            <a:solidFill>
              <a:schemeClr val="accent2">
                <a:lumMod val="50000"/>
              </a:schemeClr>
            </a:solidFill>
            <a:ln w="6350">
              <a:solidFill>
                <a:schemeClr val="bg1"/>
              </a:solidFill>
              <a:prstDash val="solid"/>
            </a:ln>
          </p:spPr>
          <p:txBody>
            <a:bodyPr/>
            <a:lstStyle/>
            <a:p>
              <a:endParaRPr lang="ja-JP" altLang="en-US"/>
            </a:p>
          </p:txBody>
        </p:sp>
        <p:sp>
          <p:nvSpPr>
            <p:cNvPr id="101" name="Shape 62">
              <a:extLst>
                <a:ext uri="{FF2B5EF4-FFF2-40B4-BE49-F238E27FC236}">
                  <a16:creationId xmlns:a16="http://schemas.microsoft.com/office/drawing/2014/main" id="{951E88B9-4FCF-1FCC-D6E1-8FAC158A3E9A}"/>
                </a:ext>
              </a:extLst>
            </p:cNvPr>
            <p:cNvSpPr/>
            <p:nvPr/>
          </p:nvSpPr>
          <p:spPr>
            <a:xfrm>
              <a:off x="-1627632" y="4946904"/>
              <a:ext cx="356616" cy="356616"/>
            </a:xfrm>
            <a:prstGeom prst="rect">
              <a:avLst/>
            </a:prstGeom>
            <a:solidFill>
              <a:schemeClr val="accent2">
                <a:lumMod val="75000"/>
              </a:schemeClr>
            </a:solidFill>
            <a:ln w="6350">
              <a:solidFill>
                <a:schemeClr val="bg1"/>
              </a:solidFill>
              <a:prstDash val="solid"/>
            </a:ln>
          </p:spPr>
          <p:txBody>
            <a:bodyPr/>
            <a:lstStyle/>
            <a:p>
              <a:endParaRPr lang="ja-JP" altLang="en-US"/>
            </a:p>
          </p:txBody>
        </p:sp>
        <p:sp>
          <p:nvSpPr>
            <p:cNvPr id="102" name="Shape 63">
              <a:extLst>
                <a:ext uri="{FF2B5EF4-FFF2-40B4-BE49-F238E27FC236}">
                  <a16:creationId xmlns:a16="http://schemas.microsoft.com/office/drawing/2014/main" id="{B7581845-89D6-4A46-E0B1-2423467B2320}"/>
                </a:ext>
              </a:extLst>
            </p:cNvPr>
            <p:cNvSpPr/>
            <p:nvPr/>
          </p:nvSpPr>
          <p:spPr>
            <a:xfrm>
              <a:off x="-1243584" y="4946904"/>
              <a:ext cx="356616" cy="356616"/>
            </a:xfrm>
            <a:prstGeom prst="rect">
              <a:avLst/>
            </a:prstGeom>
            <a:solidFill>
              <a:schemeClr val="accent2">
                <a:lumMod val="40000"/>
                <a:lumOff val="60000"/>
              </a:schemeClr>
            </a:solidFill>
            <a:ln w="6350">
              <a:solidFill>
                <a:schemeClr val="bg1"/>
              </a:solidFill>
              <a:prstDash val="solid"/>
            </a:ln>
          </p:spPr>
          <p:txBody>
            <a:bodyPr/>
            <a:lstStyle/>
            <a:p>
              <a:endParaRPr lang="ja-JP" altLang="en-US"/>
            </a:p>
          </p:txBody>
        </p:sp>
        <p:sp>
          <p:nvSpPr>
            <p:cNvPr id="103" name="Shape 64">
              <a:extLst>
                <a:ext uri="{FF2B5EF4-FFF2-40B4-BE49-F238E27FC236}">
                  <a16:creationId xmlns:a16="http://schemas.microsoft.com/office/drawing/2014/main" id="{04F7D851-676A-1699-2AEB-6BA991A2B750}"/>
                </a:ext>
              </a:extLst>
            </p:cNvPr>
            <p:cNvSpPr/>
            <p:nvPr/>
          </p:nvSpPr>
          <p:spPr>
            <a:xfrm>
              <a:off x="-859536" y="4946904"/>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104" name="Shape 65">
              <a:extLst>
                <a:ext uri="{FF2B5EF4-FFF2-40B4-BE49-F238E27FC236}">
                  <a16:creationId xmlns:a16="http://schemas.microsoft.com/office/drawing/2014/main" id="{2304B1F3-4C72-FAB2-8FA6-2053DD959E4B}"/>
                </a:ext>
              </a:extLst>
            </p:cNvPr>
            <p:cNvSpPr/>
            <p:nvPr/>
          </p:nvSpPr>
          <p:spPr>
            <a:xfrm>
              <a:off x="-475488" y="4946904"/>
              <a:ext cx="356616" cy="356616"/>
            </a:xfrm>
            <a:prstGeom prst="rect">
              <a:avLst/>
            </a:prstGeom>
            <a:solidFill>
              <a:schemeClr val="accent1">
                <a:lumMod val="40000"/>
                <a:lumOff val="60000"/>
                <a:alpha val="0"/>
              </a:schemeClr>
            </a:solidFill>
            <a:ln w="6350">
              <a:solidFill>
                <a:schemeClr val="bg1"/>
              </a:solidFill>
              <a:prstDash val="solid"/>
            </a:ln>
          </p:spPr>
          <p:txBody>
            <a:bodyPr/>
            <a:lstStyle/>
            <a:p>
              <a:endParaRPr lang="ja-JP" altLang="en-US"/>
            </a:p>
          </p:txBody>
        </p:sp>
      </p:grpSp>
      <p:grpSp>
        <p:nvGrpSpPr>
          <p:cNvPr id="215" name="グループ化 214">
            <a:extLst>
              <a:ext uri="{FF2B5EF4-FFF2-40B4-BE49-F238E27FC236}">
                <a16:creationId xmlns:a16="http://schemas.microsoft.com/office/drawing/2014/main" id="{632D4953-505B-BDE6-F9E9-89967615C520}"/>
              </a:ext>
            </a:extLst>
          </p:cNvPr>
          <p:cNvGrpSpPr/>
          <p:nvPr/>
        </p:nvGrpSpPr>
        <p:grpSpPr>
          <a:xfrm>
            <a:off x="3386163" y="1539034"/>
            <a:ext cx="1783080" cy="1783080"/>
            <a:chOff x="-4420794" y="1398898"/>
            <a:chExt cx="3803904" cy="3803904"/>
          </a:xfrm>
        </p:grpSpPr>
        <p:sp>
          <p:nvSpPr>
            <p:cNvPr id="106" name="Shape 11">
              <a:extLst>
                <a:ext uri="{FF2B5EF4-FFF2-40B4-BE49-F238E27FC236}">
                  <a16:creationId xmlns:a16="http://schemas.microsoft.com/office/drawing/2014/main" id="{7920B71C-0882-F59A-1FA0-863B2D9831A1}"/>
                </a:ext>
              </a:extLst>
            </p:cNvPr>
            <p:cNvSpPr/>
            <p:nvPr/>
          </p:nvSpPr>
          <p:spPr>
            <a:xfrm>
              <a:off x="-4420794" y="1398898"/>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07" name="Shape 12">
              <a:extLst>
                <a:ext uri="{FF2B5EF4-FFF2-40B4-BE49-F238E27FC236}">
                  <a16:creationId xmlns:a16="http://schemas.microsoft.com/office/drawing/2014/main" id="{D89318E0-63B2-5B8D-198B-94FFDA31066F}"/>
                </a:ext>
              </a:extLst>
            </p:cNvPr>
            <p:cNvSpPr/>
            <p:nvPr/>
          </p:nvSpPr>
          <p:spPr>
            <a:xfrm>
              <a:off x="-3945306" y="1398898"/>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08" name="Shape 13">
              <a:extLst>
                <a:ext uri="{FF2B5EF4-FFF2-40B4-BE49-F238E27FC236}">
                  <a16:creationId xmlns:a16="http://schemas.microsoft.com/office/drawing/2014/main" id="{A7B44A61-A304-B25D-22CF-FBD0F49054BD}"/>
                </a:ext>
              </a:extLst>
            </p:cNvPr>
            <p:cNvSpPr/>
            <p:nvPr/>
          </p:nvSpPr>
          <p:spPr>
            <a:xfrm>
              <a:off x="-3469818" y="1398898"/>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09" name="Shape 14">
              <a:extLst>
                <a:ext uri="{FF2B5EF4-FFF2-40B4-BE49-F238E27FC236}">
                  <a16:creationId xmlns:a16="http://schemas.microsoft.com/office/drawing/2014/main" id="{E17FE9E4-0EEB-E6AD-37DB-04AAAC1594F8}"/>
                </a:ext>
              </a:extLst>
            </p:cNvPr>
            <p:cNvSpPr/>
            <p:nvPr/>
          </p:nvSpPr>
          <p:spPr>
            <a:xfrm>
              <a:off x="-3384230" y="1484486"/>
              <a:ext cx="304312" cy="304312"/>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110" name="Shape 15">
              <a:extLst>
                <a:ext uri="{FF2B5EF4-FFF2-40B4-BE49-F238E27FC236}">
                  <a16:creationId xmlns:a16="http://schemas.microsoft.com/office/drawing/2014/main" id="{E8DFC889-C951-3C13-0056-6C1B0D5EAFC0}"/>
                </a:ext>
              </a:extLst>
            </p:cNvPr>
            <p:cNvSpPr/>
            <p:nvPr/>
          </p:nvSpPr>
          <p:spPr>
            <a:xfrm>
              <a:off x="-2994330" y="1398898"/>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11" name="Shape 16">
              <a:extLst>
                <a:ext uri="{FF2B5EF4-FFF2-40B4-BE49-F238E27FC236}">
                  <a16:creationId xmlns:a16="http://schemas.microsoft.com/office/drawing/2014/main" id="{E74E3D05-3147-B876-2EE4-6C9174AEDA39}"/>
                </a:ext>
              </a:extLst>
            </p:cNvPr>
            <p:cNvSpPr/>
            <p:nvPr/>
          </p:nvSpPr>
          <p:spPr>
            <a:xfrm>
              <a:off x="-2908742" y="1484486"/>
              <a:ext cx="304312" cy="304312"/>
            </a:xfrm>
            <a:prstGeom prst="rect">
              <a:avLst/>
            </a:prstGeom>
            <a:solidFill>
              <a:schemeClr val="tx1">
                <a:alpha val="69000"/>
              </a:schemeClr>
            </a:solidFill>
            <a:ln w="12700">
              <a:solidFill>
                <a:schemeClr val="tx1">
                  <a:alpha val="0"/>
                </a:schemeClr>
              </a:solidFill>
              <a:prstDash val="solid"/>
            </a:ln>
          </p:spPr>
          <p:txBody>
            <a:bodyPr/>
            <a:lstStyle/>
            <a:p>
              <a:endParaRPr lang="ja-JP" altLang="en-US"/>
            </a:p>
          </p:txBody>
        </p:sp>
        <p:sp>
          <p:nvSpPr>
            <p:cNvPr id="112" name="Shape 17">
              <a:extLst>
                <a:ext uri="{FF2B5EF4-FFF2-40B4-BE49-F238E27FC236}">
                  <a16:creationId xmlns:a16="http://schemas.microsoft.com/office/drawing/2014/main" id="{60FD779C-EC87-18CF-04BE-DD40A81F5864}"/>
                </a:ext>
              </a:extLst>
            </p:cNvPr>
            <p:cNvSpPr/>
            <p:nvPr/>
          </p:nvSpPr>
          <p:spPr>
            <a:xfrm>
              <a:off x="-2518842" y="1398898"/>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13" name="Shape 18">
              <a:extLst>
                <a:ext uri="{FF2B5EF4-FFF2-40B4-BE49-F238E27FC236}">
                  <a16:creationId xmlns:a16="http://schemas.microsoft.com/office/drawing/2014/main" id="{D01F3390-BD48-D2B6-1F44-9D2CCF177F4F}"/>
                </a:ext>
              </a:extLst>
            </p:cNvPr>
            <p:cNvSpPr/>
            <p:nvPr/>
          </p:nvSpPr>
          <p:spPr>
            <a:xfrm>
              <a:off x="-2433254" y="1484486"/>
              <a:ext cx="304312" cy="304312"/>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114" name="Shape 19">
              <a:extLst>
                <a:ext uri="{FF2B5EF4-FFF2-40B4-BE49-F238E27FC236}">
                  <a16:creationId xmlns:a16="http://schemas.microsoft.com/office/drawing/2014/main" id="{79E851D9-F928-CF4F-83E1-96727D101868}"/>
                </a:ext>
              </a:extLst>
            </p:cNvPr>
            <p:cNvSpPr/>
            <p:nvPr/>
          </p:nvSpPr>
          <p:spPr>
            <a:xfrm>
              <a:off x="-2043354" y="1398898"/>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15" name="Shape 20">
              <a:extLst>
                <a:ext uri="{FF2B5EF4-FFF2-40B4-BE49-F238E27FC236}">
                  <a16:creationId xmlns:a16="http://schemas.microsoft.com/office/drawing/2014/main" id="{5EC3F3FA-311E-5113-3557-B7C675A6939A}"/>
                </a:ext>
              </a:extLst>
            </p:cNvPr>
            <p:cNvSpPr/>
            <p:nvPr/>
          </p:nvSpPr>
          <p:spPr>
            <a:xfrm>
              <a:off x="-1957766" y="1484486"/>
              <a:ext cx="304312" cy="304312"/>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116" name="Shape 21">
              <a:extLst>
                <a:ext uri="{FF2B5EF4-FFF2-40B4-BE49-F238E27FC236}">
                  <a16:creationId xmlns:a16="http://schemas.microsoft.com/office/drawing/2014/main" id="{C6B35C26-1226-B2BE-A5F3-E786416C1AB0}"/>
                </a:ext>
              </a:extLst>
            </p:cNvPr>
            <p:cNvSpPr/>
            <p:nvPr/>
          </p:nvSpPr>
          <p:spPr>
            <a:xfrm>
              <a:off x="-1567866" y="1398898"/>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17" name="Shape 22">
              <a:extLst>
                <a:ext uri="{FF2B5EF4-FFF2-40B4-BE49-F238E27FC236}">
                  <a16:creationId xmlns:a16="http://schemas.microsoft.com/office/drawing/2014/main" id="{F7F89272-D73F-5116-AED7-B3815DF0B740}"/>
                </a:ext>
              </a:extLst>
            </p:cNvPr>
            <p:cNvSpPr/>
            <p:nvPr/>
          </p:nvSpPr>
          <p:spPr>
            <a:xfrm>
              <a:off x="-1092378" y="1398898"/>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18" name="Shape 23">
              <a:extLst>
                <a:ext uri="{FF2B5EF4-FFF2-40B4-BE49-F238E27FC236}">
                  <a16:creationId xmlns:a16="http://schemas.microsoft.com/office/drawing/2014/main" id="{9BFE4C19-7E7D-70E5-40CC-2D369253198A}"/>
                </a:ext>
              </a:extLst>
            </p:cNvPr>
            <p:cNvSpPr/>
            <p:nvPr/>
          </p:nvSpPr>
          <p:spPr>
            <a:xfrm>
              <a:off x="-4420794" y="1874386"/>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19" name="Shape 24">
              <a:extLst>
                <a:ext uri="{FF2B5EF4-FFF2-40B4-BE49-F238E27FC236}">
                  <a16:creationId xmlns:a16="http://schemas.microsoft.com/office/drawing/2014/main" id="{94CCE13F-6C68-17BE-67A4-66C8494A790E}"/>
                </a:ext>
              </a:extLst>
            </p:cNvPr>
            <p:cNvSpPr/>
            <p:nvPr/>
          </p:nvSpPr>
          <p:spPr>
            <a:xfrm>
              <a:off x="-3945306" y="1874386"/>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20" name="Shape 25">
              <a:extLst>
                <a:ext uri="{FF2B5EF4-FFF2-40B4-BE49-F238E27FC236}">
                  <a16:creationId xmlns:a16="http://schemas.microsoft.com/office/drawing/2014/main" id="{9BD3F00E-95C9-438C-D1BF-FDCB6B8287B5}"/>
                </a:ext>
              </a:extLst>
            </p:cNvPr>
            <p:cNvSpPr/>
            <p:nvPr/>
          </p:nvSpPr>
          <p:spPr>
            <a:xfrm>
              <a:off x="-3469818" y="1874386"/>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21" name="Shape 26">
              <a:extLst>
                <a:ext uri="{FF2B5EF4-FFF2-40B4-BE49-F238E27FC236}">
                  <a16:creationId xmlns:a16="http://schemas.microsoft.com/office/drawing/2014/main" id="{B6C6ED52-DF59-373D-9A96-688FE440AC4E}"/>
                </a:ext>
              </a:extLst>
            </p:cNvPr>
            <p:cNvSpPr/>
            <p:nvPr/>
          </p:nvSpPr>
          <p:spPr>
            <a:xfrm>
              <a:off x="-3384230" y="1959974"/>
              <a:ext cx="304312" cy="304312"/>
            </a:xfrm>
            <a:prstGeom prst="rect">
              <a:avLst/>
            </a:prstGeom>
            <a:solidFill>
              <a:schemeClr val="tx1">
                <a:alpha val="75000"/>
              </a:schemeClr>
            </a:solidFill>
            <a:ln w="12700">
              <a:solidFill>
                <a:schemeClr val="tx1">
                  <a:alpha val="0"/>
                </a:schemeClr>
              </a:solidFill>
              <a:prstDash val="solid"/>
            </a:ln>
          </p:spPr>
          <p:txBody>
            <a:bodyPr/>
            <a:lstStyle/>
            <a:p>
              <a:endParaRPr lang="ja-JP" altLang="en-US"/>
            </a:p>
          </p:txBody>
        </p:sp>
        <p:sp>
          <p:nvSpPr>
            <p:cNvPr id="122" name="Shape 27">
              <a:extLst>
                <a:ext uri="{FF2B5EF4-FFF2-40B4-BE49-F238E27FC236}">
                  <a16:creationId xmlns:a16="http://schemas.microsoft.com/office/drawing/2014/main" id="{1E885FEF-C240-63D4-6A77-266DB13BA6D6}"/>
                </a:ext>
              </a:extLst>
            </p:cNvPr>
            <p:cNvSpPr/>
            <p:nvPr/>
          </p:nvSpPr>
          <p:spPr>
            <a:xfrm>
              <a:off x="-2994330" y="1874386"/>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23" name="Shape 28">
              <a:extLst>
                <a:ext uri="{FF2B5EF4-FFF2-40B4-BE49-F238E27FC236}">
                  <a16:creationId xmlns:a16="http://schemas.microsoft.com/office/drawing/2014/main" id="{EDDBF537-AA66-F3DE-B3D3-7D8D1BCDB35E}"/>
                </a:ext>
              </a:extLst>
            </p:cNvPr>
            <p:cNvSpPr/>
            <p:nvPr/>
          </p:nvSpPr>
          <p:spPr>
            <a:xfrm>
              <a:off x="-2908742" y="1959974"/>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24" name="Shape 29">
              <a:extLst>
                <a:ext uri="{FF2B5EF4-FFF2-40B4-BE49-F238E27FC236}">
                  <a16:creationId xmlns:a16="http://schemas.microsoft.com/office/drawing/2014/main" id="{13724783-F1F2-EB61-D3C0-2FC3F683CC8A}"/>
                </a:ext>
              </a:extLst>
            </p:cNvPr>
            <p:cNvSpPr/>
            <p:nvPr/>
          </p:nvSpPr>
          <p:spPr>
            <a:xfrm>
              <a:off x="-2518842" y="1874386"/>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25" name="Shape 30">
              <a:extLst>
                <a:ext uri="{FF2B5EF4-FFF2-40B4-BE49-F238E27FC236}">
                  <a16:creationId xmlns:a16="http://schemas.microsoft.com/office/drawing/2014/main" id="{503B5960-0040-3A51-CF1B-2606084A2012}"/>
                </a:ext>
              </a:extLst>
            </p:cNvPr>
            <p:cNvSpPr/>
            <p:nvPr/>
          </p:nvSpPr>
          <p:spPr>
            <a:xfrm>
              <a:off x="-2433254" y="1959974"/>
              <a:ext cx="304312" cy="304312"/>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126" name="Shape 31">
              <a:extLst>
                <a:ext uri="{FF2B5EF4-FFF2-40B4-BE49-F238E27FC236}">
                  <a16:creationId xmlns:a16="http://schemas.microsoft.com/office/drawing/2014/main" id="{7FA732C5-074E-C46A-4ED3-98D071F140A0}"/>
                </a:ext>
              </a:extLst>
            </p:cNvPr>
            <p:cNvSpPr/>
            <p:nvPr/>
          </p:nvSpPr>
          <p:spPr>
            <a:xfrm>
              <a:off x="-2043354" y="1874386"/>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27" name="Shape 32">
              <a:extLst>
                <a:ext uri="{FF2B5EF4-FFF2-40B4-BE49-F238E27FC236}">
                  <a16:creationId xmlns:a16="http://schemas.microsoft.com/office/drawing/2014/main" id="{B58E2ECF-4647-F432-18E6-6168ACBD94A2}"/>
                </a:ext>
              </a:extLst>
            </p:cNvPr>
            <p:cNvSpPr/>
            <p:nvPr/>
          </p:nvSpPr>
          <p:spPr>
            <a:xfrm>
              <a:off x="-1957766" y="1959974"/>
              <a:ext cx="304312" cy="304312"/>
            </a:xfrm>
            <a:prstGeom prst="rect">
              <a:avLst/>
            </a:prstGeom>
            <a:solidFill>
              <a:schemeClr val="tx1">
                <a:alpha val="94000"/>
              </a:schemeClr>
            </a:solidFill>
            <a:ln w="12700">
              <a:solidFill>
                <a:schemeClr val="tx1">
                  <a:alpha val="0"/>
                </a:schemeClr>
              </a:solidFill>
              <a:prstDash val="solid"/>
            </a:ln>
          </p:spPr>
          <p:txBody>
            <a:bodyPr/>
            <a:lstStyle/>
            <a:p>
              <a:endParaRPr lang="ja-JP" altLang="en-US"/>
            </a:p>
          </p:txBody>
        </p:sp>
        <p:sp>
          <p:nvSpPr>
            <p:cNvPr id="128" name="Shape 33">
              <a:extLst>
                <a:ext uri="{FF2B5EF4-FFF2-40B4-BE49-F238E27FC236}">
                  <a16:creationId xmlns:a16="http://schemas.microsoft.com/office/drawing/2014/main" id="{4B1AB07E-688A-0DD4-1E3B-1F70F0EADCD3}"/>
                </a:ext>
              </a:extLst>
            </p:cNvPr>
            <p:cNvSpPr/>
            <p:nvPr/>
          </p:nvSpPr>
          <p:spPr>
            <a:xfrm>
              <a:off x="-1567866" y="1874386"/>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29" name="Shape 34">
              <a:extLst>
                <a:ext uri="{FF2B5EF4-FFF2-40B4-BE49-F238E27FC236}">
                  <a16:creationId xmlns:a16="http://schemas.microsoft.com/office/drawing/2014/main" id="{D157D64B-5E21-5D2A-2A41-E9C182FD7EE4}"/>
                </a:ext>
              </a:extLst>
            </p:cNvPr>
            <p:cNvSpPr/>
            <p:nvPr/>
          </p:nvSpPr>
          <p:spPr>
            <a:xfrm>
              <a:off x="-1092378" y="1874386"/>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30" name="Shape 35">
              <a:extLst>
                <a:ext uri="{FF2B5EF4-FFF2-40B4-BE49-F238E27FC236}">
                  <a16:creationId xmlns:a16="http://schemas.microsoft.com/office/drawing/2014/main" id="{232CEBEC-2BC0-6162-D8DC-458B15A7D373}"/>
                </a:ext>
              </a:extLst>
            </p:cNvPr>
            <p:cNvSpPr/>
            <p:nvPr/>
          </p:nvSpPr>
          <p:spPr>
            <a:xfrm>
              <a:off x="-4420794" y="2349874"/>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31" name="Shape 36">
              <a:extLst>
                <a:ext uri="{FF2B5EF4-FFF2-40B4-BE49-F238E27FC236}">
                  <a16:creationId xmlns:a16="http://schemas.microsoft.com/office/drawing/2014/main" id="{B7CC960C-F8D8-10E7-C3EB-FCECCC11B2EC}"/>
                </a:ext>
              </a:extLst>
            </p:cNvPr>
            <p:cNvSpPr/>
            <p:nvPr/>
          </p:nvSpPr>
          <p:spPr>
            <a:xfrm>
              <a:off x="-3945306" y="2349874"/>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32" name="Shape 37">
              <a:extLst>
                <a:ext uri="{FF2B5EF4-FFF2-40B4-BE49-F238E27FC236}">
                  <a16:creationId xmlns:a16="http://schemas.microsoft.com/office/drawing/2014/main" id="{D44C17BD-1451-73B5-BE9E-1930CEFF5350}"/>
                </a:ext>
              </a:extLst>
            </p:cNvPr>
            <p:cNvSpPr/>
            <p:nvPr/>
          </p:nvSpPr>
          <p:spPr>
            <a:xfrm>
              <a:off x="-3469818" y="2349874"/>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33" name="Shape 38">
              <a:extLst>
                <a:ext uri="{FF2B5EF4-FFF2-40B4-BE49-F238E27FC236}">
                  <a16:creationId xmlns:a16="http://schemas.microsoft.com/office/drawing/2014/main" id="{8922E35B-DE95-1E0D-946C-5DB1478AB50B}"/>
                </a:ext>
              </a:extLst>
            </p:cNvPr>
            <p:cNvSpPr/>
            <p:nvPr/>
          </p:nvSpPr>
          <p:spPr>
            <a:xfrm>
              <a:off x="-3384230" y="2435462"/>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34" name="Shape 39">
              <a:extLst>
                <a:ext uri="{FF2B5EF4-FFF2-40B4-BE49-F238E27FC236}">
                  <a16:creationId xmlns:a16="http://schemas.microsoft.com/office/drawing/2014/main" id="{8F202E2B-510D-D080-01F0-2004E0757A5A}"/>
                </a:ext>
              </a:extLst>
            </p:cNvPr>
            <p:cNvSpPr/>
            <p:nvPr/>
          </p:nvSpPr>
          <p:spPr>
            <a:xfrm>
              <a:off x="-2994330" y="2349874"/>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35" name="Shape 40">
              <a:extLst>
                <a:ext uri="{FF2B5EF4-FFF2-40B4-BE49-F238E27FC236}">
                  <a16:creationId xmlns:a16="http://schemas.microsoft.com/office/drawing/2014/main" id="{DD03D3CB-D077-C557-6475-91F234F3CF82}"/>
                </a:ext>
              </a:extLst>
            </p:cNvPr>
            <p:cNvSpPr/>
            <p:nvPr/>
          </p:nvSpPr>
          <p:spPr>
            <a:xfrm>
              <a:off x="-2908742" y="2435462"/>
              <a:ext cx="304312" cy="304312"/>
            </a:xfrm>
            <a:prstGeom prst="rect">
              <a:avLst/>
            </a:prstGeom>
            <a:solidFill>
              <a:schemeClr val="tx1">
                <a:alpha val="56000"/>
              </a:schemeClr>
            </a:solidFill>
            <a:ln w="12700">
              <a:solidFill>
                <a:schemeClr val="tx1">
                  <a:alpha val="0"/>
                </a:schemeClr>
              </a:solidFill>
              <a:prstDash val="solid"/>
            </a:ln>
          </p:spPr>
          <p:txBody>
            <a:bodyPr/>
            <a:lstStyle/>
            <a:p>
              <a:endParaRPr lang="ja-JP" altLang="en-US"/>
            </a:p>
          </p:txBody>
        </p:sp>
        <p:sp>
          <p:nvSpPr>
            <p:cNvPr id="136" name="Shape 41">
              <a:extLst>
                <a:ext uri="{FF2B5EF4-FFF2-40B4-BE49-F238E27FC236}">
                  <a16:creationId xmlns:a16="http://schemas.microsoft.com/office/drawing/2014/main" id="{25401068-919D-6719-99C7-C3E1E0188EA9}"/>
                </a:ext>
              </a:extLst>
            </p:cNvPr>
            <p:cNvSpPr/>
            <p:nvPr/>
          </p:nvSpPr>
          <p:spPr>
            <a:xfrm>
              <a:off x="-2518842" y="2349874"/>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37" name="Shape 42">
              <a:extLst>
                <a:ext uri="{FF2B5EF4-FFF2-40B4-BE49-F238E27FC236}">
                  <a16:creationId xmlns:a16="http://schemas.microsoft.com/office/drawing/2014/main" id="{19D1F77F-4FBE-893C-9F04-FB95549471E7}"/>
                </a:ext>
              </a:extLst>
            </p:cNvPr>
            <p:cNvSpPr/>
            <p:nvPr/>
          </p:nvSpPr>
          <p:spPr>
            <a:xfrm>
              <a:off x="-2433254" y="2435462"/>
              <a:ext cx="304312" cy="304312"/>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138" name="Shape 43">
              <a:extLst>
                <a:ext uri="{FF2B5EF4-FFF2-40B4-BE49-F238E27FC236}">
                  <a16:creationId xmlns:a16="http://schemas.microsoft.com/office/drawing/2014/main" id="{EB8FC5CA-C685-C59A-15A6-29487FF63574}"/>
                </a:ext>
              </a:extLst>
            </p:cNvPr>
            <p:cNvSpPr/>
            <p:nvPr/>
          </p:nvSpPr>
          <p:spPr>
            <a:xfrm>
              <a:off x="-2043354" y="2349874"/>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39" name="Shape 44">
              <a:extLst>
                <a:ext uri="{FF2B5EF4-FFF2-40B4-BE49-F238E27FC236}">
                  <a16:creationId xmlns:a16="http://schemas.microsoft.com/office/drawing/2014/main" id="{B097C571-D627-2852-BFED-810A87FFD767}"/>
                </a:ext>
              </a:extLst>
            </p:cNvPr>
            <p:cNvSpPr/>
            <p:nvPr/>
          </p:nvSpPr>
          <p:spPr>
            <a:xfrm>
              <a:off x="-1957766" y="2435462"/>
              <a:ext cx="304312" cy="304312"/>
            </a:xfrm>
            <a:prstGeom prst="rect">
              <a:avLst/>
            </a:prstGeom>
            <a:solidFill>
              <a:schemeClr val="tx1">
                <a:alpha val="19000"/>
              </a:schemeClr>
            </a:solidFill>
            <a:ln w="12700">
              <a:solidFill>
                <a:schemeClr val="tx1">
                  <a:alpha val="0"/>
                </a:schemeClr>
              </a:solidFill>
              <a:prstDash val="solid"/>
            </a:ln>
          </p:spPr>
          <p:txBody>
            <a:bodyPr/>
            <a:lstStyle/>
            <a:p>
              <a:endParaRPr lang="ja-JP" altLang="en-US"/>
            </a:p>
          </p:txBody>
        </p:sp>
        <p:sp>
          <p:nvSpPr>
            <p:cNvPr id="140" name="Shape 45">
              <a:extLst>
                <a:ext uri="{FF2B5EF4-FFF2-40B4-BE49-F238E27FC236}">
                  <a16:creationId xmlns:a16="http://schemas.microsoft.com/office/drawing/2014/main" id="{E4ED87D8-0497-7BAB-EF32-1C29EEA68541}"/>
                </a:ext>
              </a:extLst>
            </p:cNvPr>
            <p:cNvSpPr/>
            <p:nvPr/>
          </p:nvSpPr>
          <p:spPr>
            <a:xfrm>
              <a:off x="-1567866" y="2349874"/>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41" name="Shape 46">
              <a:extLst>
                <a:ext uri="{FF2B5EF4-FFF2-40B4-BE49-F238E27FC236}">
                  <a16:creationId xmlns:a16="http://schemas.microsoft.com/office/drawing/2014/main" id="{654ECE24-93C9-08DF-D0E5-EDF5AC8D90D9}"/>
                </a:ext>
              </a:extLst>
            </p:cNvPr>
            <p:cNvSpPr/>
            <p:nvPr/>
          </p:nvSpPr>
          <p:spPr>
            <a:xfrm>
              <a:off x="-1092378" y="2349874"/>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42" name="Shape 47">
              <a:extLst>
                <a:ext uri="{FF2B5EF4-FFF2-40B4-BE49-F238E27FC236}">
                  <a16:creationId xmlns:a16="http://schemas.microsoft.com/office/drawing/2014/main" id="{B1821221-BB5B-F0CC-1720-263E937EC563}"/>
                </a:ext>
              </a:extLst>
            </p:cNvPr>
            <p:cNvSpPr/>
            <p:nvPr/>
          </p:nvSpPr>
          <p:spPr>
            <a:xfrm>
              <a:off x="-4420794" y="2825362"/>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43" name="Shape 48">
              <a:extLst>
                <a:ext uri="{FF2B5EF4-FFF2-40B4-BE49-F238E27FC236}">
                  <a16:creationId xmlns:a16="http://schemas.microsoft.com/office/drawing/2014/main" id="{A8A03CC6-6792-0BC5-5049-BD11212D9D53}"/>
                </a:ext>
              </a:extLst>
            </p:cNvPr>
            <p:cNvSpPr/>
            <p:nvPr/>
          </p:nvSpPr>
          <p:spPr>
            <a:xfrm>
              <a:off x="-3945306" y="2825362"/>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44" name="Shape 49">
              <a:extLst>
                <a:ext uri="{FF2B5EF4-FFF2-40B4-BE49-F238E27FC236}">
                  <a16:creationId xmlns:a16="http://schemas.microsoft.com/office/drawing/2014/main" id="{38E04ED9-CFD7-1464-1903-7D21F0B2D80F}"/>
                </a:ext>
              </a:extLst>
            </p:cNvPr>
            <p:cNvSpPr/>
            <p:nvPr/>
          </p:nvSpPr>
          <p:spPr>
            <a:xfrm>
              <a:off x="-3859718" y="2910950"/>
              <a:ext cx="304312" cy="304312"/>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145" name="Shape 50">
              <a:extLst>
                <a:ext uri="{FF2B5EF4-FFF2-40B4-BE49-F238E27FC236}">
                  <a16:creationId xmlns:a16="http://schemas.microsoft.com/office/drawing/2014/main" id="{85364025-FE7F-3821-DCCA-AFEC745C9848}"/>
                </a:ext>
              </a:extLst>
            </p:cNvPr>
            <p:cNvSpPr/>
            <p:nvPr/>
          </p:nvSpPr>
          <p:spPr>
            <a:xfrm>
              <a:off x="-3469818" y="2825362"/>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46" name="Shape 51">
              <a:extLst>
                <a:ext uri="{FF2B5EF4-FFF2-40B4-BE49-F238E27FC236}">
                  <a16:creationId xmlns:a16="http://schemas.microsoft.com/office/drawing/2014/main" id="{5361BBD8-D296-F046-02FD-A8148784763C}"/>
                </a:ext>
              </a:extLst>
            </p:cNvPr>
            <p:cNvSpPr/>
            <p:nvPr/>
          </p:nvSpPr>
          <p:spPr>
            <a:xfrm>
              <a:off x="-3384230" y="2910950"/>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47" name="Shape 52">
              <a:extLst>
                <a:ext uri="{FF2B5EF4-FFF2-40B4-BE49-F238E27FC236}">
                  <a16:creationId xmlns:a16="http://schemas.microsoft.com/office/drawing/2014/main" id="{2C0A599D-F903-654E-98C8-1F3E106E16D1}"/>
                </a:ext>
              </a:extLst>
            </p:cNvPr>
            <p:cNvSpPr/>
            <p:nvPr/>
          </p:nvSpPr>
          <p:spPr>
            <a:xfrm>
              <a:off x="-2994330" y="2825362"/>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48" name="Shape 53">
              <a:extLst>
                <a:ext uri="{FF2B5EF4-FFF2-40B4-BE49-F238E27FC236}">
                  <a16:creationId xmlns:a16="http://schemas.microsoft.com/office/drawing/2014/main" id="{9CA4BBA2-340C-57D3-1CD3-62DE782F9B19}"/>
                </a:ext>
              </a:extLst>
            </p:cNvPr>
            <p:cNvSpPr/>
            <p:nvPr/>
          </p:nvSpPr>
          <p:spPr>
            <a:xfrm>
              <a:off x="-2908742" y="2910950"/>
              <a:ext cx="304312" cy="304312"/>
            </a:xfrm>
            <a:prstGeom prst="rect">
              <a:avLst/>
            </a:prstGeom>
            <a:solidFill>
              <a:schemeClr val="tx1">
                <a:alpha val="37000"/>
              </a:schemeClr>
            </a:solidFill>
            <a:ln w="12700">
              <a:solidFill>
                <a:schemeClr val="tx1">
                  <a:alpha val="0"/>
                </a:schemeClr>
              </a:solidFill>
              <a:prstDash val="solid"/>
            </a:ln>
          </p:spPr>
          <p:txBody>
            <a:bodyPr/>
            <a:lstStyle/>
            <a:p>
              <a:endParaRPr lang="ja-JP" altLang="en-US"/>
            </a:p>
          </p:txBody>
        </p:sp>
        <p:sp>
          <p:nvSpPr>
            <p:cNvPr id="149" name="Shape 54">
              <a:extLst>
                <a:ext uri="{FF2B5EF4-FFF2-40B4-BE49-F238E27FC236}">
                  <a16:creationId xmlns:a16="http://schemas.microsoft.com/office/drawing/2014/main" id="{C864FCE3-0C83-5DB1-E6C8-33428C0B0A94}"/>
                </a:ext>
              </a:extLst>
            </p:cNvPr>
            <p:cNvSpPr/>
            <p:nvPr/>
          </p:nvSpPr>
          <p:spPr>
            <a:xfrm>
              <a:off x="-2518842" y="2825362"/>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50" name="Shape 55">
              <a:extLst>
                <a:ext uri="{FF2B5EF4-FFF2-40B4-BE49-F238E27FC236}">
                  <a16:creationId xmlns:a16="http://schemas.microsoft.com/office/drawing/2014/main" id="{312A281A-59E7-14A8-2844-8D0AB70F4BB2}"/>
                </a:ext>
              </a:extLst>
            </p:cNvPr>
            <p:cNvSpPr/>
            <p:nvPr/>
          </p:nvSpPr>
          <p:spPr>
            <a:xfrm>
              <a:off x="-2433254" y="2910950"/>
              <a:ext cx="304312" cy="304312"/>
            </a:xfrm>
            <a:prstGeom prst="rect">
              <a:avLst/>
            </a:prstGeom>
            <a:solidFill>
              <a:schemeClr val="tx1">
                <a:alpha val="87000"/>
              </a:schemeClr>
            </a:solidFill>
            <a:ln w="12700">
              <a:solidFill>
                <a:schemeClr val="tx1">
                  <a:alpha val="0"/>
                </a:schemeClr>
              </a:solidFill>
              <a:prstDash val="solid"/>
            </a:ln>
          </p:spPr>
          <p:txBody>
            <a:bodyPr/>
            <a:lstStyle/>
            <a:p>
              <a:endParaRPr lang="ja-JP" altLang="en-US"/>
            </a:p>
          </p:txBody>
        </p:sp>
        <p:sp>
          <p:nvSpPr>
            <p:cNvPr id="151" name="Shape 56">
              <a:extLst>
                <a:ext uri="{FF2B5EF4-FFF2-40B4-BE49-F238E27FC236}">
                  <a16:creationId xmlns:a16="http://schemas.microsoft.com/office/drawing/2014/main" id="{995DD6FA-FDC8-0DD0-C5E4-34CC56E222C2}"/>
                </a:ext>
              </a:extLst>
            </p:cNvPr>
            <p:cNvSpPr/>
            <p:nvPr/>
          </p:nvSpPr>
          <p:spPr>
            <a:xfrm>
              <a:off x="-2043354" y="2825362"/>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52" name="Shape 57">
              <a:extLst>
                <a:ext uri="{FF2B5EF4-FFF2-40B4-BE49-F238E27FC236}">
                  <a16:creationId xmlns:a16="http://schemas.microsoft.com/office/drawing/2014/main" id="{A31632F9-E4E8-F8FA-8FBF-9B9D3607C024}"/>
                </a:ext>
              </a:extLst>
            </p:cNvPr>
            <p:cNvSpPr/>
            <p:nvPr/>
          </p:nvSpPr>
          <p:spPr>
            <a:xfrm>
              <a:off x="-1957766" y="2910950"/>
              <a:ext cx="304312" cy="304312"/>
            </a:xfrm>
            <a:prstGeom prst="rect">
              <a:avLst/>
            </a:prstGeom>
            <a:solidFill>
              <a:schemeClr val="tx1">
                <a:alpha val="56000"/>
              </a:schemeClr>
            </a:solidFill>
            <a:ln w="12700">
              <a:solidFill>
                <a:schemeClr val="tx1">
                  <a:alpha val="0"/>
                </a:schemeClr>
              </a:solidFill>
              <a:prstDash val="solid"/>
            </a:ln>
          </p:spPr>
          <p:txBody>
            <a:bodyPr/>
            <a:lstStyle/>
            <a:p>
              <a:endParaRPr lang="ja-JP" altLang="en-US"/>
            </a:p>
          </p:txBody>
        </p:sp>
        <p:sp>
          <p:nvSpPr>
            <p:cNvPr id="153" name="Shape 58">
              <a:extLst>
                <a:ext uri="{FF2B5EF4-FFF2-40B4-BE49-F238E27FC236}">
                  <a16:creationId xmlns:a16="http://schemas.microsoft.com/office/drawing/2014/main" id="{A14B3F6C-8F69-77E3-A530-36953351CB77}"/>
                </a:ext>
              </a:extLst>
            </p:cNvPr>
            <p:cNvSpPr/>
            <p:nvPr/>
          </p:nvSpPr>
          <p:spPr>
            <a:xfrm>
              <a:off x="-1567866" y="2825362"/>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54" name="Shape 59">
              <a:extLst>
                <a:ext uri="{FF2B5EF4-FFF2-40B4-BE49-F238E27FC236}">
                  <a16:creationId xmlns:a16="http://schemas.microsoft.com/office/drawing/2014/main" id="{C00DFB6E-5498-A88B-C180-7A8872A78E78}"/>
                </a:ext>
              </a:extLst>
            </p:cNvPr>
            <p:cNvSpPr/>
            <p:nvPr/>
          </p:nvSpPr>
          <p:spPr>
            <a:xfrm>
              <a:off x="-1482278" y="2910950"/>
              <a:ext cx="304312" cy="304312"/>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155" name="Shape 60">
              <a:extLst>
                <a:ext uri="{FF2B5EF4-FFF2-40B4-BE49-F238E27FC236}">
                  <a16:creationId xmlns:a16="http://schemas.microsoft.com/office/drawing/2014/main" id="{DB611970-6FF1-5201-B77C-8051C32932B8}"/>
                </a:ext>
              </a:extLst>
            </p:cNvPr>
            <p:cNvSpPr/>
            <p:nvPr/>
          </p:nvSpPr>
          <p:spPr>
            <a:xfrm>
              <a:off x="-1092378" y="2825362"/>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56" name="Shape 61">
              <a:extLst>
                <a:ext uri="{FF2B5EF4-FFF2-40B4-BE49-F238E27FC236}">
                  <a16:creationId xmlns:a16="http://schemas.microsoft.com/office/drawing/2014/main" id="{54CC4D2A-9090-41D1-898A-49929F5AB57F}"/>
                </a:ext>
              </a:extLst>
            </p:cNvPr>
            <p:cNvSpPr/>
            <p:nvPr/>
          </p:nvSpPr>
          <p:spPr>
            <a:xfrm>
              <a:off x="-4420794" y="3300850"/>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57" name="Shape 62">
              <a:extLst>
                <a:ext uri="{FF2B5EF4-FFF2-40B4-BE49-F238E27FC236}">
                  <a16:creationId xmlns:a16="http://schemas.microsoft.com/office/drawing/2014/main" id="{189C6283-B5E9-DFC8-1CAB-C7B6782A8D73}"/>
                </a:ext>
              </a:extLst>
            </p:cNvPr>
            <p:cNvSpPr/>
            <p:nvPr/>
          </p:nvSpPr>
          <p:spPr>
            <a:xfrm>
              <a:off x="-3945306" y="3300850"/>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58" name="Shape 63">
              <a:extLst>
                <a:ext uri="{FF2B5EF4-FFF2-40B4-BE49-F238E27FC236}">
                  <a16:creationId xmlns:a16="http://schemas.microsoft.com/office/drawing/2014/main" id="{211E534C-0D04-DA5A-3672-6A380B899B71}"/>
                </a:ext>
              </a:extLst>
            </p:cNvPr>
            <p:cNvSpPr/>
            <p:nvPr/>
          </p:nvSpPr>
          <p:spPr>
            <a:xfrm>
              <a:off x="-3859718" y="3386438"/>
              <a:ext cx="304312" cy="304312"/>
            </a:xfrm>
            <a:prstGeom prst="rect">
              <a:avLst/>
            </a:prstGeom>
            <a:solidFill>
              <a:schemeClr val="tx1">
                <a:alpha val="44000"/>
              </a:schemeClr>
            </a:solidFill>
            <a:ln w="12700">
              <a:solidFill>
                <a:schemeClr val="tx1">
                  <a:alpha val="0"/>
                </a:schemeClr>
              </a:solidFill>
              <a:prstDash val="solid"/>
            </a:ln>
          </p:spPr>
          <p:txBody>
            <a:bodyPr/>
            <a:lstStyle/>
            <a:p>
              <a:endParaRPr lang="ja-JP" altLang="en-US"/>
            </a:p>
          </p:txBody>
        </p:sp>
        <p:sp>
          <p:nvSpPr>
            <p:cNvPr id="159" name="Shape 64">
              <a:extLst>
                <a:ext uri="{FF2B5EF4-FFF2-40B4-BE49-F238E27FC236}">
                  <a16:creationId xmlns:a16="http://schemas.microsoft.com/office/drawing/2014/main" id="{E196FD10-1836-698C-53AD-067335E6869C}"/>
                </a:ext>
              </a:extLst>
            </p:cNvPr>
            <p:cNvSpPr/>
            <p:nvPr/>
          </p:nvSpPr>
          <p:spPr>
            <a:xfrm>
              <a:off x="-3469818" y="3300850"/>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60" name="Shape 65">
              <a:extLst>
                <a:ext uri="{FF2B5EF4-FFF2-40B4-BE49-F238E27FC236}">
                  <a16:creationId xmlns:a16="http://schemas.microsoft.com/office/drawing/2014/main" id="{BF16F8D4-084C-E35C-AEE0-E8C7444EEE28}"/>
                </a:ext>
              </a:extLst>
            </p:cNvPr>
            <p:cNvSpPr/>
            <p:nvPr/>
          </p:nvSpPr>
          <p:spPr>
            <a:xfrm>
              <a:off x="-3384230" y="3386438"/>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61" name="Shape 66">
              <a:extLst>
                <a:ext uri="{FF2B5EF4-FFF2-40B4-BE49-F238E27FC236}">
                  <a16:creationId xmlns:a16="http://schemas.microsoft.com/office/drawing/2014/main" id="{87B6B860-6201-479B-B432-95BE6281D3A5}"/>
                </a:ext>
              </a:extLst>
            </p:cNvPr>
            <p:cNvSpPr/>
            <p:nvPr/>
          </p:nvSpPr>
          <p:spPr>
            <a:xfrm>
              <a:off x="-2994330" y="3300850"/>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62" name="Shape 67">
              <a:extLst>
                <a:ext uri="{FF2B5EF4-FFF2-40B4-BE49-F238E27FC236}">
                  <a16:creationId xmlns:a16="http://schemas.microsoft.com/office/drawing/2014/main" id="{A02DEF4C-11D7-9634-72A7-C5A0FEE51D49}"/>
                </a:ext>
              </a:extLst>
            </p:cNvPr>
            <p:cNvSpPr/>
            <p:nvPr/>
          </p:nvSpPr>
          <p:spPr>
            <a:xfrm>
              <a:off x="-2908742" y="3386438"/>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63" name="Shape 68">
              <a:extLst>
                <a:ext uri="{FF2B5EF4-FFF2-40B4-BE49-F238E27FC236}">
                  <a16:creationId xmlns:a16="http://schemas.microsoft.com/office/drawing/2014/main" id="{D8A63D30-6943-3D23-D827-54CF3B0644EB}"/>
                </a:ext>
              </a:extLst>
            </p:cNvPr>
            <p:cNvSpPr/>
            <p:nvPr/>
          </p:nvSpPr>
          <p:spPr>
            <a:xfrm>
              <a:off x="-2518842" y="3300850"/>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64" name="Shape 69">
              <a:extLst>
                <a:ext uri="{FF2B5EF4-FFF2-40B4-BE49-F238E27FC236}">
                  <a16:creationId xmlns:a16="http://schemas.microsoft.com/office/drawing/2014/main" id="{8AB28D59-6293-F0A2-6572-34E81AD4E019}"/>
                </a:ext>
              </a:extLst>
            </p:cNvPr>
            <p:cNvSpPr/>
            <p:nvPr/>
          </p:nvSpPr>
          <p:spPr>
            <a:xfrm>
              <a:off x="-2433254" y="3386438"/>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65" name="Shape 70">
              <a:extLst>
                <a:ext uri="{FF2B5EF4-FFF2-40B4-BE49-F238E27FC236}">
                  <a16:creationId xmlns:a16="http://schemas.microsoft.com/office/drawing/2014/main" id="{48D4DD4A-6084-2004-6210-7ED64E222DB3}"/>
                </a:ext>
              </a:extLst>
            </p:cNvPr>
            <p:cNvSpPr/>
            <p:nvPr/>
          </p:nvSpPr>
          <p:spPr>
            <a:xfrm>
              <a:off x="-2043354" y="3300850"/>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66" name="Shape 71">
              <a:extLst>
                <a:ext uri="{FF2B5EF4-FFF2-40B4-BE49-F238E27FC236}">
                  <a16:creationId xmlns:a16="http://schemas.microsoft.com/office/drawing/2014/main" id="{9E189CA7-A67A-A61B-E97B-8E4805994C14}"/>
                </a:ext>
              </a:extLst>
            </p:cNvPr>
            <p:cNvSpPr/>
            <p:nvPr/>
          </p:nvSpPr>
          <p:spPr>
            <a:xfrm>
              <a:off x="-1957766" y="3386438"/>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67" name="Shape 72">
              <a:extLst>
                <a:ext uri="{FF2B5EF4-FFF2-40B4-BE49-F238E27FC236}">
                  <a16:creationId xmlns:a16="http://schemas.microsoft.com/office/drawing/2014/main" id="{3153E92C-59C6-2A48-5B3D-74E9B809B793}"/>
                </a:ext>
              </a:extLst>
            </p:cNvPr>
            <p:cNvSpPr/>
            <p:nvPr/>
          </p:nvSpPr>
          <p:spPr>
            <a:xfrm>
              <a:off x="-1567866" y="3300850"/>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68" name="Shape 73">
              <a:extLst>
                <a:ext uri="{FF2B5EF4-FFF2-40B4-BE49-F238E27FC236}">
                  <a16:creationId xmlns:a16="http://schemas.microsoft.com/office/drawing/2014/main" id="{177BA274-4479-2458-9D09-8EF9D9CDEBCD}"/>
                </a:ext>
              </a:extLst>
            </p:cNvPr>
            <p:cNvSpPr/>
            <p:nvPr/>
          </p:nvSpPr>
          <p:spPr>
            <a:xfrm>
              <a:off x="-1482278" y="3386438"/>
              <a:ext cx="304312" cy="304312"/>
            </a:xfrm>
            <a:prstGeom prst="rect">
              <a:avLst/>
            </a:prstGeom>
            <a:solidFill>
              <a:schemeClr val="tx1">
                <a:alpha val="37000"/>
              </a:schemeClr>
            </a:solidFill>
            <a:ln w="12700">
              <a:solidFill>
                <a:schemeClr val="tx1">
                  <a:alpha val="0"/>
                </a:schemeClr>
              </a:solidFill>
              <a:prstDash val="solid"/>
            </a:ln>
          </p:spPr>
          <p:txBody>
            <a:bodyPr/>
            <a:lstStyle/>
            <a:p>
              <a:endParaRPr lang="ja-JP" altLang="en-US"/>
            </a:p>
          </p:txBody>
        </p:sp>
        <p:sp>
          <p:nvSpPr>
            <p:cNvPr id="169" name="Shape 74">
              <a:extLst>
                <a:ext uri="{FF2B5EF4-FFF2-40B4-BE49-F238E27FC236}">
                  <a16:creationId xmlns:a16="http://schemas.microsoft.com/office/drawing/2014/main" id="{C196D609-020F-2A18-77E6-DAFC28254E6B}"/>
                </a:ext>
              </a:extLst>
            </p:cNvPr>
            <p:cNvSpPr/>
            <p:nvPr/>
          </p:nvSpPr>
          <p:spPr>
            <a:xfrm>
              <a:off x="-1092378" y="3300850"/>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70" name="Shape 75">
              <a:extLst>
                <a:ext uri="{FF2B5EF4-FFF2-40B4-BE49-F238E27FC236}">
                  <a16:creationId xmlns:a16="http://schemas.microsoft.com/office/drawing/2014/main" id="{A94FD7CA-EAD6-4FBA-9F86-D37E19D07DF6}"/>
                </a:ext>
              </a:extLst>
            </p:cNvPr>
            <p:cNvSpPr/>
            <p:nvPr/>
          </p:nvSpPr>
          <p:spPr>
            <a:xfrm>
              <a:off x="-4420794" y="3776338"/>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71" name="Shape 76">
              <a:extLst>
                <a:ext uri="{FF2B5EF4-FFF2-40B4-BE49-F238E27FC236}">
                  <a16:creationId xmlns:a16="http://schemas.microsoft.com/office/drawing/2014/main" id="{F7C65596-4591-A157-F708-DCDF2D2A2387}"/>
                </a:ext>
              </a:extLst>
            </p:cNvPr>
            <p:cNvSpPr/>
            <p:nvPr/>
          </p:nvSpPr>
          <p:spPr>
            <a:xfrm>
              <a:off x="-3945306" y="3776338"/>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72" name="Shape 77">
              <a:extLst>
                <a:ext uri="{FF2B5EF4-FFF2-40B4-BE49-F238E27FC236}">
                  <a16:creationId xmlns:a16="http://schemas.microsoft.com/office/drawing/2014/main" id="{389CDFEA-27FA-7C1D-74A7-801E2D57667C}"/>
                </a:ext>
              </a:extLst>
            </p:cNvPr>
            <p:cNvSpPr/>
            <p:nvPr/>
          </p:nvSpPr>
          <p:spPr>
            <a:xfrm>
              <a:off x="-3859718" y="3861926"/>
              <a:ext cx="304312" cy="304312"/>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173" name="Shape 78">
              <a:extLst>
                <a:ext uri="{FF2B5EF4-FFF2-40B4-BE49-F238E27FC236}">
                  <a16:creationId xmlns:a16="http://schemas.microsoft.com/office/drawing/2014/main" id="{2CFB1A1C-13B6-DE91-EE8C-4F099F5D1D91}"/>
                </a:ext>
              </a:extLst>
            </p:cNvPr>
            <p:cNvSpPr/>
            <p:nvPr/>
          </p:nvSpPr>
          <p:spPr>
            <a:xfrm>
              <a:off x="-3469818" y="3776338"/>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74" name="Shape 79">
              <a:extLst>
                <a:ext uri="{FF2B5EF4-FFF2-40B4-BE49-F238E27FC236}">
                  <a16:creationId xmlns:a16="http://schemas.microsoft.com/office/drawing/2014/main" id="{DDBE9C62-2DA8-A2B3-A074-FD106CAB3BE0}"/>
                </a:ext>
              </a:extLst>
            </p:cNvPr>
            <p:cNvSpPr/>
            <p:nvPr/>
          </p:nvSpPr>
          <p:spPr>
            <a:xfrm>
              <a:off x="-3384230" y="3861926"/>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75" name="Shape 80">
              <a:extLst>
                <a:ext uri="{FF2B5EF4-FFF2-40B4-BE49-F238E27FC236}">
                  <a16:creationId xmlns:a16="http://schemas.microsoft.com/office/drawing/2014/main" id="{745C69F7-D43F-0B20-0D4C-4400249DEA14}"/>
                </a:ext>
              </a:extLst>
            </p:cNvPr>
            <p:cNvSpPr/>
            <p:nvPr/>
          </p:nvSpPr>
          <p:spPr>
            <a:xfrm>
              <a:off x="-2994330" y="3776338"/>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76" name="Shape 81">
              <a:extLst>
                <a:ext uri="{FF2B5EF4-FFF2-40B4-BE49-F238E27FC236}">
                  <a16:creationId xmlns:a16="http://schemas.microsoft.com/office/drawing/2014/main" id="{B3D27999-3CDB-D447-80E8-83791A5ABE69}"/>
                </a:ext>
              </a:extLst>
            </p:cNvPr>
            <p:cNvSpPr/>
            <p:nvPr/>
          </p:nvSpPr>
          <p:spPr>
            <a:xfrm>
              <a:off x="-2908742" y="3861926"/>
              <a:ext cx="304312" cy="304312"/>
            </a:xfrm>
            <a:prstGeom prst="rect">
              <a:avLst/>
            </a:prstGeom>
            <a:solidFill>
              <a:schemeClr val="tx1">
                <a:alpha val="87000"/>
              </a:schemeClr>
            </a:solidFill>
            <a:ln w="12700">
              <a:solidFill>
                <a:schemeClr val="tx1">
                  <a:alpha val="0"/>
                </a:schemeClr>
              </a:solidFill>
              <a:prstDash val="solid"/>
            </a:ln>
          </p:spPr>
          <p:txBody>
            <a:bodyPr/>
            <a:lstStyle/>
            <a:p>
              <a:endParaRPr lang="ja-JP" altLang="en-US"/>
            </a:p>
          </p:txBody>
        </p:sp>
        <p:sp>
          <p:nvSpPr>
            <p:cNvPr id="177" name="Shape 82">
              <a:extLst>
                <a:ext uri="{FF2B5EF4-FFF2-40B4-BE49-F238E27FC236}">
                  <a16:creationId xmlns:a16="http://schemas.microsoft.com/office/drawing/2014/main" id="{7E68BF43-D6B9-8F0B-BF6F-D5A040F0EDA6}"/>
                </a:ext>
              </a:extLst>
            </p:cNvPr>
            <p:cNvSpPr/>
            <p:nvPr/>
          </p:nvSpPr>
          <p:spPr>
            <a:xfrm>
              <a:off x="-2518842" y="3776338"/>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78" name="Shape 83">
              <a:extLst>
                <a:ext uri="{FF2B5EF4-FFF2-40B4-BE49-F238E27FC236}">
                  <a16:creationId xmlns:a16="http://schemas.microsoft.com/office/drawing/2014/main" id="{6EBAC31B-9B4F-450B-D2B8-39F640084281}"/>
                </a:ext>
              </a:extLst>
            </p:cNvPr>
            <p:cNvSpPr/>
            <p:nvPr/>
          </p:nvSpPr>
          <p:spPr>
            <a:xfrm>
              <a:off x="-2433254" y="3861926"/>
              <a:ext cx="304312" cy="304312"/>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179" name="Shape 84">
              <a:extLst>
                <a:ext uri="{FF2B5EF4-FFF2-40B4-BE49-F238E27FC236}">
                  <a16:creationId xmlns:a16="http://schemas.microsoft.com/office/drawing/2014/main" id="{B31EAB3A-4D2F-7CD2-C62F-0446037718D8}"/>
                </a:ext>
              </a:extLst>
            </p:cNvPr>
            <p:cNvSpPr/>
            <p:nvPr/>
          </p:nvSpPr>
          <p:spPr>
            <a:xfrm>
              <a:off x="-2043354" y="3776338"/>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80" name="Shape 85">
              <a:extLst>
                <a:ext uri="{FF2B5EF4-FFF2-40B4-BE49-F238E27FC236}">
                  <a16:creationId xmlns:a16="http://schemas.microsoft.com/office/drawing/2014/main" id="{0B4E4788-1996-F1E5-690E-FE7FAB3F7D33}"/>
                </a:ext>
              </a:extLst>
            </p:cNvPr>
            <p:cNvSpPr/>
            <p:nvPr/>
          </p:nvSpPr>
          <p:spPr>
            <a:xfrm>
              <a:off x="-1957766" y="3861926"/>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81" name="Shape 86">
              <a:extLst>
                <a:ext uri="{FF2B5EF4-FFF2-40B4-BE49-F238E27FC236}">
                  <a16:creationId xmlns:a16="http://schemas.microsoft.com/office/drawing/2014/main" id="{59EAC93D-D17D-6CC8-3493-BE52C002D294}"/>
                </a:ext>
              </a:extLst>
            </p:cNvPr>
            <p:cNvSpPr/>
            <p:nvPr/>
          </p:nvSpPr>
          <p:spPr>
            <a:xfrm>
              <a:off x="-1567866" y="3776338"/>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82" name="Shape 87">
              <a:extLst>
                <a:ext uri="{FF2B5EF4-FFF2-40B4-BE49-F238E27FC236}">
                  <a16:creationId xmlns:a16="http://schemas.microsoft.com/office/drawing/2014/main" id="{DD2FB2E1-8FB2-F65E-67C7-1FC7C01949ED}"/>
                </a:ext>
              </a:extLst>
            </p:cNvPr>
            <p:cNvSpPr/>
            <p:nvPr/>
          </p:nvSpPr>
          <p:spPr>
            <a:xfrm>
              <a:off x="-1482278" y="3861926"/>
              <a:ext cx="304312" cy="304312"/>
            </a:xfrm>
            <a:prstGeom prst="rect">
              <a:avLst/>
            </a:prstGeom>
            <a:solidFill>
              <a:schemeClr val="tx1">
                <a:alpha val="50000"/>
              </a:schemeClr>
            </a:solidFill>
            <a:ln w="12700">
              <a:solidFill>
                <a:schemeClr val="tx1">
                  <a:alpha val="0"/>
                </a:schemeClr>
              </a:solidFill>
              <a:prstDash val="solid"/>
            </a:ln>
          </p:spPr>
          <p:txBody>
            <a:bodyPr/>
            <a:lstStyle/>
            <a:p>
              <a:endParaRPr lang="ja-JP" altLang="en-US"/>
            </a:p>
          </p:txBody>
        </p:sp>
        <p:sp>
          <p:nvSpPr>
            <p:cNvPr id="183" name="Shape 88">
              <a:extLst>
                <a:ext uri="{FF2B5EF4-FFF2-40B4-BE49-F238E27FC236}">
                  <a16:creationId xmlns:a16="http://schemas.microsoft.com/office/drawing/2014/main" id="{86293457-B55D-C16E-FA8B-E5230F87DFA7}"/>
                </a:ext>
              </a:extLst>
            </p:cNvPr>
            <p:cNvSpPr/>
            <p:nvPr/>
          </p:nvSpPr>
          <p:spPr>
            <a:xfrm>
              <a:off x="-1092378" y="3776338"/>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84" name="Shape 89">
              <a:extLst>
                <a:ext uri="{FF2B5EF4-FFF2-40B4-BE49-F238E27FC236}">
                  <a16:creationId xmlns:a16="http://schemas.microsoft.com/office/drawing/2014/main" id="{1AD4FCDA-85C4-D9F2-22F2-06831A610B18}"/>
                </a:ext>
              </a:extLst>
            </p:cNvPr>
            <p:cNvSpPr/>
            <p:nvPr/>
          </p:nvSpPr>
          <p:spPr>
            <a:xfrm>
              <a:off x="-4420794" y="4251826"/>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85" name="Shape 90">
              <a:extLst>
                <a:ext uri="{FF2B5EF4-FFF2-40B4-BE49-F238E27FC236}">
                  <a16:creationId xmlns:a16="http://schemas.microsoft.com/office/drawing/2014/main" id="{2C231BF1-DEC9-F955-6AF6-6A23D3C6112A}"/>
                </a:ext>
              </a:extLst>
            </p:cNvPr>
            <p:cNvSpPr/>
            <p:nvPr/>
          </p:nvSpPr>
          <p:spPr>
            <a:xfrm>
              <a:off x="-3945306" y="4251826"/>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86" name="Shape 91">
              <a:extLst>
                <a:ext uri="{FF2B5EF4-FFF2-40B4-BE49-F238E27FC236}">
                  <a16:creationId xmlns:a16="http://schemas.microsoft.com/office/drawing/2014/main" id="{22BC7816-AECB-EDCA-BF8C-4CEC485BD75E}"/>
                </a:ext>
              </a:extLst>
            </p:cNvPr>
            <p:cNvSpPr/>
            <p:nvPr/>
          </p:nvSpPr>
          <p:spPr>
            <a:xfrm>
              <a:off x="-3469818" y="4251826"/>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87" name="Shape 92">
              <a:extLst>
                <a:ext uri="{FF2B5EF4-FFF2-40B4-BE49-F238E27FC236}">
                  <a16:creationId xmlns:a16="http://schemas.microsoft.com/office/drawing/2014/main" id="{B45020EC-7FA6-F73A-F736-0A6176DA5912}"/>
                </a:ext>
              </a:extLst>
            </p:cNvPr>
            <p:cNvSpPr/>
            <p:nvPr/>
          </p:nvSpPr>
          <p:spPr>
            <a:xfrm>
              <a:off x="-3384230" y="4337414"/>
              <a:ext cx="304312" cy="304312"/>
            </a:xfrm>
            <a:prstGeom prst="rect">
              <a:avLst/>
            </a:prstGeom>
            <a:solidFill>
              <a:schemeClr val="tx1">
                <a:alpha val="75000"/>
              </a:schemeClr>
            </a:solidFill>
            <a:ln w="12700">
              <a:solidFill>
                <a:schemeClr val="tx1">
                  <a:alpha val="0"/>
                </a:schemeClr>
              </a:solidFill>
              <a:prstDash val="solid"/>
            </a:ln>
          </p:spPr>
          <p:txBody>
            <a:bodyPr/>
            <a:lstStyle/>
            <a:p>
              <a:endParaRPr lang="ja-JP" altLang="en-US"/>
            </a:p>
          </p:txBody>
        </p:sp>
        <p:sp>
          <p:nvSpPr>
            <p:cNvPr id="188" name="Shape 93">
              <a:extLst>
                <a:ext uri="{FF2B5EF4-FFF2-40B4-BE49-F238E27FC236}">
                  <a16:creationId xmlns:a16="http://schemas.microsoft.com/office/drawing/2014/main" id="{7F010362-D8DD-4BE9-697D-B4894C8F0EC2}"/>
                </a:ext>
              </a:extLst>
            </p:cNvPr>
            <p:cNvSpPr/>
            <p:nvPr/>
          </p:nvSpPr>
          <p:spPr>
            <a:xfrm>
              <a:off x="-2994330" y="4251826"/>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89" name="Shape 94">
              <a:extLst>
                <a:ext uri="{FF2B5EF4-FFF2-40B4-BE49-F238E27FC236}">
                  <a16:creationId xmlns:a16="http://schemas.microsoft.com/office/drawing/2014/main" id="{6D5205C3-60F3-FEE9-2FAA-81F1202520E6}"/>
                </a:ext>
              </a:extLst>
            </p:cNvPr>
            <p:cNvSpPr/>
            <p:nvPr/>
          </p:nvSpPr>
          <p:spPr>
            <a:xfrm>
              <a:off x="-2908742" y="4337414"/>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90" name="Shape 95">
              <a:extLst>
                <a:ext uri="{FF2B5EF4-FFF2-40B4-BE49-F238E27FC236}">
                  <a16:creationId xmlns:a16="http://schemas.microsoft.com/office/drawing/2014/main" id="{D95B871E-2FD1-37AC-0461-8086E0F48028}"/>
                </a:ext>
              </a:extLst>
            </p:cNvPr>
            <p:cNvSpPr/>
            <p:nvPr/>
          </p:nvSpPr>
          <p:spPr>
            <a:xfrm>
              <a:off x="-2518842" y="4251826"/>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91" name="Shape 96">
              <a:extLst>
                <a:ext uri="{FF2B5EF4-FFF2-40B4-BE49-F238E27FC236}">
                  <a16:creationId xmlns:a16="http://schemas.microsoft.com/office/drawing/2014/main" id="{6044CD0F-0FB0-3A0B-52C0-D76E7B9B9235}"/>
                </a:ext>
              </a:extLst>
            </p:cNvPr>
            <p:cNvSpPr/>
            <p:nvPr/>
          </p:nvSpPr>
          <p:spPr>
            <a:xfrm>
              <a:off x="-2433254" y="4337414"/>
              <a:ext cx="304312" cy="304312"/>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192" name="Shape 97">
              <a:extLst>
                <a:ext uri="{FF2B5EF4-FFF2-40B4-BE49-F238E27FC236}">
                  <a16:creationId xmlns:a16="http://schemas.microsoft.com/office/drawing/2014/main" id="{E518682F-2EE0-3766-26F2-5DC194BC5FBE}"/>
                </a:ext>
              </a:extLst>
            </p:cNvPr>
            <p:cNvSpPr/>
            <p:nvPr/>
          </p:nvSpPr>
          <p:spPr>
            <a:xfrm>
              <a:off x="-2043354" y="4251826"/>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93" name="Shape 98">
              <a:extLst>
                <a:ext uri="{FF2B5EF4-FFF2-40B4-BE49-F238E27FC236}">
                  <a16:creationId xmlns:a16="http://schemas.microsoft.com/office/drawing/2014/main" id="{FA8018F9-6E84-4645-B966-274AD4A3619F}"/>
                </a:ext>
              </a:extLst>
            </p:cNvPr>
            <p:cNvSpPr/>
            <p:nvPr/>
          </p:nvSpPr>
          <p:spPr>
            <a:xfrm>
              <a:off x="-1957766" y="4337414"/>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94" name="Shape 99">
              <a:extLst>
                <a:ext uri="{FF2B5EF4-FFF2-40B4-BE49-F238E27FC236}">
                  <a16:creationId xmlns:a16="http://schemas.microsoft.com/office/drawing/2014/main" id="{4E135EBC-BB6A-FCB5-0249-D9656E14ECCF}"/>
                </a:ext>
              </a:extLst>
            </p:cNvPr>
            <p:cNvSpPr/>
            <p:nvPr/>
          </p:nvSpPr>
          <p:spPr>
            <a:xfrm>
              <a:off x="-1567866" y="4251826"/>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95" name="Shape 100">
              <a:extLst>
                <a:ext uri="{FF2B5EF4-FFF2-40B4-BE49-F238E27FC236}">
                  <a16:creationId xmlns:a16="http://schemas.microsoft.com/office/drawing/2014/main" id="{6E8CE21C-24D9-E055-D746-CC83791F8E1B}"/>
                </a:ext>
              </a:extLst>
            </p:cNvPr>
            <p:cNvSpPr/>
            <p:nvPr/>
          </p:nvSpPr>
          <p:spPr>
            <a:xfrm>
              <a:off x="-1482278" y="4337414"/>
              <a:ext cx="304312" cy="304312"/>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196" name="Shape 101">
              <a:extLst>
                <a:ext uri="{FF2B5EF4-FFF2-40B4-BE49-F238E27FC236}">
                  <a16:creationId xmlns:a16="http://schemas.microsoft.com/office/drawing/2014/main" id="{B3477803-B92E-6B25-D71C-42699D9D870F}"/>
                </a:ext>
              </a:extLst>
            </p:cNvPr>
            <p:cNvSpPr/>
            <p:nvPr/>
          </p:nvSpPr>
          <p:spPr>
            <a:xfrm>
              <a:off x="-1092378" y="4251826"/>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97" name="Shape 102">
              <a:extLst>
                <a:ext uri="{FF2B5EF4-FFF2-40B4-BE49-F238E27FC236}">
                  <a16:creationId xmlns:a16="http://schemas.microsoft.com/office/drawing/2014/main" id="{875C303F-AC23-1453-C446-E0EB97F7B22B}"/>
                </a:ext>
              </a:extLst>
            </p:cNvPr>
            <p:cNvSpPr/>
            <p:nvPr/>
          </p:nvSpPr>
          <p:spPr>
            <a:xfrm>
              <a:off x="-4420794" y="4727314"/>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98" name="Shape 103">
              <a:extLst>
                <a:ext uri="{FF2B5EF4-FFF2-40B4-BE49-F238E27FC236}">
                  <a16:creationId xmlns:a16="http://schemas.microsoft.com/office/drawing/2014/main" id="{F71D798A-8018-432C-E61C-7AE718362F31}"/>
                </a:ext>
              </a:extLst>
            </p:cNvPr>
            <p:cNvSpPr/>
            <p:nvPr/>
          </p:nvSpPr>
          <p:spPr>
            <a:xfrm>
              <a:off x="-3945306" y="4727314"/>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99" name="Shape 104">
              <a:extLst>
                <a:ext uri="{FF2B5EF4-FFF2-40B4-BE49-F238E27FC236}">
                  <a16:creationId xmlns:a16="http://schemas.microsoft.com/office/drawing/2014/main" id="{DC9FD0A0-DB93-96C0-75AB-5EAAFA9CBA5B}"/>
                </a:ext>
              </a:extLst>
            </p:cNvPr>
            <p:cNvSpPr/>
            <p:nvPr/>
          </p:nvSpPr>
          <p:spPr>
            <a:xfrm>
              <a:off x="-3469818" y="4727314"/>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200" name="Shape 105">
              <a:extLst>
                <a:ext uri="{FF2B5EF4-FFF2-40B4-BE49-F238E27FC236}">
                  <a16:creationId xmlns:a16="http://schemas.microsoft.com/office/drawing/2014/main" id="{7C01F0D8-EF44-5CBF-017B-A8112207BACB}"/>
                </a:ext>
              </a:extLst>
            </p:cNvPr>
            <p:cNvSpPr/>
            <p:nvPr/>
          </p:nvSpPr>
          <p:spPr>
            <a:xfrm>
              <a:off x="-3384230" y="4812902"/>
              <a:ext cx="304312" cy="304312"/>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201" name="Shape 106">
              <a:extLst>
                <a:ext uri="{FF2B5EF4-FFF2-40B4-BE49-F238E27FC236}">
                  <a16:creationId xmlns:a16="http://schemas.microsoft.com/office/drawing/2014/main" id="{DB654486-2EAA-E155-C78C-41E4AA5E81D0}"/>
                </a:ext>
              </a:extLst>
            </p:cNvPr>
            <p:cNvSpPr/>
            <p:nvPr/>
          </p:nvSpPr>
          <p:spPr>
            <a:xfrm>
              <a:off x="-2994330" y="4727314"/>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02" name="Shape 107">
              <a:extLst>
                <a:ext uri="{FF2B5EF4-FFF2-40B4-BE49-F238E27FC236}">
                  <a16:creationId xmlns:a16="http://schemas.microsoft.com/office/drawing/2014/main" id="{D900686E-41C0-C160-8878-7AE3694EFF31}"/>
                </a:ext>
              </a:extLst>
            </p:cNvPr>
            <p:cNvSpPr/>
            <p:nvPr/>
          </p:nvSpPr>
          <p:spPr>
            <a:xfrm>
              <a:off x="-2908742" y="4812902"/>
              <a:ext cx="304312" cy="304312"/>
            </a:xfrm>
            <a:prstGeom prst="rect">
              <a:avLst/>
            </a:prstGeom>
            <a:solidFill>
              <a:schemeClr val="tx1">
                <a:alpha val="62000"/>
              </a:schemeClr>
            </a:solidFill>
            <a:ln w="12700">
              <a:solidFill>
                <a:schemeClr val="tx1">
                  <a:alpha val="0"/>
                </a:schemeClr>
              </a:solidFill>
              <a:prstDash val="solid"/>
            </a:ln>
          </p:spPr>
          <p:txBody>
            <a:bodyPr/>
            <a:lstStyle/>
            <a:p>
              <a:endParaRPr lang="ja-JP" altLang="en-US"/>
            </a:p>
          </p:txBody>
        </p:sp>
        <p:sp>
          <p:nvSpPr>
            <p:cNvPr id="203" name="Shape 108">
              <a:extLst>
                <a:ext uri="{FF2B5EF4-FFF2-40B4-BE49-F238E27FC236}">
                  <a16:creationId xmlns:a16="http://schemas.microsoft.com/office/drawing/2014/main" id="{F4F61F3D-5608-0139-C5AA-D0C9ACDC64EE}"/>
                </a:ext>
              </a:extLst>
            </p:cNvPr>
            <p:cNvSpPr/>
            <p:nvPr/>
          </p:nvSpPr>
          <p:spPr>
            <a:xfrm>
              <a:off x="-2518842" y="4727314"/>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04" name="Shape 109">
              <a:extLst>
                <a:ext uri="{FF2B5EF4-FFF2-40B4-BE49-F238E27FC236}">
                  <a16:creationId xmlns:a16="http://schemas.microsoft.com/office/drawing/2014/main" id="{B3FCBAD6-2DDA-99DA-92D0-16B099D1B396}"/>
                </a:ext>
              </a:extLst>
            </p:cNvPr>
            <p:cNvSpPr/>
            <p:nvPr/>
          </p:nvSpPr>
          <p:spPr>
            <a:xfrm>
              <a:off x="-2433254" y="4812902"/>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05" name="Shape 110">
              <a:extLst>
                <a:ext uri="{FF2B5EF4-FFF2-40B4-BE49-F238E27FC236}">
                  <a16:creationId xmlns:a16="http://schemas.microsoft.com/office/drawing/2014/main" id="{E087D5CF-DAC9-3993-9B25-EAF367C41F06}"/>
                </a:ext>
              </a:extLst>
            </p:cNvPr>
            <p:cNvSpPr/>
            <p:nvPr/>
          </p:nvSpPr>
          <p:spPr>
            <a:xfrm>
              <a:off x="-2043354" y="4727314"/>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06" name="Shape 111">
              <a:extLst>
                <a:ext uri="{FF2B5EF4-FFF2-40B4-BE49-F238E27FC236}">
                  <a16:creationId xmlns:a16="http://schemas.microsoft.com/office/drawing/2014/main" id="{714D8F4D-2841-16CF-387E-4C12378D7A7E}"/>
                </a:ext>
              </a:extLst>
            </p:cNvPr>
            <p:cNvSpPr/>
            <p:nvPr/>
          </p:nvSpPr>
          <p:spPr>
            <a:xfrm>
              <a:off x="-1957766" y="4812902"/>
              <a:ext cx="304312" cy="304312"/>
            </a:xfrm>
            <a:prstGeom prst="rect">
              <a:avLst/>
            </a:prstGeom>
            <a:solidFill>
              <a:schemeClr val="tx1">
                <a:alpha val="44000"/>
              </a:schemeClr>
            </a:solidFill>
            <a:ln w="12700">
              <a:solidFill>
                <a:schemeClr val="tx1">
                  <a:alpha val="0"/>
                </a:schemeClr>
              </a:solidFill>
              <a:prstDash val="solid"/>
            </a:ln>
          </p:spPr>
          <p:txBody>
            <a:bodyPr/>
            <a:lstStyle/>
            <a:p>
              <a:endParaRPr lang="ja-JP" altLang="en-US"/>
            </a:p>
          </p:txBody>
        </p:sp>
        <p:sp>
          <p:nvSpPr>
            <p:cNvPr id="207" name="Shape 112">
              <a:extLst>
                <a:ext uri="{FF2B5EF4-FFF2-40B4-BE49-F238E27FC236}">
                  <a16:creationId xmlns:a16="http://schemas.microsoft.com/office/drawing/2014/main" id="{0BD515E6-665D-E916-FA3E-11B3B47CA241}"/>
                </a:ext>
              </a:extLst>
            </p:cNvPr>
            <p:cNvSpPr/>
            <p:nvPr/>
          </p:nvSpPr>
          <p:spPr>
            <a:xfrm>
              <a:off x="-1567866" y="4727314"/>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08" name="Shape 113">
              <a:extLst>
                <a:ext uri="{FF2B5EF4-FFF2-40B4-BE49-F238E27FC236}">
                  <a16:creationId xmlns:a16="http://schemas.microsoft.com/office/drawing/2014/main" id="{88DB4293-C644-43A1-1502-D11EAC43595B}"/>
                </a:ext>
              </a:extLst>
            </p:cNvPr>
            <p:cNvSpPr/>
            <p:nvPr/>
          </p:nvSpPr>
          <p:spPr>
            <a:xfrm>
              <a:off x="-1092378" y="4727314"/>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grpSp>
      <p:sp>
        <p:nvSpPr>
          <p:cNvPr id="216" name="Shape 10">
            <a:extLst>
              <a:ext uri="{FF2B5EF4-FFF2-40B4-BE49-F238E27FC236}">
                <a16:creationId xmlns:a16="http://schemas.microsoft.com/office/drawing/2014/main" id="{A2EF0031-D046-3908-70F3-3B6D377775AE}"/>
              </a:ext>
            </a:extLst>
          </p:cNvPr>
          <p:cNvSpPr/>
          <p:nvPr/>
        </p:nvSpPr>
        <p:spPr>
          <a:xfrm>
            <a:off x="2508221" y="2286000"/>
            <a:ext cx="457200" cy="411480"/>
          </a:xfrm>
          <a:prstGeom prst="rightArrow">
            <a:avLst/>
          </a:prstGeom>
          <a:solidFill>
            <a:schemeClr val="accent1"/>
          </a:solidFill>
          <a:ln w="12700">
            <a:solidFill>
              <a:schemeClr val="accent1"/>
            </a:solidFill>
            <a:prstDash val="solid"/>
          </a:ln>
        </p:spPr>
        <p:txBody>
          <a:bodyPr/>
          <a:lstStyle/>
          <a:p>
            <a:endParaRPr lang="ja-JP" altLang="en-US"/>
          </a:p>
        </p:txBody>
      </p:sp>
      <p:sp>
        <p:nvSpPr>
          <p:cNvPr id="5" name="Text 35"/>
          <p:cNvSpPr txBox="1"/>
          <p:nvPr/>
        </p:nvSpPr>
        <p:spPr>
          <a:xfrm>
            <a:off x="6629400" y="5852160"/>
            <a:ext cx="4846320" cy="365760"/>
          </a:xfrm>
          <a:prstGeom prst="rect">
            <a:avLst/>
          </a:prstGeom>
          <a:noFill/>
          <a:ln/>
        </p:spPr>
        <p:txBody>
          <a:bodyPr wrap="square" lIns="0" tIns="0" rIns="0" bIns="0" rtlCol="0" anchor="t"/>
          <a:lstStyle/>
          <a:p>
            <a:pPr marL="0" indent="0">
              <a:buNone/>
            </a:pPr>
            <a:r>
              <a:rPr lang="en-US" sz="1300" dirty="0">
                <a:solidFill>
                  <a:schemeClr val="tx2"/>
                </a:solidFill>
              </a:rPr>
              <a:t>関連研究もクラス間の関係を扱う [2, 4]</a:t>
            </a:r>
            <a:endParaRPr lang="en-US" sz="1300" dirty="0"/>
          </a:p>
        </p:txBody>
      </p:sp>
      <p:pic>
        <p:nvPicPr>
          <p:cNvPr id="217" name="Picture 216" descr="class_maps_10.png"/>
          <p:cNvPicPr>
            <a:picLocks noChangeAspect="1"/>
          </p:cNvPicPr>
          <p:nvPr/>
        </p:nvPicPr>
        <p:blipFill>
          <a:blip r:embed="rId3"/>
          <a:stretch>
            <a:fillRect/>
          </a:stretch>
        </p:blipFill>
        <p:spPr>
          <a:xfrm>
            <a:off x="320040" y="4572000"/>
            <a:ext cx="2103120" cy="1051560"/>
          </a:xfrm>
          <a:prstGeom prst="rect">
            <a:avLst/>
          </a:prstGeom>
        </p:spPr>
      </p:pic>
      <p:sp>
        <p:nvSpPr>
          <p:cNvPr id="6" name="Shape 10">
            <a:extLst>
              <a:ext uri="{FF2B5EF4-FFF2-40B4-BE49-F238E27FC236}">
                <a16:creationId xmlns:a16="http://schemas.microsoft.com/office/drawing/2014/main" id="{A2EF0031-D046-3908-70F3-3B6D377775AE}"/>
              </a:ext>
            </a:extLst>
          </p:cNvPr>
          <p:cNvSpPr/>
          <p:nvPr/>
        </p:nvSpPr>
        <p:spPr>
          <a:xfrm>
            <a:off x="2508221" y="4846320"/>
            <a:ext cx="457200" cy="411480"/>
          </a:xfrm>
          <a:prstGeom prst="rightArrow">
            <a:avLst/>
          </a:prstGeom>
          <a:solidFill>
            <a:schemeClr val="accent1"/>
          </a:solidFill>
          <a:ln w="12700">
            <a:solidFill>
              <a:schemeClr val="accent1"/>
            </a:solidFill>
            <a:prstDash val="solid"/>
          </a:ln>
        </p:spPr>
        <p:txBody>
          <a:bodyPr/>
          <a:lstStyle/>
          <a:p>
            <a:endParaRPr lang="ja-JP" altLang="en-US"/>
          </a:p>
        </p:txBody>
      </p:sp>
      <p:pic>
        <p:nvPicPr>
          <p:cNvPr id="218" name="Picture 217" descr="class_axis_0to6.png"/>
          <p:cNvPicPr>
            <a:picLocks noChangeAspect="1"/>
          </p:cNvPicPr>
          <p:nvPr/>
        </p:nvPicPr>
        <p:blipFill>
          <a:blip r:embed="rId4"/>
          <a:stretch>
            <a:fillRect/>
          </a:stretch>
        </p:blipFill>
        <p:spPr>
          <a:xfrm>
            <a:off x="3383280" y="4224528"/>
            <a:ext cx="1783080" cy="1783080"/>
          </a:xfrm>
          <a:prstGeom prst="rect">
            <a:avLst/>
          </a:prstGeom>
        </p:spPr>
      </p:pic>
      <p:sp>
        <p:nvSpPr>
          <p:cNvPr id="219" name="TextBox 218"/>
          <p:cNvSpPr txBox="1"/>
          <p:nvPr/>
        </p:nvSpPr>
        <p:spPr>
          <a:xfrm>
            <a:off x="3154680" y="6035040"/>
            <a:ext cx="2240280" cy="320040"/>
          </a:xfrm>
          <a:prstGeom prst="rect">
            <a:avLst/>
          </a:prstGeom>
          <a:noFill/>
        </p:spPr>
        <p:txBody>
          <a:bodyPr wrap="none">
            <a:spAutoFit/>
          </a:bodyPr>
          <a:lstStyle/>
          <a:p>
            <a:pPr algn="ctr"/>
            <a:r>
              <a:rPr sz="1400">
                <a:solidFill>
                  <a:schemeClr val="tx1"/>
                </a:solidFill>
              </a:rPr>
              <a:t>軸「0から6への移動」</a:t>
            </a:r>
          </a:p>
        </p:txBody>
      </p:sp>
      <p:sp>
        <p:nvSpPr>
          <p:cNvPr id="220" name="TextBox 219"/>
          <p:cNvSpPr txBox="1"/>
          <p:nvPr/>
        </p:nvSpPr>
        <p:spPr>
          <a:xfrm>
            <a:off x="320040" y="5715000"/>
            <a:ext cx="2103120" cy="320040"/>
          </a:xfrm>
          <a:prstGeom prst="rect">
            <a:avLst/>
          </a:prstGeom>
          <a:noFill/>
        </p:spPr>
        <p:txBody>
          <a:bodyPr wrap="none">
            <a:spAutoFit/>
          </a:bodyPr>
          <a:lstStyle/>
          <a:p>
            <a:pPr algn="ctr"/>
            <a:r>
              <a:rPr sz="1400">
                <a:solidFill>
                  <a:schemeClr val="tx1"/>
                </a:solidFill>
              </a:rPr>
              <a:t>クラスごとに10枚</a:t>
            </a:r>
          </a:p>
        </p:txBody>
      </p:sp>
      <p:sp>
        <p:nvSpPr>
          <p:cNvPr id="266" name="TextBox 265"/>
          <p:cNvSpPr txBox="1"/>
          <p:nvPr/>
        </p:nvSpPr>
        <p:spPr>
          <a:xfrm>
            <a:off x="39509" y="6455664"/>
            <a:ext cx="11735395" cy="369332"/>
          </a:xfrm>
          <a:prstGeom prst="rect">
            <a:avLst/>
          </a:prstGeom>
          <a:noFill/>
        </p:spPr>
        <p:txBody>
          <a:bodyPr wrap="square" lIns="0" tIns="0" rIns="0" bIns="0" anchor="t">
            <a:spAutoFit/>
          </a:bodyPr>
          <a:lstStyle/>
          <a:p>
            <a:pPr algn="l"/>
            <a:r>
              <a:rPr sz="800" b="0" dirty="0">
                <a:solidFill>
                  <a:schemeClr val="tx1"/>
                </a:solidFill>
              </a:rPr>
              <a:t>[2] K. Sokol, P. Flach, LIMETREE: Consistent and Faithful Surrogate Explanations of Multiple Classes, Electronics 14, 929, 2025.（全クラスを1本の多出力木でまとめて説明）</a:t>
            </a:r>
          </a:p>
          <a:p>
            <a:pPr algn="l"/>
            <a:r>
              <a:rPr sz="800" b="0" dirty="0">
                <a:solidFill>
                  <a:schemeClr val="tx1"/>
                </a:solidFill>
              </a:rPr>
              <a:t>[4] L. Franceschi et al., Explaining Probabilistic Models with Distributional Values, ICML 2024.（特徴ごとにクラスsからrへの遷移を説明）</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発想</a:t>
            </a:r>
            <a:endParaRPr lang="en-US" sz="3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4" name="Image 0" descr="docs/seminar/region_figure.png"/>
          <p:cNvPicPr>
            <a:picLocks noChangeAspect="1"/>
          </p:cNvPicPr>
          <p:nvPr/>
        </p:nvPicPr>
        <p:blipFill>
          <a:blip r:embed="rId3"/>
          <a:stretch>
            <a:fillRect/>
          </a:stretch>
        </p:blipFill>
        <p:spPr>
          <a:xfrm>
            <a:off x="2301240" y="1005840"/>
            <a:ext cx="7589520" cy="3950208"/>
          </a:xfrm>
          <a:prstGeom prst="rect">
            <a:avLst/>
          </a:prstGeom>
        </p:spPr>
      </p:pic>
      <p:sp>
        <p:nvSpPr>
          <p:cNvPr id="5" name="Text 1"/>
          <p:cNvSpPr txBox="1"/>
          <p:nvPr/>
        </p:nvSpPr>
        <p:spPr>
          <a:xfrm>
            <a:off x="2301240" y="4900946"/>
            <a:ext cx="7589520" cy="274320"/>
          </a:xfrm>
          <a:prstGeom prst="rect">
            <a:avLst/>
          </a:prstGeom>
          <a:noFill/>
          <a:ln/>
        </p:spPr>
        <p:txBody>
          <a:bodyPr wrap="square" lIns="0" tIns="0" rIns="0" bIns="0" rtlCol="0" anchor="t"/>
          <a:lstStyle/>
          <a:p>
            <a:pPr marL="0" indent="0">
              <a:buNone/>
            </a:pPr>
            <a:r>
              <a:rPr lang="en-US" sz="1100" dirty="0">
                <a:solidFill>
                  <a:schemeClr val="tx2"/>
                </a:solidFill>
              </a:rPr>
              <a:t>（説明のためのイメージ）</a:t>
            </a:r>
            <a:endParaRPr lang="en-US" sz="1100" dirty="0"/>
          </a:p>
        </p:txBody>
      </p:sp>
      <p:sp>
        <p:nvSpPr>
          <p:cNvPr id="6" name="Shape 2"/>
          <p:cNvSpPr/>
          <p:nvPr/>
        </p:nvSpPr>
        <p:spPr>
          <a:xfrm>
            <a:off x="2759033" y="5175266"/>
            <a:ext cx="6673933" cy="1518142"/>
          </a:xfrm>
          <a:prstGeom prst="roundRect">
            <a:avLst>
              <a:gd name="adj" fmla="val 3429"/>
            </a:avLst>
          </a:prstGeom>
          <a:ln w="38100"/>
        </p:spPr>
        <p:style>
          <a:lnRef idx="2">
            <a:schemeClr val="accent2"/>
          </a:lnRef>
          <a:fillRef idx="1">
            <a:schemeClr val="lt1"/>
          </a:fillRef>
          <a:effectRef idx="0">
            <a:schemeClr val="accent2"/>
          </a:effectRef>
          <a:fontRef idx="minor">
            <a:schemeClr val="dk1"/>
          </a:fontRef>
        </p:style>
        <p:txBody>
          <a:bodyPr/>
          <a:lstStyle/>
          <a:p>
            <a:endParaRPr lang="ja-JP" altLang="en-US"/>
          </a:p>
        </p:txBody>
      </p:sp>
      <p:sp>
        <p:nvSpPr>
          <p:cNvPr id="7" name="Text 3"/>
          <p:cNvSpPr txBox="1"/>
          <p:nvPr/>
        </p:nvSpPr>
        <p:spPr>
          <a:xfrm>
            <a:off x="2759033" y="5449586"/>
            <a:ext cx="6673933" cy="1243822"/>
          </a:xfrm>
          <a:prstGeom prst="rect">
            <a:avLst/>
          </a:prstGeom>
          <a:noFill/>
          <a:ln/>
        </p:spPr>
        <p:txBody>
          <a:bodyPr wrap="square" lIns="0" tIns="0" rIns="0" bIns="0" rtlCol="0" anchor="t"/>
          <a:lstStyle/>
          <a:p>
            <a:pPr algn="ctr">
              <a:spcAft>
                <a:spcPts val="600"/>
              </a:spcAft>
              <a:buSzPct val="100000"/>
            </a:pPr>
            <a:r>
              <a:rPr lang="en-US" sz="2400" dirty="0"/>
              <a:t>全体は10クラスに分類されていても，</a:t>
            </a:r>
            <a:br>
              <a:rPr lang="en-US" sz="2400" dirty="0"/>
            </a:br>
            <a:r>
              <a:rPr lang="en-US" sz="2400" dirty="0" err="1"/>
              <a:t>局所的には競合クラスが少ない</a:t>
            </a:r>
            <a:r>
              <a:rPr lang="ja-JP" altLang="en-US" sz="2400"/>
              <a:t>なら</a:t>
            </a:r>
            <a:br>
              <a:rPr lang="en-US" altLang="ja-JP" sz="2400" dirty="0"/>
            </a:br>
            <a:r>
              <a:rPr lang="en-US" sz="2400" dirty="0" err="1">
                <a:solidFill>
                  <a:schemeClr val="tx1"/>
                </a:solidFill>
              </a:rPr>
              <a:t>確率の動きは少数の方向で表せるはず</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目標とする説明</a:t>
            </a:r>
            <a:endParaRPr lang="en-US" sz="3000" dirty="0"/>
          </a:p>
        </p:txBody>
      </p:sp>
      <p:sp>
        <p:nvSpPr>
          <p:cNvPr id="3"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sp>
        <p:nvSpPr>
          <p:cNvPr id="4" name="Shape 1"/>
          <p:cNvSpPr/>
          <p:nvPr/>
        </p:nvSpPr>
        <p:spPr>
          <a:xfrm>
            <a:off x="548640" y="1234440"/>
            <a:ext cx="3291840" cy="3931920"/>
          </a:xfrm>
          <a:prstGeom prst="roundRect">
            <a:avLst>
              <a:gd name="adj" fmla="val 3333"/>
            </a:avLst>
          </a:prstGeom>
          <a:ln w="38100"/>
        </p:spPr>
        <p:style>
          <a:lnRef idx="2">
            <a:schemeClr val="dk1"/>
          </a:lnRef>
          <a:fillRef idx="1">
            <a:schemeClr val="lt1"/>
          </a:fillRef>
          <a:effectRef idx="0">
            <a:schemeClr val="dk1"/>
          </a:effectRef>
          <a:fontRef idx="minor">
            <a:schemeClr val="dk1"/>
          </a:fontRef>
        </p:style>
        <p:txBody>
          <a:bodyPr/>
          <a:lstStyle/>
          <a:p>
            <a:endParaRPr lang="ja-JP" altLang="en-US"/>
          </a:p>
        </p:txBody>
      </p:sp>
      <p:sp>
        <p:nvSpPr>
          <p:cNvPr id="5" name="Text 2"/>
          <p:cNvSpPr txBox="1"/>
          <p:nvPr/>
        </p:nvSpPr>
        <p:spPr>
          <a:xfrm>
            <a:off x="777240" y="1371600"/>
            <a:ext cx="2834640" cy="365760"/>
          </a:xfrm>
          <a:prstGeom prst="rect">
            <a:avLst/>
          </a:prstGeom>
          <a:noFill/>
          <a:ln/>
        </p:spPr>
        <p:txBody>
          <a:bodyPr wrap="square" lIns="0" tIns="0" rIns="0" bIns="0" rtlCol="0" anchor="t"/>
          <a:lstStyle/>
          <a:p>
            <a:pPr marL="0" indent="0">
              <a:buNone/>
            </a:pPr>
            <a:r>
              <a:rPr lang="en-US" sz="1800" b="1" dirty="0">
                <a:solidFill>
                  <a:schemeClr val="tx2"/>
                </a:solidFill>
              </a:rPr>
              <a:t>通常のLIME</a:t>
            </a:r>
            <a:endParaRPr lang="en-US" sz="1800" dirty="0"/>
          </a:p>
        </p:txBody>
      </p:sp>
      <p:sp>
        <p:nvSpPr>
          <p:cNvPr id="6" name="Text 3"/>
          <p:cNvSpPr txBox="1"/>
          <p:nvPr/>
        </p:nvSpPr>
        <p:spPr>
          <a:xfrm>
            <a:off x="777240" y="1783080"/>
            <a:ext cx="2834640" cy="365760"/>
          </a:xfrm>
          <a:prstGeom prst="rect">
            <a:avLst/>
          </a:prstGeom>
          <a:noFill/>
          <a:ln/>
        </p:spPr>
        <p:txBody>
          <a:bodyPr wrap="square" lIns="0" tIns="0" rIns="0" bIns="0" rtlCol="0" anchor="t"/>
          <a:lstStyle/>
          <a:p>
            <a:pPr marL="0" indent="0">
              <a:buNone/>
            </a:pPr>
            <a:r>
              <a:rPr lang="en-US" sz="1300" dirty="0">
                <a:solidFill>
                  <a:schemeClr val="tx2"/>
                </a:solidFill>
              </a:rPr>
              <a:t>クラスごとのヒートマップ10枚</a:t>
            </a:r>
            <a:endParaRPr lang="en-US" sz="1300" dirty="0"/>
          </a:p>
        </p:txBody>
      </p:sp>
      <p:sp>
        <p:nvSpPr>
          <p:cNvPr id="140" name="Shape 137"/>
          <p:cNvSpPr/>
          <p:nvPr/>
        </p:nvSpPr>
        <p:spPr>
          <a:xfrm>
            <a:off x="3131820" y="2286000"/>
            <a:ext cx="64922" cy="6492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41" name="Shape 138"/>
          <p:cNvSpPr/>
          <p:nvPr/>
        </p:nvSpPr>
        <p:spPr>
          <a:xfrm>
            <a:off x="3200400" y="228600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142" name="Shape 139"/>
          <p:cNvSpPr/>
          <p:nvPr/>
        </p:nvSpPr>
        <p:spPr>
          <a:xfrm>
            <a:off x="3268980" y="228600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148" name="Shape 145"/>
          <p:cNvSpPr/>
          <p:nvPr/>
        </p:nvSpPr>
        <p:spPr>
          <a:xfrm>
            <a:off x="3131820" y="2354580"/>
            <a:ext cx="64922" cy="64922"/>
          </a:xfrm>
          <a:prstGeom prst="rect">
            <a:avLst/>
          </a:prstGeom>
          <a:solidFill>
            <a:schemeClr val="accent5">
              <a:alpha val="56000"/>
            </a:schemeClr>
          </a:solidFill>
          <a:ln w="6350">
            <a:solidFill>
              <a:schemeClr val="bg1"/>
            </a:solidFill>
            <a:prstDash val="solid"/>
          </a:ln>
        </p:spPr>
        <p:txBody>
          <a:bodyPr/>
          <a:lstStyle/>
          <a:p>
            <a:endParaRPr lang="ja-JP" altLang="en-US"/>
          </a:p>
        </p:txBody>
      </p:sp>
      <p:sp>
        <p:nvSpPr>
          <p:cNvPr id="149" name="Shape 146"/>
          <p:cNvSpPr/>
          <p:nvPr/>
        </p:nvSpPr>
        <p:spPr>
          <a:xfrm>
            <a:off x="3200400" y="235458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150" name="Shape 147"/>
          <p:cNvSpPr/>
          <p:nvPr/>
        </p:nvSpPr>
        <p:spPr>
          <a:xfrm>
            <a:off x="3268980" y="235458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156" name="Shape 153"/>
          <p:cNvSpPr/>
          <p:nvPr/>
        </p:nvSpPr>
        <p:spPr>
          <a:xfrm>
            <a:off x="3131820" y="2423160"/>
            <a:ext cx="64922" cy="64922"/>
          </a:xfrm>
          <a:prstGeom prst="rect">
            <a:avLst/>
          </a:prstGeom>
          <a:solidFill>
            <a:schemeClr val="accent5">
              <a:alpha val="11000"/>
            </a:schemeClr>
          </a:solidFill>
          <a:ln w="6350">
            <a:solidFill>
              <a:schemeClr val="bg1"/>
            </a:solidFill>
            <a:prstDash val="solid"/>
          </a:ln>
        </p:spPr>
        <p:txBody>
          <a:bodyPr/>
          <a:lstStyle/>
          <a:p>
            <a:endParaRPr lang="ja-JP" altLang="en-US"/>
          </a:p>
        </p:txBody>
      </p:sp>
      <p:sp>
        <p:nvSpPr>
          <p:cNvPr id="157" name="Shape 154"/>
          <p:cNvSpPr/>
          <p:nvPr/>
        </p:nvSpPr>
        <p:spPr>
          <a:xfrm>
            <a:off x="3200400" y="242316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158" name="Shape 155"/>
          <p:cNvSpPr/>
          <p:nvPr/>
        </p:nvSpPr>
        <p:spPr>
          <a:xfrm>
            <a:off x="3268980" y="242316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164" name="Shape 161"/>
          <p:cNvSpPr/>
          <p:nvPr/>
        </p:nvSpPr>
        <p:spPr>
          <a:xfrm>
            <a:off x="3131820" y="2491740"/>
            <a:ext cx="64922" cy="64922"/>
          </a:xfrm>
          <a:prstGeom prst="rect">
            <a:avLst/>
          </a:prstGeom>
          <a:solidFill>
            <a:schemeClr val="accent5">
              <a:alpha val="34000"/>
            </a:schemeClr>
          </a:solidFill>
          <a:ln w="6350">
            <a:solidFill>
              <a:schemeClr val="bg1"/>
            </a:solidFill>
            <a:prstDash val="solid"/>
          </a:ln>
        </p:spPr>
        <p:txBody>
          <a:bodyPr/>
          <a:lstStyle/>
          <a:p>
            <a:endParaRPr lang="ja-JP" altLang="en-US"/>
          </a:p>
        </p:txBody>
      </p:sp>
      <p:sp>
        <p:nvSpPr>
          <p:cNvPr id="165" name="Shape 162"/>
          <p:cNvSpPr/>
          <p:nvPr/>
        </p:nvSpPr>
        <p:spPr>
          <a:xfrm>
            <a:off x="3200400" y="2491740"/>
            <a:ext cx="64922" cy="64922"/>
          </a:xfrm>
          <a:prstGeom prst="rect">
            <a:avLst/>
          </a:prstGeom>
          <a:solidFill>
            <a:schemeClr val="accent5">
              <a:alpha val="4000"/>
            </a:schemeClr>
          </a:solidFill>
          <a:ln w="6350">
            <a:solidFill>
              <a:schemeClr val="bg1"/>
            </a:solidFill>
            <a:prstDash val="solid"/>
          </a:ln>
        </p:spPr>
        <p:txBody>
          <a:bodyPr/>
          <a:lstStyle/>
          <a:p>
            <a:endParaRPr lang="ja-JP" altLang="en-US"/>
          </a:p>
        </p:txBody>
      </p:sp>
      <p:sp>
        <p:nvSpPr>
          <p:cNvPr id="166" name="Shape 163"/>
          <p:cNvSpPr/>
          <p:nvPr/>
        </p:nvSpPr>
        <p:spPr>
          <a:xfrm>
            <a:off x="3268980" y="249174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172" name="Shape 169"/>
          <p:cNvSpPr/>
          <p:nvPr/>
        </p:nvSpPr>
        <p:spPr>
          <a:xfrm>
            <a:off x="3131820" y="2560320"/>
            <a:ext cx="64922" cy="64922"/>
          </a:xfrm>
          <a:prstGeom prst="rect">
            <a:avLst/>
          </a:prstGeom>
          <a:solidFill>
            <a:schemeClr val="accent5">
              <a:alpha val="60000"/>
            </a:schemeClr>
          </a:solidFill>
          <a:ln w="6350">
            <a:solidFill>
              <a:schemeClr val="bg1"/>
            </a:solidFill>
            <a:prstDash val="solid"/>
          </a:ln>
        </p:spPr>
        <p:txBody>
          <a:bodyPr/>
          <a:lstStyle/>
          <a:p>
            <a:endParaRPr lang="ja-JP" altLang="en-US"/>
          </a:p>
        </p:txBody>
      </p:sp>
      <p:sp>
        <p:nvSpPr>
          <p:cNvPr id="173" name="Shape 170"/>
          <p:cNvSpPr/>
          <p:nvPr/>
        </p:nvSpPr>
        <p:spPr>
          <a:xfrm>
            <a:off x="3200400" y="2560320"/>
            <a:ext cx="64922" cy="64922"/>
          </a:xfrm>
          <a:prstGeom prst="rect">
            <a:avLst/>
          </a:prstGeom>
          <a:solidFill>
            <a:schemeClr val="accent5">
              <a:alpha val="22000"/>
            </a:schemeClr>
          </a:solidFill>
          <a:ln w="6350">
            <a:solidFill>
              <a:schemeClr val="bg1"/>
            </a:solidFill>
            <a:prstDash val="solid"/>
          </a:ln>
        </p:spPr>
        <p:txBody>
          <a:bodyPr/>
          <a:lstStyle/>
          <a:p>
            <a:endParaRPr lang="ja-JP" altLang="en-US"/>
          </a:p>
        </p:txBody>
      </p:sp>
      <p:sp>
        <p:nvSpPr>
          <p:cNvPr id="174" name="Shape 171"/>
          <p:cNvSpPr/>
          <p:nvPr/>
        </p:nvSpPr>
        <p:spPr>
          <a:xfrm>
            <a:off x="3268980" y="256032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180" name="Shape 177"/>
          <p:cNvSpPr/>
          <p:nvPr/>
        </p:nvSpPr>
        <p:spPr>
          <a:xfrm>
            <a:off x="3131820" y="2628900"/>
            <a:ext cx="64922" cy="64922"/>
          </a:xfrm>
          <a:prstGeom prst="rect">
            <a:avLst/>
          </a:prstGeom>
          <a:solidFill>
            <a:schemeClr val="accent5">
              <a:alpha val="60000"/>
            </a:schemeClr>
          </a:solidFill>
          <a:ln w="6350">
            <a:solidFill>
              <a:schemeClr val="bg1"/>
            </a:solidFill>
            <a:prstDash val="solid"/>
          </a:ln>
        </p:spPr>
        <p:txBody>
          <a:bodyPr/>
          <a:lstStyle/>
          <a:p>
            <a:endParaRPr lang="ja-JP" altLang="en-US"/>
          </a:p>
        </p:txBody>
      </p:sp>
      <p:sp>
        <p:nvSpPr>
          <p:cNvPr id="181" name="Shape 178"/>
          <p:cNvSpPr/>
          <p:nvPr/>
        </p:nvSpPr>
        <p:spPr>
          <a:xfrm>
            <a:off x="3200400" y="2628900"/>
            <a:ext cx="64922" cy="64922"/>
          </a:xfrm>
          <a:prstGeom prst="rect">
            <a:avLst/>
          </a:prstGeom>
          <a:solidFill>
            <a:schemeClr val="accent5">
              <a:alpha val="30000"/>
            </a:schemeClr>
          </a:solidFill>
          <a:ln w="6350">
            <a:solidFill>
              <a:schemeClr val="bg1"/>
            </a:solidFill>
            <a:prstDash val="solid"/>
          </a:ln>
        </p:spPr>
        <p:txBody>
          <a:bodyPr/>
          <a:lstStyle/>
          <a:p>
            <a:endParaRPr lang="ja-JP" altLang="en-US"/>
          </a:p>
        </p:txBody>
      </p:sp>
      <p:sp>
        <p:nvSpPr>
          <p:cNvPr id="182" name="Shape 179"/>
          <p:cNvSpPr/>
          <p:nvPr/>
        </p:nvSpPr>
        <p:spPr>
          <a:xfrm>
            <a:off x="3268980" y="262890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188" name="Shape 185"/>
          <p:cNvSpPr/>
          <p:nvPr/>
        </p:nvSpPr>
        <p:spPr>
          <a:xfrm>
            <a:off x="3131820" y="2697480"/>
            <a:ext cx="64922" cy="64922"/>
          </a:xfrm>
          <a:prstGeom prst="rect">
            <a:avLst/>
          </a:prstGeom>
          <a:solidFill>
            <a:schemeClr val="accent5">
              <a:alpha val="60000"/>
            </a:schemeClr>
          </a:solidFill>
          <a:ln w="6350">
            <a:solidFill>
              <a:schemeClr val="bg1"/>
            </a:solidFill>
            <a:prstDash val="solid"/>
          </a:ln>
        </p:spPr>
        <p:txBody>
          <a:bodyPr/>
          <a:lstStyle/>
          <a:p>
            <a:endParaRPr lang="ja-JP" altLang="en-US"/>
          </a:p>
        </p:txBody>
      </p:sp>
      <p:sp>
        <p:nvSpPr>
          <p:cNvPr id="189" name="Shape 186"/>
          <p:cNvSpPr/>
          <p:nvPr/>
        </p:nvSpPr>
        <p:spPr>
          <a:xfrm>
            <a:off x="3200400" y="2697480"/>
            <a:ext cx="64922" cy="64922"/>
          </a:xfrm>
          <a:prstGeom prst="rect">
            <a:avLst/>
          </a:prstGeom>
          <a:solidFill>
            <a:schemeClr val="accent5">
              <a:alpha val="7000"/>
            </a:schemeClr>
          </a:solidFill>
          <a:ln w="6350">
            <a:solidFill>
              <a:schemeClr val="bg1"/>
            </a:solidFill>
            <a:prstDash val="solid"/>
          </a:ln>
        </p:spPr>
        <p:txBody>
          <a:bodyPr/>
          <a:lstStyle/>
          <a:p>
            <a:endParaRPr lang="ja-JP" altLang="en-US"/>
          </a:p>
        </p:txBody>
      </p:sp>
      <p:sp>
        <p:nvSpPr>
          <p:cNvPr id="190" name="Shape 187"/>
          <p:cNvSpPr/>
          <p:nvPr/>
        </p:nvSpPr>
        <p:spPr>
          <a:xfrm>
            <a:off x="3268980" y="269748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196" name="Shape 193"/>
          <p:cNvSpPr/>
          <p:nvPr/>
        </p:nvSpPr>
        <p:spPr>
          <a:xfrm>
            <a:off x="3131820" y="2766060"/>
            <a:ext cx="64922" cy="64922"/>
          </a:xfrm>
          <a:prstGeom prst="rect">
            <a:avLst/>
          </a:prstGeom>
          <a:solidFill>
            <a:schemeClr val="accent5">
              <a:alpha val="26000"/>
            </a:schemeClr>
          </a:solidFill>
          <a:ln w="6350">
            <a:solidFill>
              <a:schemeClr val="bg1"/>
            </a:solidFill>
            <a:prstDash val="solid"/>
          </a:ln>
        </p:spPr>
        <p:txBody>
          <a:bodyPr/>
          <a:lstStyle/>
          <a:p>
            <a:endParaRPr lang="ja-JP" altLang="en-US"/>
          </a:p>
        </p:txBody>
      </p:sp>
      <p:sp>
        <p:nvSpPr>
          <p:cNvPr id="197" name="Shape 194"/>
          <p:cNvSpPr/>
          <p:nvPr/>
        </p:nvSpPr>
        <p:spPr>
          <a:xfrm>
            <a:off x="3200400" y="276606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198" name="Shape 195"/>
          <p:cNvSpPr/>
          <p:nvPr/>
        </p:nvSpPr>
        <p:spPr>
          <a:xfrm>
            <a:off x="3268980" y="276606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332" name="Shape 329"/>
          <p:cNvSpPr/>
          <p:nvPr/>
        </p:nvSpPr>
        <p:spPr>
          <a:xfrm>
            <a:off x="3131820" y="2971800"/>
            <a:ext cx="64922" cy="6492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333" name="Shape 330"/>
          <p:cNvSpPr/>
          <p:nvPr/>
        </p:nvSpPr>
        <p:spPr>
          <a:xfrm>
            <a:off x="3200400" y="297180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334" name="Shape 331"/>
          <p:cNvSpPr/>
          <p:nvPr/>
        </p:nvSpPr>
        <p:spPr>
          <a:xfrm>
            <a:off x="3268980" y="297180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340" name="Shape 337"/>
          <p:cNvSpPr/>
          <p:nvPr/>
        </p:nvSpPr>
        <p:spPr>
          <a:xfrm>
            <a:off x="3131820" y="3040380"/>
            <a:ext cx="64922" cy="64922"/>
          </a:xfrm>
          <a:prstGeom prst="rect">
            <a:avLst/>
          </a:prstGeom>
          <a:solidFill>
            <a:schemeClr val="accent5">
              <a:alpha val="56000"/>
            </a:schemeClr>
          </a:solidFill>
          <a:ln w="6350">
            <a:solidFill>
              <a:schemeClr val="bg1"/>
            </a:solidFill>
            <a:prstDash val="solid"/>
          </a:ln>
        </p:spPr>
        <p:txBody>
          <a:bodyPr/>
          <a:lstStyle/>
          <a:p>
            <a:endParaRPr lang="ja-JP" altLang="en-US"/>
          </a:p>
        </p:txBody>
      </p:sp>
      <p:sp>
        <p:nvSpPr>
          <p:cNvPr id="341" name="Shape 338"/>
          <p:cNvSpPr/>
          <p:nvPr/>
        </p:nvSpPr>
        <p:spPr>
          <a:xfrm>
            <a:off x="3200400" y="304038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342" name="Shape 339"/>
          <p:cNvSpPr/>
          <p:nvPr/>
        </p:nvSpPr>
        <p:spPr>
          <a:xfrm>
            <a:off x="3268980" y="304038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348" name="Shape 345"/>
          <p:cNvSpPr/>
          <p:nvPr/>
        </p:nvSpPr>
        <p:spPr>
          <a:xfrm>
            <a:off x="3131820" y="3108960"/>
            <a:ext cx="64922" cy="64922"/>
          </a:xfrm>
          <a:prstGeom prst="rect">
            <a:avLst/>
          </a:prstGeom>
          <a:solidFill>
            <a:schemeClr val="accent5">
              <a:alpha val="11000"/>
            </a:schemeClr>
          </a:solidFill>
          <a:ln w="6350">
            <a:solidFill>
              <a:schemeClr val="bg1"/>
            </a:solidFill>
            <a:prstDash val="solid"/>
          </a:ln>
        </p:spPr>
        <p:txBody>
          <a:bodyPr/>
          <a:lstStyle/>
          <a:p>
            <a:endParaRPr lang="ja-JP" altLang="en-US"/>
          </a:p>
        </p:txBody>
      </p:sp>
      <p:sp>
        <p:nvSpPr>
          <p:cNvPr id="349" name="Shape 346"/>
          <p:cNvSpPr/>
          <p:nvPr/>
        </p:nvSpPr>
        <p:spPr>
          <a:xfrm>
            <a:off x="3200400" y="310896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350" name="Shape 347"/>
          <p:cNvSpPr/>
          <p:nvPr/>
        </p:nvSpPr>
        <p:spPr>
          <a:xfrm>
            <a:off x="3268980" y="310896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356" name="Shape 353"/>
          <p:cNvSpPr/>
          <p:nvPr/>
        </p:nvSpPr>
        <p:spPr>
          <a:xfrm>
            <a:off x="3131820" y="3177540"/>
            <a:ext cx="64922" cy="64922"/>
          </a:xfrm>
          <a:prstGeom prst="rect">
            <a:avLst/>
          </a:prstGeom>
          <a:solidFill>
            <a:schemeClr val="accent5">
              <a:alpha val="34000"/>
            </a:schemeClr>
          </a:solidFill>
          <a:ln w="6350">
            <a:solidFill>
              <a:schemeClr val="bg1"/>
            </a:solidFill>
            <a:prstDash val="solid"/>
          </a:ln>
        </p:spPr>
        <p:txBody>
          <a:bodyPr/>
          <a:lstStyle/>
          <a:p>
            <a:endParaRPr lang="ja-JP" altLang="en-US"/>
          </a:p>
        </p:txBody>
      </p:sp>
      <p:sp>
        <p:nvSpPr>
          <p:cNvPr id="357" name="Shape 354"/>
          <p:cNvSpPr/>
          <p:nvPr/>
        </p:nvSpPr>
        <p:spPr>
          <a:xfrm>
            <a:off x="3200400" y="3177540"/>
            <a:ext cx="64922" cy="64922"/>
          </a:xfrm>
          <a:prstGeom prst="rect">
            <a:avLst/>
          </a:prstGeom>
          <a:solidFill>
            <a:schemeClr val="accent5">
              <a:alpha val="4000"/>
            </a:schemeClr>
          </a:solidFill>
          <a:ln w="6350">
            <a:solidFill>
              <a:schemeClr val="bg1"/>
            </a:solidFill>
            <a:prstDash val="solid"/>
          </a:ln>
        </p:spPr>
        <p:txBody>
          <a:bodyPr/>
          <a:lstStyle/>
          <a:p>
            <a:endParaRPr lang="ja-JP" altLang="en-US"/>
          </a:p>
        </p:txBody>
      </p:sp>
      <p:sp>
        <p:nvSpPr>
          <p:cNvPr id="358" name="Shape 355"/>
          <p:cNvSpPr/>
          <p:nvPr/>
        </p:nvSpPr>
        <p:spPr>
          <a:xfrm>
            <a:off x="3268980" y="317754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364" name="Shape 361"/>
          <p:cNvSpPr/>
          <p:nvPr/>
        </p:nvSpPr>
        <p:spPr>
          <a:xfrm>
            <a:off x="3131820" y="3246120"/>
            <a:ext cx="64922" cy="64922"/>
          </a:xfrm>
          <a:prstGeom prst="rect">
            <a:avLst/>
          </a:prstGeom>
          <a:solidFill>
            <a:schemeClr val="accent5">
              <a:alpha val="60000"/>
            </a:schemeClr>
          </a:solidFill>
          <a:ln w="6350">
            <a:solidFill>
              <a:schemeClr val="bg1"/>
            </a:solidFill>
            <a:prstDash val="solid"/>
          </a:ln>
        </p:spPr>
        <p:txBody>
          <a:bodyPr/>
          <a:lstStyle/>
          <a:p>
            <a:endParaRPr lang="ja-JP" altLang="en-US"/>
          </a:p>
        </p:txBody>
      </p:sp>
      <p:sp>
        <p:nvSpPr>
          <p:cNvPr id="365" name="Shape 362"/>
          <p:cNvSpPr/>
          <p:nvPr/>
        </p:nvSpPr>
        <p:spPr>
          <a:xfrm>
            <a:off x="3200400" y="3246120"/>
            <a:ext cx="64922" cy="64922"/>
          </a:xfrm>
          <a:prstGeom prst="rect">
            <a:avLst/>
          </a:prstGeom>
          <a:solidFill>
            <a:schemeClr val="accent5">
              <a:alpha val="22000"/>
            </a:schemeClr>
          </a:solidFill>
          <a:ln w="6350">
            <a:solidFill>
              <a:schemeClr val="bg1"/>
            </a:solidFill>
            <a:prstDash val="solid"/>
          </a:ln>
        </p:spPr>
        <p:txBody>
          <a:bodyPr/>
          <a:lstStyle/>
          <a:p>
            <a:endParaRPr lang="ja-JP" altLang="en-US"/>
          </a:p>
        </p:txBody>
      </p:sp>
      <p:sp>
        <p:nvSpPr>
          <p:cNvPr id="366" name="Shape 363"/>
          <p:cNvSpPr/>
          <p:nvPr/>
        </p:nvSpPr>
        <p:spPr>
          <a:xfrm>
            <a:off x="3268980" y="324612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372" name="Shape 369"/>
          <p:cNvSpPr/>
          <p:nvPr/>
        </p:nvSpPr>
        <p:spPr>
          <a:xfrm>
            <a:off x="3131820" y="3314700"/>
            <a:ext cx="64922" cy="64922"/>
          </a:xfrm>
          <a:prstGeom prst="rect">
            <a:avLst/>
          </a:prstGeom>
          <a:solidFill>
            <a:schemeClr val="accent5">
              <a:alpha val="60000"/>
            </a:schemeClr>
          </a:solidFill>
          <a:ln w="6350">
            <a:solidFill>
              <a:schemeClr val="bg1"/>
            </a:solidFill>
            <a:prstDash val="solid"/>
          </a:ln>
        </p:spPr>
        <p:txBody>
          <a:bodyPr/>
          <a:lstStyle/>
          <a:p>
            <a:endParaRPr lang="ja-JP" altLang="en-US"/>
          </a:p>
        </p:txBody>
      </p:sp>
      <p:sp>
        <p:nvSpPr>
          <p:cNvPr id="373" name="Shape 370"/>
          <p:cNvSpPr/>
          <p:nvPr/>
        </p:nvSpPr>
        <p:spPr>
          <a:xfrm>
            <a:off x="3200400" y="3314700"/>
            <a:ext cx="64922" cy="64922"/>
          </a:xfrm>
          <a:prstGeom prst="rect">
            <a:avLst/>
          </a:prstGeom>
          <a:solidFill>
            <a:schemeClr val="accent5">
              <a:alpha val="30000"/>
            </a:schemeClr>
          </a:solidFill>
          <a:ln w="6350">
            <a:solidFill>
              <a:schemeClr val="bg1"/>
            </a:solidFill>
            <a:prstDash val="solid"/>
          </a:ln>
        </p:spPr>
        <p:txBody>
          <a:bodyPr/>
          <a:lstStyle/>
          <a:p>
            <a:endParaRPr lang="ja-JP" altLang="en-US"/>
          </a:p>
        </p:txBody>
      </p:sp>
      <p:sp>
        <p:nvSpPr>
          <p:cNvPr id="374" name="Shape 371"/>
          <p:cNvSpPr/>
          <p:nvPr/>
        </p:nvSpPr>
        <p:spPr>
          <a:xfrm>
            <a:off x="3268980" y="331470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380" name="Shape 377"/>
          <p:cNvSpPr/>
          <p:nvPr/>
        </p:nvSpPr>
        <p:spPr>
          <a:xfrm>
            <a:off x="3131820" y="3383280"/>
            <a:ext cx="64922" cy="64922"/>
          </a:xfrm>
          <a:prstGeom prst="rect">
            <a:avLst/>
          </a:prstGeom>
          <a:solidFill>
            <a:schemeClr val="accent5">
              <a:alpha val="60000"/>
            </a:schemeClr>
          </a:solidFill>
          <a:ln w="6350">
            <a:solidFill>
              <a:schemeClr val="bg1"/>
            </a:solidFill>
            <a:prstDash val="solid"/>
          </a:ln>
        </p:spPr>
        <p:txBody>
          <a:bodyPr/>
          <a:lstStyle/>
          <a:p>
            <a:endParaRPr lang="ja-JP" altLang="en-US"/>
          </a:p>
        </p:txBody>
      </p:sp>
      <p:sp>
        <p:nvSpPr>
          <p:cNvPr id="381" name="Shape 378"/>
          <p:cNvSpPr/>
          <p:nvPr/>
        </p:nvSpPr>
        <p:spPr>
          <a:xfrm>
            <a:off x="3200400" y="3383280"/>
            <a:ext cx="64922" cy="64922"/>
          </a:xfrm>
          <a:prstGeom prst="rect">
            <a:avLst/>
          </a:prstGeom>
          <a:solidFill>
            <a:schemeClr val="accent5">
              <a:alpha val="7000"/>
            </a:schemeClr>
          </a:solidFill>
          <a:ln w="6350">
            <a:solidFill>
              <a:schemeClr val="bg1"/>
            </a:solidFill>
            <a:prstDash val="solid"/>
          </a:ln>
        </p:spPr>
        <p:txBody>
          <a:bodyPr/>
          <a:lstStyle/>
          <a:p>
            <a:endParaRPr lang="ja-JP" altLang="en-US"/>
          </a:p>
        </p:txBody>
      </p:sp>
      <p:sp>
        <p:nvSpPr>
          <p:cNvPr id="382" name="Shape 379"/>
          <p:cNvSpPr/>
          <p:nvPr/>
        </p:nvSpPr>
        <p:spPr>
          <a:xfrm>
            <a:off x="3268980" y="338328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388" name="Shape 385"/>
          <p:cNvSpPr/>
          <p:nvPr/>
        </p:nvSpPr>
        <p:spPr>
          <a:xfrm>
            <a:off x="3131820" y="3451860"/>
            <a:ext cx="64922" cy="64922"/>
          </a:xfrm>
          <a:prstGeom prst="rect">
            <a:avLst/>
          </a:prstGeom>
          <a:solidFill>
            <a:schemeClr val="accent5">
              <a:alpha val="26000"/>
            </a:schemeClr>
          </a:solidFill>
          <a:ln w="6350">
            <a:solidFill>
              <a:schemeClr val="bg1"/>
            </a:solidFill>
            <a:prstDash val="solid"/>
          </a:ln>
        </p:spPr>
        <p:txBody>
          <a:bodyPr/>
          <a:lstStyle/>
          <a:p>
            <a:endParaRPr lang="ja-JP" altLang="en-US"/>
          </a:p>
        </p:txBody>
      </p:sp>
      <p:sp>
        <p:nvSpPr>
          <p:cNvPr id="389" name="Shape 386"/>
          <p:cNvSpPr/>
          <p:nvPr/>
        </p:nvSpPr>
        <p:spPr>
          <a:xfrm>
            <a:off x="3200400" y="345186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390" name="Shape 387"/>
          <p:cNvSpPr/>
          <p:nvPr/>
        </p:nvSpPr>
        <p:spPr>
          <a:xfrm>
            <a:off x="3268980" y="345186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524" name="Shape 521"/>
          <p:cNvSpPr/>
          <p:nvPr/>
        </p:nvSpPr>
        <p:spPr>
          <a:xfrm>
            <a:off x="3131820" y="3657600"/>
            <a:ext cx="64922" cy="6492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525" name="Shape 522"/>
          <p:cNvSpPr/>
          <p:nvPr/>
        </p:nvSpPr>
        <p:spPr>
          <a:xfrm>
            <a:off x="3200400" y="365760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526" name="Shape 523"/>
          <p:cNvSpPr/>
          <p:nvPr/>
        </p:nvSpPr>
        <p:spPr>
          <a:xfrm>
            <a:off x="3268980" y="365760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532" name="Shape 529"/>
          <p:cNvSpPr/>
          <p:nvPr/>
        </p:nvSpPr>
        <p:spPr>
          <a:xfrm>
            <a:off x="3131820" y="3726180"/>
            <a:ext cx="64922" cy="64922"/>
          </a:xfrm>
          <a:prstGeom prst="rect">
            <a:avLst/>
          </a:prstGeom>
          <a:solidFill>
            <a:schemeClr val="accent5">
              <a:alpha val="56000"/>
            </a:schemeClr>
          </a:solidFill>
          <a:ln w="6350">
            <a:solidFill>
              <a:schemeClr val="bg1"/>
            </a:solidFill>
            <a:prstDash val="solid"/>
          </a:ln>
        </p:spPr>
        <p:txBody>
          <a:bodyPr/>
          <a:lstStyle/>
          <a:p>
            <a:endParaRPr lang="ja-JP" altLang="en-US"/>
          </a:p>
        </p:txBody>
      </p:sp>
      <p:sp>
        <p:nvSpPr>
          <p:cNvPr id="533" name="Shape 530"/>
          <p:cNvSpPr/>
          <p:nvPr/>
        </p:nvSpPr>
        <p:spPr>
          <a:xfrm>
            <a:off x="3200400" y="372618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534" name="Shape 531"/>
          <p:cNvSpPr/>
          <p:nvPr/>
        </p:nvSpPr>
        <p:spPr>
          <a:xfrm>
            <a:off x="3268980" y="372618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540" name="Shape 537"/>
          <p:cNvSpPr/>
          <p:nvPr/>
        </p:nvSpPr>
        <p:spPr>
          <a:xfrm>
            <a:off x="3131820" y="3794760"/>
            <a:ext cx="64922" cy="64922"/>
          </a:xfrm>
          <a:prstGeom prst="rect">
            <a:avLst/>
          </a:prstGeom>
          <a:solidFill>
            <a:schemeClr val="accent5">
              <a:alpha val="11000"/>
            </a:schemeClr>
          </a:solidFill>
          <a:ln w="6350">
            <a:solidFill>
              <a:schemeClr val="bg1"/>
            </a:solidFill>
            <a:prstDash val="solid"/>
          </a:ln>
        </p:spPr>
        <p:txBody>
          <a:bodyPr/>
          <a:lstStyle/>
          <a:p>
            <a:endParaRPr lang="ja-JP" altLang="en-US"/>
          </a:p>
        </p:txBody>
      </p:sp>
      <p:sp>
        <p:nvSpPr>
          <p:cNvPr id="541" name="Shape 538"/>
          <p:cNvSpPr/>
          <p:nvPr/>
        </p:nvSpPr>
        <p:spPr>
          <a:xfrm>
            <a:off x="3200400" y="379476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542" name="Shape 539"/>
          <p:cNvSpPr/>
          <p:nvPr/>
        </p:nvSpPr>
        <p:spPr>
          <a:xfrm>
            <a:off x="3268980" y="379476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548" name="Shape 545"/>
          <p:cNvSpPr/>
          <p:nvPr/>
        </p:nvSpPr>
        <p:spPr>
          <a:xfrm>
            <a:off x="3131820" y="3863340"/>
            <a:ext cx="64922" cy="64922"/>
          </a:xfrm>
          <a:prstGeom prst="rect">
            <a:avLst/>
          </a:prstGeom>
          <a:solidFill>
            <a:schemeClr val="accent5">
              <a:alpha val="34000"/>
            </a:schemeClr>
          </a:solidFill>
          <a:ln w="6350">
            <a:solidFill>
              <a:schemeClr val="bg1"/>
            </a:solidFill>
            <a:prstDash val="solid"/>
          </a:ln>
        </p:spPr>
        <p:txBody>
          <a:bodyPr/>
          <a:lstStyle/>
          <a:p>
            <a:endParaRPr lang="ja-JP" altLang="en-US"/>
          </a:p>
        </p:txBody>
      </p:sp>
      <p:sp>
        <p:nvSpPr>
          <p:cNvPr id="549" name="Shape 546"/>
          <p:cNvSpPr/>
          <p:nvPr/>
        </p:nvSpPr>
        <p:spPr>
          <a:xfrm>
            <a:off x="3200400" y="3863340"/>
            <a:ext cx="64922" cy="64922"/>
          </a:xfrm>
          <a:prstGeom prst="rect">
            <a:avLst/>
          </a:prstGeom>
          <a:solidFill>
            <a:schemeClr val="accent5">
              <a:alpha val="4000"/>
            </a:schemeClr>
          </a:solidFill>
          <a:ln w="6350">
            <a:solidFill>
              <a:schemeClr val="bg1"/>
            </a:solidFill>
            <a:prstDash val="solid"/>
          </a:ln>
        </p:spPr>
        <p:txBody>
          <a:bodyPr/>
          <a:lstStyle/>
          <a:p>
            <a:endParaRPr lang="ja-JP" altLang="en-US"/>
          </a:p>
        </p:txBody>
      </p:sp>
      <p:sp>
        <p:nvSpPr>
          <p:cNvPr id="550" name="Shape 547"/>
          <p:cNvSpPr/>
          <p:nvPr/>
        </p:nvSpPr>
        <p:spPr>
          <a:xfrm>
            <a:off x="3268980" y="386334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556" name="Shape 553"/>
          <p:cNvSpPr/>
          <p:nvPr/>
        </p:nvSpPr>
        <p:spPr>
          <a:xfrm>
            <a:off x="3131820" y="3931920"/>
            <a:ext cx="64922" cy="64922"/>
          </a:xfrm>
          <a:prstGeom prst="rect">
            <a:avLst/>
          </a:prstGeom>
          <a:solidFill>
            <a:schemeClr val="accent5">
              <a:alpha val="60000"/>
            </a:schemeClr>
          </a:solidFill>
          <a:ln w="6350">
            <a:solidFill>
              <a:schemeClr val="bg1"/>
            </a:solidFill>
            <a:prstDash val="solid"/>
          </a:ln>
        </p:spPr>
        <p:txBody>
          <a:bodyPr/>
          <a:lstStyle/>
          <a:p>
            <a:endParaRPr lang="ja-JP" altLang="en-US"/>
          </a:p>
        </p:txBody>
      </p:sp>
      <p:sp>
        <p:nvSpPr>
          <p:cNvPr id="557" name="Shape 554"/>
          <p:cNvSpPr/>
          <p:nvPr/>
        </p:nvSpPr>
        <p:spPr>
          <a:xfrm>
            <a:off x="3200400" y="3931920"/>
            <a:ext cx="64922" cy="64922"/>
          </a:xfrm>
          <a:prstGeom prst="rect">
            <a:avLst/>
          </a:prstGeom>
          <a:solidFill>
            <a:schemeClr val="accent5">
              <a:alpha val="22000"/>
            </a:schemeClr>
          </a:solidFill>
          <a:ln w="6350">
            <a:solidFill>
              <a:schemeClr val="bg1"/>
            </a:solidFill>
            <a:prstDash val="solid"/>
          </a:ln>
        </p:spPr>
        <p:txBody>
          <a:bodyPr/>
          <a:lstStyle/>
          <a:p>
            <a:endParaRPr lang="ja-JP" altLang="en-US"/>
          </a:p>
        </p:txBody>
      </p:sp>
      <p:sp>
        <p:nvSpPr>
          <p:cNvPr id="558" name="Shape 555"/>
          <p:cNvSpPr/>
          <p:nvPr/>
        </p:nvSpPr>
        <p:spPr>
          <a:xfrm>
            <a:off x="3268980" y="393192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564" name="Shape 561"/>
          <p:cNvSpPr/>
          <p:nvPr/>
        </p:nvSpPr>
        <p:spPr>
          <a:xfrm>
            <a:off x="3131820" y="4000500"/>
            <a:ext cx="64922" cy="64922"/>
          </a:xfrm>
          <a:prstGeom prst="rect">
            <a:avLst/>
          </a:prstGeom>
          <a:solidFill>
            <a:schemeClr val="accent5">
              <a:alpha val="60000"/>
            </a:schemeClr>
          </a:solidFill>
          <a:ln w="6350">
            <a:solidFill>
              <a:schemeClr val="bg1"/>
            </a:solidFill>
            <a:prstDash val="solid"/>
          </a:ln>
        </p:spPr>
        <p:txBody>
          <a:bodyPr/>
          <a:lstStyle/>
          <a:p>
            <a:endParaRPr lang="ja-JP" altLang="en-US"/>
          </a:p>
        </p:txBody>
      </p:sp>
      <p:sp>
        <p:nvSpPr>
          <p:cNvPr id="565" name="Shape 562"/>
          <p:cNvSpPr/>
          <p:nvPr/>
        </p:nvSpPr>
        <p:spPr>
          <a:xfrm>
            <a:off x="3200400" y="4000500"/>
            <a:ext cx="64922" cy="64922"/>
          </a:xfrm>
          <a:prstGeom prst="rect">
            <a:avLst/>
          </a:prstGeom>
          <a:solidFill>
            <a:schemeClr val="accent5">
              <a:alpha val="30000"/>
            </a:schemeClr>
          </a:solidFill>
          <a:ln w="6350">
            <a:solidFill>
              <a:schemeClr val="bg1"/>
            </a:solidFill>
            <a:prstDash val="solid"/>
          </a:ln>
        </p:spPr>
        <p:txBody>
          <a:bodyPr/>
          <a:lstStyle/>
          <a:p>
            <a:endParaRPr lang="ja-JP" altLang="en-US"/>
          </a:p>
        </p:txBody>
      </p:sp>
      <p:sp>
        <p:nvSpPr>
          <p:cNvPr id="566" name="Shape 563"/>
          <p:cNvSpPr/>
          <p:nvPr/>
        </p:nvSpPr>
        <p:spPr>
          <a:xfrm>
            <a:off x="3268980" y="400050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572" name="Shape 569"/>
          <p:cNvSpPr/>
          <p:nvPr/>
        </p:nvSpPr>
        <p:spPr>
          <a:xfrm>
            <a:off x="3131820" y="4069080"/>
            <a:ext cx="64922" cy="64922"/>
          </a:xfrm>
          <a:prstGeom prst="rect">
            <a:avLst/>
          </a:prstGeom>
          <a:solidFill>
            <a:schemeClr val="accent5">
              <a:alpha val="60000"/>
            </a:schemeClr>
          </a:solidFill>
          <a:ln w="6350">
            <a:solidFill>
              <a:schemeClr val="bg1"/>
            </a:solidFill>
            <a:prstDash val="solid"/>
          </a:ln>
        </p:spPr>
        <p:txBody>
          <a:bodyPr/>
          <a:lstStyle/>
          <a:p>
            <a:endParaRPr lang="ja-JP" altLang="en-US"/>
          </a:p>
        </p:txBody>
      </p:sp>
      <p:sp>
        <p:nvSpPr>
          <p:cNvPr id="573" name="Shape 570"/>
          <p:cNvSpPr/>
          <p:nvPr/>
        </p:nvSpPr>
        <p:spPr>
          <a:xfrm>
            <a:off x="3200400" y="4069080"/>
            <a:ext cx="64922" cy="64922"/>
          </a:xfrm>
          <a:prstGeom prst="rect">
            <a:avLst/>
          </a:prstGeom>
          <a:solidFill>
            <a:schemeClr val="accent5">
              <a:alpha val="7000"/>
            </a:schemeClr>
          </a:solidFill>
          <a:ln w="6350">
            <a:solidFill>
              <a:schemeClr val="bg1"/>
            </a:solidFill>
            <a:prstDash val="solid"/>
          </a:ln>
        </p:spPr>
        <p:txBody>
          <a:bodyPr/>
          <a:lstStyle/>
          <a:p>
            <a:endParaRPr lang="ja-JP" altLang="en-US"/>
          </a:p>
        </p:txBody>
      </p:sp>
      <p:sp>
        <p:nvSpPr>
          <p:cNvPr id="574" name="Shape 571"/>
          <p:cNvSpPr/>
          <p:nvPr/>
        </p:nvSpPr>
        <p:spPr>
          <a:xfrm>
            <a:off x="3268980" y="406908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580" name="Shape 577"/>
          <p:cNvSpPr/>
          <p:nvPr/>
        </p:nvSpPr>
        <p:spPr>
          <a:xfrm>
            <a:off x="3131820" y="4137660"/>
            <a:ext cx="64922" cy="64922"/>
          </a:xfrm>
          <a:prstGeom prst="rect">
            <a:avLst/>
          </a:prstGeom>
          <a:solidFill>
            <a:schemeClr val="accent5">
              <a:alpha val="26000"/>
            </a:schemeClr>
          </a:solidFill>
          <a:ln w="6350">
            <a:solidFill>
              <a:schemeClr val="bg1"/>
            </a:solidFill>
            <a:prstDash val="solid"/>
          </a:ln>
        </p:spPr>
        <p:txBody>
          <a:bodyPr/>
          <a:lstStyle/>
          <a:p>
            <a:endParaRPr lang="ja-JP" altLang="en-US"/>
          </a:p>
        </p:txBody>
      </p:sp>
      <p:sp>
        <p:nvSpPr>
          <p:cNvPr id="581" name="Shape 578"/>
          <p:cNvSpPr/>
          <p:nvPr/>
        </p:nvSpPr>
        <p:spPr>
          <a:xfrm>
            <a:off x="3200400" y="413766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582" name="Shape 579"/>
          <p:cNvSpPr/>
          <p:nvPr/>
        </p:nvSpPr>
        <p:spPr>
          <a:xfrm>
            <a:off x="3268980" y="413766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647" name="Shape 644"/>
          <p:cNvSpPr/>
          <p:nvPr/>
        </p:nvSpPr>
        <p:spPr>
          <a:xfrm>
            <a:off x="3977640" y="3017520"/>
            <a:ext cx="457200" cy="411480"/>
          </a:xfrm>
          <a:prstGeom prst="rightArrow">
            <a:avLst/>
          </a:prstGeom>
          <a:solidFill>
            <a:schemeClr val="accent1"/>
          </a:solidFill>
          <a:ln w="12700">
            <a:solidFill>
              <a:schemeClr val="accent1"/>
            </a:solidFill>
            <a:prstDash val="solid"/>
          </a:ln>
        </p:spPr>
        <p:txBody>
          <a:bodyPr/>
          <a:lstStyle/>
          <a:p>
            <a:endParaRPr lang="ja-JP" altLang="en-US"/>
          </a:p>
        </p:txBody>
      </p:sp>
      <p:sp>
        <p:nvSpPr>
          <p:cNvPr id="648" name="Shape 645"/>
          <p:cNvSpPr/>
          <p:nvPr/>
        </p:nvSpPr>
        <p:spPr>
          <a:xfrm>
            <a:off x="4572000" y="1234440"/>
            <a:ext cx="7040880" cy="3931920"/>
          </a:xfrm>
          <a:prstGeom prst="roundRect">
            <a:avLst>
              <a:gd name="adj" fmla="val 2791"/>
            </a:avLst>
          </a:prstGeom>
          <a:ln w="38100"/>
        </p:spPr>
        <p:style>
          <a:lnRef idx="2">
            <a:schemeClr val="accent2"/>
          </a:lnRef>
          <a:fillRef idx="1">
            <a:schemeClr val="lt1"/>
          </a:fillRef>
          <a:effectRef idx="0">
            <a:schemeClr val="accent2"/>
          </a:effectRef>
          <a:fontRef idx="minor">
            <a:schemeClr val="dk1"/>
          </a:fontRef>
        </p:style>
        <p:txBody>
          <a:bodyPr/>
          <a:lstStyle/>
          <a:p>
            <a:endParaRPr lang="ja-JP" altLang="en-US"/>
          </a:p>
        </p:txBody>
      </p:sp>
      <p:sp>
        <p:nvSpPr>
          <p:cNvPr id="649" name="Text 646"/>
          <p:cNvSpPr txBox="1"/>
          <p:nvPr/>
        </p:nvSpPr>
        <p:spPr>
          <a:xfrm>
            <a:off x="4800600" y="1371600"/>
            <a:ext cx="6583680" cy="365760"/>
          </a:xfrm>
          <a:prstGeom prst="rect">
            <a:avLst/>
          </a:prstGeom>
          <a:noFill/>
          <a:ln/>
        </p:spPr>
        <p:txBody>
          <a:bodyPr wrap="square" lIns="0" tIns="0" rIns="0" bIns="0" rtlCol="0" anchor="t"/>
          <a:lstStyle/>
          <a:p>
            <a:pPr marL="0" indent="0">
              <a:buNone/>
            </a:pPr>
            <a:r>
              <a:rPr lang="en-US" sz="1800" b="1" dirty="0">
                <a:solidFill>
                  <a:schemeClr val="accent1"/>
                </a:solidFill>
              </a:rPr>
              <a:t>この研究　軸ごとのヒートマップ1〜2枚</a:t>
            </a:r>
            <a:endParaRPr lang="en-US" sz="1800" dirty="0"/>
          </a:p>
        </p:txBody>
      </p:sp>
      <p:sp>
        <p:nvSpPr>
          <p:cNvPr id="650" name="Shape 647"/>
          <p:cNvSpPr/>
          <p:nvPr/>
        </p:nvSpPr>
        <p:spPr>
          <a:xfrm>
            <a:off x="4892040" y="1965960"/>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51" name="Shape 648"/>
          <p:cNvSpPr/>
          <p:nvPr/>
        </p:nvSpPr>
        <p:spPr>
          <a:xfrm>
            <a:off x="5138928" y="1965960"/>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52" name="Shape 649"/>
          <p:cNvSpPr/>
          <p:nvPr/>
        </p:nvSpPr>
        <p:spPr>
          <a:xfrm>
            <a:off x="5385816" y="1965960"/>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53" name="Shape 650"/>
          <p:cNvSpPr/>
          <p:nvPr/>
        </p:nvSpPr>
        <p:spPr>
          <a:xfrm>
            <a:off x="5632704" y="1965960"/>
            <a:ext cx="228600" cy="228600"/>
          </a:xfrm>
          <a:prstGeom prst="rect">
            <a:avLst/>
          </a:prstGeom>
          <a:solidFill>
            <a:schemeClr val="accent1">
              <a:alpha val="14000"/>
            </a:schemeClr>
          </a:solidFill>
          <a:ln w="6350">
            <a:solidFill>
              <a:schemeClr val="bg1"/>
            </a:solidFill>
            <a:prstDash val="solid"/>
          </a:ln>
        </p:spPr>
        <p:txBody>
          <a:bodyPr/>
          <a:lstStyle/>
          <a:p>
            <a:endParaRPr lang="ja-JP" altLang="en-US"/>
          </a:p>
        </p:txBody>
      </p:sp>
      <p:sp>
        <p:nvSpPr>
          <p:cNvPr id="654" name="Shape 651"/>
          <p:cNvSpPr/>
          <p:nvPr/>
        </p:nvSpPr>
        <p:spPr>
          <a:xfrm>
            <a:off x="5879592" y="1965960"/>
            <a:ext cx="228600" cy="228600"/>
          </a:xfrm>
          <a:prstGeom prst="rect">
            <a:avLst/>
          </a:prstGeom>
          <a:solidFill>
            <a:schemeClr val="accent2">
              <a:alpha val="87000"/>
            </a:schemeClr>
          </a:solidFill>
          <a:ln w="6350">
            <a:solidFill>
              <a:schemeClr val="bg1"/>
            </a:solidFill>
            <a:prstDash val="solid"/>
          </a:ln>
        </p:spPr>
        <p:txBody>
          <a:bodyPr/>
          <a:lstStyle/>
          <a:p>
            <a:endParaRPr lang="ja-JP" altLang="en-US"/>
          </a:p>
        </p:txBody>
      </p:sp>
      <p:sp>
        <p:nvSpPr>
          <p:cNvPr id="655" name="Shape 652"/>
          <p:cNvSpPr/>
          <p:nvPr/>
        </p:nvSpPr>
        <p:spPr>
          <a:xfrm>
            <a:off x="6126480" y="1965960"/>
            <a:ext cx="228600" cy="228600"/>
          </a:xfrm>
          <a:prstGeom prst="rect">
            <a:avLst/>
          </a:prstGeom>
          <a:solidFill>
            <a:schemeClr val="accent2">
              <a:alpha val="47000"/>
            </a:schemeClr>
          </a:solidFill>
          <a:ln w="6350">
            <a:solidFill>
              <a:schemeClr val="bg1"/>
            </a:solidFill>
            <a:prstDash val="solid"/>
          </a:ln>
        </p:spPr>
        <p:txBody>
          <a:bodyPr/>
          <a:lstStyle/>
          <a:p>
            <a:endParaRPr lang="ja-JP" altLang="en-US"/>
          </a:p>
        </p:txBody>
      </p:sp>
      <p:sp>
        <p:nvSpPr>
          <p:cNvPr id="656" name="Shape 653"/>
          <p:cNvSpPr/>
          <p:nvPr/>
        </p:nvSpPr>
        <p:spPr>
          <a:xfrm>
            <a:off x="6373368" y="1965960"/>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57" name="Shape 654"/>
          <p:cNvSpPr/>
          <p:nvPr/>
        </p:nvSpPr>
        <p:spPr>
          <a:xfrm>
            <a:off x="6620256" y="1965960"/>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58" name="Shape 655"/>
          <p:cNvSpPr/>
          <p:nvPr/>
        </p:nvSpPr>
        <p:spPr>
          <a:xfrm>
            <a:off x="4892040" y="2212848"/>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59" name="Shape 656"/>
          <p:cNvSpPr/>
          <p:nvPr/>
        </p:nvSpPr>
        <p:spPr>
          <a:xfrm>
            <a:off x="5138928" y="2212848"/>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60" name="Shape 657"/>
          <p:cNvSpPr/>
          <p:nvPr/>
        </p:nvSpPr>
        <p:spPr>
          <a:xfrm>
            <a:off x="5385816" y="2212848"/>
            <a:ext cx="228600" cy="228600"/>
          </a:xfrm>
          <a:prstGeom prst="rect">
            <a:avLst/>
          </a:prstGeom>
          <a:solidFill>
            <a:schemeClr val="accent1">
              <a:alpha val="81000"/>
            </a:schemeClr>
          </a:solidFill>
          <a:ln w="6350">
            <a:solidFill>
              <a:schemeClr val="bg1"/>
            </a:solidFill>
            <a:prstDash val="solid"/>
          </a:ln>
        </p:spPr>
        <p:txBody>
          <a:bodyPr/>
          <a:lstStyle/>
          <a:p>
            <a:endParaRPr lang="ja-JP" altLang="en-US"/>
          </a:p>
        </p:txBody>
      </p:sp>
      <p:sp>
        <p:nvSpPr>
          <p:cNvPr id="661" name="Shape 658"/>
          <p:cNvSpPr/>
          <p:nvPr/>
        </p:nvSpPr>
        <p:spPr>
          <a:xfrm>
            <a:off x="5632704" y="2212848"/>
            <a:ext cx="228600" cy="228600"/>
          </a:xfrm>
          <a:prstGeom prst="rect">
            <a:avLst/>
          </a:prstGeom>
          <a:solidFill>
            <a:schemeClr val="accent1"/>
          </a:solidFill>
          <a:ln w="6350">
            <a:solidFill>
              <a:schemeClr val="bg1"/>
            </a:solidFill>
            <a:prstDash val="solid"/>
          </a:ln>
        </p:spPr>
        <p:txBody>
          <a:bodyPr/>
          <a:lstStyle/>
          <a:p>
            <a:endParaRPr lang="ja-JP" altLang="en-US"/>
          </a:p>
        </p:txBody>
      </p:sp>
      <p:sp>
        <p:nvSpPr>
          <p:cNvPr id="662" name="Shape 659"/>
          <p:cNvSpPr/>
          <p:nvPr/>
        </p:nvSpPr>
        <p:spPr>
          <a:xfrm>
            <a:off x="5879592" y="2212848"/>
            <a:ext cx="228600" cy="228600"/>
          </a:xfrm>
          <a:prstGeom prst="rect">
            <a:avLst/>
          </a:prstGeom>
          <a:solidFill>
            <a:schemeClr val="accent2">
              <a:alpha val="87000"/>
            </a:schemeClr>
          </a:solidFill>
          <a:ln w="6350">
            <a:solidFill>
              <a:schemeClr val="bg1"/>
            </a:solidFill>
            <a:prstDash val="solid"/>
          </a:ln>
        </p:spPr>
        <p:txBody>
          <a:bodyPr/>
          <a:lstStyle/>
          <a:p>
            <a:endParaRPr lang="ja-JP" altLang="en-US"/>
          </a:p>
        </p:txBody>
      </p:sp>
      <p:sp>
        <p:nvSpPr>
          <p:cNvPr id="663" name="Shape 660"/>
          <p:cNvSpPr/>
          <p:nvPr/>
        </p:nvSpPr>
        <p:spPr>
          <a:xfrm>
            <a:off x="6126480" y="2212848"/>
            <a:ext cx="228600" cy="228600"/>
          </a:xfrm>
          <a:prstGeom prst="rect">
            <a:avLst/>
          </a:prstGeom>
          <a:solidFill>
            <a:schemeClr val="accent2">
              <a:alpha val="96000"/>
            </a:schemeClr>
          </a:solidFill>
          <a:ln w="6350">
            <a:solidFill>
              <a:schemeClr val="bg1"/>
            </a:solidFill>
            <a:prstDash val="solid"/>
          </a:ln>
        </p:spPr>
        <p:txBody>
          <a:bodyPr/>
          <a:lstStyle/>
          <a:p>
            <a:endParaRPr lang="ja-JP" altLang="en-US"/>
          </a:p>
        </p:txBody>
      </p:sp>
      <p:sp>
        <p:nvSpPr>
          <p:cNvPr id="664" name="Shape 661"/>
          <p:cNvSpPr/>
          <p:nvPr/>
        </p:nvSpPr>
        <p:spPr>
          <a:xfrm>
            <a:off x="6373368" y="2212848"/>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65" name="Shape 662"/>
          <p:cNvSpPr/>
          <p:nvPr/>
        </p:nvSpPr>
        <p:spPr>
          <a:xfrm>
            <a:off x="6620256" y="2212848"/>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66" name="Shape 663"/>
          <p:cNvSpPr/>
          <p:nvPr/>
        </p:nvSpPr>
        <p:spPr>
          <a:xfrm>
            <a:off x="4892040" y="2459736"/>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67" name="Shape 664"/>
          <p:cNvSpPr/>
          <p:nvPr/>
        </p:nvSpPr>
        <p:spPr>
          <a:xfrm>
            <a:off x="5138928" y="2459736"/>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68" name="Shape 665"/>
          <p:cNvSpPr/>
          <p:nvPr/>
        </p:nvSpPr>
        <p:spPr>
          <a:xfrm>
            <a:off x="5385816" y="2459736"/>
            <a:ext cx="228600" cy="228600"/>
          </a:xfrm>
          <a:prstGeom prst="rect">
            <a:avLst/>
          </a:prstGeom>
          <a:solidFill>
            <a:schemeClr val="accent1"/>
          </a:solidFill>
          <a:ln w="6350">
            <a:solidFill>
              <a:schemeClr val="bg1"/>
            </a:solidFill>
            <a:prstDash val="solid"/>
          </a:ln>
        </p:spPr>
        <p:txBody>
          <a:bodyPr/>
          <a:lstStyle/>
          <a:p>
            <a:endParaRPr lang="ja-JP" altLang="en-US"/>
          </a:p>
        </p:txBody>
      </p:sp>
      <p:sp>
        <p:nvSpPr>
          <p:cNvPr id="669" name="Shape 666"/>
          <p:cNvSpPr/>
          <p:nvPr/>
        </p:nvSpPr>
        <p:spPr>
          <a:xfrm>
            <a:off x="5632704" y="2459736"/>
            <a:ext cx="228600" cy="228600"/>
          </a:xfrm>
          <a:prstGeom prst="rect">
            <a:avLst/>
          </a:prstGeom>
          <a:solidFill>
            <a:schemeClr val="accent1">
              <a:alpha val="67000"/>
            </a:schemeClr>
          </a:solidFill>
          <a:ln w="6350">
            <a:solidFill>
              <a:schemeClr val="bg1"/>
            </a:solidFill>
            <a:prstDash val="solid"/>
          </a:ln>
        </p:spPr>
        <p:txBody>
          <a:bodyPr/>
          <a:lstStyle/>
          <a:p>
            <a:endParaRPr lang="ja-JP" altLang="en-US"/>
          </a:p>
        </p:txBody>
      </p:sp>
      <p:sp>
        <p:nvSpPr>
          <p:cNvPr id="670" name="Shape 667"/>
          <p:cNvSpPr/>
          <p:nvPr/>
        </p:nvSpPr>
        <p:spPr>
          <a:xfrm>
            <a:off x="5879592" y="2459736"/>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71" name="Shape 668"/>
          <p:cNvSpPr/>
          <p:nvPr/>
        </p:nvSpPr>
        <p:spPr>
          <a:xfrm>
            <a:off x="6126480" y="2459736"/>
            <a:ext cx="228600" cy="228600"/>
          </a:xfrm>
          <a:prstGeom prst="rect">
            <a:avLst/>
          </a:prstGeom>
          <a:solidFill>
            <a:schemeClr val="accent2">
              <a:alpha val="43000"/>
            </a:schemeClr>
          </a:solidFill>
          <a:ln w="6350">
            <a:solidFill>
              <a:schemeClr val="bg1"/>
            </a:solidFill>
            <a:prstDash val="solid"/>
          </a:ln>
        </p:spPr>
        <p:txBody>
          <a:bodyPr/>
          <a:lstStyle/>
          <a:p>
            <a:endParaRPr lang="ja-JP" altLang="en-US"/>
          </a:p>
        </p:txBody>
      </p:sp>
      <p:sp>
        <p:nvSpPr>
          <p:cNvPr id="672" name="Shape 669"/>
          <p:cNvSpPr/>
          <p:nvPr/>
        </p:nvSpPr>
        <p:spPr>
          <a:xfrm>
            <a:off x="6373368" y="2459736"/>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73" name="Shape 670"/>
          <p:cNvSpPr/>
          <p:nvPr/>
        </p:nvSpPr>
        <p:spPr>
          <a:xfrm>
            <a:off x="6620256" y="2459736"/>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74" name="Shape 671"/>
          <p:cNvSpPr/>
          <p:nvPr/>
        </p:nvSpPr>
        <p:spPr>
          <a:xfrm>
            <a:off x="4892040" y="2706624"/>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75" name="Shape 672"/>
          <p:cNvSpPr/>
          <p:nvPr/>
        </p:nvSpPr>
        <p:spPr>
          <a:xfrm>
            <a:off x="5138928" y="2706624"/>
            <a:ext cx="228600" cy="228600"/>
          </a:xfrm>
          <a:prstGeom prst="rect">
            <a:avLst/>
          </a:prstGeom>
          <a:solidFill>
            <a:schemeClr val="accent1">
              <a:alpha val="44000"/>
            </a:schemeClr>
          </a:solidFill>
          <a:ln w="6350">
            <a:solidFill>
              <a:schemeClr val="bg1"/>
            </a:solidFill>
            <a:prstDash val="solid"/>
          </a:ln>
        </p:spPr>
        <p:txBody>
          <a:bodyPr/>
          <a:lstStyle/>
          <a:p>
            <a:endParaRPr lang="ja-JP" altLang="en-US"/>
          </a:p>
        </p:txBody>
      </p:sp>
      <p:sp>
        <p:nvSpPr>
          <p:cNvPr id="676" name="Shape 673"/>
          <p:cNvSpPr/>
          <p:nvPr/>
        </p:nvSpPr>
        <p:spPr>
          <a:xfrm>
            <a:off x="5385816" y="2706624"/>
            <a:ext cx="228600" cy="228600"/>
          </a:xfrm>
          <a:prstGeom prst="rect">
            <a:avLst/>
          </a:prstGeom>
          <a:solidFill>
            <a:schemeClr val="accent1"/>
          </a:solidFill>
          <a:ln w="6350">
            <a:solidFill>
              <a:schemeClr val="bg1"/>
            </a:solidFill>
            <a:prstDash val="solid"/>
          </a:ln>
        </p:spPr>
        <p:txBody>
          <a:bodyPr/>
          <a:lstStyle/>
          <a:p>
            <a:endParaRPr lang="ja-JP" altLang="en-US"/>
          </a:p>
        </p:txBody>
      </p:sp>
      <p:sp>
        <p:nvSpPr>
          <p:cNvPr id="677" name="Shape 674"/>
          <p:cNvSpPr/>
          <p:nvPr/>
        </p:nvSpPr>
        <p:spPr>
          <a:xfrm>
            <a:off x="5632704" y="2706624"/>
            <a:ext cx="228600" cy="228600"/>
          </a:xfrm>
          <a:prstGeom prst="rect">
            <a:avLst/>
          </a:prstGeom>
          <a:solidFill>
            <a:schemeClr val="accent1">
              <a:alpha val="53000"/>
            </a:schemeClr>
          </a:solidFill>
          <a:ln w="6350">
            <a:solidFill>
              <a:schemeClr val="bg1"/>
            </a:solidFill>
            <a:prstDash val="solid"/>
          </a:ln>
        </p:spPr>
        <p:txBody>
          <a:bodyPr/>
          <a:lstStyle/>
          <a:p>
            <a:endParaRPr lang="ja-JP" altLang="en-US"/>
          </a:p>
        </p:txBody>
      </p:sp>
      <p:sp>
        <p:nvSpPr>
          <p:cNvPr id="678" name="Shape 675"/>
          <p:cNvSpPr/>
          <p:nvPr/>
        </p:nvSpPr>
        <p:spPr>
          <a:xfrm>
            <a:off x="5879592" y="2706624"/>
            <a:ext cx="228600" cy="228600"/>
          </a:xfrm>
          <a:prstGeom prst="rect">
            <a:avLst/>
          </a:prstGeom>
          <a:solidFill>
            <a:schemeClr val="accent1">
              <a:alpha val="17000"/>
            </a:schemeClr>
          </a:solidFill>
          <a:ln w="6350">
            <a:solidFill>
              <a:schemeClr val="bg1"/>
            </a:solidFill>
            <a:prstDash val="solid"/>
          </a:ln>
        </p:spPr>
        <p:txBody>
          <a:bodyPr/>
          <a:lstStyle/>
          <a:p>
            <a:endParaRPr lang="ja-JP" altLang="en-US"/>
          </a:p>
        </p:txBody>
      </p:sp>
      <p:sp>
        <p:nvSpPr>
          <p:cNvPr id="679" name="Shape 676"/>
          <p:cNvSpPr/>
          <p:nvPr/>
        </p:nvSpPr>
        <p:spPr>
          <a:xfrm>
            <a:off x="6126480" y="2706624"/>
            <a:ext cx="228600" cy="228600"/>
          </a:xfrm>
          <a:prstGeom prst="rect">
            <a:avLst/>
          </a:prstGeom>
          <a:solidFill>
            <a:schemeClr val="accent1">
              <a:alpha val="11000"/>
            </a:schemeClr>
          </a:solidFill>
          <a:ln w="6350">
            <a:solidFill>
              <a:schemeClr val="bg1"/>
            </a:solidFill>
            <a:prstDash val="solid"/>
          </a:ln>
        </p:spPr>
        <p:txBody>
          <a:bodyPr/>
          <a:lstStyle/>
          <a:p>
            <a:endParaRPr lang="ja-JP" altLang="en-US"/>
          </a:p>
        </p:txBody>
      </p:sp>
      <p:sp>
        <p:nvSpPr>
          <p:cNvPr id="680" name="Shape 677"/>
          <p:cNvSpPr/>
          <p:nvPr/>
        </p:nvSpPr>
        <p:spPr>
          <a:xfrm>
            <a:off x="6373368" y="2706624"/>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81" name="Shape 678"/>
          <p:cNvSpPr/>
          <p:nvPr/>
        </p:nvSpPr>
        <p:spPr>
          <a:xfrm>
            <a:off x="6620256" y="2706624"/>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82" name="Shape 679"/>
          <p:cNvSpPr/>
          <p:nvPr/>
        </p:nvSpPr>
        <p:spPr>
          <a:xfrm>
            <a:off x="4892040" y="2953512"/>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83" name="Shape 680"/>
          <p:cNvSpPr/>
          <p:nvPr/>
        </p:nvSpPr>
        <p:spPr>
          <a:xfrm>
            <a:off x="5138928" y="2953512"/>
            <a:ext cx="228600" cy="228600"/>
          </a:xfrm>
          <a:prstGeom prst="rect">
            <a:avLst/>
          </a:prstGeom>
          <a:solidFill>
            <a:schemeClr val="accent1">
              <a:alpha val="58000"/>
            </a:schemeClr>
          </a:solidFill>
          <a:ln w="6350">
            <a:solidFill>
              <a:schemeClr val="bg1"/>
            </a:solidFill>
            <a:prstDash val="solid"/>
          </a:ln>
        </p:spPr>
        <p:txBody>
          <a:bodyPr/>
          <a:lstStyle/>
          <a:p>
            <a:endParaRPr lang="ja-JP" altLang="en-US"/>
          </a:p>
        </p:txBody>
      </p:sp>
      <p:sp>
        <p:nvSpPr>
          <p:cNvPr id="684" name="Shape 681"/>
          <p:cNvSpPr/>
          <p:nvPr/>
        </p:nvSpPr>
        <p:spPr>
          <a:xfrm>
            <a:off x="5385816" y="2953512"/>
            <a:ext cx="228600" cy="228600"/>
          </a:xfrm>
          <a:prstGeom prst="rect">
            <a:avLst/>
          </a:prstGeom>
          <a:solidFill>
            <a:schemeClr val="accent1"/>
          </a:solidFill>
          <a:ln w="6350">
            <a:solidFill>
              <a:schemeClr val="bg1"/>
            </a:solidFill>
            <a:prstDash val="solid"/>
          </a:ln>
        </p:spPr>
        <p:txBody>
          <a:bodyPr/>
          <a:lstStyle/>
          <a:p>
            <a:endParaRPr lang="ja-JP" altLang="en-US"/>
          </a:p>
        </p:txBody>
      </p:sp>
      <p:sp>
        <p:nvSpPr>
          <p:cNvPr id="685" name="Shape 682"/>
          <p:cNvSpPr/>
          <p:nvPr/>
        </p:nvSpPr>
        <p:spPr>
          <a:xfrm>
            <a:off x="5632704" y="2953512"/>
            <a:ext cx="228600" cy="228600"/>
          </a:xfrm>
          <a:prstGeom prst="rect">
            <a:avLst/>
          </a:prstGeom>
          <a:solidFill>
            <a:schemeClr val="accent1"/>
          </a:solidFill>
          <a:ln w="6350">
            <a:solidFill>
              <a:schemeClr val="bg1"/>
            </a:solidFill>
            <a:prstDash val="solid"/>
          </a:ln>
        </p:spPr>
        <p:txBody>
          <a:bodyPr/>
          <a:lstStyle/>
          <a:p>
            <a:endParaRPr lang="ja-JP" altLang="en-US"/>
          </a:p>
        </p:txBody>
      </p:sp>
      <p:sp>
        <p:nvSpPr>
          <p:cNvPr id="686" name="Shape 683"/>
          <p:cNvSpPr/>
          <p:nvPr/>
        </p:nvSpPr>
        <p:spPr>
          <a:xfrm>
            <a:off x="5879592" y="2953512"/>
            <a:ext cx="228600" cy="228600"/>
          </a:xfrm>
          <a:prstGeom prst="rect">
            <a:avLst/>
          </a:prstGeom>
          <a:solidFill>
            <a:schemeClr val="accent1">
              <a:alpha val="20000"/>
            </a:schemeClr>
          </a:solidFill>
          <a:ln w="6350">
            <a:solidFill>
              <a:schemeClr val="bg1"/>
            </a:solidFill>
            <a:prstDash val="solid"/>
          </a:ln>
        </p:spPr>
        <p:txBody>
          <a:bodyPr/>
          <a:lstStyle/>
          <a:p>
            <a:endParaRPr lang="ja-JP" altLang="en-US"/>
          </a:p>
        </p:txBody>
      </p:sp>
      <p:sp>
        <p:nvSpPr>
          <p:cNvPr id="687" name="Shape 684"/>
          <p:cNvSpPr/>
          <p:nvPr/>
        </p:nvSpPr>
        <p:spPr>
          <a:xfrm>
            <a:off x="6126480" y="2953512"/>
            <a:ext cx="228600" cy="228600"/>
          </a:xfrm>
          <a:prstGeom prst="rect">
            <a:avLst/>
          </a:prstGeom>
          <a:solidFill>
            <a:schemeClr val="accent1">
              <a:alpha val="20000"/>
            </a:schemeClr>
          </a:solidFill>
          <a:ln w="6350">
            <a:solidFill>
              <a:schemeClr val="bg1"/>
            </a:solidFill>
            <a:prstDash val="solid"/>
          </a:ln>
        </p:spPr>
        <p:txBody>
          <a:bodyPr/>
          <a:lstStyle/>
          <a:p>
            <a:endParaRPr lang="ja-JP" altLang="en-US"/>
          </a:p>
        </p:txBody>
      </p:sp>
      <p:sp>
        <p:nvSpPr>
          <p:cNvPr id="688" name="Shape 685"/>
          <p:cNvSpPr/>
          <p:nvPr/>
        </p:nvSpPr>
        <p:spPr>
          <a:xfrm>
            <a:off x="6373368" y="2953512"/>
            <a:ext cx="228600" cy="228600"/>
          </a:xfrm>
          <a:prstGeom prst="rect">
            <a:avLst/>
          </a:prstGeom>
          <a:solidFill>
            <a:schemeClr val="accent1">
              <a:alpha val="7000"/>
            </a:schemeClr>
          </a:solidFill>
          <a:ln w="6350">
            <a:solidFill>
              <a:schemeClr val="bg1"/>
            </a:solidFill>
            <a:prstDash val="solid"/>
          </a:ln>
        </p:spPr>
        <p:txBody>
          <a:bodyPr/>
          <a:lstStyle/>
          <a:p>
            <a:endParaRPr lang="ja-JP" altLang="en-US"/>
          </a:p>
        </p:txBody>
      </p:sp>
      <p:sp>
        <p:nvSpPr>
          <p:cNvPr id="689" name="Shape 686"/>
          <p:cNvSpPr/>
          <p:nvPr/>
        </p:nvSpPr>
        <p:spPr>
          <a:xfrm>
            <a:off x="6620256" y="2953512"/>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90" name="Shape 687"/>
          <p:cNvSpPr/>
          <p:nvPr/>
        </p:nvSpPr>
        <p:spPr>
          <a:xfrm>
            <a:off x="4892040" y="3200400"/>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91" name="Shape 688"/>
          <p:cNvSpPr/>
          <p:nvPr/>
        </p:nvSpPr>
        <p:spPr>
          <a:xfrm>
            <a:off x="5138928" y="3200400"/>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92" name="Shape 689"/>
          <p:cNvSpPr/>
          <p:nvPr/>
        </p:nvSpPr>
        <p:spPr>
          <a:xfrm>
            <a:off x="5385816" y="3200400"/>
            <a:ext cx="228600" cy="228600"/>
          </a:xfrm>
          <a:prstGeom prst="rect">
            <a:avLst/>
          </a:prstGeom>
          <a:solidFill>
            <a:schemeClr val="accent1"/>
          </a:solidFill>
          <a:ln w="6350">
            <a:solidFill>
              <a:schemeClr val="bg1"/>
            </a:solidFill>
            <a:prstDash val="solid"/>
          </a:ln>
        </p:spPr>
        <p:txBody>
          <a:bodyPr/>
          <a:lstStyle/>
          <a:p>
            <a:endParaRPr lang="ja-JP" altLang="en-US"/>
          </a:p>
        </p:txBody>
      </p:sp>
      <p:sp>
        <p:nvSpPr>
          <p:cNvPr id="693" name="Shape 690"/>
          <p:cNvSpPr/>
          <p:nvPr/>
        </p:nvSpPr>
        <p:spPr>
          <a:xfrm>
            <a:off x="5632704" y="3200400"/>
            <a:ext cx="228600" cy="228600"/>
          </a:xfrm>
          <a:prstGeom prst="rect">
            <a:avLst/>
          </a:prstGeom>
          <a:solidFill>
            <a:schemeClr val="accent1">
              <a:alpha val="91000"/>
            </a:schemeClr>
          </a:solidFill>
          <a:ln w="6350">
            <a:solidFill>
              <a:schemeClr val="bg1"/>
            </a:solidFill>
            <a:prstDash val="solid"/>
          </a:ln>
        </p:spPr>
        <p:txBody>
          <a:bodyPr/>
          <a:lstStyle/>
          <a:p>
            <a:endParaRPr lang="ja-JP" altLang="en-US"/>
          </a:p>
        </p:txBody>
      </p:sp>
      <p:sp>
        <p:nvSpPr>
          <p:cNvPr id="694" name="Shape 691"/>
          <p:cNvSpPr/>
          <p:nvPr/>
        </p:nvSpPr>
        <p:spPr>
          <a:xfrm>
            <a:off x="5879592" y="3200400"/>
            <a:ext cx="228600" cy="228600"/>
          </a:xfrm>
          <a:prstGeom prst="rect">
            <a:avLst/>
          </a:prstGeom>
          <a:solidFill>
            <a:schemeClr val="accent1">
              <a:alpha val="5000"/>
            </a:schemeClr>
          </a:solidFill>
          <a:ln w="6350">
            <a:solidFill>
              <a:schemeClr val="bg1"/>
            </a:solidFill>
            <a:prstDash val="solid"/>
          </a:ln>
        </p:spPr>
        <p:txBody>
          <a:bodyPr/>
          <a:lstStyle/>
          <a:p>
            <a:endParaRPr lang="ja-JP" altLang="en-US"/>
          </a:p>
        </p:txBody>
      </p:sp>
      <p:sp>
        <p:nvSpPr>
          <p:cNvPr id="695" name="Shape 692"/>
          <p:cNvSpPr/>
          <p:nvPr/>
        </p:nvSpPr>
        <p:spPr>
          <a:xfrm>
            <a:off x="6126480" y="3200400"/>
            <a:ext cx="228600" cy="228600"/>
          </a:xfrm>
          <a:prstGeom prst="rect">
            <a:avLst/>
          </a:prstGeom>
          <a:solidFill>
            <a:schemeClr val="accent1">
              <a:alpha val="20000"/>
            </a:schemeClr>
          </a:solidFill>
          <a:ln w="6350">
            <a:solidFill>
              <a:schemeClr val="bg1"/>
            </a:solidFill>
            <a:prstDash val="solid"/>
          </a:ln>
        </p:spPr>
        <p:txBody>
          <a:bodyPr/>
          <a:lstStyle/>
          <a:p>
            <a:endParaRPr lang="ja-JP" altLang="en-US"/>
          </a:p>
        </p:txBody>
      </p:sp>
      <p:sp>
        <p:nvSpPr>
          <p:cNvPr id="696" name="Shape 693"/>
          <p:cNvSpPr/>
          <p:nvPr/>
        </p:nvSpPr>
        <p:spPr>
          <a:xfrm>
            <a:off x="6373368" y="3200400"/>
            <a:ext cx="228600" cy="228600"/>
          </a:xfrm>
          <a:prstGeom prst="rect">
            <a:avLst/>
          </a:prstGeom>
          <a:solidFill>
            <a:schemeClr val="accent1">
              <a:alpha val="10000"/>
            </a:schemeClr>
          </a:solidFill>
          <a:ln w="6350">
            <a:solidFill>
              <a:schemeClr val="bg1"/>
            </a:solidFill>
            <a:prstDash val="solid"/>
          </a:ln>
        </p:spPr>
        <p:txBody>
          <a:bodyPr/>
          <a:lstStyle/>
          <a:p>
            <a:endParaRPr lang="ja-JP" altLang="en-US"/>
          </a:p>
        </p:txBody>
      </p:sp>
      <p:sp>
        <p:nvSpPr>
          <p:cNvPr id="697" name="Shape 694"/>
          <p:cNvSpPr/>
          <p:nvPr/>
        </p:nvSpPr>
        <p:spPr>
          <a:xfrm>
            <a:off x="6620256" y="3200400"/>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98" name="Shape 695"/>
          <p:cNvSpPr/>
          <p:nvPr/>
        </p:nvSpPr>
        <p:spPr>
          <a:xfrm>
            <a:off x="4892040" y="3447288"/>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99" name="Shape 696"/>
          <p:cNvSpPr/>
          <p:nvPr/>
        </p:nvSpPr>
        <p:spPr>
          <a:xfrm>
            <a:off x="5138928" y="3447288"/>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700" name="Shape 697"/>
          <p:cNvSpPr/>
          <p:nvPr/>
        </p:nvSpPr>
        <p:spPr>
          <a:xfrm>
            <a:off x="5385816" y="3447288"/>
            <a:ext cx="228600" cy="228600"/>
          </a:xfrm>
          <a:prstGeom prst="rect">
            <a:avLst/>
          </a:prstGeom>
          <a:solidFill>
            <a:schemeClr val="accent1">
              <a:alpha val="81000"/>
            </a:schemeClr>
          </a:solidFill>
          <a:ln w="6350">
            <a:solidFill>
              <a:schemeClr val="bg1"/>
            </a:solidFill>
            <a:prstDash val="solid"/>
          </a:ln>
        </p:spPr>
        <p:txBody>
          <a:bodyPr/>
          <a:lstStyle/>
          <a:p>
            <a:endParaRPr lang="ja-JP" altLang="en-US"/>
          </a:p>
        </p:txBody>
      </p:sp>
      <p:sp>
        <p:nvSpPr>
          <p:cNvPr id="701" name="Shape 698"/>
          <p:cNvSpPr/>
          <p:nvPr/>
        </p:nvSpPr>
        <p:spPr>
          <a:xfrm>
            <a:off x="5632704" y="3447288"/>
            <a:ext cx="228600" cy="228600"/>
          </a:xfrm>
          <a:prstGeom prst="rect">
            <a:avLst/>
          </a:prstGeom>
          <a:solidFill>
            <a:schemeClr val="accent1"/>
          </a:solidFill>
          <a:ln w="6350">
            <a:solidFill>
              <a:schemeClr val="bg1"/>
            </a:solidFill>
            <a:prstDash val="solid"/>
          </a:ln>
        </p:spPr>
        <p:txBody>
          <a:bodyPr/>
          <a:lstStyle/>
          <a:p>
            <a:endParaRPr lang="ja-JP" altLang="en-US"/>
          </a:p>
        </p:txBody>
      </p:sp>
      <p:sp>
        <p:nvSpPr>
          <p:cNvPr id="702" name="Shape 699"/>
          <p:cNvSpPr/>
          <p:nvPr/>
        </p:nvSpPr>
        <p:spPr>
          <a:xfrm>
            <a:off x="5879592" y="3447288"/>
            <a:ext cx="228600" cy="228600"/>
          </a:xfrm>
          <a:prstGeom prst="rect">
            <a:avLst/>
          </a:prstGeom>
          <a:solidFill>
            <a:schemeClr val="accent1">
              <a:alpha val="16000"/>
            </a:schemeClr>
          </a:solidFill>
          <a:ln w="6350">
            <a:solidFill>
              <a:schemeClr val="bg1"/>
            </a:solidFill>
            <a:prstDash val="solid"/>
          </a:ln>
        </p:spPr>
        <p:txBody>
          <a:bodyPr/>
          <a:lstStyle/>
          <a:p>
            <a:endParaRPr lang="ja-JP" altLang="en-US"/>
          </a:p>
        </p:txBody>
      </p:sp>
      <p:sp>
        <p:nvSpPr>
          <p:cNvPr id="703" name="Shape 700"/>
          <p:cNvSpPr/>
          <p:nvPr/>
        </p:nvSpPr>
        <p:spPr>
          <a:xfrm>
            <a:off x="6126480" y="3447288"/>
            <a:ext cx="228600" cy="228600"/>
          </a:xfrm>
          <a:prstGeom prst="rect">
            <a:avLst/>
          </a:prstGeom>
          <a:solidFill>
            <a:schemeClr val="accent1">
              <a:alpha val="20000"/>
            </a:schemeClr>
          </a:solidFill>
          <a:ln w="6350">
            <a:solidFill>
              <a:schemeClr val="bg1"/>
            </a:solidFill>
            <a:prstDash val="solid"/>
          </a:ln>
        </p:spPr>
        <p:txBody>
          <a:bodyPr/>
          <a:lstStyle/>
          <a:p>
            <a:endParaRPr lang="ja-JP" altLang="en-US"/>
          </a:p>
        </p:txBody>
      </p:sp>
      <p:sp>
        <p:nvSpPr>
          <p:cNvPr id="704" name="Shape 701"/>
          <p:cNvSpPr/>
          <p:nvPr/>
        </p:nvSpPr>
        <p:spPr>
          <a:xfrm>
            <a:off x="6373368" y="3447288"/>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705" name="Shape 702"/>
          <p:cNvSpPr/>
          <p:nvPr/>
        </p:nvSpPr>
        <p:spPr>
          <a:xfrm>
            <a:off x="6620256" y="3447288"/>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706" name="Shape 703"/>
          <p:cNvSpPr/>
          <p:nvPr/>
        </p:nvSpPr>
        <p:spPr>
          <a:xfrm>
            <a:off x="4892040" y="3694176"/>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707" name="Shape 704"/>
          <p:cNvSpPr/>
          <p:nvPr/>
        </p:nvSpPr>
        <p:spPr>
          <a:xfrm>
            <a:off x="5138928" y="3694176"/>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708" name="Shape 705"/>
          <p:cNvSpPr/>
          <p:nvPr/>
        </p:nvSpPr>
        <p:spPr>
          <a:xfrm>
            <a:off x="5385816" y="3694176"/>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709" name="Shape 706"/>
          <p:cNvSpPr/>
          <p:nvPr/>
        </p:nvSpPr>
        <p:spPr>
          <a:xfrm>
            <a:off x="5632704" y="3694176"/>
            <a:ext cx="228600" cy="228600"/>
          </a:xfrm>
          <a:prstGeom prst="rect">
            <a:avLst/>
          </a:prstGeom>
          <a:solidFill>
            <a:schemeClr val="accent1">
              <a:alpha val="72000"/>
            </a:schemeClr>
          </a:solidFill>
          <a:ln w="6350">
            <a:solidFill>
              <a:schemeClr val="bg1"/>
            </a:solidFill>
            <a:prstDash val="solid"/>
          </a:ln>
        </p:spPr>
        <p:txBody>
          <a:bodyPr/>
          <a:lstStyle/>
          <a:p>
            <a:endParaRPr lang="ja-JP" altLang="en-US"/>
          </a:p>
        </p:txBody>
      </p:sp>
      <p:sp>
        <p:nvSpPr>
          <p:cNvPr id="710" name="Shape 707"/>
          <p:cNvSpPr/>
          <p:nvPr/>
        </p:nvSpPr>
        <p:spPr>
          <a:xfrm>
            <a:off x="5879592" y="3694176"/>
            <a:ext cx="228600" cy="228600"/>
          </a:xfrm>
          <a:prstGeom prst="rect">
            <a:avLst/>
          </a:prstGeom>
          <a:solidFill>
            <a:schemeClr val="accent1">
              <a:alpha val="20000"/>
            </a:schemeClr>
          </a:solidFill>
          <a:ln w="6350">
            <a:solidFill>
              <a:schemeClr val="bg1"/>
            </a:solidFill>
            <a:prstDash val="solid"/>
          </a:ln>
        </p:spPr>
        <p:txBody>
          <a:bodyPr/>
          <a:lstStyle/>
          <a:p>
            <a:endParaRPr lang="ja-JP" altLang="en-US"/>
          </a:p>
        </p:txBody>
      </p:sp>
      <p:sp>
        <p:nvSpPr>
          <p:cNvPr id="711" name="Shape 708"/>
          <p:cNvSpPr/>
          <p:nvPr/>
        </p:nvSpPr>
        <p:spPr>
          <a:xfrm>
            <a:off x="6126480" y="3694176"/>
            <a:ext cx="228600" cy="228600"/>
          </a:xfrm>
          <a:prstGeom prst="rect">
            <a:avLst/>
          </a:prstGeom>
          <a:solidFill>
            <a:schemeClr val="accent1">
              <a:alpha val="9000"/>
            </a:schemeClr>
          </a:solidFill>
          <a:ln w="6350">
            <a:solidFill>
              <a:schemeClr val="bg1"/>
            </a:solidFill>
            <a:prstDash val="solid"/>
          </a:ln>
        </p:spPr>
        <p:txBody>
          <a:bodyPr/>
          <a:lstStyle/>
          <a:p>
            <a:endParaRPr lang="ja-JP" altLang="en-US"/>
          </a:p>
        </p:txBody>
      </p:sp>
      <p:sp>
        <p:nvSpPr>
          <p:cNvPr id="712" name="Shape 709"/>
          <p:cNvSpPr/>
          <p:nvPr/>
        </p:nvSpPr>
        <p:spPr>
          <a:xfrm>
            <a:off x="6373368" y="3694176"/>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713" name="Shape 710"/>
          <p:cNvSpPr/>
          <p:nvPr/>
        </p:nvSpPr>
        <p:spPr>
          <a:xfrm>
            <a:off x="6620256" y="3694176"/>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714" name="Shape 711"/>
          <p:cNvSpPr/>
          <p:nvPr/>
        </p:nvSpPr>
        <p:spPr>
          <a:xfrm>
            <a:off x="7086600" y="2011680"/>
            <a:ext cx="411480" cy="411480"/>
          </a:xfrm>
          <a:prstGeom prst="roundRect">
            <a:avLst>
              <a:gd name="adj" fmla="val 13333"/>
            </a:avLst>
          </a:prstGeom>
          <a:solidFill>
            <a:schemeClr val="accent2"/>
          </a:solidFill>
          <a:ln w="12700">
            <a:solidFill>
              <a:schemeClr val="accent2"/>
            </a:solidFill>
            <a:prstDash val="solid"/>
          </a:ln>
        </p:spPr>
        <p:txBody>
          <a:bodyPr/>
          <a:lstStyle/>
          <a:p>
            <a:endParaRPr lang="ja-JP" altLang="en-US"/>
          </a:p>
        </p:txBody>
      </p:sp>
      <p:sp>
        <p:nvSpPr>
          <p:cNvPr id="715" name="Text 712"/>
          <p:cNvSpPr txBox="1"/>
          <p:nvPr/>
        </p:nvSpPr>
        <p:spPr>
          <a:xfrm>
            <a:off x="7086600" y="2011680"/>
            <a:ext cx="411480" cy="411480"/>
          </a:xfrm>
          <a:prstGeom prst="rect">
            <a:avLst/>
          </a:prstGeom>
          <a:noFill/>
          <a:ln/>
        </p:spPr>
        <p:txBody>
          <a:bodyPr wrap="square" lIns="0" tIns="0" rIns="0" bIns="0" rtlCol="0" anchor="ctr"/>
          <a:lstStyle/>
          <a:p>
            <a:pPr marL="0" indent="0" algn="ctr">
              <a:buNone/>
            </a:pPr>
            <a:r>
              <a:rPr lang="en-US" sz="1500" b="1" dirty="0">
                <a:solidFill>
                  <a:schemeClr val="bg1"/>
                </a:solidFill>
              </a:rPr>
              <a:t>0</a:t>
            </a:r>
            <a:endParaRPr lang="en-US" sz="1500" dirty="0"/>
          </a:p>
        </p:txBody>
      </p:sp>
      <p:sp>
        <p:nvSpPr>
          <p:cNvPr id="716" name="Text 713"/>
          <p:cNvSpPr txBox="1"/>
          <p:nvPr/>
        </p:nvSpPr>
        <p:spPr>
          <a:xfrm>
            <a:off x="7543800" y="2011680"/>
            <a:ext cx="365760" cy="411480"/>
          </a:xfrm>
          <a:prstGeom prst="rect">
            <a:avLst/>
          </a:prstGeom>
          <a:noFill/>
          <a:ln/>
        </p:spPr>
        <p:txBody>
          <a:bodyPr wrap="square" lIns="0" tIns="0" rIns="0" bIns="0" rtlCol="0" anchor="ctr"/>
          <a:lstStyle/>
          <a:p>
            <a:pPr marL="0" indent="0">
              <a:buNone/>
            </a:pPr>
            <a:r>
              <a:rPr lang="en-US" sz="2000" b="1" dirty="0">
                <a:solidFill>
                  <a:schemeClr val="tx1"/>
                </a:solidFill>
              </a:rPr>
              <a:t>→</a:t>
            </a:r>
            <a:endParaRPr lang="en-US" sz="2000" dirty="0"/>
          </a:p>
        </p:txBody>
      </p:sp>
      <p:sp>
        <p:nvSpPr>
          <p:cNvPr id="717" name="Shape 714"/>
          <p:cNvSpPr/>
          <p:nvPr/>
        </p:nvSpPr>
        <p:spPr>
          <a:xfrm>
            <a:off x="7909560" y="2011680"/>
            <a:ext cx="411480" cy="411480"/>
          </a:xfrm>
          <a:prstGeom prst="roundRect">
            <a:avLst>
              <a:gd name="adj" fmla="val 13333"/>
            </a:avLst>
          </a:prstGeom>
          <a:solidFill>
            <a:schemeClr val="accent1"/>
          </a:solidFill>
          <a:ln w="12700">
            <a:solidFill>
              <a:schemeClr val="accent1"/>
            </a:solidFill>
            <a:prstDash val="solid"/>
          </a:ln>
        </p:spPr>
        <p:txBody>
          <a:bodyPr/>
          <a:lstStyle/>
          <a:p>
            <a:endParaRPr lang="ja-JP" altLang="en-US"/>
          </a:p>
        </p:txBody>
      </p:sp>
      <p:sp>
        <p:nvSpPr>
          <p:cNvPr id="718" name="Text 715"/>
          <p:cNvSpPr txBox="1"/>
          <p:nvPr/>
        </p:nvSpPr>
        <p:spPr>
          <a:xfrm>
            <a:off x="7909560" y="2011680"/>
            <a:ext cx="411480" cy="411480"/>
          </a:xfrm>
          <a:prstGeom prst="rect">
            <a:avLst/>
          </a:prstGeom>
          <a:noFill/>
          <a:ln/>
        </p:spPr>
        <p:txBody>
          <a:bodyPr wrap="square" lIns="0" tIns="0" rIns="0" bIns="0" rtlCol="0" anchor="ctr"/>
          <a:lstStyle/>
          <a:p>
            <a:pPr marL="0" indent="0" algn="ctr">
              <a:buNone/>
            </a:pPr>
            <a:r>
              <a:rPr lang="en-US" sz="1500" b="1" dirty="0">
                <a:solidFill>
                  <a:schemeClr val="bg1"/>
                </a:solidFill>
              </a:rPr>
              <a:t>6</a:t>
            </a:r>
            <a:endParaRPr lang="en-US" sz="1500" dirty="0"/>
          </a:p>
        </p:txBody>
      </p:sp>
      <p:sp>
        <p:nvSpPr>
          <p:cNvPr id="719" name="Text 716"/>
          <p:cNvSpPr txBox="1"/>
          <p:nvPr/>
        </p:nvSpPr>
        <p:spPr>
          <a:xfrm>
            <a:off x="7086600" y="2560320"/>
            <a:ext cx="4297680" cy="365760"/>
          </a:xfrm>
          <a:prstGeom prst="rect">
            <a:avLst/>
          </a:prstGeom>
          <a:noFill/>
          <a:ln/>
        </p:spPr>
        <p:txBody>
          <a:bodyPr wrap="square" lIns="0" tIns="0" rIns="0" bIns="0" rtlCol="0" anchor="t"/>
          <a:lstStyle/>
          <a:p>
            <a:pPr marL="0" indent="0">
              <a:buNone/>
            </a:pPr>
            <a:r>
              <a:rPr lang="en-US" sz="1600" b="1" dirty="0">
                <a:solidFill>
                  <a:schemeClr val="tx1"/>
                </a:solidFill>
              </a:rPr>
              <a:t>軸1　出力の動きの90%</a:t>
            </a:r>
            <a:endParaRPr lang="en-US" sz="1600" dirty="0"/>
          </a:p>
        </p:txBody>
      </p:sp>
      <p:sp>
        <p:nvSpPr>
          <p:cNvPr id="720" name="Text 717"/>
          <p:cNvSpPr txBox="1"/>
          <p:nvPr/>
        </p:nvSpPr>
        <p:spPr>
          <a:xfrm>
            <a:off x="7086600" y="2926080"/>
            <a:ext cx="4297680" cy="640080"/>
          </a:xfrm>
          <a:prstGeom prst="rect">
            <a:avLst/>
          </a:prstGeom>
          <a:noFill/>
          <a:ln/>
        </p:spPr>
        <p:txBody>
          <a:bodyPr wrap="square" lIns="0" tIns="0" rIns="0" bIns="0" rtlCol="0" anchor="t"/>
          <a:lstStyle/>
          <a:p>
            <a:pPr marL="0" indent="0">
              <a:buNone/>
            </a:pPr>
            <a:r>
              <a:rPr lang="en-US" sz="1300" dirty="0">
                <a:solidFill>
                  <a:schemeClr val="tx2"/>
                </a:solidFill>
              </a:rPr>
              <a:t>左の縦線（赤）が6寄り，上の閉じた弧（青）が0寄り</a:t>
            </a:r>
            <a:endParaRPr lang="en-US" sz="1300" dirty="0"/>
          </a:p>
        </p:txBody>
      </p:sp>
      <p:sp>
        <p:nvSpPr>
          <p:cNvPr id="721" name="Shape 718"/>
          <p:cNvSpPr/>
          <p:nvPr/>
        </p:nvSpPr>
        <p:spPr>
          <a:xfrm>
            <a:off x="7086600" y="3749040"/>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22" name="Shape 719"/>
          <p:cNvSpPr/>
          <p:nvPr/>
        </p:nvSpPr>
        <p:spPr>
          <a:xfrm>
            <a:off x="7214616" y="3749040"/>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23" name="Shape 720"/>
          <p:cNvSpPr/>
          <p:nvPr/>
        </p:nvSpPr>
        <p:spPr>
          <a:xfrm>
            <a:off x="7342632" y="3749040"/>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24" name="Shape 721"/>
          <p:cNvSpPr/>
          <p:nvPr/>
        </p:nvSpPr>
        <p:spPr>
          <a:xfrm>
            <a:off x="7470648" y="3749040"/>
            <a:ext cx="118872" cy="118872"/>
          </a:xfrm>
          <a:prstGeom prst="rect">
            <a:avLst/>
          </a:prstGeom>
          <a:solidFill>
            <a:schemeClr val="accent5">
              <a:alpha val="10000"/>
            </a:schemeClr>
          </a:solidFill>
          <a:ln w="6350">
            <a:solidFill>
              <a:schemeClr val="bg1"/>
            </a:solidFill>
            <a:prstDash val="solid"/>
          </a:ln>
        </p:spPr>
        <p:txBody>
          <a:bodyPr/>
          <a:lstStyle/>
          <a:p>
            <a:endParaRPr lang="ja-JP" altLang="en-US"/>
          </a:p>
        </p:txBody>
      </p:sp>
      <p:sp>
        <p:nvSpPr>
          <p:cNvPr id="725" name="Shape 722"/>
          <p:cNvSpPr/>
          <p:nvPr/>
        </p:nvSpPr>
        <p:spPr>
          <a:xfrm>
            <a:off x="7598664" y="3749040"/>
            <a:ext cx="118872" cy="118872"/>
          </a:xfrm>
          <a:prstGeom prst="rect">
            <a:avLst/>
          </a:prstGeom>
          <a:solidFill>
            <a:schemeClr val="accent5">
              <a:alpha val="12000"/>
            </a:schemeClr>
          </a:solidFill>
          <a:ln w="6350">
            <a:solidFill>
              <a:schemeClr val="bg1"/>
            </a:solidFill>
            <a:prstDash val="solid"/>
          </a:ln>
        </p:spPr>
        <p:txBody>
          <a:bodyPr/>
          <a:lstStyle/>
          <a:p>
            <a:endParaRPr lang="ja-JP" altLang="en-US"/>
          </a:p>
        </p:txBody>
      </p:sp>
      <p:sp>
        <p:nvSpPr>
          <p:cNvPr id="726" name="Shape 723"/>
          <p:cNvSpPr/>
          <p:nvPr/>
        </p:nvSpPr>
        <p:spPr>
          <a:xfrm>
            <a:off x="7726680" y="3749040"/>
            <a:ext cx="118872" cy="118872"/>
          </a:xfrm>
          <a:prstGeom prst="rect">
            <a:avLst/>
          </a:prstGeom>
          <a:solidFill>
            <a:schemeClr val="accent5">
              <a:alpha val="4000"/>
            </a:schemeClr>
          </a:solidFill>
          <a:ln w="6350">
            <a:solidFill>
              <a:schemeClr val="bg1"/>
            </a:solidFill>
            <a:prstDash val="solid"/>
          </a:ln>
        </p:spPr>
        <p:txBody>
          <a:bodyPr/>
          <a:lstStyle/>
          <a:p>
            <a:endParaRPr lang="ja-JP" altLang="en-US"/>
          </a:p>
        </p:txBody>
      </p:sp>
      <p:sp>
        <p:nvSpPr>
          <p:cNvPr id="727" name="Shape 724"/>
          <p:cNvSpPr/>
          <p:nvPr/>
        </p:nvSpPr>
        <p:spPr>
          <a:xfrm>
            <a:off x="7854696" y="3749040"/>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28" name="Shape 725"/>
          <p:cNvSpPr/>
          <p:nvPr/>
        </p:nvSpPr>
        <p:spPr>
          <a:xfrm>
            <a:off x="7982712" y="3749040"/>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29" name="Shape 726"/>
          <p:cNvSpPr/>
          <p:nvPr/>
        </p:nvSpPr>
        <p:spPr>
          <a:xfrm>
            <a:off x="7086600" y="3877056"/>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30" name="Shape 727"/>
          <p:cNvSpPr/>
          <p:nvPr/>
        </p:nvSpPr>
        <p:spPr>
          <a:xfrm>
            <a:off x="7214616" y="3877056"/>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31" name="Shape 728"/>
          <p:cNvSpPr/>
          <p:nvPr/>
        </p:nvSpPr>
        <p:spPr>
          <a:xfrm>
            <a:off x="7342632" y="3877056"/>
            <a:ext cx="118872" cy="118872"/>
          </a:xfrm>
          <a:prstGeom prst="rect">
            <a:avLst/>
          </a:prstGeom>
          <a:solidFill>
            <a:schemeClr val="accent5">
              <a:alpha val="11000"/>
            </a:schemeClr>
          </a:solidFill>
          <a:ln w="6350">
            <a:solidFill>
              <a:schemeClr val="bg1"/>
            </a:solidFill>
            <a:prstDash val="solid"/>
          </a:ln>
        </p:spPr>
        <p:txBody>
          <a:bodyPr/>
          <a:lstStyle/>
          <a:p>
            <a:endParaRPr lang="ja-JP" altLang="en-US"/>
          </a:p>
        </p:txBody>
      </p:sp>
      <p:sp>
        <p:nvSpPr>
          <p:cNvPr id="732" name="Shape 729"/>
          <p:cNvSpPr/>
          <p:nvPr/>
        </p:nvSpPr>
        <p:spPr>
          <a:xfrm>
            <a:off x="7470648" y="3877056"/>
            <a:ext cx="118872" cy="11887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733" name="Shape 730"/>
          <p:cNvSpPr/>
          <p:nvPr/>
        </p:nvSpPr>
        <p:spPr>
          <a:xfrm>
            <a:off x="7598664" y="3877056"/>
            <a:ext cx="118872" cy="118872"/>
          </a:xfrm>
          <a:prstGeom prst="rect">
            <a:avLst/>
          </a:prstGeom>
          <a:solidFill>
            <a:schemeClr val="accent5">
              <a:alpha val="12000"/>
            </a:schemeClr>
          </a:solidFill>
          <a:ln w="6350">
            <a:solidFill>
              <a:schemeClr val="bg1"/>
            </a:solidFill>
            <a:prstDash val="solid"/>
          </a:ln>
        </p:spPr>
        <p:txBody>
          <a:bodyPr/>
          <a:lstStyle/>
          <a:p>
            <a:endParaRPr lang="ja-JP" altLang="en-US"/>
          </a:p>
        </p:txBody>
      </p:sp>
      <p:sp>
        <p:nvSpPr>
          <p:cNvPr id="734" name="Shape 731"/>
          <p:cNvSpPr/>
          <p:nvPr/>
        </p:nvSpPr>
        <p:spPr>
          <a:xfrm>
            <a:off x="7726680" y="3877056"/>
            <a:ext cx="118872" cy="118872"/>
          </a:xfrm>
          <a:prstGeom prst="rect">
            <a:avLst/>
          </a:prstGeom>
          <a:solidFill>
            <a:schemeClr val="accent5">
              <a:alpha val="14000"/>
            </a:schemeClr>
          </a:solidFill>
          <a:ln w="6350">
            <a:solidFill>
              <a:schemeClr val="bg1"/>
            </a:solidFill>
            <a:prstDash val="solid"/>
          </a:ln>
        </p:spPr>
        <p:txBody>
          <a:bodyPr/>
          <a:lstStyle/>
          <a:p>
            <a:endParaRPr lang="ja-JP" altLang="en-US"/>
          </a:p>
        </p:txBody>
      </p:sp>
      <p:sp>
        <p:nvSpPr>
          <p:cNvPr id="735" name="Shape 732"/>
          <p:cNvSpPr/>
          <p:nvPr/>
        </p:nvSpPr>
        <p:spPr>
          <a:xfrm>
            <a:off x="7854696" y="3877056"/>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36" name="Shape 733"/>
          <p:cNvSpPr/>
          <p:nvPr/>
        </p:nvSpPr>
        <p:spPr>
          <a:xfrm>
            <a:off x="7982712" y="3877056"/>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37" name="Shape 734"/>
          <p:cNvSpPr/>
          <p:nvPr/>
        </p:nvSpPr>
        <p:spPr>
          <a:xfrm>
            <a:off x="7086600" y="4005072"/>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38" name="Shape 735"/>
          <p:cNvSpPr/>
          <p:nvPr/>
        </p:nvSpPr>
        <p:spPr>
          <a:xfrm>
            <a:off x="7214616" y="4005072"/>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39" name="Shape 736"/>
          <p:cNvSpPr/>
          <p:nvPr/>
        </p:nvSpPr>
        <p:spPr>
          <a:xfrm>
            <a:off x="7342632" y="4005072"/>
            <a:ext cx="118872" cy="11887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740" name="Shape 737"/>
          <p:cNvSpPr/>
          <p:nvPr/>
        </p:nvSpPr>
        <p:spPr>
          <a:xfrm>
            <a:off x="7470648" y="4005072"/>
            <a:ext cx="118872" cy="118872"/>
          </a:xfrm>
          <a:prstGeom prst="rect">
            <a:avLst/>
          </a:prstGeom>
          <a:solidFill>
            <a:schemeClr val="accent5">
              <a:alpha val="8000"/>
            </a:schemeClr>
          </a:solidFill>
          <a:ln w="6350">
            <a:solidFill>
              <a:schemeClr val="bg1"/>
            </a:solidFill>
            <a:prstDash val="solid"/>
          </a:ln>
        </p:spPr>
        <p:txBody>
          <a:bodyPr/>
          <a:lstStyle/>
          <a:p>
            <a:endParaRPr lang="ja-JP" altLang="en-US"/>
          </a:p>
        </p:txBody>
      </p:sp>
      <p:sp>
        <p:nvSpPr>
          <p:cNvPr id="741" name="Shape 738"/>
          <p:cNvSpPr/>
          <p:nvPr/>
        </p:nvSpPr>
        <p:spPr>
          <a:xfrm>
            <a:off x="7598664" y="4005072"/>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42" name="Shape 739"/>
          <p:cNvSpPr/>
          <p:nvPr/>
        </p:nvSpPr>
        <p:spPr>
          <a:xfrm>
            <a:off x="7726680" y="4005072"/>
            <a:ext cx="118872" cy="118872"/>
          </a:xfrm>
          <a:prstGeom prst="rect">
            <a:avLst/>
          </a:prstGeom>
          <a:solidFill>
            <a:schemeClr val="accent5">
              <a:alpha val="3000"/>
            </a:schemeClr>
          </a:solidFill>
          <a:ln w="6350">
            <a:solidFill>
              <a:schemeClr val="bg1"/>
            </a:solidFill>
            <a:prstDash val="solid"/>
          </a:ln>
        </p:spPr>
        <p:txBody>
          <a:bodyPr/>
          <a:lstStyle/>
          <a:p>
            <a:endParaRPr lang="ja-JP" altLang="en-US"/>
          </a:p>
        </p:txBody>
      </p:sp>
      <p:sp>
        <p:nvSpPr>
          <p:cNvPr id="743" name="Shape 740"/>
          <p:cNvSpPr/>
          <p:nvPr/>
        </p:nvSpPr>
        <p:spPr>
          <a:xfrm>
            <a:off x="7854696" y="4005072"/>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44" name="Shape 741"/>
          <p:cNvSpPr/>
          <p:nvPr/>
        </p:nvSpPr>
        <p:spPr>
          <a:xfrm>
            <a:off x="7982712" y="4005072"/>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45" name="Shape 742"/>
          <p:cNvSpPr/>
          <p:nvPr/>
        </p:nvSpPr>
        <p:spPr>
          <a:xfrm>
            <a:off x="7086600" y="4133088"/>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46" name="Shape 743"/>
          <p:cNvSpPr/>
          <p:nvPr/>
        </p:nvSpPr>
        <p:spPr>
          <a:xfrm>
            <a:off x="7214616" y="4133088"/>
            <a:ext cx="118872" cy="118872"/>
          </a:xfrm>
          <a:prstGeom prst="rect">
            <a:avLst/>
          </a:prstGeom>
          <a:solidFill>
            <a:schemeClr val="accent5">
              <a:alpha val="4000"/>
            </a:schemeClr>
          </a:solidFill>
          <a:ln w="6350">
            <a:solidFill>
              <a:schemeClr val="bg1"/>
            </a:solidFill>
            <a:prstDash val="solid"/>
          </a:ln>
        </p:spPr>
        <p:txBody>
          <a:bodyPr/>
          <a:lstStyle/>
          <a:p>
            <a:endParaRPr lang="ja-JP" altLang="en-US"/>
          </a:p>
        </p:txBody>
      </p:sp>
      <p:sp>
        <p:nvSpPr>
          <p:cNvPr id="747" name="Shape 744"/>
          <p:cNvSpPr/>
          <p:nvPr/>
        </p:nvSpPr>
        <p:spPr>
          <a:xfrm>
            <a:off x="7342632" y="4133088"/>
            <a:ext cx="118872" cy="11887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748" name="Shape 745"/>
          <p:cNvSpPr/>
          <p:nvPr/>
        </p:nvSpPr>
        <p:spPr>
          <a:xfrm>
            <a:off x="7470648" y="4133088"/>
            <a:ext cx="118872" cy="118872"/>
          </a:xfrm>
          <a:prstGeom prst="rect">
            <a:avLst/>
          </a:prstGeom>
          <a:solidFill>
            <a:schemeClr val="accent5">
              <a:alpha val="6000"/>
            </a:schemeClr>
          </a:solidFill>
          <a:ln w="6350">
            <a:solidFill>
              <a:schemeClr val="bg1"/>
            </a:solidFill>
            <a:prstDash val="solid"/>
          </a:ln>
        </p:spPr>
        <p:txBody>
          <a:bodyPr/>
          <a:lstStyle/>
          <a:p>
            <a:endParaRPr lang="ja-JP" altLang="en-US"/>
          </a:p>
        </p:txBody>
      </p:sp>
      <p:sp>
        <p:nvSpPr>
          <p:cNvPr id="749" name="Shape 746"/>
          <p:cNvSpPr/>
          <p:nvPr/>
        </p:nvSpPr>
        <p:spPr>
          <a:xfrm>
            <a:off x="7598664" y="4133088"/>
            <a:ext cx="118872" cy="118872"/>
          </a:xfrm>
          <a:prstGeom prst="rect">
            <a:avLst/>
          </a:prstGeom>
          <a:solidFill>
            <a:schemeClr val="accent5">
              <a:alpha val="13000"/>
            </a:schemeClr>
          </a:solidFill>
          <a:ln w="6350">
            <a:solidFill>
              <a:schemeClr val="bg1"/>
            </a:solidFill>
            <a:prstDash val="solid"/>
          </a:ln>
        </p:spPr>
        <p:txBody>
          <a:bodyPr/>
          <a:lstStyle/>
          <a:p>
            <a:endParaRPr lang="ja-JP" altLang="en-US"/>
          </a:p>
        </p:txBody>
      </p:sp>
      <p:sp>
        <p:nvSpPr>
          <p:cNvPr id="750" name="Shape 747"/>
          <p:cNvSpPr/>
          <p:nvPr/>
        </p:nvSpPr>
        <p:spPr>
          <a:xfrm>
            <a:off x="7726680" y="4133088"/>
            <a:ext cx="118872" cy="118872"/>
          </a:xfrm>
          <a:prstGeom prst="rect">
            <a:avLst/>
          </a:prstGeom>
          <a:solidFill>
            <a:schemeClr val="accent5">
              <a:alpha val="8000"/>
            </a:schemeClr>
          </a:solidFill>
          <a:ln w="6350">
            <a:solidFill>
              <a:schemeClr val="bg1"/>
            </a:solidFill>
            <a:prstDash val="solid"/>
          </a:ln>
        </p:spPr>
        <p:txBody>
          <a:bodyPr/>
          <a:lstStyle/>
          <a:p>
            <a:endParaRPr lang="ja-JP" altLang="en-US"/>
          </a:p>
        </p:txBody>
      </p:sp>
      <p:sp>
        <p:nvSpPr>
          <p:cNvPr id="751" name="Shape 748"/>
          <p:cNvSpPr/>
          <p:nvPr/>
        </p:nvSpPr>
        <p:spPr>
          <a:xfrm>
            <a:off x="7854696" y="4133088"/>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52" name="Shape 749"/>
          <p:cNvSpPr/>
          <p:nvPr/>
        </p:nvSpPr>
        <p:spPr>
          <a:xfrm>
            <a:off x="7982712" y="4133088"/>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53" name="Shape 750"/>
          <p:cNvSpPr/>
          <p:nvPr/>
        </p:nvSpPr>
        <p:spPr>
          <a:xfrm>
            <a:off x="7086600" y="4261104"/>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54" name="Shape 751"/>
          <p:cNvSpPr/>
          <p:nvPr/>
        </p:nvSpPr>
        <p:spPr>
          <a:xfrm>
            <a:off x="7214616" y="4261104"/>
            <a:ext cx="118872" cy="118872"/>
          </a:xfrm>
          <a:prstGeom prst="rect">
            <a:avLst/>
          </a:prstGeom>
          <a:solidFill>
            <a:schemeClr val="accent5">
              <a:alpha val="7000"/>
            </a:schemeClr>
          </a:solidFill>
          <a:ln w="6350">
            <a:solidFill>
              <a:schemeClr val="bg1"/>
            </a:solidFill>
            <a:prstDash val="solid"/>
          </a:ln>
        </p:spPr>
        <p:txBody>
          <a:bodyPr/>
          <a:lstStyle/>
          <a:p>
            <a:endParaRPr lang="ja-JP" altLang="en-US"/>
          </a:p>
        </p:txBody>
      </p:sp>
      <p:sp>
        <p:nvSpPr>
          <p:cNvPr id="755" name="Shape 752"/>
          <p:cNvSpPr/>
          <p:nvPr/>
        </p:nvSpPr>
        <p:spPr>
          <a:xfrm>
            <a:off x="7342632" y="4261104"/>
            <a:ext cx="118872" cy="11887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756" name="Shape 753"/>
          <p:cNvSpPr/>
          <p:nvPr/>
        </p:nvSpPr>
        <p:spPr>
          <a:xfrm>
            <a:off x="7470648" y="4261104"/>
            <a:ext cx="118872" cy="11887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757" name="Shape 754"/>
          <p:cNvSpPr/>
          <p:nvPr/>
        </p:nvSpPr>
        <p:spPr>
          <a:xfrm>
            <a:off x="7598664" y="4261104"/>
            <a:ext cx="118872" cy="11887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758" name="Shape 755"/>
          <p:cNvSpPr/>
          <p:nvPr/>
        </p:nvSpPr>
        <p:spPr>
          <a:xfrm>
            <a:off x="7726680" y="4261104"/>
            <a:ext cx="118872" cy="11887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759" name="Shape 756"/>
          <p:cNvSpPr/>
          <p:nvPr/>
        </p:nvSpPr>
        <p:spPr>
          <a:xfrm>
            <a:off x="7854696" y="4261104"/>
            <a:ext cx="118872" cy="118872"/>
          </a:xfrm>
          <a:prstGeom prst="rect">
            <a:avLst/>
          </a:prstGeom>
          <a:solidFill>
            <a:schemeClr val="accent5">
              <a:alpha val="6000"/>
            </a:schemeClr>
          </a:solidFill>
          <a:ln w="6350">
            <a:solidFill>
              <a:schemeClr val="bg1"/>
            </a:solidFill>
            <a:prstDash val="solid"/>
          </a:ln>
        </p:spPr>
        <p:txBody>
          <a:bodyPr/>
          <a:lstStyle/>
          <a:p>
            <a:endParaRPr lang="ja-JP" altLang="en-US"/>
          </a:p>
        </p:txBody>
      </p:sp>
      <p:sp>
        <p:nvSpPr>
          <p:cNvPr id="760" name="Shape 757"/>
          <p:cNvSpPr/>
          <p:nvPr/>
        </p:nvSpPr>
        <p:spPr>
          <a:xfrm>
            <a:off x="7982712" y="4261104"/>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61" name="Shape 758"/>
          <p:cNvSpPr/>
          <p:nvPr/>
        </p:nvSpPr>
        <p:spPr>
          <a:xfrm>
            <a:off x="7086600" y="4389120"/>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62" name="Shape 759"/>
          <p:cNvSpPr/>
          <p:nvPr/>
        </p:nvSpPr>
        <p:spPr>
          <a:xfrm>
            <a:off x="7214616" y="4389120"/>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63" name="Shape 760"/>
          <p:cNvSpPr/>
          <p:nvPr/>
        </p:nvSpPr>
        <p:spPr>
          <a:xfrm>
            <a:off x="7342632" y="4389120"/>
            <a:ext cx="118872" cy="11887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764" name="Shape 761"/>
          <p:cNvSpPr/>
          <p:nvPr/>
        </p:nvSpPr>
        <p:spPr>
          <a:xfrm>
            <a:off x="7470648" y="4389120"/>
            <a:ext cx="118872" cy="118872"/>
          </a:xfrm>
          <a:prstGeom prst="rect">
            <a:avLst/>
          </a:prstGeom>
          <a:solidFill>
            <a:schemeClr val="accent5">
              <a:alpha val="13000"/>
            </a:schemeClr>
          </a:solidFill>
          <a:ln w="6350">
            <a:solidFill>
              <a:schemeClr val="bg1"/>
            </a:solidFill>
            <a:prstDash val="solid"/>
          </a:ln>
        </p:spPr>
        <p:txBody>
          <a:bodyPr/>
          <a:lstStyle/>
          <a:p>
            <a:endParaRPr lang="ja-JP" altLang="en-US"/>
          </a:p>
        </p:txBody>
      </p:sp>
      <p:sp>
        <p:nvSpPr>
          <p:cNvPr id="765" name="Shape 762"/>
          <p:cNvSpPr/>
          <p:nvPr/>
        </p:nvSpPr>
        <p:spPr>
          <a:xfrm>
            <a:off x="7598664" y="4389120"/>
            <a:ext cx="118872" cy="118872"/>
          </a:xfrm>
          <a:prstGeom prst="rect">
            <a:avLst/>
          </a:prstGeom>
          <a:solidFill>
            <a:schemeClr val="accent3">
              <a:alpha val="47000"/>
            </a:schemeClr>
          </a:solidFill>
          <a:ln w="6350">
            <a:solidFill>
              <a:schemeClr val="bg1"/>
            </a:solidFill>
            <a:prstDash val="solid"/>
          </a:ln>
        </p:spPr>
        <p:txBody>
          <a:bodyPr/>
          <a:lstStyle/>
          <a:p>
            <a:endParaRPr lang="ja-JP" altLang="en-US"/>
          </a:p>
        </p:txBody>
      </p:sp>
      <p:sp>
        <p:nvSpPr>
          <p:cNvPr id="766" name="Shape 763"/>
          <p:cNvSpPr/>
          <p:nvPr/>
        </p:nvSpPr>
        <p:spPr>
          <a:xfrm>
            <a:off x="7726680" y="4389120"/>
            <a:ext cx="118872" cy="118872"/>
          </a:xfrm>
          <a:prstGeom prst="rect">
            <a:avLst/>
          </a:prstGeom>
          <a:solidFill>
            <a:schemeClr val="accent3"/>
          </a:solidFill>
          <a:ln w="6350">
            <a:solidFill>
              <a:schemeClr val="bg1"/>
            </a:solidFill>
            <a:prstDash val="solid"/>
          </a:ln>
        </p:spPr>
        <p:txBody>
          <a:bodyPr/>
          <a:lstStyle/>
          <a:p>
            <a:endParaRPr lang="ja-JP" altLang="en-US"/>
          </a:p>
        </p:txBody>
      </p:sp>
      <p:sp>
        <p:nvSpPr>
          <p:cNvPr id="767" name="Shape 764"/>
          <p:cNvSpPr/>
          <p:nvPr/>
        </p:nvSpPr>
        <p:spPr>
          <a:xfrm>
            <a:off x="7854696" y="4389120"/>
            <a:ext cx="118872" cy="118872"/>
          </a:xfrm>
          <a:prstGeom prst="rect">
            <a:avLst/>
          </a:prstGeom>
          <a:solidFill>
            <a:schemeClr val="accent3">
              <a:alpha val="65000"/>
            </a:schemeClr>
          </a:solidFill>
          <a:ln w="6350">
            <a:solidFill>
              <a:schemeClr val="bg1"/>
            </a:solidFill>
            <a:prstDash val="solid"/>
          </a:ln>
        </p:spPr>
        <p:txBody>
          <a:bodyPr/>
          <a:lstStyle/>
          <a:p>
            <a:endParaRPr lang="ja-JP" altLang="en-US"/>
          </a:p>
        </p:txBody>
      </p:sp>
      <p:sp>
        <p:nvSpPr>
          <p:cNvPr id="768" name="Shape 765"/>
          <p:cNvSpPr/>
          <p:nvPr/>
        </p:nvSpPr>
        <p:spPr>
          <a:xfrm>
            <a:off x="7982712" y="4389120"/>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69" name="Shape 766"/>
          <p:cNvSpPr/>
          <p:nvPr/>
        </p:nvSpPr>
        <p:spPr>
          <a:xfrm>
            <a:off x="7086600" y="4517136"/>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70" name="Shape 767"/>
          <p:cNvSpPr/>
          <p:nvPr/>
        </p:nvSpPr>
        <p:spPr>
          <a:xfrm>
            <a:off x="7214616" y="4517136"/>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71" name="Shape 768"/>
          <p:cNvSpPr/>
          <p:nvPr/>
        </p:nvSpPr>
        <p:spPr>
          <a:xfrm>
            <a:off x="7342632" y="4517136"/>
            <a:ext cx="118872" cy="118872"/>
          </a:xfrm>
          <a:prstGeom prst="rect">
            <a:avLst/>
          </a:prstGeom>
          <a:solidFill>
            <a:schemeClr val="accent5">
              <a:alpha val="11000"/>
            </a:schemeClr>
          </a:solidFill>
          <a:ln w="6350">
            <a:solidFill>
              <a:schemeClr val="bg1"/>
            </a:solidFill>
            <a:prstDash val="solid"/>
          </a:ln>
        </p:spPr>
        <p:txBody>
          <a:bodyPr/>
          <a:lstStyle/>
          <a:p>
            <a:endParaRPr lang="ja-JP" altLang="en-US"/>
          </a:p>
        </p:txBody>
      </p:sp>
      <p:sp>
        <p:nvSpPr>
          <p:cNvPr id="772" name="Shape 769"/>
          <p:cNvSpPr/>
          <p:nvPr/>
        </p:nvSpPr>
        <p:spPr>
          <a:xfrm>
            <a:off x="7470648" y="4517136"/>
            <a:ext cx="118872" cy="11887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773" name="Shape 770"/>
          <p:cNvSpPr/>
          <p:nvPr/>
        </p:nvSpPr>
        <p:spPr>
          <a:xfrm>
            <a:off x="7598664" y="4517136"/>
            <a:ext cx="118872" cy="118872"/>
          </a:xfrm>
          <a:prstGeom prst="rect">
            <a:avLst/>
          </a:prstGeom>
          <a:solidFill>
            <a:schemeClr val="accent3">
              <a:alpha val="87000"/>
            </a:schemeClr>
          </a:solidFill>
          <a:ln w="6350">
            <a:solidFill>
              <a:schemeClr val="bg1"/>
            </a:solidFill>
            <a:prstDash val="solid"/>
          </a:ln>
        </p:spPr>
        <p:txBody>
          <a:bodyPr/>
          <a:lstStyle/>
          <a:p>
            <a:endParaRPr lang="ja-JP" altLang="en-US"/>
          </a:p>
        </p:txBody>
      </p:sp>
      <p:sp>
        <p:nvSpPr>
          <p:cNvPr id="774" name="Shape 771"/>
          <p:cNvSpPr/>
          <p:nvPr/>
        </p:nvSpPr>
        <p:spPr>
          <a:xfrm>
            <a:off x="7726680" y="4517136"/>
            <a:ext cx="118872" cy="118872"/>
          </a:xfrm>
          <a:prstGeom prst="rect">
            <a:avLst/>
          </a:prstGeom>
          <a:solidFill>
            <a:schemeClr val="accent3"/>
          </a:solidFill>
          <a:ln w="6350">
            <a:solidFill>
              <a:schemeClr val="bg1"/>
            </a:solidFill>
            <a:prstDash val="solid"/>
          </a:ln>
        </p:spPr>
        <p:txBody>
          <a:bodyPr/>
          <a:lstStyle/>
          <a:p>
            <a:endParaRPr lang="ja-JP" altLang="en-US"/>
          </a:p>
        </p:txBody>
      </p:sp>
      <p:sp>
        <p:nvSpPr>
          <p:cNvPr id="775" name="Shape 772"/>
          <p:cNvSpPr/>
          <p:nvPr/>
        </p:nvSpPr>
        <p:spPr>
          <a:xfrm>
            <a:off x="7854696" y="4517136"/>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76" name="Shape 773"/>
          <p:cNvSpPr/>
          <p:nvPr/>
        </p:nvSpPr>
        <p:spPr>
          <a:xfrm>
            <a:off x="7982712" y="4517136"/>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77" name="Shape 774"/>
          <p:cNvSpPr/>
          <p:nvPr/>
        </p:nvSpPr>
        <p:spPr>
          <a:xfrm>
            <a:off x="7086600" y="4645152"/>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78" name="Shape 775"/>
          <p:cNvSpPr/>
          <p:nvPr/>
        </p:nvSpPr>
        <p:spPr>
          <a:xfrm>
            <a:off x="7214616" y="4645152"/>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79" name="Shape 776"/>
          <p:cNvSpPr/>
          <p:nvPr/>
        </p:nvSpPr>
        <p:spPr>
          <a:xfrm>
            <a:off x="7342632" y="4645152"/>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80" name="Shape 777"/>
          <p:cNvSpPr/>
          <p:nvPr/>
        </p:nvSpPr>
        <p:spPr>
          <a:xfrm>
            <a:off x="7470648" y="4645152"/>
            <a:ext cx="118872" cy="118872"/>
          </a:xfrm>
          <a:prstGeom prst="rect">
            <a:avLst/>
          </a:prstGeom>
          <a:solidFill>
            <a:schemeClr val="accent5">
              <a:alpha val="9000"/>
            </a:schemeClr>
          </a:solidFill>
          <a:ln w="6350">
            <a:solidFill>
              <a:schemeClr val="bg1"/>
            </a:solidFill>
            <a:prstDash val="solid"/>
          </a:ln>
        </p:spPr>
        <p:txBody>
          <a:bodyPr/>
          <a:lstStyle/>
          <a:p>
            <a:endParaRPr lang="ja-JP" altLang="en-US"/>
          </a:p>
        </p:txBody>
      </p:sp>
      <p:sp>
        <p:nvSpPr>
          <p:cNvPr id="781" name="Shape 778"/>
          <p:cNvSpPr/>
          <p:nvPr/>
        </p:nvSpPr>
        <p:spPr>
          <a:xfrm>
            <a:off x="7598664" y="4645152"/>
            <a:ext cx="118872" cy="118872"/>
          </a:xfrm>
          <a:prstGeom prst="rect">
            <a:avLst/>
          </a:prstGeom>
          <a:solidFill>
            <a:schemeClr val="accent3"/>
          </a:solidFill>
          <a:ln w="6350">
            <a:solidFill>
              <a:schemeClr val="bg1"/>
            </a:solidFill>
            <a:prstDash val="solid"/>
          </a:ln>
        </p:spPr>
        <p:txBody>
          <a:bodyPr/>
          <a:lstStyle/>
          <a:p>
            <a:endParaRPr lang="ja-JP" altLang="en-US"/>
          </a:p>
        </p:txBody>
      </p:sp>
      <p:sp>
        <p:nvSpPr>
          <p:cNvPr id="782" name="Shape 779"/>
          <p:cNvSpPr/>
          <p:nvPr/>
        </p:nvSpPr>
        <p:spPr>
          <a:xfrm>
            <a:off x="7726680" y="4645152"/>
            <a:ext cx="118872" cy="118872"/>
          </a:xfrm>
          <a:prstGeom prst="rect">
            <a:avLst/>
          </a:prstGeom>
          <a:solidFill>
            <a:schemeClr val="accent3">
              <a:alpha val="61000"/>
            </a:schemeClr>
          </a:solidFill>
          <a:ln w="6350">
            <a:solidFill>
              <a:schemeClr val="bg1"/>
            </a:solidFill>
            <a:prstDash val="solid"/>
          </a:ln>
        </p:spPr>
        <p:txBody>
          <a:bodyPr/>
          <a:lstStyle/>
          <a:p>
            <a:endParaRPr lang="ja-JP" altLang="en-US"/>
          </a:p>
        </p:txBody>
      </p:sp>
      <p:sp>
        <p:nvSpPr>
          <p:cNvPr id="783" name="Shape 780"/>
          <p:cNvSpPr/>
          <p:nvPr/>
        </p:nvSpPr>
        <p:spPr>
          <a:xfrm>
            <a:off x="7854696" y="4645152"/>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84" name="Shape 781"/>
          <p:cNvSpPr/>
          <p:nvPr/>
        </p:nvSpPr>
        <p:spPr>
          <a:xfrm>
            <a:off x="7982712" y="4645152"/>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85" name="Text 782"/>
          <p:cNvSpPr txBox="1"/>
          <p:nvPr/>
        </p:nvSpPr>
        <p:spPr>
          <a:xfrm>
            <a:off x="8275320" y="3749040"/>
            <a:ext cx="3200400" cy="914400"/>
          </a:xfrm>
          <a:prstGeom prst="rect">
            <a:avLst/>
          </a:prstGeom>
          <a:noFill/>
          <a:ln/>
        </p:spPr>
        <p:txBody>
          <a:bodyPr wrap="square" lIns="0" tIns="0" rIns="0" bIns="0" rtlCol="0" anchor="t"/>
          <a:lstStyle/>
          <a:p>
            <a:pPr marL="0" indent="0">
              <a:buNone/>
            </a:pPr>
            <a:r>
              <a:rPr lang="en-US" sz="1300" dirty="0">
                <a:solidFill>
                  <a:schemeClr val="tx2"/>
                </a:solidFill>
              </a:rPr>
              <a:t>軸2　0・6 → 9　出力の動きの8%</a:t>
            </a:r>
            <a:endParaRPr lang="en-US" sz="1300" dirty="0"/>
          </a:p>
          <a:p>
            <a:pPr marL="0" indent="0">
              <a:buNone/>
            </a:pPr>
            <a:r>
              <a:rPr lang="en-US" sz="1300" dirty="0">
                <a:solidFill>
                  <a:schemeClr val="tx2"/>
                </a:solidFill>
              </a:rPr>
              <a:t>9らしく見せる領域（黄）</a:t>
            </a:r>
            <a:endParaRPr lang="en-US" sz="1300" dirty="0"/>
          </a:p>
        </p:txBody>
      </p:sp>
      <p:sp>
        <p:nvSpPr>
          <p:cNvPr id="787" name="Shape 784"/>
          <p:cNvSpPr/>
          <p:nvPr/>
        </p:nvSpPr>
        <p:spPr>
          <a:xfrm>
            <a:off x="548640" y="5394960"/>
            <a:ext cx="11064240" cy="731520"/>
          </a:xfrm>
          <a:prstGeom prst="roundRect">
            <a:avLst>
              <a:gd name="adj" fmla="val 14118"/>
            </a:avLst>
          </a:prstGeom>
          <a:ln/>
        </p:spPr>
        <p:style>
          <a:lnRef idx="2">
            <a:schemeClr val="accent2"/>
          </a:lnRef>
          <a:fillRef idx="1">
            <a:schemeClr val="lt1"/>
          </a:fillRef>
          <a:effectRef idx="0">
            <a:schemeClr val="accent2"/>
          </a:effectRef>
          <a:fontRef idx="minor">
            <a:schemeClr val="dk1"/>
          </a:fontRef>
        </p:style>
        <p:txBody>
          <a:bodyPr/>
          <a:lstStyle/>
          <a:p>
            <a:pPr algn="ctr"/>
            <a:r>
              <a:rPr lang="en-US" altLang="ja-JP" sz="2800" b="1" dirty="0"/>
              <a:t>　</a:t>
            </a:r>
            <a:r>
              <a:rPr lang="en-US" altLang="ja-JP" sz="2800" b="1" dirty="0" err="1"/>
              <a:t>LIMEに劣らない忠実さを保ったまま，解釈しやすさを上げる</a:t>
            </a:r>
            <a:endParaRPr lang="en-US" altLang="ja-JP" sz="2800" dirty="0"/>
          </a:p>
        </p:txBody>
      </p:sp>
      <p:pic>
        <p:nvPicPr>
          <p:cNvPr id="788" name="Picture 787" descr="ten_heatmaps.png"/>
          <p:cNvPicPr>
            <a:picLocks noChangeAspect="1"/>
          </p:cNvPicPr>
          <p:nvPr/>
        </p:nvPicPr>
        <p:blipFill>
          <a:blip r:embed="rId3"/>
          <a:stretch>
            <a:fillRect/>
          </a:stretch>
        </p:blipFill>
        <p:spPr>
          <a:xfrm>
            <a:off x="713232" y="2194560"/>
            <a:ext cx="3017520" cy="292018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目次</a:t>
            </a:r>
            <a:endParaRPr lang="en-US" sz="3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sp>
        <p:nvSpPr>
          <p:cNvPr id="4" name="Shape 1"/>
          <p:cNvSpPr/>
          <p:nvPr/>
        </p:nvSpPr>
        <p:spPr>
          <a:xfrm>
            <a:off x="822960" y="137160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5" name="Text 2"/>
          <p:cNvSpPr txBox="1"/>
          <p:nvPr/>
        </p:nvSpPr>
        <p:spPr>
          <a:xfrm>
            <a:off x="822960" y="137160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1</a:t>
            </a:r>
            <a:endParaRPr lang="en-US" sz="2000" dirty="0"/>
          </a:p>
        </p:txBody>
      </p:sp>
      <p:sp>
        <p:nvSpPr>
          <p:cNvPr id="6" name="Text 3"/>
          <p:cNvSpPr txBox="1"/>
          <p:nvPr/>
        </p:nvSpPr>
        <p:spPr>
          <a:xfrm>
            <a:off x="1645920" y="132588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導入</a:t>
            </a:r>
            <a:endParaRPr lang="en-US" sz="2400" dirty="0"/>
          </a:p>
        </p:txBody>
      </p:sp>
      <p:sp>
        <p:nvSpPr>
          <p:cNvPr id="7" name="Text 4"/>
          <p:cNvSpPr txBox="1"/>
          <p:nvPr/>
        </p:nvSpPr>
        <p:spPr>
          <a:xfrm>
            <a:off x="4937760" y="132588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今日の問い</a:t>
            </a:r>
            <a:endParaRPr lang="en-US" sz="1600" dirty="0"/>
          </a:p>
        </p:txBody>
      </p:sp>
      <p:sp>
        <p:nvSpPr>
          <p:cNvPr id="8" name="Shape 5"/>
          <p:cNvSpPr/>
          <p:nvPr/>
        </p:nvSpPr>
        <p:spPr>
          <a:xfrm>
            <a:off x="822960" y="233172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9" name="Text 6"/>
          <p:cNvSpPr txBox="1"/>
          <p:nvPr/>
        </p:nvSpPr>
        <p:spPr>
          <a:xfrm>
            <a:off x="822960" y="233172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2</a:t>
            </a:r>
            <a:endParaRPr lang="en-US" sz="2000" dirty="0"/>
          </a:p>
        </p:txBody>
      </p:sp>
      <p:sp>
        <p:nvSpPr>
          <p:cNvPr id="10" name="Text 7"/>
          <p:cNvSpPr txBox="1"/>
          <p:nvPr/>
        </p:nvSpPr>
        <p:spPr>
          <a:xfrm>
            <a:off x="1645920" y="228600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問題と発想</a:t>
            </a:r>
            <a:endParaRPr lang="en-US" sz="2400" dirty="0"/>
          </a:p>
        </p:txBody>
      </p:sp>
      <p:sp>
        <p:nvSpPr>
          <p:cNvPr id="11" name="Text 8"/>
          <p:cNvSpPr txBox="1"/>
          <p:nvPr/>
        </p:nvSpPr>
        <p:spPr>
          <a:xfrm>
            <a:off x="4937760" y="228600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LIMEのおさらい，多クラスLIMEの問題，クラス側をまとめる発想，目標</a:t>
            </a:r>
            <a:endParaRPr lang="en-US" sz="1600" dirty="0"/>
          </a:p>
        </p:txBody>
      </p:sp>
      <p:sp>
        <p:nvSpPr>
          <p:cNvPr id="12" name="Shape 9"/>
          <p:cNvSpPr/>
          <p:nvPr/>
        </p:nvSpPr>
        <p:spPr>
          <a:xfrm>
            <a:off x="548640" y="3136392"/>
            <a:ext cx="11064240" cy="868680"/>
          </a:xfrm>
          <a:prstGeom prst="roundRect">
            <a:avLst>
              <a:gd name="adj" fmla="val 12632"/>
            </a:avLst>
          </a:prstGeom>
          <a:noFill/>
          <a:ln w="28575">
            <a:solidFill>
              <a:schemeClr val="accent2"/>
            </a:solidFill>
            <a:prstDash val="solid"/>
          </a:ln>
        </p:spPr>
        <p:txBody>
          <a:bodyPr/>
          <a:lstStyle/>
          <a:p>
            <a:endParaRPr lang="ja-JP" altLang="en-US"/>
          </a:p>
        </p:txBody>
      </p:sp>
      <p:sp>
        <p:nvSpPr>
          <p:cNvPr id="13" name="Shape 10"/>
          <p:cNvSpPr/>
          <p:nvPr/>
        </p:nvSpPr>
        <p:spPr>
          <a:xfrm>
            <a:off x="822960" y="3291840"/>
            <a:ext cx="548640" cy="548640"/>
          </a:xfrm>
          <a:prstGeom prst="ellipse">
            <a:avLst/>
          </a:prstGeom>
          <a:solidFill>
            <a:schemeClr val="accent1"/>
          </a:solidFill>
          <a:ln w="12700">
            <a:solidFill>
              <a:schemeClr val="accent1"/>
            </a:solidFill>
            <a:prstDash val="solid"/>
          </a:ln>
        </p:spPr>
        <p:txBody>
          <a:bodyPr/>
          <a:lstStyle/>
          <a:p>
            <a:endParaRPr lang="ja-JP" altLang="en-US"/>
          </a:p>
        </p:txBody>
      </p:sp>
      <p:sp>
        <p:nvSpPr>
          <p:cNvPr id="14" name="Text 11"/>
          <p:cNvSpPr txBox="1"/>
          <p:nvPr/>
        </p:nvSpPr>
        <p:spPr>
          <a:xfrm>
            <a:off x="822960" y="329184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3</a:t>
            </a:r>
            <a:endParaRPr lang="en-US" sz="2000" dirty="0"/>
          </a:p>
        </p:txBody>
      </p:sp>
      <p:sp>
        <p:nvSpPr>
          <p:cNvPr id="15" name="Text 12"/>
          <p:cNvSpPr txBox="1"/>
          <p:nvPr/>
        </p:nvSpPr>
        <p:spPr>
          <a:xfrm>
            <a:off x="1645920" y="3246120"/>
            <a:ext cx="3291840" cy="640080"/>
          </a:xfrm>
          <a:prstGeom prst="rect">
            <a:avLst/>
          </a:prstGeom>
          <a:noFill/>
          <a:ln/>
        </p:spPr>
        <p:txBody>
          <a:bodyPr wrap="square" lIns="0" tIns="0" rIns="0" bIns="0" rtlCol="0" anchor="ctr"/>
          <a:lstStyle/>
          <a:p>
            <a:pPr marL="0" indent="0">
              <a:buNone/>
            </a:pPr>
            <a:r>
              <a:rPr lang="en-US" sz="2400" b="1" dirty="0">
                <a:solidFill>
                  <a:schemeClr val="tx1"/>
                </a:solidFill>
              </a:rPr>
              <a:t>手法と仮定</a:t>
            </a:r>
            <a:endParaRPr lang="en-US" sz="2400" dirty="0"/>
          </a:p>
        </p:txBody>
      </p:sp>
      <p:sp>
        <p:nvSpPr>
          <p:cNvPr id="16" name="Text 13"/>
          <p:cNvSpPr txBox="1"/>
          <p:nvPr/>
        </p:nvSpPr>
        <p:spPr>
          <a:xfrm>
            <a:off x="4937760" y="3246120"/>
            <a:ext cx="6492240" cy="640080"/>
          </a:xfrm>
          <a:prstGeom prst="rect">
            <a:avLst/>
          </a:prstGeom>
          <a:noFill/>
          <a:ln/>
        </p:spPr>
        <p:txBody>
          <a:bodyPr wrap="square" lIns="0" tIns="0" rIns="0" bIns="0" rtlCol="0" anchor="ctr"/>
          <a:lstStyle/>
          <a:p>
            <a:pPr marL="0" indent="0">
              <a:buNone/>
            </a:pPr>
            <a:r>
              <a:rPr lang="en-US" sz="1600" dirty="0">
                <a:solidFill>
                  <a:schemeClr val="tx2"/>
                </a:solidFill>
              </a:rPr>
              <a:t>手順，成り立つための仮定</a:t>
            </a:r>
            <a:endParaRPr lang="en-US" sz="1600" dirty="0"/>
          </a:p>
        </p:txBody>
      </p:sp>
      <p:sp>
        <p:nvSpPr>
          <p:cNvPr id="17" name="Shape 14"/>
          <p:cNvSpPr/>
          <p:nvPr/>
        </p:nvSpPr>
        <p:spPr>
          <a:xfrm>
            <a:off x="822960" y="425196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18" name="Text 15"/>
          <p:cNvSpPr txBox="1"/>
          <p:nvPr/>
        </p:nvSpPr>
        <p:spPr>
          <a:xfrm>
            <a:off x="822960" y="425196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4</a:t>
            </a:r>
            <a:endParaRPr lang="en-US" sz="2000" dirty="0"/>
          </a:p>
        </p:txBody>
      </p:sp>
      <p:sp>
        <p:nvSpPr>
          <p:cNvPr id="19" name="Text 16"/>
          <p:cNvSpPr txBox="1"/>
          <p:nvPr/>
        </p:nvSpPr>
        <p:spPr>
          <a:xfrm>
            <a:off x="1645920" y="420624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実験</a:t>
            </a:r>
            <a:endParaRPr lang="en-US" sz="2400" dirty="0"/>
          </a:p>
        </p:txBody>
      </p:sp>
      <p:sp>
        <p:nvSpPr>
          <p:cNvPr id="20" name="Text 17"/>
          <p:cNvSpPr txBox="1"/>
          <p:nvPr/>
        </p:nvSpPr>
        <p:spPr>
          <a:xfrm>
            <a:off x="4937760" y="420624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仮定の確かめ方，実験の設定，結果</a:t>
            </a:r>
            <a:endParaRPr lang="en-US" sz="1600" dirty="0"/>
          </a:p>
        </p:txBody>
      </p:sp>
      <p:sp>
        <p:nvSpPr>
          <p:cNvPr id="21" name="Shape 18"/>
          <p:cNvSpPr/>
          <p:nvPr/>
        </p:nvSpPr>
        <p:spPr>
          <a:xfrm>
            <a:off x="822960" y="521208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22" name="Text 19"/>
          <p:cNvSpPr txBox="1"/>
          <p:nvPr/>
        </p:nvSpPr>
        <p:spPr>
          <a:xfrm>
            <a:off x="822960" y="521208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5</a:t>
            </a:r>
            <a:endParaRPr lang="en-US" sz="2000" dirty="0"/>
          </a:p>
        </p:txBody>
      </p:sp>
      <p:sp>
        <p:nvSpPr>
          <p:cNvPr id="23" name="Text 20"/>
          <p:cNvSpPr txBox="1"/>
          <p:nvPr/>
        </p:nvSpPr>
        <p:spPr>
          <a:xfrm>
            <a:off x="1645920" y="516636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課題と今後</a:t>
            </a:r>
            <a:endParaRPr lang="en-US" sz="2400" dirty="0"/>
          </a:p>
        </p:txBody>
      </p:sp>
      <p:sp>
        <p:nvSpPr>
          <p:cNvPr id="24" name="Text 21"/>
          <p:cNvSpPr txBox="1"/>
          <p:nvPr/>
        </p:nvSpPr>
        <p:spPr>
          <a:xfrm>
            <a:off x="4937760" y="516636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課題，今後の計画</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手法</a:t>
            </a:r>
            <a:endParaRPr lang="en-US" sz="3000" dirty="0"/>
          </a:p>
        </p:txBody>
      </p:sp>
      <p:sp>
        <p:nvSpPr>
          <p:cNvPr id="19"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sp>
        <p:nvSpPr>
          <p:cNvPr id="4" name="Shape 1"/>
          <p:cNvSpPr/>
          <p:nvPr/>
        </p:nvSpPr>
        <p:spPr>
          <a:xfrm>
            <a:off x="548640" y="1456509"/>
            <a:ext cx="411480" cy="411480"/>
          </a:xfrm>
          <a:prstGeom prst="ellipse">
            <a:avLst/>
          </a:prstGeom>
          <a:solidFill>
            <a:schemeClr val="tx1"/>
          </a:solidFill>
          <a:ln w="12700">
            <a:solidFill>
              <a:schemeClr val="tx1"/>
            </a:solidFill>
            <a:prstDash val="solid"/>
          </a:ln>
        </p:spPr>
        <p:txBody>
          <a:bodyPr/>
          <a:lstStyle/>
          <a:p>
            <a:endParaRPr lang="ja-JP" altLang="en-US"/>
          </a:p>
        </p:txBody>
      </p:sp>
      <p:sp>
        <p:nvSpPr>
          <p:cNvPr id="5" name="Text 2"/>
          <p:cNvSpPr txBox="1"/>
          <p:nvPr/>
        </p:nvSpPr>
        <p:spPr>
          <a:xfrm>
            <a:off x="548640" y="1456509"/>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6" name="Text 3"/>
          <p:cNvSpPr txBox="1"/>
          <p:nvPr/>
        </p:nvSpPr>
        <p:spPr>
          <a:xfrm>
            <a:off x="1097280" y="1524079"/>
            <a:ext cx="3474720" cy="822960"/>
          </a:xfrm>
          <a:prstGeom prst="rect">
            <a:avLst/>
          </a:prstGeom>
          <a:noFill/>
          <a:ln/>
        </p:spPr>
        <p:txBody>
          <a:bodyPr wrap="square" lIns="0" tIns="0" rIns="0" bIns="0" rtlCol="0" anchor="t"/>
          <a:lstStyle/>
          <a:p>
            <a:pPr marL="0" indent="0">
              <a:buNone/>
            </a:pPr>
            <a:r>
              <a:rPr lang="en-US" sz="1500" dirty="0">
                <a:solidFill>
                  <a:schemeClr val="tx1"/>
                </a:solidFill>
              </a:rPr>
              <a:t>摂動画像を作り，AIの確率（10個の数）を得る</a:t>
            </a:r>
            <a:endParaRPr lang="en-US" sz="1500" dirty="0"/>
          </a:p>
        </p:txBody>
      </p:sp>
      <p:sp>
        <p:nvSpPr>
          <p:cNvPr id="7" name="Shape 4"/>
          <p:cNvSpPr/>
          <p:nvPr/>
        </p:nvSpPr>
        <p:spPr>
          <a:xfrm>
            <a:off x="548640" y="2389197"/>
            <a:ext cx="411480" cy="411480"/>
          </a:xfrm>
          <a:prstGeom prst="ellipse">
            <a:avLst/>
          </a:prstGeom>
          <a:solidFill>
            <a:schemeClr val="accent1"/>
          </a:solidFill>
          <a:ln w="12700">
            <a:solidFill>
              <a:schemeClr val="accent1"/>
            </a:solidFill>
            <a:prstDash val="solid"/>
          </a:ln>
        </p:spPr>
        <p:txBody>
          <a:bodyPr/>
          <a:lstStyle/>
          <a:p>
            <a:endParaRPr lang="ja-JP" altLang="en-US"/>
          </a:p>
        </p:txBody>
      </p:sp>
      <p:sp>
        <p:nvSpPr>
          <p:cNvPr id="8" name="Text 5"/>
          <p:cNvSpPr txBox="1"/>
          <p:nvPr/>
        </p:nvSpPr>
        <p:spPr>
          <a:xfrm>
            <a:off x="548640" y="2389197"/>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9" name="Text 6"/>
          <p:cNvSpPr txBox="1"/>
          <p:nvPr/>
        </p:nvSpPr>
        <p:spPr>
          <a:xfrm>
            <a:off x="1097280" y="2456767"/>
            <a:ext cx="3474720" cy="822960"/>
          </a:xfrm>
          <a:prstGeom prst="rect">
            <a:avLst/>
          </a:prstGeom>
          <a:noFill/>
          <a:ln/>
        </p:spPr>
        <p:txBody>
          <a:bodyPr wrap="square" lIns="0" tIns="0" rIns="0" bIns="0" rtlCol="0" anchor="t"/>
          <a:lstStyle/>
          <a:p>
            <a:pPr marL="0" indent="0">
              <a:buNone/>
            </a:pPr>
            <a:r>
              <a:rPr lang="en-US" sz="1500" dirty="0">
                <a:solidFill>
                  <a:schemeClr val="tx1"/>
                </a:solidFill>
              </a:rPr>
              <a:t>確率の点の集まりにPCAをかけ，動きの大きい方向（軸）を求める</a:t>
            </a:r>
            <a:endParaRPr lang="en-US" sz="1500" dirty="0"/>
          </a:p>
        </p:txBody>
      </p:sp>
      <p:sp>
        <p:nvSpPr>
          <p:cNvPr id="10" name="Shape 7"/>
          <p:cNvSpPr/>
          <p:nvPr/>
        </p:nvSpPr>
        <p:spPr>
          <a:xfrm>
            <a:off x="548640" y="3321885"/>
            <a:ext cx="411480" cy="411480"/>
          </a:xfrm>
          <a:prstGeom prst="ellipse">
            <a:avLst/>
          </a:prstGeom>
          <a:solidFill>
            <a:schemeClr val="accent1"/>
          </a:solidFill>
          <a:ln w="12700">
            <a:solidFill>
              <a:schemeClr val="accent1"/>
            </a:solidFill>
            <a:prstDash val="solid"/>
          </a:ln>
        </p:spPr>
        <p:txBody>
          <a:bodyPr/>
          <a:lstStyle/>
          <a:p>
            <a:endParaRPr lang="ja-JP" altLang="en-US"/>
          </a:p>
        </p:txBody>
      </p:sp>
      <p:sp>
        <p:nvSpPr>
          <p:cNvPr id="11" name="Text 8"/>
          <p:cNvSpPr txBox="1"/>
          <p:nvPr/>
        </p:nvSpPr>
        <p:spPr>
          <a:xfrm>
            <a:off x="548640" y="3321885"/>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2" name="Text 9"/>
          <p:cNvSpPr txBox="1"/>
          <p:nvPr/>
        </p:nvSpPr>
        <p:spPr>
          <a:xfrm>
            <a:off x="1097280" y="3389455"/>
            <a:ext cx="3474720" cy="822960"/>
          </a:xfrm>
          <a:prstGeom prst="rect">
            <a:avLst/>
          </a:prstGeom>
          <a:noFill/>
          <a:ln/>
        </p:spPr>
        <p:txBody>
          <a:bodyPr wrap="square" lIns="0" tIns="0" rIns="0" bIns="0" rtlCol="0" anchor="t"/>
          <a:lstStyle/>
          <a:p>
            <a:pPr marL="0" indent="0">
              <a:buNone/>
            </a:pPr>
            <a:r>
              <a:rPr lang="en-US" sz="1500" dirty="0">
                <a:solidFill>
                  <a:schemeClr val="tx1"/>
                </a:solidFill>
              </a:rPr>
              <a:t>各摂動画像の確率を，軸の上の1つの数（スコア）に変える</a:t>
            </a:r>
            <a:endParaRPr lang="en-US" sz="1500" dirty="0"/>
          </a:p>
        </p:txBody>
      </p:sp>
      <p:sp>
        <p:nvSpPr>
          <p:cNvPr id="13" name="Shape 10"/>
          <p:cNvSpPr/>
          <p:nvPr/>
        </p:nvSpPr>
        <p:spPr>
          <a:xfrm>
            <a:off x="548640" y="4254573"/>
            <a:ext cx="411480" cy="411480"/>
          </a:xfrm>
          <a:prstGeom prst="ellipse">
            <a:avLst/>
          </a:prstGeom>
          <a:solidFill>
            <a:schemeClr val="tx1"/>
          </a:solidFill>
          <a:ln w="12700">
            <a:solidFill>
              <a:schemeClr val="tx1"/>
            </a:solidFill>
            <a:prstDash val="solid"/>
          </a:ln>
        </p:spPr>
        <p:txBody>
          <a:bodyPr/>
          <a:lstStyle/>
          <a:p>
            <a:endParaRPr lang="ja-JP" altLang="en-US"/>
          </a:p>
        </p:txBody>
      </p:sp>
      <p:sp>
        <p:nvSpPr>
          <p:cNvPr id="14" name="Text 11"/>
          <p:cNvSpPr txBox="1"/>
          <p:nvPr/>
        </p:nvSpPr>
        <p:spPr>
          <a:xfrm>
            <a:off x="548640" y="4254573"/>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15" name="Text 12"/>
          <p:cNvSpPr txBox="1"/>
          <p:nvPr/>
        </p:nvSpPr>
        <p:spPr>
          <a:xfrm>
            <a:off x="1097280" y="4322143"/>
            <a:ext cx="3474720" cy="822960"/>
          </a:xfrm>
          <a:prstGeom prst="rect">
            <a:avLst/>
          </a:prstGeom>
          <a:noFill/>
          <a:ln/>
        </p:spPr>
        <p:txBody>
          <a:bodyPr wrap="square" lIns="0" tIns="0" rIns="0" bIns="0" rtlCol="0" anchor="t"/>
          <a:lstStyle/>
          <a:p>
            <a:pPr marL="0" indent="0">
              <a:buNone/>
            </a:pPr>
            <a:r>
              <a:rPr lang="en-US" sz="1500" dirty="0" err="1">
                <a:solidFill>
                  <a:schemeClr val="tx1"/>
                </a:solidFill>
              </a:rPr>
              <a:t>スコアを，領域の有無で線形回帰する</a:t>
            </a:r>
            <a:br>
              <a:rPr lang="en-US" sz="1500" dirty="0">
                <a:solidFill>
                  <a:schemeClr val="tx1"/>
                </a:solidFill>
              </a:rPr>
            </a:br>
            <a:r>
              <a:rPr lang="en-US" sz="1500" dirty="0">
                <a:solidFill>
                  <a:schemeClr val="tx1"/>
                </a:solidFill>
              </a:rPr>
              <a:t>（通常のLIMEと同じ）</a:t>
            </a:r>
            <a:endParaRPr lang="en-US" sz="1500" dirty="0"/>
          </a:p>
        </p:txBody>
      </p:sp>
      <p:sp>
        <p:nvSpPr>
          <p:cNvPr id="16" name="Shape 13"/>
          <p:cNvSpPr/>
          <p:nvPr/>
        </p:nvSpPr>
        <p:spPr>
          <a:xfrm>
            <a:off x="548640" y="5187261"/>
            <a:ext cx="411480" cy="411480"/>
          </a:xfrm>
          <a:prstGeom prst="ellipse">
            <a:avLst/>
          </a:prstGeom>
          <a:solidFill>
            <a:schemeClr val="tx1"/>
          </a:solidFill>
          <a:ln w="12700">
            <a:solidFill>
              <a:schemeClr val="tx1"/>
            </a:solidFill>
            <a:prstDash val="solid"/>
          </a:ln>
        </p:spPr>
        <p:txBody>
          <a:bodyPr/>
          <a:lstStyle/>
          <a:p>
            <a:endParaRPr lang="ja-JP" altLang="en-US"/>
          </a:p>
        </p:txBody>
      </p:sp>
      <p:sp>
        <p:nvSpPr>
          <p:cNvPr id="17" name="Text 14"/>
          <p:cNvSpPr txBox="1"/>
          <p:nvPr/>
        </p:nvSpPr>
        <p:spPr>
          <a:xfrm>
            <a:off x="548640" y="5187261"/>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5</a:t>
            </a:r>
            <a:endParaRPr lang="en-US" sz="1400" dirty="0"/>
          </a:p>
        </p:txBody>
      </p:sp>
      <p:sp>
        <p:nvSpPr>
          <p:cNvPr id="18" name="Text 15"/>
          <p:cNvSpPr txBox="1"/>
          <p:nvPr/>
        </p:nvSpPr>
        <p:spPr>
          <a:xfrm>
            <a:off x="1097280" y="5254831"/>
            <a:ext cx="3474720" cy="822960"/>
          </a:xfrm>
          <a:prstGeom prst="rect">
            <a:avLst/>
          </a:prstGeom>
          <a:noFill/>
          <a:ln/>
        </p:spPr>
        <p:txBody>
          <a:bodyPr wrap="square" lIns="0" tIns="0" rIns="0" bIns="0" rtlCol="0" anchor="t"/>
          <a:lstStyle/>
          <a:p>
            <a:pPr marL="0" indent="0">
              <a:buNone/>
            </a:pPr>
            <a:r>
              <a:rPr lang="en-US" sz="1500" dirty="0">
                <a:solidFill>
                  <a:schemeClr val="tx1"/>
                </a:solidFill>
              </a:rPr>
              <a:t>回帰係数をヒートマップにする</a:t>
            </a:r>
            <a:endParaRPr lang="en-US" sz="15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937760" y="1325880"/>
          <a:ext cx="6675120" cy="2057400"/>
        </p:xfrm>
        <a:graphic>
          <a:graphicData uri="http://schemas.openxmlformats.org/drawingml/2006/table">
            <a:tbl>
              <a:tblPr/>
              <a:tblGrid>
                <a:gridCol w="114300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548640">
                  <a:extLst>
                    <a:ext uri="{9D8B030D-6E8A-4147-A177-3AD203B41FA5}">
                      <a16:colId xmlns:a16="http://schemas.microsoft.com/office/drawing/2014/main" val="20002"/>
                    </a:ext>
                  </a:extLst>
                </a:gridCol>
                <a:gridCol w="548640">
                  <a:extLst>
                    <a:ext uri="{9D8B030D-6E8A-4147-A177-3AD203B41FA5}">
                      <a16:colId xmlns:a16="http://schemas.microsoft.com/office/drawing/2014/main" val="20003"/>
                    </a:ext>
                  </a:extLst>
                </a:gridCol>
                <a:gridCol w="1097280">
                  <a:extLst>
                    <a:ext uri="{9D8B030D-6E8A-4147-A177-3AD203B41FA5}">
                      <a16:colId xmlns:a16="http://schemas.microsoft.com/office/drawing/2014/main" val="20004"/>
                    </a:ext>
                  </a:extLst>
                </a:gridCol>
                <a:gridCol w="1097280">
                  <a:extLst>
                    <a:ext uri="{9D8B030D-6E8A-4147-A177-3AD203B41FA5}">
                      <a16:colId xmlns:a16="http://schemas.microsoft.com/office/drawing/2014/main" val="20005"/>
                    </a:ext>
                  </a:extLst>
                </a:gridCol>
                <a:gridCol w="1691640">
                  <a:extLst>
                    <a:ext uri="{9D8B030D-6E8A-4147-A177-3AD203B41FA5}">
                      <a16:colId xmlns:a16="http://schemas.microsoft.com/office/drawing/2014/main" val="20006"/>
                    </a:ext>
                  </a:extLst>
                </a:gridCol>
              </a:tblGrid>
              <a:tr h="411480">
                <a:tc>
                  <a:txBody>
                    <a:bodyPr/>
                    <a:lstStyle/>
                    <a:p>
                      <a:pPr marL="0" indent="0" algn="l">
                        <a:buNone/>
                      </a:pPr>
                      <a:r>
                        <a:rPr lang="en-US" sz="1400" b="1" dirty="0">
                          <a:solidFill>
                            <a:schemeClr val="bg1"/>
                          </a:solidFill>
                        </a:rPr>
                        <a:t>摂動画像</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marL="0" indent="0" algn="l">
                        <a:buNone/>
                      </a:pPr>
                      <a:r>
                        <a:rPr lang="en-US" sz="1400" b="1" dirty="0">
                          <a:solidFill>
                            <a:schemeClr val="bg1"/>
                          </a:solidFill>
                        </a:rPr>
                        <a:t>A</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marL="0" indent="0" algn="l">
                        <a:buNone/>
                      </a:pPr>
                      <a:r>
                        <a:rPr lang="en-US" sz="1400" b="1" dirty="0">
                          <a:solidFill>
                            <a:schemeClr val="bg1"/>
                          </a:solidFill>
                        </a:rPr>
                        <a:t>B</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marL="0" indent="0" algn="l">
                        <a:buNone/>
                      </a:pPr>
                      <a:r>
                        <a:rPr lang="en-US" sz="1400" b="1" dirty="0">
                          <a:solidFill>
                            <a:schemeClr val="bg1"/>
                          </a:solidFill>
                        </a:rPr>
                        <a:t>C</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marL="0" indent="0" algn="l">
                        <a:buNone/>
                      </a:pPr>
                      <a:r>
                        <a:rPr lang="en-US" sz="1400" b="1" dirty="0">
                          <a:solidFill>
                            <a:schemeClr val="bg1"/>
                          </a:solidFill>
                        </a:rPr>
                        <a:t>0の確率</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marL="0" indent="0" algn="l">
                        <a:buNone/>
                      </a:pPr>
                      <a:r>
                        <a:rPr lang="en-US" sz="1400" b="1" dirty="0">
                          <a:solidFill>
                            <a:schemeClr val="bg1"/>
                          </a:solidFill>
                        </a:rPr>
                        <a:t>6の確率</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marL="0" indent="0" algn="l">
                        <a:buNone/>
                      </a:pPr>
                      <a:r>
                        <a:rPr lang="en-US" sz="1400" b="1" dirty="0">
                          <a:solidFill>
                            <a:schemeClr val="bg1"/>
                          </a:solidFill>
                        </a:rPr>
                        <a:t>スコア（6 − 0）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411480">
                <a:tc>
                  <a:txBody>
                    <a:bodyPr/>
                    <a:lstStyle/>
                    <a:p>
                      <a:pPr marL="0" indent="0" algn="l">
                        <a:buNone/>
                      </a:pPr>
                      <a:r>
                        <a:rPr lang="en-US" sz="1400" dirty="0">
                          <a:solidFill>
                            <a:schemeClr val="tx1"/>
                          </a:solidFill>
                        </a:rPr>
                        <a:t>元画像</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400" dirty="0">
                          <a:solidFill>
                            <a:schemeClr val="tx1"/>
                          </a:solidFill>
                        </a:rPr>
                        <a:t>0.40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400" dirty="0">
                          <a:solidFill>
                            <a:schemeClr val="tx1"/>
                          </a:solidFill>
                        </a:rPr>
                        <a:t>0.50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400" b="1" dirty="0">
                          <a:solidFill>
                            <a:schemeClr val="accent1"/>
                          </a:solidFill>
                        </a:rPr>
                        <a:t>+0.10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411480">
                <a:tc>
                  <a:txBody>
                    <a:bodyPr/>
                    <a:lstStyle/>
                    <a:p>
                      <a:pPr marL="0" indent="0" algn="l">
                        <a:buNone/>
                      </a:pPr>
                      <a:r>
                        <a:rPr lang="en-US" sz="1400" dirty="0">
                          <a:solidFill>
                            <a:schemeClr val="tx1"/>
                          </a:solidFill>
                        </a:rPr>
                        <a:t>Aを隠す</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400" dirty="0">
                          <a:solidFill>
                            <a:schemeClr val="tx1"/>
                          </a:solidFill>
                        </a:rPr>
                        <a:t>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400" dirty="0">
                          <a:solidFill>
                            <a:schemeClr val="tx1"/>
                          </a:solidFill>
                        </a:rPr>
                        <a:t>0.70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400" dirty="0">
                          <a:solidFill>
                            <a:schemeClr val="tx1"/>
                          </a:solidFill>
                        </a:rPr>
                        <a:t>0.20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400" b="1" dirty="0">
                          <a:solidFill>
                            <a:schemeClr val="accent1"/>
                          </a:solidFill>
                        </a:rPr>
                        <a:t>−0.50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411480">
                <a:tc>
                  <a:txBody>
                    <a:bodyPr/>
                    <a:lstStyle/>
                    <a:p>
                      <a:pPr marL="0" indent="0" algn="l">
                        <a:buNone/>
                      </a:pPr>
                      <a:r>
                        <a:rPr lang="en-US" sz="1400" dirty="0">
                          <a:solidFill>
                            <a:schemeClr val="tx1"/>
                          </a:solidFill>
                        </a:rPr>
                        <a:t>Bを隠す</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400" dirty="0">
                          <a:solidFill>
                            <a:schemeClr val="tx1"/>
                          </a:solidFill>
                        </a:rPr>
                        <a:t>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400" dirty="0">
                          <a:solidFill>
                            <a:schemeClr val="tx1"/>
                          </a:solidFill>
                        </a:rPr>
                        <a:t>0.10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400" dirty="0">
                          <a:solidFill>
                            <a:schemeClr val="tx1"/>
                          </a:solidFill>
                        </a:rPr>
                        <a:t>0.80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400" b="1" dirty="0">
                          <a:solidFill>
                            <a:schemeClr val="accent1"/>
                          </a:solidFill>
                        </a:rPr>
                        <a:t>+0.70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411480">
                <a:tc>
                  <a:txBody>
                    <a:bodyPr/>
                    <a:lstStyle/>
                    <a:p>
                      <a:pPr marL="0" indent="0" algn="l">
                        <a:buNone/>
                      </a:pPr>
                      <a:r>
                        <a:rPr lang="en-US" sz="1400" dirty="0">
                          <a:solidFill>
                            <a:schemeClr val="tx1"/>
                          </a:solidFill>
                        </a:rPr>
                        <a:t>Cを隠す</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400" dirty="0">
                          <a:solidFill>
                            <a:schemeClr val="tx1"/>
                          </a:solidFill>
                        </a:rPr>
                        <a:t>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400" dirty="0">
                          <a:solidFill>
                            <a:schemeClr val="tx1"/>
                          </a:solidFill>
                        </a:rPr>
                        <a:t>0.45</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400" dirty="0">
                          <a:solidFill>
                            <a:schemeClr val="tx1"/>
                          </a:solidFill>
                        </a:rPr>
                        <a:t>0.40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400" b="1" dirty="0">
                          <a:solidFill>
                            <a:schemeClr val="accent1"/>
                          </a:solidFill>
                        </a:rPr>
                        <a:t>−0.05</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bl>
          </a:graphicData>
        </a:graphic>
      </p:graphicFrame>
      <p:sp>
        <p:nvSpPr>
          <p:cNvPr id="20" name="Shape 16"/>
          <p:cNvSpPr/>
          <p:nvPr/>
        </p:nvSpPr>
        <p:spPr>
          <a:xfrm>
            <a:off x="4937760" y="3657600"/>
            <a:ext cx="6675120" cy="2514600"/>
          </a:xfrm>
          <a:prstGeom prst="roundRect">
            <a:avLst>
              <a:gd name="adj" fmla="val 4364"/>
            </a:avLst>
          </a:prstGeom>
          <a:noFill/>
          <a:ln w="28575">
            <a:solidFill>
              <a:schemeClr val="tx1"/>
            </a:solidFill>
            <a:prstDash val="solid"/>
          </a:ln>
        </p:spPr>
        <p:txBody>
          <a:bodyPr/>
          <a:lstStyle/>
          <a:p>
            <a:endParaRPr lang="ja-JP" altLang="en-US"/>
          </a:p>
        </p:txBody>
      </p:sp>
      <p:sp>
        <p:nvSpPr>
          <p:cNvPr id="21" name="Text 17"/>
          <p:cNvSpPr txBox="1"/>
          <p:nvPr/>
        </p:nvSpPr>
        <p:spPr>
          <a:xfrm>
            <a:off x="5166360" y="3794760"/>
            <a:ext cx="2743200" cy="320040"/>
          </a:xfrm>
          <a:prstGeom prst="rect">
            <a:avLst/>
          </a:prstGeom>
          <a:noFill/>
          <a:ln/>
        </p:spPr>
        <p:txBody>
          <a:bodyPr wrap="square" lIns="0" tIns="0" rIns="0" bIns="0" rtlCol="0" anchor="t"/>
          <a:lstStyle/>
          <a:p>
            <a:pPr marL="0" indent="0">
              <a:buNone/>
            </a:pPr>
            <a:r>
              <a:rPr lang="en-US" sz="1300" dirty="0">
                <a:solidFill>
                  <a:schemeClr val="tx2"/>
                </a:solidFill>
              </a:rPr>
              <a:t>回帰の結果</a:t>
            </a:r>
            <a:endParaRPr lang="en-US" sz="1300" dirty="0"/>
          </a:p>
        </p:txBody>
      </p:sp>
      <p:sp>
        <p:nvSpPr>
          <p:cNvPr id="22" name="Text 18"/>
          <p:cNvSpPr txBox="1"/>
          <p:nvPr/>
        </p:nvSpPr>
        <p:spPr>
          <a:xfrm>
            <a:off x="5166360" y="4160520"/>
            <a:ext cx="6309360" cy="457200"/>
          </a:xfrm>
          <a:prstGeom prst="rect">
            <a:avLst/>
          </a:prstGeom>
          <a:noFill/>
          <a:ln/>
        </p:spPr>
        <p:txBody>
          <a:bodyPr wrap="square" lIns="0" tIns="0" rIns="0" bIns="0" rtlCol="0" anchor="ctr"/>
          <a:lstStyle/>
          <a:p>
            <a:pPr marL="0" indent="0">
              <a:buNone/>
            </a:pPr>
            <a:r>
              <a:rPr lang="en-US" sz="2000" dirty="0">
                <a:solidFill>
                  <a:schemeClr val="tx1"/>
                </a:solidFill>
              </a:rPr>
              <a:t>スコア ≈ −0.05 ＋ </a:t>
            </a:r>
            <a:r>
              <a:rPr lang="en-US" sz="2000" b="1" dirty="0">
                <a:solidFill>
                  <a:schemeClr val="accent1"/>
                </a:solidFill>
              </a:rPr>
              <a:t>0.60A</a:t>
            </a:r>
            <a:r>
              <a:rPr lang="en-US" sz="2000" dirty="0">
                <a:solidFill>
                  <a:schemeClr val="tx1"/>
                </a:solidFill>
              </a:rPr>
              <a:t> − </a:t>
            </a:r>
            <a:r>
              <a:rPr lang="en-US" sz="2000" b="1" dirty="0">
                <a:solidFill>
                  <a:schemeClr val="accent2"/>
                </a:solidFill>
              </a:rPr>
              <a:t>0.60B</a:t>
            </a:r>
            <a:r>
              <a:rPr lang="en-US" sz="2000" dirty="0">
                <a:solidFill>
                  <a:schemeClr val="tx1"/>
                </a:solidFill>
              </a:rPr>
              <a:t> ＋ 0.15C</a:t>
            </a:r>
            <a:endParaRPr lang="en-US" sz="2000" dirty="0"/>
          </a:p>
        </p:txBody>
      </p:sp>
      <p:sp>
        <p:nvSpPr>
          <p:cNvPr id="23" name="Shape 19"/>
          <p:cNvSpPr/>
          <p:nvPr/>
        </p:nvSpPr>
        <p:spPr>
          <a:xfrm>
            <a:off x="5257800" y="4846320"/>
            <a:ext cx="822960" cy="822960"/>
          </a:xfrm>
          <a:prstGeom prst="roundRect">
            <a:avLst>
              <a:gd name="adj" fmla="val 8889"/>
            </a:avLst>
          </a:prstGeom>
          <a:solidFill>
            <a:schemeClr val="accent1">
              <a:alpha val="95000"/>
            </a:schemeClr>
          </a:solidFill>
          <a:ln w="12700">
            <a:solidFill>
              <a:schemeClr val="accent1"/>
            </a:solidFill>
            <a:prstDash val="solid"/>
          </a:ln>
        </p:spPr>
        <p:txBody>
          <a:bodyPr/>
          <a:lstStyle/>
          <a:p>
            <a:endParaRPr lang="ja-JP" altLang="en-US"/>
          </a:p>
        </p:txBody>
      </p:sp>
      <p:sp>
        <p:nvSpPr>
          <p:cNvPr id="24" name="Text 20"/>
          <p:cNvSpPr txBox="1"/>
          <p:nvPr/>
        </p:nvSpPr>
        <p:spPr>
          <a:xfrm>
            <a:off x="5257800" y="4846320"/>
            <a:ext cx="822960" cy="822960"/>
          </a:xfrm>
          <a:prstGeom prst="rect">
            <a:avLst/>
          </a:prstGeom>
          <a:noFill/>
          <a:ln/>
        </p:spPr>
        <p:txBody>
          <a:bodyPr wrap="square" lIns="0" tIns="0" rIns="0" bIns="0" rtlCol="0" anchor="ctr"/>
          <a:lstStyle/>
          <a:p>
            <a:pPr marL="0" indent="0" algn="ctr">
              <a:buNone/>
            </a:pPr>
            <a:r>
              <a:rPr lang="en-US" sz="2200" b="1" dirty="0">
                <a:solidFill>
                  <a:schemeClr val="bg1"/>
                </a:solidFill>
              </a:rPr>
              <a:t>A</a:t>
            </a:r>
            <a:endParaRPr lang="en-US" sz="2200" dirty="0"/>
          </a:p>
        </p:txBody>
      </p:sp>
      <p:sp>
        <p:nvSpPr>
          <p:cNvPr id="25" name="Text 21"/>
          <p:cNvSpPr txBox="1"/>
          <p:nvPr/>
        </p:nvSpPr>
        <p:spPr>
          <a:xfrm>
            <a:off x="6172200" y="4937760"/>
            <a:ext cx="1005840" cy="685800"/>
          </a:xfrm>
          <a:prstGeom prst="rect">
            <a:avLst/>
          </a:prstGeom>
          <a:noFill/>
          <a:ln/>
        </p:spPr>
        <p:txBody>
          <a:bodyPr wrap="square" lIns="0" tIns="0" rIns="0" bIns="0" rtlCol="0" anchor="t"/>
          <a:lstStyle/>
          <a:p>
            <a:pPr marL="0" indent="0">
              <a:buNone/>
            </a:pPr>
            <a:r>
              <a:rPr lang="en-US" sz="1300" dirty="0">
                <a:solidFill>
                  <a:schemeClr val="tx2"/>
                </a:solidFill>
              </a:rPr>
              <a:t>領域A</a:t>
            </a:r>
            <a:endParaRPr lang="en-US" sz="1300" dirty="0"/>
          </a:p>
          <a:p>
            <a:pPr marL="0" indent="0">
              <a:buNone/>
            </a:pPr>
            <a:r>
              <a:rPr lang="en-US" sz="1300" dirty="0">
                <a:solidFill>
                  <a:schemeClr val="tx2"/>
                </a:solidFill>
              </a:rPr>
              <a:t>6寄り</a:t>
            </a:r>
            <a:endParaRPr lang="en-US" sz="1300" dirty="0"/>
          </a:p>
        </p:txBody>
      </p:sp>
      <p:sp>
        <p:nvSpPr>
          <p:cNvPr id="26" name="Shape 22"/>
          <p:cNvSpPr/>
          <p:nvPr/>
        </p:nvSpPr>
        <p:spPr>
          <a:xfrm>
            <a:off x="7269480" y="4846320"/>
            <a:ext cx="822960" cy="822960"/>
          </a:xfrm>
          <a:prstGeom prst="roundRect">
            <a:avLst>
              <a:gd name="adj" fmla="val 8889"/>
            </a:avLst>
          </a:prstGeom>
          <a:solidFill>
            <a:schemeClr val="accent2">
              <a:alpha val="95000"/>
            </a:schemeClr>
          </a:solidFill>
          <a:ln w="12700">
            <a:solidFill>
              <a:schemeClr val="accent2"/>
            </a:solidFill>
            <a:prstDash val="solid"/>
          </a:ln>
        </p:spPr>
        <p:txBody>
          <a:bodyPr/>
          <a:lstStyle/>
          <a:p>
            <a:endParaRPr lang="ja-JP" altLang="en-US"/>
          </a:p>
        </p:txBody>
      </p:sp>
      <p:sp>
        <p:nvSpPr>
          <p:cNvPr id="27" name="Text 23"/>
          <p:cNvSpPr txBox="1"/>
          <p:nvPr/>
        </p:nvSpPr>
        <p:spPr>
          <a:xfrm>
            <a:off x="7269480" y="4846320"/>
            <a:ext cx="822960" cy="822960"/>
          </a:xfrm>
          <a:prstGeom prst="rect">
            <a:avLst/>
          </a:prstGeom>
          <a:noFill/>
          <a:ln/>
        </p:spPr>
        <p:txBody>
          <a:bodyPr wrap="square" lIns="0" tIns="0" rIns="0" bIns="0" rtlCol="0" anchor="ctr"/>
          <a:lstStyle/>
          <a:p>
            <a:pPr marL="0" indent="0" algn="ctr">
              <a:buNone/>
            </a:pPr>
            <a:r>
              <a:rPr lang="en-US" sz="2200" b="1" dirty="0">
                <a:solidFill>
                  <a:schemeClr val="bg1"/>
                </a:solidFill>
              </a:rPr>
              <a:t>B</a:t>
            </a:r>
            <a:endParaRPr lang="en-US" sz="2200" dirty="0"/>
          </a:p>
        </p:txBody>
      </p:sp>
      <p:sp>
        <p:nvSpPr>
          <p:cNvPr id="28" name="Text 24"/>
          <p:cNvSpPr txBox="1"/>
          <p:nvPr/>
        </p:nvSpPr>
        <p:spPr>
          <a:xfrm>
            <a:off x="8183880" y="4937760"/>
            <a:ext cx="1005840" cy="685800"/>
          </a:xfrm>
          <a:prstGeom prst="rect">
            <a:avLst/>
          </a:prstGeom>
          <a:noFill/>
          <a:ln/>
        </p:spPr>
        <p:txBody>
          <a:bodyPr wrap="square" lIns="0" tIns="0" rIns="0" bIns="0" rtlCol="0" anchor="t"/>
          <a:lstStyle/>
          <a:p>
            <a:pPr marL="0" indent="0">
              <a:buNone/>
            </a:pPr>
            <a:r>
              <a:rPr lang="en-US" sz="1300" dirty="0">
                <a:solidFill>
                  <a:schemeClr val="tx2"/>
                </a:solidFill>
              </a:rPr>
              <a:t>領域B</a:t>
            </a:r>
            <a:endParaRPr lang="en-US" sz="1300" dirty="0"/>
          </a:p>
          <a:p>
            <a:pPr marL="0" indent="0">
              <a:buNone/>
            </a:pPr>
            <a:r>
              <a:rPr lang="en-US" sz="1300" dirty="0">
                <a:solidFill>
                  <a:schemeClr val="tx2"/>
                </a:solidFill>
              </a:rPr>
              <a:t>0寄り</a:t>
            </a:r>
            <a:endParaRPr lang="en-US" sz="1300" dirty="0"/>
          </a:p>
        </p:txBody>
      </p:sp>
      <p:sp>
        <p:nvSpPr>
          <p:cNvPr id="29" name="Shape 25"/>
          <p:cNvSpPr/>
          <p:nvPr/>
        </p:nvSpPr>
        <p:spPr>
          <a:xfrm>
            <a:off x="9281160" y="4846320"/>
            <a:ext cx="822960" cy="822960"/>
          </a:xfrm>
          <a:prstGeom prst="roundRect">
            <a:avLst>
              <a:gd name="adj" fmla="val 8889"/>
            </a:avLst>
          </a:prstGeom>
          <a:solidFill>
            <a:schemeClr val="accent1">
              <a:alpha val="30000"/>
            </a:schemeClr>
          </a:solidFill>
          <a:ln w="12700">
            <a:solidFill>
              <a:schemeClr val="accent1"/>
            </a:solidFill>
            <a:prstDash val="solid"/>
          </a:ln>
        </p:spPr>
        <p:txBody>
          <a:bodyPr/>
          <a:lstStyle/>
          <a:p>
            <a:endParaRPr lang="ja-JP" altLang="en-US"/>
          </a:p>
        </p:txBody>
      </p:sp>
      <p:sp>
        <p:nvSpPr>
          <p:cNvPr id="30" name="Text 26"/>
          <p:cNvSpPr txBox="1"/>
          <p:nvPr/>
        </p:nvSpPr>
        <p:spPr>
          <a:xfrm>
            <a:off x="9281160" y="4846320"/>
            <a:ext cx="822960" cy="822960"/>
          </a:xfrm>
          <a:prstGeom prst="rect">
            <a:avLst/>
          </a:prstGeom>
          <a:noFill/>
          <a:ln/>
        </p:spPr>
        <p:txBody>
          <a:bodyPr wrap="square" lIns="0" tIns="0" rIns="0" bIns="0" rtlCol="0" anchor="ctr"/>
          <a:lstStyle/>
          <a:p>
            <a:pPr marL="0" indent="0" algn="ctr">
              <a:buNone/>
            </a:pPr>
            <a:r>
              <a:rPr lang="en-US" sz="2200" b="1" dirty="0">
                <a:solidFill>
                  <a:schemeClr val="tx1"/>
                </a:solidFill>
              </a:rPr>
              <a:t>C</a:t>
            </a:r>
            <a:endParaRPr lang="en-US" sz="2200" dirty="0"/>
          </a:p>
        </p:txBody>
      </p:sp>
      <p:sp>
        <p:nvSpPr>
          <p:cNvPr id="31" name="Text 27"/>
          <p:cNvSpPr txBox="1"/>
          <p:nvPr/>
        </p:nvSpPr>
        <p:spPr>
          <a:xfrm>
            <a:off x="10195560" y="4937760"/>
            <a:ext cx="1005840" cy="685800"/>
          </a:xfrm>
          <a:prstGeom prst="rect">
            <a:avLst/>
          </a:prstGeom>
          <a:noFill/>
          <a:ln/>
        </p:spPr>
        <p:txBody>
          <a:bodyPr wrap="square" lIns="0" tIns="0" rIns="0" bIns="0" rtlCol="0" anchor="t"/>
          <a:lstStyle/>
          <a:p>
            <a:pPr marL="0" indent="0">
              <a:buNone/>
            </a:pPr>
            <a:r>
              <a:rPr lang="en-US" sz="1300" dirty="0">
                <a:solidFill>
                  <a:schemeClr val="tx2"/>
                </a:solidFill>
              </a:rPr>
              <a:t>領域C</a:t>
            </a:r>
            <a:endParaRPr lang="en-US" sz="1300" dirty="0"/>
          </a:p>
          <a:p>
            <a:pPr marL="0" indent="0">
              <a:buNone/>
            </a:pPr>
            <a:r>
              <a:rPr lang="en-US" sz="1300" dirty="0">
                <a:solidFill>
                  <a:schemeClr val="tx2"/>
                </a:solidFill>
              </a:rPr>
              <a:t>やや6寄り</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成り立つための仮定</a:t>
            </a:r>
            <a:endParaRPr lang="en-US" sz="3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sp>
        <p:nvSpPr>
          <p:cNvPr id="4" name="Shape 1"/>
          <p:cNvSpPr/>
          <p:nvPr/>
        </p:nvSpPr>
        <p:spPr>
          <a:xfrm>
            <a:off x="548640" y="1234440"/>
            <a:ext cx="11064240" cy="3794760"/>
          </a:xfrm>
          <a:prstGeom prst="roundRect">
            <a:avLst>
              <a:gd name="adj" fmla="val 2892"/>
            </a:avLst>
          </a:prstGeom>
          <a:ln w="38100"/>
        </p:spPr>
        <p:style>
          <a:lnRef idx="2">
            <a:schemeClr val="accent2"/>
          </a:lnRef>
          <a:fillRef idx="1">
            <a:schemeClr val="lt1"/>
          </a:fillRef>
          <a:effectRef idx="0">
            <a:schemeClr val="accent2"/>
          </a:effectRef>
          <a:fontRef idx="minor">
            <a:schemeClr val="dk1"/>
          </a:fontRef>
        </p:style>
        <p:txBody>
          <a:bodyPr/>
          <a:lstStyle/>
          <a:p>
            <a:endParaRPr lang="ja-JP" altLang="en-US"/>
          </a:p>
        </p:txBody>
      </p:sp>
      <p:sp>
        <p:nvSpPr>
          <p:cNvPr id="5" name="Shape 2"/>
          <p:cNvSpPr/>
          <p:nvPr/>
        </p:nvSpPr>
        <p:spPr>
          <a:xfrm>
            <a:off x="777240" y="1417320"/>
            <a:ext cx="411480" cy="411480"/>
          </a:xfrm>
          <a:prstGeom prst="ellipse">
            <a:avLst/>
          </a:prstGeom>
          <a:solidFill>
            <a:schemeClr val="accent1"/>
          </a:solidFill>
          <a:ln w="12700">
            <a:solidFill>
              <a:schemeClr val="accent1"/>
            </a:solidFill>
            <a:prstDash val="solid"/>
          </a:ln>
        </p:spPr>
        <p:txBody>
          <a:bodyPr/>
          <a:lstStyle/>
          <a:p>
            <a:endParaRPr lang="ja-JP" altLang="en-US"/>
          </a:p>
        </p:txBody>
      </p:sp>
      <p:sp>
        <p:nvSpPr>
          <p:cNvPr id="6" name="Text 3"/>
          <p:cNvSpPr txBox="1"/>
          <p:nvPr/>
        </p:nvSpPr>
        <p:spPr>
          <a:xfrm>
            <a:off x="777240" y="1417320"/>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7" name="Text 4"/>
          <p:cNvSpPr txBox="1"/>
          <p:nvPr/>
        </p:nvSpPr>
        <p:spPr>
          <a:xfrm>
            <a:off x="1325880" y="1389888"/>
            <a:ext cx="9966960" cy="457200"/>
          </a:xfrm>
          <a:prstGeom prst="rect">
            <a:avLst/>
          </a:prstGeom>
          <a:noFill/>
          <a:ln/>
        </p:spPr>
        <p:txBody>
          <a:bodyPr wrap="square" lIns="0" tIns="0" rIns="0" bIns="0" rtlCol="0" anchor="ctr"/>
          <a:lstStyle/>
          <a:p>
            <a:pPr marL="0" indent="0">
              <a:buNone/>
            </a:pPr>
            <a:r>
              <a:rPr lang="en-US" sz="1900" b="1" dirty="0">
                <a:solidFill>
                  <a:schemeClr val="tx1"/>
                </a:solidFill>
              </a:rPr>
              <a:t>仮定1　局所的には，出力が少数の方向にしか動かない</a:t>
            </a:r>
            <a:endParaRPr lang="en-US" sz="1900" dirty="0"/>
          </a:p>
        </p:txBody>
      </p:sp>
      <p:sp>
        <p:nvSpPr>
          <p:cNvPr id="8" name="Text 5"/>
          <p:cNvSpPr txBox="1"/>
          <p:nvPr/>
        </p:nvSpPr>
        <p:spPr>
          <a:xfrm>
            <a:off x="822960" y="2011680"/>
            <a:ext cx="4937760" cy="2834640"/>
          </a:xfrm>
          <a:prstGeom prst="rect">
            <a:avLst/>
          </a:prstGeom>
          <a:noFill/>
          <a:ln/>
        </p:spPr>
        <p:txBody>
          <a:bodyPr wrap="square" lIns="0" tIns="0" rIns="0" bIns="0" rtlCol="0" anchor="t"/>
          <a:lstStyle/>
          <a:p>
            <a:pPr>
              <a:spcAft>
                <a:spcPts val="600"/>
              </a:spcAft>
              <a:buSzPct val="100000"/>
            </a:pPr>
            <a:r>
              <a:rPr lang="en-US" dirty="0" err="1">
                <a:solidFill>
                  <a:schemeClr val="tx1"/>
                </a:solidFill>
              </a:rPr>
              <a:t>近傍で競合するクラスが少ないとき</a:t>
            </a:r>
            <a:endParaRPr lang="en-US" dirty="0"/>
          </a:p>
          <a:p>
            <a:pPr marL="457200" lvl="1" indent="-228600">
              <a:spcAft>
                <a:spcPts val="600"/>
              </a:spcAft>
              <a:buSzPct val="100000"/>
              <a:buChar char="•"/>
            </a:pPr>
            <a:r>
              <a:rPr lang="en-US" sz="1600" b="1" dirty="0">
                <a:solidFill>
                  <a:schemeClr val="tx2"/>
                </a:solidFill>
              </a:rPr>
              <a:t>0と6だけが動くなら，6が上がった分だけ0が下がるので1方向（ 0になるか1軸）</a:t>
            </a:r>
          </a:p>
          <a:p>
            <a:pPr marL="228600" lvl="1">
              <a:spcAft>
                <a:spcPts val="600"/>
              </a:spcAft>
              <a:buSzPct val="100000"/>
            </a:pPr>
            <a:endParaRPr lang="en-US" sz="1600" dirty="0">
              <a:solidFill>
                <a:schemeClr val="tx2"/>
              </a:solidFill>
            </a:endParaRPr>
          </a:p>
          <a:p>
            <a:pPr marL="457200" lvl="1" indent="-228600">
              <a:spcAft>
                <a:spcPts val="600"/>
              </a:spcAft>
              <a:buSzPct val="100000"/>
              <a:buChar char="•"/>
            </a:pPr>
            <a:endParaRPr lang="en-US" sz="1600" dirty="0">
              <a:solidFill>
                <a:schemeClr val="tx2"/>
              </a:solidFill>
            </a:endParaRPr>
          </a:p>
          <a:p>
            <a:pPr marL="457200" lvl="1" indent="-228600">
              <a:spcAft>
                <a:spcPts val="600"/>
              </a:spcAft>
              <a:buSzPct val="100000"/>
              <a:buChar char="•"/>
            </a:pPr>
            <a:r>
              <a:rPr lang="en-US" sz="1600" b="1" dirty="0">
                <a:solidFill>
                  <a:schemeClr val="tx2"/>
                </a:solidFill>
              </a:rPr>
              <a:t>0と6と9が動くなら，2軸</a:t>
            </a:r>
            <a:endParaRPr lang="en-US" b="1" dirty="0"/>
          </a:p>
        </p:txBody>
      </p:sp>
      <p:graphicFrame>
        <p:nvGraphicFramePr>
          <p:cNvPr id="9" name="Chart 0"/>
          <p:cNvGraphicFramePr/>
          <p:nvPr/>
        </p:nvGraphicFramePr>
        <p:xfrm>
          <a:off x="5943600" y="1874520"/>
          <a:ext cx="2743200" cy="301752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 name="Chart 1"/>
          <p:cNvGraphicFramePr/>
          <p:nvPr/>
        </p:nvGraphicFramePr>
        <p:xfrm>
          <a:off x="8778240" y="1874520"/>
          <a:ext cx="2743200" cy="3017520"/>
        </p:xfrm>
        <a:graphic>
          <a:graphicData uri="http://schemas.openxmlformats.org/drawingml/2006/chart">
            <c:chart xmlns:c="http://schemas.openxmlformats.org/drawingml/2006/chart" xmlns:r="http://schemas.openxmlformats.org/officeDocument/2006/relationships" r:id="rId4"/>
          </a:graphicData>
        </a:graphic>
      </p:graphicFrame>
      <p:sp>
        <p:nvSpPr>
          <p:cNvPr id="11" name="Shape 6"/>
          <p:cNvSpPr/>
          <p:nvPr/>
        </p:nvSpPr>
        <p:spPr>
          <a:xfrm>
            <a:off x="548640" y="5257800"/>
            <a:ext cx="11064240" cy="914400"/>
          </a:xfrm>
          <a:prstGeom prst="roundRect">
            <a:avLst>
              <a:gd name="adj" fmla="val 12000"/>
            </a:avLst>
          </a:prstGeom>
          <a:ln w="38100"/>
        </p:spPr>
        <p:style>
          <a:lnRef idx="2">
            <a:schemeClr val="accent2"/>
          </a:lnRef>
          <a:fillRef idx="1">
            <a:schemeClr val="lt1"/>
          </a:fillRef>
          <a:effectRef idx="0">
            <a:schemeClr val="accent2"/>
          </a:effectRef>
          <a:fontRef idx="minor">
            <a:schemeClr val="dk1"/>
          </a:fontRef>
        </p:style>
        <p:txBody>
          <a:bodyPr/>
          <a:lstStyle/>
          <a:p>
            <a:endParaRPr lang="ja-JP" altLang="en-US"/>
          </a:p>
        </p:txBody>
      </p:sp>
      <p:sp>
        <p:nvSpPr>
          <p:cNvPr id="12" name="Shape 7"/>
          <p:cNvSpPr/>
          <p:nvPr/>
        </p:nvSpPr>
        <p:spPr>
          <a:xfrm>
            <a:off x="777240" y="5504688"/>
            <a:ext cx="411480" cy="411480"/>
          </a:xfrm>
          <a:prstGeom prst="ellipse">
            <a:avLst/>
          </a:prstGeom>
          <a:solidFill>
            <a:schemeClr val="tx1"/>
          </a:solidFill>
          <a:ln w="12700">
            <a:solidFill>
              <a:schemeClr val="tx1"/>
            </a:solidFill>
            <a:prstDash val="solid"/>
          </a:ln>
        </p:spPr>
        <p:txBody>
          <a:bodyPr/>
          <a:lstStyle/>
          <a:p>
            <a:endParaRPr lang="ja-JP" altLang="en-US"/>
          </a:p>
        </p:txBody>
      </p:sp>
      <p:sp>
        <p:nvSpPr>
          <p:cNvPr id="13" name="Text 8"/>
          <p:cNvSpPr txBox="1"/>
          <p:nvPr/>
        </p:nvSpPr>
        <p:spPr>
          <a:xfrm>
            <a:off x="777240" y="5504688"/>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4" name="Text 9"/>
          <p:cNvSpPr txBox="1"/>
          <p:nvPr/>
        </p:nvSpPr>
        <p:spPr>
          <a:xfrm>
            <a:off x="1325880" y="5257800"/>
            <a:ext cx="10058400" cy="914400"/>
          </a:xfrm>
          <a:prstGeom prst="rect">
            <a:avLst/>
          </a:prstGeom>
          <a:noFill/>
          <a:ln/>
        </p:spPr>
        <p:txBody>
          <a:bodyPr wrap="square" lIns="0" tIns="0" rIns="0" bIns="0" rtlCol="0" anchor="ctr"/>
          <a:lstStyle/>
          <a:p>
            <a:pPr marL="0" indent="0">
              <a:buNone/>
            </a:pPr>
            <a:r>
              <a:rPr lang="en-US" sz="1900" b="1" dirty="0">
                <a:solidFill>
                  <a:schemeClr val="tx1"/>
                </a:solidFill>
              </a:rPr>
              <a:t>仮定2　局所的には，AIの出力が線形で近似できる（通常のLIMEと同じ仮定）</a:t>
            </a:r>
            <a:endParaRPr lang="en-US" sz="1900" dirty="0"/>
          </a:p>
        </p:txBody>
      </p:sp>
      <p:cxnSp>
        <p:nvCxnSpPr>
          <p:cNvPr id="16" name="直線矢印コネクタ 15">
            <a:extLst>
              <a:ext uri="{FF2B5EF4-FFF2-40B4-BE49-F238E27FC236}">
                <a16:creationId xmlns:a16="http://schemas.microsoft.com/office/drawing/2014/main" id="{8055B7E1-A449-DFDE-7C4B-119D27F24E9E}"/>
              </a:ext>
            </a:extLst>
          </p:cNvPr>
          <p:cNvCxnSpPr>
            <a:cxnSpLocks/>
          </p:cNvCxnSpPr>
          <p:nvPr/>
        </p:nvCxnSpPr>
        <p:spPr>
          <a:xfrm>
            <a:off x="6817217" y="2670220"/>
            <a:ext cx="1281458" cy="1283594"/>
          </a:xfrm>
          <a:prstGeom prst="straightConnector1">
            <a:avLst/>
          </a:prstGeom>
          <a:ln w="38100">
            <a:solidFill>
              <a:schemeClr val="tx2">
                <a:lumMod val="50000"/>
                <a:lumOff val="50000"/>
              </a:schemeClr>
            </a:solidFill>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0" name="直線矢印コネクタ 19">
            <a:extLst>
              <a:ext uri="{FF2B5EF4-FFF2-40B4-BE49-F238E27FC236}">
                <a16:creationId xmlns:a16="http://schemas.microsoft.com/office/drawing/2014/main" id="{3893E393-9BB7-78CA-34F5-0549E2FD3E9B}"/>
              </a:ext>
            </a:extLst>
          </p:cNvPr>
          <p:cNvCxnSpPr>
            <a:cxnSpLocks/>
          </p:cNvCxnSpPr>
          <p:nvPr/>
        </p:nvCxnSpPr>
        <p:spPr>
          <a:xfrm>
            <a:off x="9782133" y="2670220"/>
            <a:ext cx="1281458" cy="1283594"/>
          </a:xfrm>
          <a:prstGeom prst="straightConnector1">
            <a:avLst/>
          </a:prstGeom>
          <a:ln w="38100">
            <a:solidFill>
              <a:schemeClr val="tx2">
                <a:lumMod val="50000"/>
                <a:lumOff val="50000"/>
              </a:schemeClr>
            </a:solidFill>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1" name="直線矢印コネクタ 20">
            <a:extLst>
              <a:ext uri="{FF2B5EF4-FFF2-40B4-BE49-F238E27FC236}">
                <a16:creationId xmlns:a16="http://schemas.microsoft.com/office/drawing/2014/main" id="{6FDBBD37-75BF-30E2-906A-39E088D4E6BF}"/>
              </a:ext>
            </a:extLst>
          </p:cNvPr>
          <p:cNvCxnSpPr>
            <a:cxnSpLocks/>
          </p:cNvCxnSpPr>
          <p:nvPr/>
        </p:nvCxnSpPr>
        <p:spPr>
          <a:xfrm flipV="1">
            <a:off x="10105053" y="3009122"/>
            <a:ext cx="527180" cy="541176"/>
          </a:xfrm>
          <a:prstGeom prst="straightConnector1">
            <a:avLst/>
          </a:prstGeom>
          <a:ln w="38100">
            <a:solidFill>
              <a:schemeClr val="accent1">
                <a:lumMod val="40000"/>
                <a:lumOff val="60000"/>
              </a:schemeClr>
            </a:solidFill>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3" name="直線矢印コネクタ 2">
            <a:extLst>
              <a:ext uri="{FF2B5EF4-FFF2-40B4-BE49-F238E27FC236}">
                <a16:creationId xmlns:a16="http://schemas.microsoft.com/office/drawing/2014/main" id="{4E05BA9A-00F7-BD4C-8F02-568552A16BDB}"/>
              </a:ext>
            </a:extLst>
          </p:cNvPr>
          <p:cNvCxnSpPr>
            <a:cxnSpLocks/>
          </p:cNvCxnSpPr>
          <p:nvPr/>
        </p:nvCxnSpPr>
        <p:spPr>
          <a:xfrm>
            <a:off x="2202351" y="3198459"/>
            <a:ext cx="2013995" cy="0"/>
          </a:xfrm>
          <a:prstGeom prst="straightConnector1">
            <a:avLst/>
          </a:prstGeom>
          <a:ln w="38100">
            <a:solidFill>
              <a:schemeClr val="tx2">
                <a:lumMod val="50000"/>
                <a:lumOff val="50000"/>
              </a:schemeClr>
            </a:solidFill>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19" name="直線矢印コネクタ 18">
            <a:extLst>
              <a:ext uri="{FF2B5EF4-FFF2-40B4-BE49-F238E27FC236}">
                <a16:creationId xmlns:a16="http://schemas.microsoft.com/office/drawing/2014/main" id="{7497B79A-0E4F-697C-970C-AA2373108021}"/>
              </a:ext>
            </a:extLst>
          </p:cNvPr>
          <p:cNvCxnSpPr>
            <a:cxnSpLocks/>
          </p:cNvCxnSpPr>
          <p:nvPr/>
        </p:nvCxnSpPr>
        <p:spPr>
          <a:xfrm flipV="1">
            <a:off x="3144298" y="4012564"/>
            <a:ext cx="0" cy="775727"/>
          </a:xfrm>
          <a:prstGeom prst="straightConnector1">
            <a:avLst/>
          </a:prstGeom>
          <a:ln w="38100">
            <a:solidFill>
              <a:schemeClr val="accent1">
                <a:lumMod val="40000"/>
                <a:lumOff val="60000"/>
              </a:schemeClr>
            </a:solidFill>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2" name="直線矢印コネクタ 21">
            <a:extLst>
              <a:ext uri="{FF2B5EF4-FFF2-40B4-BE49-F238E27FC236}">
                <a16:creationId xmlns:a16="http://schemas.microsoft.com/office/drawing/2014/main" id="{C9E8D7C1-F176-7F2E-40A3-9B6F15315DDC}"/>
              </a:ext>
            </a:extLst>
          </p:cNvPr>
          <p:cNvCxnSpPr>
            <a:cxnSpLocks/>
          </p:cNvCxnSpPr>
          <p:nvPr/>
        </p:nvCxnSpPr>
        <p:spPr>
          <a:xfrm>
            <a:off x="2202351" y="4408968"/>
            <a:ext cx="2013995" cy="0"/>
          </a:xfrm>
          <a:prstGeom prst="straightConnector1">
            <a:avLst/>
          </a:prstGeom>
          <a:ln w="38100">
            <a:solidFill>
              <a:schemeClr val="tx2">
                <a:lumMod val="50000"/>
                <a:lumOff val="50000"/>
              </a:schemeClr>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27" name="テキスト ボックス 26">
            <a:extLst>
              <a:ext uri="{FF2B5EF4-FFF2-40B4-BE49-F238E27FC236}">
                <a16:creationId xmlns:a16="http://schemas.microsoft.com/office/drawing/2014/main" id="{C87E8C34-19A3-0C60-FB91-2D8AF051F16B}"/>
              </a:ext>
            </a:extLst>
          </p:cNvPr>
          <p:cNvSpPr txBox="1"/>
          <p:nvPr/>
        </p:nvSpPr>
        <p:spPr>
          <a:xfrm>
            <a:off x="2553431" y="3749101"/>
            <a:ext cx="1181734" cy="307777"/>
          </a:xfrm>
          <a:prstGeom prst="rect">
            <a:avLst/>
          </a:prstGeom>
          <a:noFill/>
        </p:spPr>
        <p:txBody>
          <a:bodyPr wrap="none" rtlCol="0">
            <a:spAutoFit/>
          </a:bodyPr>
          <a:lstStyle/>
          <a:p>
            <a:r>
              <a:rPr kumimoji="1" lang="en-US" altLang="ja-JP" sz="1400" dirty="0"/>
              <a:t>9</a:t>
            </a:r>
            <a:r>
              <a:rPr kumimoji="1" lang="ja-JP" altLang="en-US" sz="1400"/>
              <a:t>になる確率</a:t>
            </a:r>
          </a:p>
        </p:txBody>
      </p:sp>
      <p:sp>
        <p:nvSpPr>
          <p:cNvPr id="28" name="テキスト ボックス 27">
            <a:extLst>
              <a:ext uri="{FF2B5EF4-FFF2-40B4-BE49-F238E27FC236}">
                <a16:creationId xmlns:a16="http://schemas.microsoft.com/office/drawing/2014/main" id="{72432EA6-6684-F3CF-48DF-551091FFDFB8}"/>
              </a:ext>
            </a:extLst>
          </p:cNvPr>
          <p:cNvSpPr txBox="1"/>
          <p:nvPr/>
        </p:nvSpPr>
        <p:spPr>
          <a:xfrm>
            <a:off x="2545544" y="4735139"/>
            <a:ext cx="1327608" cy="307777"/>
          </a:xfrm>
          <a:prstGeom prst="rect">
            <a:avLst/>
          </a:prstGeom>
          <a:noFill/>
        </p:spPr>
        <p:txBody>
          <a:bodyPr wrap="none" rtlCol="0">
            <a:spAutoFit/>
          </a:bodyPr>
          <a:lstStyle/>
          <a:p>
            <a:r>
              <a:rPr kumimoji="1" lang="en-US" altLang="ja-JP" sz="1400" dirty="0"/>
              <a:t>0,6</a:t>
            </a:r>
            <a:r>
              <a:rPr kumimoji="1" lang="ja-JP" altLang="en-US" sz="1400"/>
              <a:t>になる確率</a:t>
            </a:r>
          </a:p>
        </p:txBody>
      </p:sp>
      <p:sp>
        <p:nvSpPr>
          <p:cNvPr id="29" name="テキスト ボックス 28">
            <a:extLst>
              <a:ext uri="{FF2B5EF4-FFF2-40B4-BE49-F238E27FC236}">
                <a16:creationId xmlns:a16="http://schemas.microsoft.com/office/drawing/2014/main" id="{934DA081-2114-1150-250B-84543F2511D6}"/>
              </a:ext>
            </a:extLst>
          </p:cNvPr>
          <p:cNvSpPr txBox="1"/>
          <p:nvPr/>
        </p:nvSpPr>
        <p:spPr>
          <a:xfrm>
            <a:off x="1736125" y="4437960"/>
            <a:ext cx="1181734" cy="307777"/>
          </a:xfrm>
          <a:prstGeom prst="rect">
            <a:avLst/>
          </a:prstGeom>
          <a:noFill/>
        </p:spPr>
        <p:txBody>
          <a:bodyPr wrap="none" rtlCol="0">
            <a:spAutoFit/>
          </a:bodyPr>
          <a:lstStyle/>
          <a:p>
            <a:r>
              <a:rPr kumimoji="1" lang="en-US" altLang="ja-JP" sz="1400" dirty="0"/>
              <a:t>0</a:t>
            </a:r>
            <a:r>
              <a:rPr kumimoji="1" lang="ja-JP" altLang="en-US" sz="1400"/>
              <a:t>になる確率</a:t>
            </a:r>
          </a:p>
        </p:txBody>
      </p:sp>
      <p:sp>
        <p:nvSpPr>
          <p:cNvPr id="30" name="テキスト ボックス 29">
            <a:extLst>
              <a:ext uri="{FF2B5EF4-FFF2-40B4-BE49-F238E27FC236}">
                <a16:creationId xmlns:a16="http://schemas.microsoft.com/office/drawing/2014/main" id="{57F4E75F-D15E-2702-3BE8-973FC9A17D2D}"/>
              </a:ext>
            </a:extLst>
          </p:cNvPr>
          <p:cNvSpPr txBox="1"/>
          <p:nvPr/>
        </p:nvSpPr>
        <p:spPr>
          <a:xfrm>
            <a:off x="3743053" y="4465238"/>
            <a:ext cx="1181734" cy="307777"/>
          </a:xfrm>
          <a:prstGeom prst="rect">
            <a:avLst/>
          </a:prstGeom>
          <a:noFill/>
        </p:spPr>
        <p:txBody>
          <a:bodyPr wrap="none" rtlCol="0">
            <a:spAutoFit/>
          </a:bodyPr>
          <a:lstStyle/>
          <a:p>
            <a:r>
              <a:rPr kumimoji="1" lang="en-US" altLang="ja-JP" sz="1400" dirty="0"/>
              <a:t>6</a:t>
            </a:r>
            <a:r>
              <a:rPr kumimoji="1" lang="ja-JP" altLang="en-US" sz="1400"/>
              <a:t>になる確率</a:t>
            </a:r>
          </a:p>
        </p:txBody>
      </p:sp>
      <p:sp>
        <p:nvSpPr>
          <p:cNvPr id="31" name="テキスト ボックス 30">
            <a:extLst>
              <a:ext uri="{FF2B5EF4-FFF2-40B4-BE49-F238E27FC236}">
                <a16:creationId xmlns:a16="http://schemas.microsoft.com/office/drawing/2014/main" id="{52B89C70-8461-D9B8-F33F-F7CA0B4C65EE}"/>
              </a:ext>
            </a:extLst>
          </p:cNvPr>
          <p:cNvSpPr txBox="1"/>
          <p:nvPr/>
        </p:nvSpPr>
        <p:spPr>
          <a:xfrm>
            <a:off x="1690312" y="3212505"/>
            <a:ext cx="1181734" cy="307777"/>
          </a:xfrm>
          <a:prstGeom prst="rect">
            <a:avLst/>
          </a:prstGeom>
          <a:noFill/>
        </p:spPr>
        <p:txBody>
          <a:bodyPr wrap="none" rtlCol="0">
            <a:spAutoFit/>
          </a:bodyPr>
          <a:lstStyle/>
          <a:p>
            <a:r>
              <a:rPr kumimoji="1" lang="en-US" altLang="ja-JP" sz="1400" dirty="0"/>
              <a:t>0</a:t>
            </a:r>
            <a:r>
              <a:rPr kumimoji="1" lang="ja-JP" altLang="en-US" sz="1400"/>
              <a:t>になる確率</a:t>
            </a:r>
          </a:p>
        </p:txBody>
      </p:sp>
      <p:sp>
        <p:nvSpPr>
          <p:cNvPr id="32" name="テキスト ボックス 31">
            <a:extLst>
              <a:ext uri="{FF2B5EF4-FFF2-40B4-BE49-F238E27FC236}">
                <a16:creationId xmlns:a16="http://schemas.microsoft.com/office/drawing/2014/main" id="{DB487BE7-A343-7B05-6F91-2BDA1F9748E4}"/>
              </a:ext>
            </a:extLst>
          </p:cNvPr>
          <p:cNvSpPr txBox="1"/>
          <p:nvPr/>
        </p:nvSpPr>
        <p:spPr>
          <a:xfrm>
            <a:off x="3697240" y="3239783"/>
            <a:ext cx="1181734" cy="307777"/>
          </a:xfrm>
          <a:prstGeom prst="rect">
            <a:avLst/>
          </a:prstGeom>
          <a:noFill/>
        </p:spPr>
        <p:txBody>
          <a:bodyPr wrap="none" rtlCol="0">
            <a:spAutoFit/>
          </a:bodyPr>
          <a:lstStyle/>
          <a:p>
            <a:r>
              <a:rPr kumimoji="1" lang="en-US" altLang="ja-JP" sz="1400" dirty="0"/>
              <a:t>6</a:t>
            </a:r>
            <a:r>
              <a:rPr kumimoji="1" lang="ja-JP" altLang="en-US" sz="1400"/>
              <a:t>になる確率</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目次</a:t>
            </a:r>
            <a:endParaRPr lang="en-US" sz="3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sp>
        <p:nvSpPr>
          <p:cNvPr id="4" name="Shape 1"/>
          <p:cNvSpPr/>
          <p:nvPr/>
        </p:nvSpPr>
        <p:spPr>
          <a:xfrm>
            <a:off x="822960" y="137160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5" name="Text 2"/>
          <p:cNvSpPr txBox="1"/>
          <p:nvPr/>
        </p:nvSpPr>
        <p:spPr>
          <a:xfrm>
            <a:off x="822960" y="137160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1</a:t>
            </a:r>
            <a:endParaRPr lang="en-US" sz="2000" dirty="0"/>
          </a:p>
        </p:txBody>
      </p:sp>
      <p:sp>
        <p:nvSpPr>
          <p:cNvPr id="6" name="Text 3"/>
          <p:cNvSpPr txBox="1"/>
          <p:nvPr/>
        </p:nvSpPr>
        <p:spPr>
          <a:xfrm>
            <a:off x="1645920" y="132588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導入</a:t>
            </a:r>
            <a:endParaRPr lang="en-US" sz="2400" dirty="0"/>
          </a:p>
        </p:txBody>
      </p:sp>
      <p:sp>
        <p:nvSpPr>
          <p:cNvPr id="7" name="Text 4"/>
          <p:cNvSpPr txBox="1"/>
          <p:nvPr/>
        </p:nvSpPr>
        <p:spPr>
          <a:xfrm>
            <a:off x="4937760" y="132588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今日の問い</a:t>
            </a:r>
            <a:endParaRPr lang="en-US" sz="1600" dirty="0"/>
          </a:p>
        </p:txBody>
      </p:sp>
      <p:sp>
        <p:nvSpPr>
          <p:cNvPr id="8" name="Shape 5"/>
          <p:cNvSpPr/>
          <p:nvPr/>
        </p:nvSpPr>
        <p:spPr>
          <a:xfrm>
            <a:off x="822960" y="233172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9" name="Text 6"/>
          <p:cNvSpPr txBox="1"/>
          <p:nvPr/>
        </p:nvSpPr>
        <p:spPr>
          <a:xfrm>
            <a:off x="822960" y="233172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2</a:t>
            </a:r>
            <a:endParaRPr lang="en-US" sz="2000" dirty="0"/>
          </a:p>
        </p:txBody>
      </p:sp>
      <p:sp>
        <p:nvSpPr>
          <p:cNvPr id="10" name="Text 7"/>
          <p:cNvSpPr txBox="1"/>
          <p:nvPr/>
        </p:nvSpPr>
        <p:spPr>
          <a:xfrm>
            <a:off x="1645920" y="228600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問題と発想</a:t>
            </a:r>
            <a:endParaRPr lang="en-US" sz="2400" dirty="0"/>
          </a:p>
        </p:txBody>
      </p:sp>
      <p:sp>
        <p:nvSpPr>
          <p:cNvPr id="11" name="Text 8"/>
          <p:cNvSpPr txBox="1"/>
          <p:nvPr/>
        </p:nvSpPr>
        <p:spPr>
          <a:xfrm>
            <a:off x="4937760" y="228600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LIMEのおさらい，多クラスLIMEの問題，クラス側をまとめる発想，目標</a:t>
            </a:r>
            <a:endParaRPr lang="en-US" sz="1600" dirty="0"/>
          </a:p>
        </p:txBody>
      </p:sp>
      <p:sp>
        <p:nvSpPr>
          <p:cNvPr id="12" name="Shape 9"/>
          <p:cNvSpPr/>
          <p:nvPr/>
        </p:nvSpPr>
        <p:spPr>
          <a:xfrm>
            <a:off x="822960" y="329184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13" name="Text 10"/>
          <p:cNvSpPr txBox="1"/>
          <p:nvPr/>
        </p:nvSpPr>
        <p:spPr>
          <a:xfrm>
            <a:off x="822960" y="329184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3</a:t>
            </a:r>
            <a:endParaRPr lang="en-US" sz="2000" dirty="0"/>
          </a:p>
        </p:txBody>
      </p:sp>
      <p:sp>
        <p:nvSpPr>
          <p:cNvPr id="14" name="Text 11"/>
          <p:cNvSpPr txBox="1"/>
          <p:nvPr/>
        </p:nvSpPr>
        <p:spPr>
          <a:xfrm>
            <a:off x="1645920" y="324612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手法と仮定</a:t>
            </a:r>
            <a:endParaRPr lang="en-US" sz="2400" dirty="0"/>
          </a:p>
        </p:txBody>
      </p:sp>
      <p:sp>
        <p:nvSpPr>
          <p:cNvPr id="15" name="Text 12"/>
          <p:cNvSpPr txBox="1"/>
          <p:nvPr/>
        </p:nvSpPr>
        <p:spPr>
          <a:xfrm>
            <a:off x="4937760" y="324612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手順，成り立つための仮定</a:t>
            </a:r>
            <a:endParaRPr lang="en-US" sz="1600" dirty="0"/>
          </a:p>
        </p:txBody>
      </p:sp>
      <p:sp>
        <p:nvSpPr>
          <p:cNvPr id="16" name="Shape 13"/>
          <p:cNvSpPr/>
          <p:nvPr/>
        </p:nvSpPr>
        <p:spPr>
          <a:xfrm>
            <a:off x="548640" y="4096512"/>
            <a:ext cx="11064240" cy="868680"/>
          </a:xfrm>
          <a:prstGeom prst="roundRect">
            <a:avLst>
              <a:gd name="adj" fmla="val 12632"/>
            </a:avLst>
          </a:prstGeom>
          <a:noFill/>
          <a:ln w="28575">
            <a:solidFill>
              <a:schemeClr val="accent2"/>
            </a:solidFill>
            <a:prstDash val="solid"/>
          </a:ln>
        </p:spPr>
        <p:txBody>
          <a:bodyPr/>
          <a:lstStyle/>
          <a:p>
            <a:endParaRPr lang="ja-JP" altLang="en-US"/>
          </a:p>
        </p:txBody>
      </p:sp>
      <p:sp>
        <p:nvSpPr>
          <p:cNvPr id="17" name="Shape 14"/>
          <p:cNvSpPr/>
          <p:nvPr/>
        </p:nvSpPr>
        <p:spPr>
          <a:xfrm>
            <a:off x="822960" y="4251960"/>
            <a:ext cx="548640" cy="548640"/>
          </a:xfrm>
          <a:prstGeom prst="ellipse">
            <a:avLst/>
          </a:prstGeom>
          <a:solidFill>
            <a:schemeClr val="accent1"/>
          </a:solidFill>
          <a:ln w="12700">
            <a:solidFill>
              <a:schemeClr val="accent1"/>
            </a:solidFill>
            <a:prstDash val="solid"/>
          </a:ln>
        </p:spPr>
        <p:txBody>
          <a:bodyPr/>
          <a:lstStyle/>
          <a:p>
            <a:endParaRPr lang="ja-JP" altLang="en-US"/>
          </a:p>
        </p:txBody>
      </p:sp>
      <p:sp>
        <p:nvSpPr>
          <p:cNvPr id="18" name="Text 15"/>
          <p:cNvSpPr txBox="1"/>
          <p:nvPr/>
        </p:nvSpPr>
        <p:spPr>
          <a:xfrm>
            <a:off x="822960" y="425196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4</a:t>
            </a:r>
            <a:endParaRPr lang="en-US" sz="2000" dirty="0"/>
          </a:p>
        </p:txBody>
      </p:sp>
      <p:sp>
        <p:nvSpPr>
          <p:cNvPr id="19" name="Text 16"/>
          <p:cNvSpPr txBox="1"/>
          <p:nvPr/>
        </p:nvSpPr>
        <p:spPr>
          <a:xfrm>
            <a:off x="1645920" y="4206240"/>
            <a:ext cx="3291840" cy="640080"/>
          </a:xfrm>
          <a:prstGeom prst="rect">
            <a:avLst/>
          </a:prstGeom>
          <a:noFill/>
          <a:ln/>
        </p:spPr>
        <p:txBody>
          <a:bodyPr wrap="square" lIns="0" tIns="0" rIns="0" bIns="0" rtlCol="0" anchor="ctr"/>
          <a:lstStyle/>
          <a:p>
            <a:pPr marL="0" indent="0">
              <a:buNone/>
            </a:pPr>
            <a:r>
              <a:rPr lang="en-US" sz="2400" b="1" dirty="0">
                <a:solidFill>
                  <a:schemeClr val="tx1"/>
                </a:solidFill>
              </a:rPr>
              <a:t>実験</a:t>
            </a:r>
            <a:endParaRPr lang="en-US" sz="2400" dirty="0"/>
          </a:p>
        </p:txBody>
      </p:sp>
      <p:sp>
        <p:nvSpPr>
          <p:cNvPr id="20" name="Text 17"/>
          <p:cNvSpPr txBox="1"/>
          <p:nvPr/>
        </p:nvSpPr>
        <p:spPr>
          <a:xfrm>
            <a:off x="4937760" y="4206240"/>
            <a:ext cx="6492240" cy="640080"/>
          </a:xfrm>
          <a:prstGeom prst="rect">
            <a:avLst/>
          </a:prstGeom>
          <a:noFill/>
          <a:ln/>
        </p:spPr>
        <p:txBody>
          <a:bodyPr wrap="square" lIns="0" tIns="0" rIns="0" bIns="0" rtlCol="0" anchor="ctr"/>
          <a:lstStyle/>
          <a:p>
            <a:pPr marL="0" indent="0">
              <a:buNone/>
            </a:pPr>
            <a:r>
              <a:rPr lang="en-US" sz="1600" dirty="0">
                <a:solidFill>
                  <a:schemeClr val="tx2"/>
                </a:solidFill>
              </a:rPr>
              <a:t>仮定の確かめ方，実験の設定，結果</a:t>
            </a:r>
            <a:endParaRPr lang="en-US" sz="1600" dirty="0"/>
          </a:p>
        </p:txBody>
      </p:sp>
      <p:sp>
        <p:nvSpPr>
          <p:cNvPr id="21" name="Shape 18"/>
          <p:cNvSpPr/>
          <p:nvPr/>
        </p:nvSpPr>
        <p:spPr>
          <a:xfrm>
            <a:off x="822960" y="521208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22" name="Text 19"/>
          <p:cNvSpPr txBox="1"/>
          <p:nvPr/>
        </p:nvSpPr>
        <p:spPr>
          <a:xfrm>
            <a:off x="822960" y="521208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5</a:t>
            </a:r>
            <a:endParaRPr lang="en-US" sz="2000" dirty="0"/>
          </a:p>
        </p:txBody>
      </p:sp>
      <p:sp>
        <p:nvSpPr>
          <p:cNvPr id="23" name="Text 20"/>
          <p:cNvSpPr txBox="1"/>
          <p:nvPr/>
        </p:nvSpPr>
        <p:spPr>
          <a:xfrm>
            <a:off x="1645920" y="516636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課題と今後</a:t>
            </a:r>
            <a:endParaRPr lang="en-US" sz="2400" dirty="0"/>
          </a:p>
        </p:txBody>
      </p:sp>
      <p:sp>
        <p:nvSpPr>
          <p:cNvPr id="24" name="Text 21"/>
          <p:cNvSpPr txBox="1"/>
          <p:nvPr/>
        </p:nvSpPr>
        <p:spPr>
          <a:xfrm>
            <a:off x="4937760" y="516636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課題，今後の計画</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err="1">
                <a:solidFill>
                  <a:schemeClr val="tx1"/>
                </a:solidFill>
              </a:rPr>
              <a:t>仮定の確かめ方</a:t>
            </a:r>
            <a:endParaRPr lang="en-US" sz="3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sp>
        <p:nvSpPr>
          <p:cNvPr id="4" name="Shape 1"/>
          <p:cNvSpPr/>
          <p:nvPr/>
        </p:nvSpPr>
        <p:spPr>
          <a:xfrm>
            <a:off x="548640" y="1377363"/>
            <a:ext cx="411480" cy="411480"/>
          </a:xfrm>
          <a:prstGeom prst="ellipse">
            <a:avLst/>
          </a:prstGeom>
          <a:solidFill>
            <a:schemeClr val="tx1"/>
          </a:solidFill>
          <a:ln w="12700">
            <a:solidFill>
              <a:schemeClr val="tx1"/>
            </a:solidFill>
            <a:prstDash val="solid"/>
          </a:ln>
        </p:spPr>
        <p:txBody>
          <a:bodyPr/>
          <a:lstStyle/>
          <a:p>
            <a:endParaRPr lang="ja-JP" altLang="en-US"/>
          </a:p>
        </p:txBody>
      </p:sp>
      <p:sp>
        <p:nvSpPr>
          <p:cNvPr id="5" name="Text 2"/>
          <p:cNvSpPr txBox="1"/>
          <p:nvPr/>
        </p:nvSpPr>
        <p:spPr>
          <a:xfrm>
            <a:off x="548640" y="1377363"/>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6" name="Text 3"/>
          <p:cNvSpPr txBox="1"/>
          <p:nvPr/>
        </p:nvSpPr>
        <p:spPr>
          <a:xfrm>
            <a:off x="1097280" y="1444933"/>
            <a:ext cx="4389120" cy="411480"/>
          </a:xfrm>
          <a:prstGeom prst="rect">
            <a:avLst/>
          </a:prstGeom>
          <a:noFill/>
          <a:ln/>
        </p:spPr>
        <p:txBody>
          <a:bodyPr wrap="square" lIns="0" tIns="0" rIns="0" bIns="0" rtlCol="0" anchor="t"/>
          <a:lstStyle/>
          <a:p>
            <a:pPr marL="0" indent="0">
              <a:buNone/>
            </a:pPr>
            <a:r>
              <a:rPr lang="en-US" sz="1700" b="1" dirty="0" err="1">
                <a:solidFill>
                  <a:schemeClr val="tx1"/>
                </a:solidFill>
              </a:rPr>
              <a:t>摂動データに対してAIに確率を計算させる</a:t>
            </a:r>
            <a:endParaRPr lang="en-US" sz="1700" dirty="0"/>
          </a:p>
        </p:txBody>
      </p:sp>
      <p:sp>
        <p:nvSpPr>
          <p:cNvPr id="8" name="Shape 5"/>
          <p:cNvSpPr/>
          <p:nvPr/>
        </p:nvSpPr>
        <p:spPr>
          <a:xfrm>
            <a:off x="548640" y="1877193"/>
            <a:ext cx="411480" cy="411480"/>
          </a:xfrm>
          <a:prstGeom prst="ellipse">
            <a:avLst/>
          </a:prstGeom>
          <a:solidFill>
            <a:schemeClr val="tx1"/>
          </a:solidFill>
          <a:ln w="12700">
            <a:solidFill>
              <a:schemeClr val="tx1"/>
            </a:solidFill>
            <a:prstDash val="solid"/>
          </a:ln>
        </p:spPr>
        <p:txBody>
          <a:bodyPr/>
          <a:lstStyle/>
          <a:p>
            <a:endParaRPr lang="ja-JP" altLang="en-US"/>
          </a:p>
        </p:txBody>
      </p:sp>
      <p:sp>
        <p:nvSpPr>
          <p:cNvPr id="9" name="Text 6"/>
          <p:cNvSpPr txBox="1"/>
          <p:nvPr/>
        </p:nvSpPr>
        <p:spPr>
          <a:xfrm>
            <a:off x="548640" y="1877193"/>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0" name="Text 7"/>
          <p:cNvSpPr txBox="1"/>
          <p:nvPr/>
        </p:nvSpPr>
        <p:spPr>
          <a:xfrm>
            <a:off x="1097280" y="1944763"/>
            <a:ext cx="4389120" cy="411480"/>
          </a:xfrm>
          <a:prstGeom prst="rect">
            <a:avLst/>
          </a:prstGeom>
          <a:noFill/>
          <a:ln/>
        </p:spPr>
        <p:txBody>
          <a:bodyPr wrap="square" lIns="0" tIns="0" rIns="0" bIns="0" rtlCol="0" anchor="t"/>
          <a:lstStyle/>
          <a:p>
            <a:pPr marL="0" indent="0">
              <a:buNone/>
            </a:pPr>
            <a:r>
              <a:rPr lang="en-US" sz="1700" b="1" dirty="0">
                <a:solidFill>
                  <a:schemeClr val="tx1"/>
                </a:solidFill>
              </a:rPr>
              <a:t>元の点の確率との差（ずれ）を取る</a:t>
            </a:r>
            <a:endParaRPr lang="en-US" sz="1700" dirty="0"/>
          </a:p>
        </p:txBody>
      </p:sp>
      <p:sp>
        <p:nvSpPr>
          <p:cNvPr id="11" name="Shape 8"/>
          <p:cNvSpPr/>
          <p:nvPr/>
        </p:nvSpPr>
        <p:spPr>
          <a:xfrm>
            <a:off x="548640" y="3932512"/>
            <a:ext cx="411480" cy="411480"/>
          </a:xfrm>
          <a:prstGeom prst="ellipse">
            <a:avLst/>
          </a:prstGeom>
          <a:solidFill>
            <a:schemeClr val="accent1"/>
          </a:solidFill>
          <a:ln w="12700">
            <a:solidFill>
              <a:schemeClr val="accent1"/>
            </a:solidFill>
            <a:prstDash val="solid"/>
          </a:ln>
        </p:spPr>
        <p:txBody>
          <a:bodyPr/>
          <a:lstStyle/>
          <a:p>
            <a:endParaRPr lang="ja-JP" altLang="en-US"/>
          </a:p>
        </p:txBody>
      </p:sp>
      <p:sp>
        <p:nvSpPr>
          <p:cNvPr id="12" name="Text 9"/>
          <p:cNvSpPr txBox="1"/>
          <p:nvPr/>
        </p:nvSpPr>
        <p:spPr>
          <a:xfrm>
            <a:off x="548640" y="3932512"/>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3" name="Text 10"/>
          <p:cNvSpPr txBox="1"/>
          <p:nvPr/>
        </p:nvSpPr>
        <p:spPr>
          <a:xfrm>
            <a:off x="1097280" y="4000082"/>
            <a:ext cx="4389120" cy="411480"/>
          </a:xfrm>
          <a:prstGeom prst="rect">
            <a:avLst/>
          </a:prstGeom>
          <a:noFill/>
          <a:ln/>
        </p:spPr>
        <p:txBody>
          <a:bodyPr wrap="square" lIns="0" tIns="0" rIns="0" bIns="0" rtlCol="0" anchor="t"/>
          <a:lstStyle/>
          <a:p>
            <a:pPr marL="0" indent="0">
              <a:buNone/>
            </a:pPr>
            <a:r>
              <a:rPr lang="en-US" sz="1700" b="1" dirty="0">
                <a:solidFill>
                  <a:schemeClr val="tx1"/>
                </a:solidFill>
              </a:rPr>
              <a:t>クラスごとにずれを集計する</a:t>
            </a:r>
            <a:endParaRPr lang="en-US" sz="1700" dirty="0"/>
          </a:p>
        </p:txBody>
      </p:sp>
      <p:sp>
        <p:nvSpPr>
          <p:cNvPr id="14" name="Text 11"/>
          <p:cNvSpPr txBox="1"/>
          <p:nvPr/>
        </p:nvSpPr>
        <p:spPr>
          <a:xfrm>
            <a:off x="4360373" y="4366198"/>
            <a:ext cx="1454380" cy="1536192"/>
          </a:xfrm>
          <a:prstGeom prst="rect">
            <a:avLst/>
          </a:prstGeom>
          <a:noFill/>
          <a:ln/>
        </p:spPr>
        <p:txBody>
          <a:bodyPr wrap="square" lIns="0" tIns="0" rIns="0" bIns="0" rtlCol="0" anchor="t"/>
          <a:lstStyle/>
          <a:p>
            <a:pPr marL="0" indent="0">
              <a:buNone/>
            </a:pPr>
            <a:r>
              <a:rPr lang="en-US" sz="1300" dirty="0">
                <a:solidFill>
                  <a:schemeClr val="tx2"/>
                </a:solidFill>
              </a:rPr>
              <a:t>ずれの2乗を</a:t>
            </a:r>
            <a:br>
              <a:rPr lang="en-US" sz="1300" dirty="0">
                <a:solidFill>
                  <a:schemeClr val="tx2"/>
                </a:solidFill>
              </a:rPr>
            </a:br>
            <a:r>
              <a:rPr lang="en-US" sz="1300" dirty="0" err="1">
                <a:solidFill>
                  <a:schemeClr val="tx2"/>
                </a:solidFill>
              </a:rPr>
              <a:t>摂動データ分足し</a:t>
            </a:r>
            <a:br>
              <a:rPr lang="en-US" sz="1300" dirty="0">
                <a:solidFill>
                  <a:schemeClr val="tx2"/>
                </a:solidFill>
              </a:rPr>
            </a:br>
            <a:r>
              <a:rPr lang="en-US" sz="1300" dirty="0">
                <a:solidFill>
                  <a:schemeClr val="tx2"/>
                </a:solidFill>
              </a:rPr>
              <a:t>大きい順に全体の95%に届くまでのクラス数を数える</a:t>
            </a:r>
            <a:endParaRPr lang="en-US" sz="1300" dirty="0"/>
          </a:p>
        </p:txBody>
      </p:sp>
      <p:graphicFrame>
        <p:nvGraphicFramePr>
          <p:cNvPr id="18" name="Table 0"/>
          <p:cNvGraphicFramePr>
            <a:graphicFrameLocks noGrp="1"/>
          </p:cNvGraphicFramePr>
          <p:nvPr>
            <p:extLst>
              <p:ext uri="{D42A27DB-BD31-4B8C-83A1-F6EECF244321}">
                <p14:modId xmlns:p14="http://schemas.microsoft.com/office/powerpoint/2010/main" val="1314961794"/>
              </p:ext>
            </p:extLst>
          </p:nvPr>
        </p:nvGraphicFramePr>
        <p:xfrm>
          <a:off x="1097280" y="2340032"/>
          <a:ext cx="4480560" cy="1536192"/>
        </p:xfrm>
        <a:graphic>
          <a:graphicData uri="http://schemas.openxmlformats.org/drawingml/2006/table">
            <a:tbl>
              <a:tblPr/>
              <a:tblGrid>
                <a:gridCol w="155448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gridCol w="731520">
                  <a:extLst>
                    <a:ext uri="{9D8B030D-6E8A-4147-A177-3AD203B41FA5}">
                      <a16:colId xmlns:a16="http://schemas.microsoft.com/office/drawing/2014/main" val="20003"/>
                    </a:ext>
                  </a:extLst>
                </a:gridCol>
                <a:gridCol w="731520">
                  <a:extLst>
                    <a:ext uri="{9D8B030D-6E8A-4147-A177-3AD203B41FA5}">
                      <a16:colId xmlns:a16="http://schemas.microsoft.com/office/drawing/2014/main" val="20004"/>
                    </a:ext>
                  </a:extLst>
                </a:gridCol>
              </a:tblGrid>
              <a:tr h="384048">
                <a:tc>
                  <a:txBody>
                    <a:bodyPr/>
                    <a:lstStyle/>
                    <a:p>
                      <a:pPr marL="0" indent="0" algn="ctr">
                        <a:buNone/>
                      </a:pP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tx1"/>
                    </a:solidFill>
                  </a:tcPr>
                </a:tc>
                <a:tc>
                  <a:txBody>
                    <a:bodyPr/>
                    <a:lstStyle/>
                    <a:p>
                      <a:pPr marL="0" indent="0" algn="ctr">
                        <a:buNone/>
                      </a:pPr>
                      <a:r>
                        <a:rPr lang="en-US" sz="1300" b="1" dirty="0">
                          <a:solidFill>
                            <a:schemeClr val="bg1"/>
                          </a:solidFill>
                        </a:rPr>
                        <a:t>2</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tx1"/>
                    </a:solidFill>
                  </a:tcPr>
                </a:tc>
                <a:tc>
                  <a:txBody>
                    <a:bodyPr/>
                    <a:lstStyle/>
                    <a:p>
                      <a:pPr marL="0" indent="0" algn="ctr">
                        <a:buNone/>
                      </a:pPr>
                      <a:r>
                        <a:rPr lang="en-US" sz="1300" b="1" dirty="0">
                          <a:solidFill>
                            <a:schemeClr val="bg1"/>
                          </a:solidFill>
                        </a:rPr>
                        <a:t>3</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tx1"/>
                    </a:solidFill>
                  </a:tcPr>
                </a:tc>
                <a:tc>
                  <a:txBody>
                    <a:bodyPr/>
                    <a:lstStyle/>
                    <a:p>
                      <a:pPr marL="0" indent="0" algn="ctr">
                        <a:buNone/>
                      </a:pPr>
                      <a:r>
                        <a:rPr lang="en-US" sz="1300" b="1" dirty="0">
                          <a:solidFill>
                            <a:schemeClr val="bg1"/>
                          </a:solidFill>
                        </a:rPr>
                        <a:t>9</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tx1"/>
                    </a:solidFill>
                  </a:tcPr>
                </a:tc>
                <a:tc>
                  <a:txBody>
                    <a:bodyPr/>
                    <a:lstStyle/>
                    <a:p>
                      <a:pPr marL="0" indent="0" algn="ctr">
                        <a:buNone/>
                      </a:pPr>
                      <a:r>
                        <a:rPr lang="en-US" sz="1300" b="1" dirty="0">
                          <a:solidFill>
                            <a:schemeClr val="bg1"/>
                          </a:solidFill>
                        </a:rPr>
                        <a:t>その他</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384048">
                <a:tc>
                  <a:txBody>
                    <a:bodyPr/>
                    <a:lstStyle/>
                    <a:p>
                      <a:pPr marL="0" indent="0" algn="l">
                        <a:buNone/>
                      </a:pPr>
                      <a:r>
                        <a:rPr lang="en-US" sz="1300" dirty="0">
                          <a:solidFill>
                            <a:schemeClr val="tx1"/>
                          </a:solidFill>
                        </a:rPr>
                        <a:t>説明する点</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marL="0" indent="0" algn="ctr">
                        <a:buNone/>
                      </a:pPr>
                      <a:r>
                        <a:rPr lang="en-US" sz="1300" dirty="0">
                          <a:solidFill>
                            <a:schemeClr val="tx1"/>
                          </a:solidFill>
                        </a:rPr>
                        <a:t>0.39</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marL="0" indent="0" algn="ctr">
                        <a:buNone/>
                      </a:pPr>
                      <a:r>
                        <a:rPr lang="en-US" sz="1300" dirty="0">
                          <a:solidFill>
                            <a:schemeClr val="tx1"/>
                          </a:solidFill>
                        </a:rPr>
                        <a:t>0.39</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marL="0" indent="0" algn="ctr">
                        <a:buNone/>
                      </a:pPr>
                      <a:r>
                        <a:rPr lang="en-US" sz="1300" dirty="0">
                          <a:solidFill>
                            <a:schemeClr val="tx1"/>
                          </a:solidFill>
                        </a:rPr>
                        <a:t>0.12</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marL="0" indent="0" algn="ctr">
                        <a:buNone/>
                      </a:pPr>
                      <a:r>
                        <a:rPr lang="en-US" sz="1300" dirty="0">
                          <a:solidFill>
                            <a:schemeClr val="tx1"/>
                          </a:solidFill>
                        </a:rPr>
                        <a:t>0.10</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84048">
                <a:tc>
                  <a:txBody>
                    <a:bodyPr/>
                    <a:lstStyle/>
                    <a:p>
                      <a:pPr marL="0" indent="0" algn="l">
                        <a:buNone/>
                      </a:pPr>
                      <a:r>
                        <a:rPr lang="en-US" sz="1300" dirty="0">
                          <a:solidFill>
                            <a:schemeClr val="tx1"/>
                          </a:solidFill>
                        </a:rPr>
                        <a:t>摂動データの1つ</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marL="0" indent="0" algn="ctr">
                        <a:buNone/>
                      </a:pPr>
                      <a:r>
                        <a:rPr lang="en-US" sz="1300" dirty="0">
                          <a:solidFill>
                            <a:schemeClr val="tx1"/>
                          </a:solidFill>
                        </a:rPr>
                        <a:t>0.46</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marL="0" indent="0" algn="ctr">
                        <a:buNone/>
                      </a:pPr>
                      <a:r>
                        <a:rPr lang="en-US" sz="1300" dirty="0">
                          <a:solidFill>
                            <a:schemeClr val="tx1"/>
                          </a:solidFill>
                        </a:rPr>
                        <a:t>0.35</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marL="0" indent="0" algn="ctr">
                        <a:buNone/>
                      </a:pPr>
                      <a:r>
                        <a:rPr lang="en-US" sz="1300" dirty="0">
                          <a:solidFill>
                            <a:schemeClr val="tx1"/>
                          </a:solidFill>
                        </a:rPr>
                        <a:t>0.09</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marL="0" indent="0" algn="ctr">
                        <a:buNone/>
                      </a:pPr>
                      <a:r>
                        <a:rPr lang="en-US" sz="1300" dirty="0">
                          <a:solidFill>
                            <a:schemeClr val="tx1"/>
                          </a:solidFill>
                        </a:rPr>
                        <a:t>0.10</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384048">
                <a:tc>
                  <a:txBody>
                    <a:bodyPr/>
                    <a:lstStyle/>
                    <a:p>
                      <a:pPr marL="0" indent="0" algn="l">
                        <a:buNone/>
                      </a:pPr>
                      <a:r>
                        <a:rPr lang="en-US" sz="1300" b="1" dirty="0">
                          <a:solidFill>
                            <a:schemeClr val="accent1"/>
                          </a:solidFill>
                        </a:rPr>
                        <a:t>ずれ</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2"/>
                    </a:solidFill>
                  </a:tcPr>
                </a:tc>
                <a:tc>
                  <a:txBody>
                    <a:bodyPr/>
                    <a:lstStyle/>
                    <a:p>
                      <a:pPr marL="0" indent="0" algn="ctr">
                        <a:buNone/>
                      </a:pPr>
                      <a:r>
                        <a:rPr lang="en-US" sz="1300" b="1" dirty="0">
                          <a:solidFill>
                            <a:schemeClr val="accent1"/>
                          </a:solidFill>
                        </a:rPr>
                        <a:t>+0.07</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2"/>
                    </a:solidFill>
                  </a:tcPr>
                </a:tc>
                <a:tc>
                  <a:txBody>
                    <a:bodyPr/>
                    <a:lstStyle/>
                    <a:p>
                      <a:pPr marL="0" indent="0" algn="ctr">
                        <a:buNone/>
                      </a:pPr>
                      <a:r>
                        <a:rPr lang="en-US" sz="1300" b="1" dirty="0">
                          <a:solidFill>
                            <a:schemeClr val="accent1"/>
                          </a:solidFill>
                        </a:rPr>
                        <a:t>−0.04</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2"/>
                    </a:solidFill>
                  </a:tcPr>
                </a:tc>
                <a:tc>
                  <a:txBody>
                    <a:bodyPr/>
                    <a:lstStyle/>
                    <a:p>
                      <a:pPr marL="0" indent="0" algn="ctr">
                        <a:buNone/>
                      </a:pPr>
                      <a:r>
                        <a:rPr lang="en-US" sz="1300" b="1" dirty="0">
                          <a:solidFill>
                            <a:schemeClr val="accent1"/>
                          </a:solidFill>
                        </a:rPr>
                        <a:t>−0.03</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2"/>
                    </a:solidFill>
                  </a:tcPr>
                </a:tc>
                <a:tc>
                  <a:txBody>
                    <a:bodyPr/>
                    <a:lstStyle/>
                    <a:p>
                      <a:pPr marL="0" indent="0" algn="ctr">
                        <a:buNone/>
                      </a:pPr>
                      <a:r>
                        <a:rPr lang="en-US" sz="1300" b="1" dirty="0">
                          <a:solidFill>
                            <a:schemeClr val="accent1"/>
                          </a:solidFill>
                        </a:rPr>
                        <a:t>0.00</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bl>
          </a:graphicData>
        </a:graphic>
      </p:graphicFrame>
      <p:graphicFrame>
        <p:nvGraphicFramePr>
          <p:cNvPr id="16" name="Chart 0"/>
          <p:cNvGraphicFramePr/>
          <p:nvPr>
            <p:extLst>
              <p:ext uri="{D42A27DB-BD31-4B8C-83A1-F6EECF244321}">
                <p14:modId xmlns:p14="http://schemas.microsoft.com/office/powerpoint/2010/main" val="2407067367"/>
              </p:ext>
            </p:extLst>
          </p:nvPr>
        </p:nvGraphicFramePr>
        <p:xfrm>
          <a:off x="899507" y="4198518"/>
          <a:ext cx="3296689" cy="1871552"/>
        </p:xfrm>
        <a:graphic>
          <a:graphicData uri="http://schemas.openxmlformats.org/drawingml/2006/chart">
            <c:chart xmlns:c="http://schemas.openxmlformats.org/drawingml/2006/chart" xmlns:r="http://schemas.openxmlformats.org/officeDocument/2006/relationships" r:id="rId3"/>
          </a:graphicData>
        </a:graphic>
      </p:graphicFrame>
      <p:sp>
        <p:nvSpPr>
          <p:cNvPr id="17" name="Shape 12"/>
          <p:cNvSpPr/>
          <p:nvPr/>
        </p:nvSpPr>
        <p:spPr>
          <a:xfrm>
            <a:off x="960120" y="6111333"/>
            <a:ext cx="4715395" cy="513610"/>
          </a:xfrm>
          <a:prstGeom prst="roundRect">
            <a:avLst>
              <a:gd name="adj" fmla="val 15000"/>
            </a:avLst>
          </a:prstGeom>
          <a:noFill/>
          <a:ln w="28575">
            <a:solidFill>
              <a:schemeClr val="tx1"/>
            </a:solidFill>
            <a:prstDash val="solid"/>
          </a:ln>
        </p:spPr>
        <p:txBody>
          <a:bodyPr/>
          <a:lstStyle/>
          <a:p>
            <a:endParaRPr lang="ja-JP" altLang="en-US"/>
          </a:p>
        </p:txBody>
      </p:sp>
      <p:sp>
        <p:nvSpPr>
          <p:cNvPr id="3" name="Text 13"/>
          <p:cNvSpPr txBox="1"/>
          <p:nvPr/>
        </p:nvSpPr>
        <p:spPr>
          <a:xfrm>
            <a:off x="1188720" y="6111333"/>
            <a:ext cx="4404360" cy="513610"/>
          </a:xfrm>
          <a:prstGeom prst="rect">
            <a:avLst/>
          </a:prstGeom>
          <a:noFill/>
          <a:ln/>
        </p:spPr>
        <p:txBody>
          <a:bodyPr wrap="square" lIns="0" tIns="0" rIns="0" bIns="0" rtlCol="0" anchor="ctr"/>
          <a:lstStyle/>
          <a:p>
            <a:pPr marL="0" indent="0">
              <a:buNone/>
            </a:pPr>
            <a:r>
              <a:rPr lang="en-US" sz="1700" dirty="0">
                <a:solidFill>
                  <a:schemeClr val="tx1"/>
                </a:solidFill>
              </a:rPr>
              <a:t>2・3・9で全体の97%　→　動くクラス </a:t>
            </a:r>
            <a:r>
              <a:rPr lang="en-US" sz="1700" b="1" dirty="0">
                <a:solidFill>
                  <a:schemeClr val="accent1"/>
                </a:solidFill>
              </a:rPr>
              <a:t>3個</a:t>
            </a:r>
            <a:endParaRPr lang="en-US" sz="1700" dirty="0"/>
          </a:p>
        </p:txBody>
      </p:sp>
      <p:sp>
        <p:nvSpPr>
          <p:cNvPr id="20" name="Shape 5">
            <a:extLst>
              <a:ext uri="{FF2B5EF4-FFF2-40B4-BE49-F238E27FC236}">
                <a16:creationId xmlns:a16="http://schemas.microsoft.com/office/drawing/2014/main" id="{51A77D1C-97AD-299B-F035-3B8E80305EAC}"/>
              </a:ext>
            </a:extLst>
          </p:cNvPr>
          <p:cNvSpPr/>
          <p:nvPr/>
        </p:nvSpPr>
        <p:spPr>
          <a:xfrm>
            <a:off x="6156963" y="1874616"/>
            <a:ext cx="411480" cy="411480"/>
          </a:xfrm>
          <a:prstGeom prst="ellipse">
            <a:avLst/>
          </a:prstGeom>
          <a:solidFill>
            <a:schemeClr val="tx1"/>
          </a:solidFill>
          <a:ln w="12700">
            <a:solidFill>
              <a:schemeClr val="tx1"/>
            </a:solidFill>
            <a:prstDash val="solid"/>
          </a:ln>
        </p:spPr>
        <p:txBody>
          <a:bodyPr/>
          <a:lstStyle/>
          <a:p>
            <a:endParaRPr lang="ja-JP" altLang="en-US"/>
          </a:p>
        </p:txBody>
      </p:sp>
      <p:sp>
        <p:nvSpPr>
          <p:cNvPr id="21" name="Text 6">
            <a:extLst>
              <a:ext uri="{FF2B5EF4-FFF2-40B4-BE49-F238E27FC236}">
                <a16:creationId xmlns:a16="http://schemas.microsoft.com/office/drawing/2014/main" id="{74280E38-454E-988B-4B46-30789EA65482}"/>
              </a:ext>
            </a:extLst>
          </p:cNvPr>
          <p:cNvSpPr txBox="1"/>
          <p:nvPr/>
        </p:nvSpPr>
        <p:spPr>
          <a:xfrm>
            <a:off x="6156963" y="1874616"/>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22" name="Text 7">
            <a:extLst>
              <a:ext uri="{FF2B5EF4-FFF2-40B4-BE49-F238E27FC236}">
                <a16:creationId xmlns:a16="http://schemas.microsoft.com/office/drawing/2014/main" id="{E1080B01-BEBE-5A4A-48CD-517B966D3201}"/>
              </a:ext>
            </a:extLst>
          </p:cNvPr>
          <p:cNvSpPr txBox="1"/>
          <p:nvPr/>
        </p:nvSpPr>
        <p:spPr>
          <a:xfrm>
            <a:off x="6705602" y="1890728"/>
            <a:ext cx="4856711" cy="411480"/>
          </a:xfrm>
          <a:prstGeom prst="rect">
            <a:avLst/>
          </a:prstGeom>
          <a:noFill/>
          <a:ln/>
        </p:spPr>
        <p:txBody>
          <a:bodyPr wrap="square" lIns="0" tIns="0" rIns="0" bIns="0" rtlCol="0" anchor="t"/>
          <a:lstStyle/>
          <a:p>
            <a:pPr marL="0" indent="0">
              <a:buNone/>
            </a:pPr>
            <a:r>
              <a:rPr lang="en-US" sz="1600" b="1" dirty="0" err="1">
                <a:solidFill>
                  <a:schemeClr val="tx1"/>
                </a:solidFill>
              </a:rPr>
              <a:t>摂動データに対して主成分分析にかけ，軸を求める</a:t>
            </a:r>
            <a:endParaRPr lang="en-US" sz="1600" dirty="0"/>
          </a:p>
        </p:txBody>
      </p:sp>
      <p:sp>
        <p:nvSpPr>
          <p:cNvPr id="23" name="Shape 9">
            <a:extLst>
              <a:ext uri="{FF2B5EF4-FFF2-40B4-BE49-F238E27FC236}">
                <a16:creationId xmlns:a16="http://schemas.microsoft.com/office/drawing/2014/main" id="{8122BF00-9835-A2B4-95B6-35B834E3D51A}"/>
              </a:ext>
            </a:extLst>
          </p:cNvPr>
          <p:cNvSpPr/>
          <p:nvPr/>
        </p:nvSpPr>
        <p:spPr>
          <a:xfrm>
            <a:off x="6156963" y="2926176"/>
            <a:ext cx="411480" cy="411480"/>
          </a:xfrm>
          <a:prstGeom prst="ellipse">
            <a:avLst/>
          </a:prstGeom>
          <a:solidFill>
            <a:schemeClr val="accent1"/>
          </a:solidFill>
          <a:ln w="12700">
            <a:solidFill>
              <a:schemeClr val="accent1"/>
            </a:solidFill>
            <a:prstDash val="solid"/>
          </a:ln>
        </p:spPr>
        <p:txBody>
          <a:bodyPr/>
          <a:lstStyle/>
          <a:p>
            <a:endParaRPr lang="ja-JP" altLang="en-US"/>
          </a:p>
        </p:txBody>
      </p:sp>
      <p:sp>
        <p:nvSpPr>
          <p:cNvPr id="24" name="Text 10">
            <a:extLst>
              <a:ext uri="{FF2B5EF4-FFF2-40B4-BE49-F238E27FC236}">
                <a16:creationId xmlns:a16="http://schemas.microsoft.com/office/drawing/2014/main" id="{C332A7EA-E803-3AB7-FCEA-B54B10A43EAB}"/>
              </a:ext>
            </a:extLst>
          </p:cNvPr>
          <p:cNvSpPr txBox="1"/>
          <p:nvPr/>
        </p:nvSpPr>
        <p:spPr>
          <a:xfrm>
            <a:off x="6156963" y="2926176"/>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26" name="Text 11">
            <a:extLst>
              <a:ext uri="{FF2B5EF4-FFF2-40B4-BE49-F238E27FC236}">
                <a16:creationId xmlns:a16="http://schemas.microsoft.com/office/drawing/2014/main" id="{C6FBD32C-2753-B3B3-9FEA-54CA5F8E51C7}"/>
              </a:ext>
            </a:extLst>
          </p:cNvPr>
          <p:cNvSpPr txBox="1"/>
          <p:nvPr/>
        </p:nvSpPr>
        <p:spPr>
          <a:xfrm>
            <a:off x="6705603" y="2942288"/>
            <a:ext cx="4572000" cy="411480"/>
          </a:xfrm>
          <a:prstGeom prst="rect">
            <a:avLst/>
          </a:prstGeom>
          <a:noFill/>
          <a:ln/>
        </p:spPr>
        <p:txBody>
          <a:bodyPr wrap="square" lIns="0" tIns="0" rIns="0" bIns="0" rtlCol="0" anchor="t"/>
          <a:lstStyle/>
          <a:p>
            <a:pPr marL="0" indent="0">
              <a:buNone/>
            </a:pPr>
            <a:r>
              <a:rPr lang="en-US" sz="1600" b="1" dirty="0">
                <a:solidFill>
                  <a:schemeClr val="tx1"/>
                </a:solidFill>
              </a:rPr>
              <a:t>累積寄与率が95%に届く本数を数える</a:t>
            </a:r>
            <a:endParaRPr lang="en-US" sz="1600" dirty="0"/>
          </a:p>
        </p:txBody>
      </p:sp>
      <p:sp>
        <p:nvSpPr>
          <p:cNvPr id="27" name="Shape 12">
            <a:extLst>
              <a:ext uri="{FF2B5EF4-FFF2-40B4-BE49-F238E27FC236}">
                <a16:creationId xmlns:a16="http://schemas.microsoft.com/office/drawing/2014/main" id="{F0141B6C-5717-B632-65A8-D08B4F157CBE}"/>
              </a:ext>
            </a:extLst>
          </p:cNvPr>
          <p:cNvSpPr/>
          <p:nvPr/>
        </p:nvSpPr>
        <p:spPr>
          <a:xfrm>
            <a:off x="6705603" y="3381200"/>
            <a:ext cx="4572000" cy="868680"/>
          </a:xfrm>
          <a:prstGeom prst="roundRect">
            <a:avLst>
              <a:gd name="adj" fmla="val 12632"/>
            </a:avLst>
          </a:prstGeom>
          <a:noFill/>
          <a:ln w="28575">
            <a:solidFill>
              <a:schemeClr val="tx1"/>
            </a:solidFill>
            <a:prstDash val="solid"/>
          </a:ln>
        </p:spPr>
        <p:txBody>
          <a:bodyPr/>
          <a:lstStyle/>
          <a:p>
            <a:endParaRPr lang="ja-JP" altLang="en-US"/>
          </a:p>
        </p:txBody>
      </p:sp>
      <p:sp>
        <p:nvSpPr>
          <p:cNvPr id="28" name="Text 13">
            <a:extLst>
              <a:ext uri="{FF2B5EF4-FFF2-40B4-BE49-F238E27FC236}">
                <a16:creationId xmlns:a16="http://schemas.microsoft.com/office/drawing/2014/main" id="{529DBF35-D9DE-E57F-AD40-3575E2818AF0}"/>
              </a:ext>
            </a:extLst>
          </p:cNvPr>
          <p:cNvSpPr txBox="1"/>
          <p:nvPr/>
        </p:nvSpPr>
        <p:spPr>
          <a:xfrm>
            <a:off x="6888483" y="3436064"/>
            <a:ext cx="4297680" cy="411480"/>
          </a:xfrm>
          <a:prstGeom prst="rect">
            <a:avLst/>
          </a:prstGeom>
          <a:noFill/>
          <a:ln/>
        </p:spPr>
        <p:txBody>
          <a:bodyPr wrap="square" lIns="0" tIns="0" rIns="0" bIns="0" rtlCol="0" anchor="ctr"/>
          <a:lstStyle/>
          <a:p>
            <a:pPr marL="0" indent="0">
              <a:buNone/>
            </a:pPr>
            <a:r>
              <a:rPr lang="en-US" sz="1500" b="1" dirty="0">
                <a:solidFill>
                  <a:schemeClr val="tx1"/>
                </a:solidFill>
              </a:rPr>
              <a:t>軸1　</a:t>
            </a:r>
            <a:r>
              <a:rPr lang="en-US" sz="1500" b="1" dirty="0">
                <a:solidFill>
                  <a:schemeClr val="accent1"/>
                </a:solidFill>
              </a:rPr>
              <a:t>69%</a:t>
            </a:r>
            <a:endParaRPr lang="en-US" sz="1500" dirty="0"/>
          </a:p>
        </p:txBody>
      </p:sp>
      <p:sp>
        <p:nvSpPr>
          <p:cNvPr id="29" name="Shape 15">
            <a:extLst>
              <a:ext uri="{FF2B5EF4-FFF2-40B4-BE49-F238E27FC236}">
                <a16:creationId xmlns:a16="http://schemas.microsoft.com/office/drawing/2014/main" id="{A272A8A2-360A-10B2-D220-4CCFCFDA7EC3}"/>
              </a:ext>
            </a:extLst>
          </p:cNvPr>
          <p:cNvSpPr/>
          <p:nvPr/>
        </p:nvSpPr>
        <p:spPr>
          <a:xfrm>
            <a:off x="6705603" y="4341320"/>
            <a:ext cx="4572000" cy="868680"/>
          </a:xfrm>
          <a:prstGeom prst="roundRect">
            <a:avLst>
              <a:gd name="adj" fmla="val 12632"/>
            </a:avLst>
          </a:prstGeom>
          <a:noFill/>
          <a:ln w="28575">
            <a:solidFill>
              <a:schemeClr val="tx1"/>
            </a:solidFill>
            <a:prstDash val="solid"/>
          </a:ln>
        </p:spPr>
        <p:txBody>
          <a:bodyPr/>
          <a:lstStyle/>
          <a:p>
            <a:endParaRPr lang="ja-JP" altLang="en-US"/>
          </a:p>
        </p:txBody>
      </p:sp>
      <p:sp>
        <p:nvSpPr>
          <p:cNvPr id="30" name="Text 16">
            <a:extLst>
              <a:ext uri="{FF2B5EF4-FFF2-40B4-BE49-F238E27FC236}">
                <a16:creationId xmlns:a16="http://schemas.microsoft.com/office/drawing/2014/main" id="{1BA21425-33D8-36A9-47FC-980030702029}"/>
              </a:ext>
            </a:extLst>
          </p:cNvPr>
          <p:cNvSpPr txBox="1"/>
          <p:nvPr/>
        </p:nvSpPr>
        <p:spPr>
          <a:xfrm>
            <a:off x="6888483" y="4396184"/>
            <a:ext cx="4297680" cy="411480"/>
          </a:xfrm>
          <a:prstGeom prst="rect">
            <a:avLst/>
          </a:prstGeom>
          <a:noFill/>
          <a:ln/>
        </p:spPr>
        <p:txBody>
          <a:bodyPr wrap="square" lIns="0" tIns="0" rIns="0" bIns="0" rtlCol="0" anchor="ctr"/>
          <a:lstStyle/>
          <a:p>
            <a:pPr marL="0" indent="0">
              <a:buNone/>
            </a:pPr>
            <a:r>
              <a:rPr lang="en-US" sz="1500" b="1" dirty="0">
                <a:solidFill>
                  <a:schemeClr val="tx1"/>
                </a:solidFill>
              </a:rPr>
              <a:t>軸2　</a:t>
            </a:r>
            <a:r>
              <a:rPr lang="en-US" sz="1500" b="1" dirty="0">
                <a:solidFill>
                  <a:schemeClr val="accent1"/>
                </a:solidFill>
              </a:rPr>
              <a:t>29%</a:t>
            </a:r>
            <a:r>
              <a:rPr lang="en-US" sz="1500" dirty="0">
                <a:solidFill>
                  <a:schemeClr val="tx1"/>
                </a:solidFill>
              </a:rPr>
              <a:t>　9が下がり，3と2が上がる</a:t>
            </a:r>
            <a:endParaRPr lang="en-US" sz="1500" dirty="0"/>
          </a:p>
        </p:txBody>
      </p:sp>
      <p:sp>
        <p:nvSpPr>
          <p:cNvPr id="31" name="Shape 18">
            <a:extLst>
              <a:ext uri="{FF2B5EF4-FFF2-40B4-BE49-F238E27FC236}">
                <a16:creationId xmlns:a16="http://schemas.microsoft.com/office/drawing/2014/main" id="{59CE687D-0C95-222B-1E47-E2A1C037BFD7}"/>
              </a:ext>
            </a:extLst>
          </p:cNvPr>
          <p:cNvSpPr/>
          <p:nvPr/>
        </p:nvSpPr>
        <p:spPr>
          <a:xfrm>
            <a:off x="6705603" y="5301440"/>
            <a:ext cx="4572000" cy="457200"/>
          </a:xfrm>
          <a:prstGeom prst="roundRect">
            <a:avLst>
              <a:gd name="adj" fmla="val 16000"/>
            </a:avLst>
          </a:prstGeom>
          <a:noFill/>
          <a:ln w="28575">
            <a:solidFill>
              <a:schemeClr val="tx1"/>
            </a:solidFill>
            <a:prstDash val="solid"/>
          </a:ln>
        </p:spPr>
        <p:txBody>
          <a:bodyPr/>
          <a:lstStyle/>
          <a:p>
            <a:endParaRPr lang="ja-JP" altLang="en-US"/>
          </a:p>
        </p:txBody>
      </p:sp>
      <p:sp>
        <p:nvSpPr>
          <p:cNvPr id="32" name="Text 19">
            <a:extLst>
              <a:ext uri="{FF2B5EF4-FFF2-40B4-BE49-F238E27FC236}">
                <a16:creationId xmlns:a16="http://schemas.microsoft.com/office/drawing/2014/main" id="{9E47D938-FB79-921C-E63C-A79B8688C147}"/>
              </a:ext>
            </a:extLst>
          </p:cNvPr>
          <p:cNvSpPr txBox="1"/>
          <p:nvPr/>
        </p:nvSpPr>
        <p:spPr>
          <a:xfrm>
            <a:off x="6842763" y="5301440"/>
            <a:ext cx="4389120" cy="457200"/>
          </a:xfrm>
          <a:prstGeom prst="rect">
            <a:avLst/>
          </a:prstGeom>
          <a:noFill/>
          <a:ln/>
        </p:spPr>
        <p:txBody>
          <a:bodyPr wrap="square" lIns="0" tIns="0" rIns="0" bIns="0" rtlCol="0" anchor="ctr"/>
          <a:lstStyle/>
          <a:p>
            <a:pPr marL="0" indent="0">
              <a:buNone/>
            </a:pPr>
            <a:r>
              <a:rPr lang="en-US" sz="1400" dirty="0">
                <a:solidFill>
                  <a:schemeClr val="tx1"/>
                </a:solidFill>
              </a:rPr>
              <a:t>累積寄与率　69%→98%　→ 必要な軸 </a:t>
            </a:r>
            <a:r>
              <a:rPr lang="en-US" sz="1400" b="1" dirty="0">
                <a:solidFill>
                  <a:schemeClr val="accent3"/>
                </a:solidFill>
              </a:rPr>
              <a:t>2本</a:t>
            </a:r>
            <a:endParaRPr lang="en-US" sz="1400" dirty="0"/>
          </a:p>
        </p:txBody>
      </p:sp>
      <p:cxnSp>
        <p:nvCxnSpPr>
          <p:cNvPr id="33" name="直線矢印コネクタ 32">
            <a:extLst>
              <a:ext uri="{FF2B5EF4-FFF2-40B4-BE49-F238E27FC236}">
                <a16:creationId xmlns:a16="http://schemas.microsoft.com/office/drawing/2014/main" id="{CBB5E3C1-8087-9CAD-17EF-59A0C0FCB252}"/>
              </a:ext>
            </a:extLst>
          </p:cNvPr>
          <p:cNvCxnSpPr>
            <a:cxnSpLocks/>
          </p:cNvCxnSpPr>
          <p:nvPr/>
        </p:nvCxnSpPr>
        <p:spPr>
          <a:xfrm>
            <a:off x="7810674" y="3766808"/>
            <a:ext cx="2013995" cy="0"/>
          </a:xfrm>
          <a:prstGeom prst="straightConnector1">
            <a:avLst/>
          </a:prstGeom>
          <a:ln w="38100">
            <a:solidFill>
              <a:schemeClr val="accent1"/>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34" name="テキスト ボックス 33">
            <a:extLst>
              <a:ext uri="{FF2B5EF4-FFF2-40B4-BE49-F238E27FC236}">
                <a16:creationId xmlns:a16="http://schemas.microsoft.com/office/drawing/2014/main" id="{1970553E-B0D6-C255-D718-5FB14C02FE6C}"/>
              </a:ext>
            </a:extLst>
          </p:cNvPr>
          <p:cNvSpPr txBox="1"/>
          <p:nvPr/>
        </p:nvSpPr>
        <p:spPr>
          <a:xfrm>
            <a:off x="7344448" y="3795800"/>
            <a:ext cx="1181734" cy="307777"/>
          </a:xfrm>
          <a:prstGeom prst="rect">
            <a:avLst/>
          </a:prstGeom>
          <a:noFill/>
        </p:spPr>
        <p:txBody>
          <a:bodyPr wrap="none" rtlCol="0">
            <a:spAutoFit/>
          </a:bodyPr>
          <a:lstStyle/>
          <a:p>
            <a:r>
              <a:rPr lang="en-US" altLang="ja-JP" sz="1400" dirty="0"/>
              <a:t>2</a:t>
            </a:r>
            <a:r>
              <a:rPr kumimoji="1" lang="ja-JP" altLang="en-US" sz="1400"/>
              <a:t>になる確率</a:t>
            </a:r>
          </a:p>
        </p:txBody>
      </p:sp>
      <p:sp>
        <p:nvSpPr>
          <p:cNvPr id="35" name="テキスト ボックス 34">
            <a:extLst>
              <a:ext uri="{FF2B5EF4-FFF2-40B4-BE49-F238E27FC236}">
                <a16:creationId xmlns:a16="http://schemas.microsoft.com/office/drawing/2014/main" id="{655B2BB5-980B-A568-347A-6AF182002A70}"/>
              </a:ext>
            </a:extLst>
          </p:cNvPr>
          <p:cNvSpPr txBox="1"/>
          <p:nvPr/>
        </p:nvSpPr>
        <p:spPr>
          <a:xfrm>
            <a:off x="9351376" y="3823078"/>
            <a:ext cx="1327608" cy="307777"/>
          </a:xfrm>
          <a:prstGeom prst="rect">
            <a:avLst/>
          </a:prstGeom>
          <a:noFill/>
        </p:spPr>
        <p:txBody>
          <a:bodyPr wrap="none" rtlCol="0">
            <a:spAutoFit/>
          </a:bodyPr>
          <a:lstStyle/>
          <a:p>
            <a:r>
              <a:rPr lang="en-US" altLang="ja-JP" sz="1400" dirty="0"/>
              <a:t>3,9</a:t>
            </a:r>
            <a:r>
              <a:rPr kumimoji="1" lang="ja-JP" altLang="en-US" sz="1400"/>
              <a:t>になる確率</a:t>
            </a:r>
          </a:p>
        </p:txBody>
      </p:sp>
      <p:cxnSp>
        <p:nvCxnSpPr>
          <p:cNvPr id="36" name="直線矢印コネクタ 35">
            <a:extLst>
              <a:ext uri="{FF2B5EF4-FFF2-40B4-BE49-F238E27FC236}">
                <a16:creationId xmlns:a16="http://schemas.microsoft.com/office/drawing/2014/main" id="{1A7FCAE3-8504-EF07-F8C7-080C1425BF9B}"/>
              </a:ext>
            </a:extLst>
          </p:cNvPr>
          <p:cNvCxnSpPr>
            <a:cxnSpLocks/>
          </p:cNvCxnSpPr>
          <p:nvPr/>
        </p:nvCxnSpPr>
        <p:spPr>
          <a:xfrm>
            <a:off x="7810674" y="4807664"/>
            <a:ext cx="2013995" cy="0"/>
          </a:xfrm>
          <a:prstGeom prst="straightConnector1">
            <a:avLst/>
          </a:prstGeom>
          <a:ln w="38100">
            <a:solidFill>
              <a:schemeClr val="tx2">
                <a:lumMod val="50000"/>
                <a:lumOff val="50000"/>
              </a:schemeClr>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37" name="テキスト ボックス 36">
            <a:extLst>
              <a:ext uri="{FF2B5EF4-FFF2-40B4-BE49-F238E27FC236}">
                <a16:creationId xmlns:a16="http://schemas.microsoft.com/office/drawing/2014/main" id="{C760248F-E3F4-0862-FD9C-8AE7FDC6F4D6}"/>
              </a:ext>
            </a:extLst>
          </p:cNvPr>
          <p:cNvSpPr txBox="1"/>
          <p:nvPr/>
        </p:nvSpPr>
        <p:spPr>
          <a:xfrm>
            <a:off x="7344448" y="4836656"/>
            <a:ext cx="1181734" cy="307777"/>
          </a:xfrm>
          <a:prstGeom prst="rect">
            <a:avLst/>
          </a:prstGeom>
          <a:noFill/>
        </p:spPr>
        <p:txBody>
          <a:bodyPr wrap="none" rtlCol="0">
            <a:spAutoFit/>
          </a:bodyPr>
          <a:lstStyle/>
          <a:p>
            <a:r>
              <a:rPr kumimoji="1" lang="en-US" altLang="ja-JP" sz="1400" dirty="0"/>
              <a:t>9</a:t>
            </a:r>
            <a:r>
              <a:rPr kumimoji="1" lang="ja-JP" altLang="en-US" sz="1400"/>
              <a:t>になる確率</a:t>
            </a:r>
          </a:p>
        </p:txBody>
      </p:sp>
      <p:sp>
        <p:nvSpPr>
          <p:cNvPr id="38" name="テキスト ボックス 37">
            <a:extLst>
              <a:ext uri="{FF2B5EF4-FFF2-40B4-BE49-F238E27FC236}">
                <a16:creationId xmlns:a16="http://schemas.microsoft.com/office/drawing/2014/main" id="{5D8B9C53-4688-0D01-8017-8093928EB476}"/>
              </a:ext>
            </a:extLst>
          </p:cNvPr>
          <p:cNvSpPr txBox="1"/>
          <p:nvPr/>
        </p:nvSpPr>
        <p:spPr>
          <a:xfrm>
            <a:off x="9351376" y="4863934"/>
            <a:ext cx="1327608" cy="307777"/>
          </a:xfrm>
          <a:prstGeom prst="rect">
            <a:avLst/>
          </a:prstGeom>
          <a:noFill/>
        </p:spPr>
        <p:txBody>
          <a:bodyPr wrap="none" rtlCol="0">
            <a:spAutoFit/>
          </a:bodyPr>
          <a:lstStyle/>
          <a:p>
            <a:r>
              <a:rPr lang="en-US" altLang="ja-JP" sz="1400" dirty="0"/>
              <a:t>3,2</a:t>
            </a:r>
            <a:r>
              <a:rPr kumimoji="1" lang="ja-JP" altLang="en-US" sz="1400"/>
              <a:t>になる確率</a:t>
            </a:r>
          </a:p>
        </p:txBody>
      </p:sp>
      <p:cxnSp>
        <p:nvCxnSpPr>
          <p:cNvPr id="40" name="直線コネクタ 39">
            <a:extLst>
              <a:ext uri="{FF2B5EF4-FFF2-40B4-BE49-F238E27FC236}">
                <a16:creationId xmlns:a16="http://schemas.microsoft.com/office/drawing/2014/main" id="{7126D5CE-8C26-FFD1-27DC-4B5D5686A904}"/>
              </a:ext>
            </a:extLst>
          </p:cNvPr>
          <p:cNvCxnSpPr/>
          <p:nvPr/>
        </p:nvCxnSpPr>
        <p:spPr>
          <a:xfrm>
            <a:off x="5943600" y="1788843"/>
            <a:ext cx="0" cy="3969797"/>
          </a:xfrm>
          <a:prstGeom prst="line">
            <a:avLst/>
          </a:prstGeom>
          <a:ln>
            <a:prstDash val="dashDot"/>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実験の設定</a:t>
            </a:r>
            <a:endParaRPr lang="en-US" sz="3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sp>
        <p:nvSpPr>
          <p:cNvPr id="4" name="Shape 1"/>
          <p:cNvSpPr/>
          <p:nvPr/>
        </p:nvSpPr>
        <p:spPr>
          <a:xfrm>
            <a:off x="548640" y="1234440"/>
            <a:ext cx="5394960" cy="914400"/>
          </a:xfrm>
          <a:prstGeom prst="roundRect">
            <a:avLst>
              <a:gd name="adj" fmla="val 12000"/>
            </a:avLst>
          </a:prstGeom>
          <a:noFill/>
          <a:ln w="28575">
            <a:solidFill>
              <a:schemeClr val="tx1"/>
            </a:solidFill>
            <a:prstDash val="solid"/>
          </a:ln>
        </p:spPr>
        <p:txBody>
          <a:bodyPr/>
          <a:lstStyle/>
          <a:p>
            <a:endParaRPr lang="ja-JP" altLang="en-US"/>
          </a:p>
        </p:txBody>
      </p:sp>
      <p:sp>
        <p:nvSpPr>
          <p:cNvPr id="5" name="Shape 2"/>
          <p:cNvSpPr/>
          <p:nvPr/>
        </p:nvSpPr>
        <p:spPr>
          <a:xfrm>
            <a:off x="777240" y="1463040"/>
            <a:ext cx="457200" cy="457200"/>
          </a:xfrm>
          <a:prstGeom prst="ellipse">
            <a:avLst/>
          </a:prstGeom>
          <a:solidFill>
            <a:schemeClr val="accent1"/>
          </a:solidFill>
          <a:ln w="12700">
            <a:solidFill>
              <a:schemeClr val="accent1"/>
            </a:solidFill>
            <a:prstDash val="solid"/>
          </a:ln>
        </p:spPr>
        <p:txBody>
          <a:bodyPr/>
          <a:lstStyle/>
          <a:p>
            <a:endParaRPr lang="ja-JP" altLang="en-US"/>
          </a:p>
        </p:txBody>
      </p:sp>
      <p:sp>
        <p:nvSpPr>
          <p:cNvPr id="6" name="Text 3"/>
          <p:cNvSpPr txBox="1"/>
          <p:nvPr/>
        </p:nvSpPr>
        <p:spPr>
          <a:xfrm>
            <a:off x="777240" y="146304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1</a:t>
            </a:r>
            <a:endParaRPr lang="en-US" sz="1600" dirty="0"/>
          </a:p>
        </p:txBody>
      </p:sp>
      <p:sp>
        <p:nvSpPr>
          <p:cNvPr id="7" name="Text 4"/>
          <p:cNvSpPr txBox="1"/>
          <p:nvPr/>
        </p:nvSpPr>
        <p:spPr>
          <a:xfrm>
            <a:off x="1417320" y="1234440"/>
            <a:ext cx="4389120" cy="914400"/>
          </a:xfrm>
          <a:prstGeom prst="rect">
            <a:avLst/>
          </a:prstGeom>
          <a:noFill/>
          <a:ln/>
        </p:spPr>
        <p:txBody>
          <a:bodyPr wrap="square" lIns="0" tIns="0" rIns="0" bIns="0" rtlCol="0" anchor="ctr"/>
          <a:lstStyle/>
          <a:p>
            <a:pPr marL="0" indent="0">
              <a:buNone/>
            </a:pPr>
            <a:r>
              <a:rPr lang="en-US" sz="1700" b="1" dirty="0">
                <a:solidFill>
                  <a:schemeClr val="tx1"/>
                </a:solidFill>
              </a:rPr>
              <a:t>近傍で，出力は少数の方向にしか動かないか（仮定1）</a:t>
            </a:r>
            <a:endParaRPr lang="en-US" sz="1700" dirty="0"/>
          </a:p>
        </p:txBody>
      </p:sp>
      <p:sp>
        <p:nvSpPr>
          <p:cNvPr id="8" name="Shape 5"/>
          <p:cNvSpPr/>
          <p:nvPr/>
        </p:nvSpPr>
        <p:spPr>
          <a:xfrm>
            <a:off x="6217920" y="1234440"/>
            <a:ext cx="5394960" cy="914400"/>
          </a:xfrm>
          <a:prstGeom prst="roundRect">
            <a:avLst>
              <a:gd name="adj" fmla="val 12000"/>
            </a:avLst>
          </a:prstGeom>
          <a:noFill/>
          <a:ln w="28575">
            <a:solidFill>
              <a:schemeClr val="tx1"/>
            </a:solidFill>
            <a:prstDash val="solid"/>
          </a:ln>
        </p:spPr>
        <p:txBody>
          <a:bodyPr/>
          <a:lstStyle/>
          <a:p>
            <a:endParaRPr lang="ja-JP" altLang="en-US"/>
          </a:p>
        </p:txBody>
      </p:sp>
      <p:sp>
        <p:nvSpPr>
          <p:cNvPr id="9" name="Shape 6"/>
          <p:cNvSpPr/>
          <p:nvPr/>
        </p:nvSpPr>
        <p:spPr>
          <a:xfrm>
            <a:off x="6446520" y="1463040"/>
            <a:ext cx="457200" cy="457200"/>
          </a:xfrm>
          <a:prstGeom prst="ellipse">
            <a:avLst/>
          </a:prstGeom>
          <a:solidFill>
            <a:schemeClr val="accent1"/>
          </a:solidFill>
          <a:ln w="12700">
            <a:solidFill>
              <a:schemeClr val="accent1"/>
            </a:solidFill>
            <a:prstDash val="solid"/>
          </a:ln>
        </p:spPr>
        <p:txBody>
          <a:bodyPr/>
          <a:lstStyle/>
          <a:p>
            <a:endParaRPr lang="ja-JP" altLang="en-US"/>
          </a:p>
        </p:txBody>
      </p:sp>
      <p:sp>
        <p:nvSpPr>
          <p:cNvPr id="10" name="Text 7"/>
          <p:cNvSpPr txBox="1"/>
          <p:nvPr/>
        </p:nvSpPr>
        <p:spPr>
          <a:xfrm>
            <a:off x="6446520" y="146304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2</a:t>
            </a:r>
            <a:endParaRPr lang="en-US" sz="1600" dirty="0"/>
          </a:p>
        </p:txBody>
      </p:sp>
      <p:sp>
        <p:nvSpPr>
          <p:cNvPr id="11" name="Text 8"/>
          <p:cNvSpPr txBox="1"/>
          <p:nvPr/>
        </p:nvSpPr>
        <p:spPr>
          <a:xfrm>
            <a:off x="7086600" y="1234440"/>
            <a:ext cx="4389120" cy="914400"/>
          </a:xfrm>
          <a:prstGeom prst="rect">
            <a:avLst/>
          </a:prstGeom>
          <a:noFill/>
          <a:ln/>
        </p:spPr>
        <p:txBody>
          <a:bodyPr wrap="square" lIns="0" tIns="0" rIns="0" bIns="0" rtlCol="0" anchor="ctr"/>
          <a:lstStyle/>
          <a:p>
            <a:pPr marL="0" indent="0">
              <a:buNone/>
            </a:pPr>
            <a:r>
              <a:rPr lang="en-US" sz="1700" b="1" dirty="0">
                <a:solidFill>
                  <a:schemeClr val="tx1"/>
                </a:solidFill>
              </a:rPr>
              <a:t>少数の軸にまとめても，通常のLIMEと同じくらい忠実か</a:t>
            </a:r>
            <a:endParaRPr lang="en-US" sz="17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2423160"/>
          <a:ext cx="11064240" cy="3291840"/>
        </p:xfrm>
        <a:graphic>
          <a:graphicData uri="http://schemas.openxmlformats.org/drawingml/2006/table">
            <a:tbl>
              <a:tblPr/>
              <a:tblGrid>
                <a:gridCol w="2103120">
                  <a:extLst>
                    <a:ext uri="{9D8B030D-6E8A-4147-A177-3AD203B41FA5}">
                      <a16:colId xmlns:a16="http://schemas.microsoft.com/office/drawing/2014/main" val="20000"/>
                    </a:ext>
                  </a:extLst>
                </a:gridCol>
                <a:gridCol w="8961120">
                  <a:extLst>
                    <a:ext uri="{9D8B030D-6E8A-4147-A177-3AD203B41FA5}">
                      <a16:colId xmlns:a16="http://schemas.microsoft.com/office/drawing/2014/main" val="20001"/>
                    </a:ext>
                  </a:extLst>
                </a:gridCol>
              </a:tblGrid>
              <a:tr h="548640">
                <a:tc>
                  <a:txBody>
                    <a:bodyPr/>
                    <a:lstStyle/>
                    <a:p>
                      <a:pPr marL="0" indent="0" algn="l">
                        <a:buNone/>
                      </a:pPr>
                      <a:r>
                        <a:rPr lang="en-US" sz="1500" b="1" dirty="0">
                          <a:solidFill>
                            <a:schemeClr val="bg1"/>
                          </a:solidFill>
                        </a:rPr>
                        <a:t>項目</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marL="0" indent="0" algn="l">
                        <a:buNone/>
                      </a:pPr>
                      <a:r>
                        <a:rPr lang="en-US" sz="1500" b="1" dirty="0">
                          <a:solidFill>
                            <a:schemeClr val="bg1"/>
                          </a:solidFill>
                        </a:rPr>
                        <a:t>内容</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548640">
                <a:tc>
                  <a:txBody>
                    <a:bodyPr/>
                    <a:lstStyle/>
                    <a:p>
                      <a:pPr marL="0" indent="0">
                        <a:buNone/>
                      </a:pPr>
                      <a:r>
                        <a:rPr lang="en-US" sz="1500" dirty="0">
                          <a:solidFill>
                            <a:schemeClr val="tx1"/>
                          </a:solidFill>
                        </a:rPr>
                        <a:t>データ</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手書き数字（10クラス，8×8画素），文字認識（26クラス，16特徴），yeast（9クラス，8特徴），ワイン品質（6クラス，11特徴）</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548640">
                <a:tc>
                  <a:txBody>
                    <a:bodyPr/>
                    <a:lstStyle/>
                    <a:p>
                      <a:pPr marL="0" indent="0">
                        <a:buNone/>
                      </a:pPr>
                      <a:r>
                        <a:rPr lang="en-US" sz="1500" dirty="0">
                          <a:solidFill>
                            <a:schemeClr val="tx1"/>
                          </a:solidFill>
                        </a:rPr>
                        <a:t>分類器</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MLP，RBFカーネルのSVM（どちらも出力が滑らか）</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548640">
                <a:tc>
                  <a:txBody>
                    <a:bodyPr/>
                    <a:lstStyle/>
                    <a:p>
                      <a:pPr marL="0" indent="0">
                        <a:buNone/>
                      </a:pPr>
                      <a:r>
                        <a:rPr lang="en-US" sz="1500" dirty="0">
                          <a:solidFill>
                            <a:schemeClr val="tx1"/>
                          </a:solidFill>
                        </a:rPr>
                        <a:t>説明する点</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予測の迷い（1位と2位の確率差）が大・中・小から各10点，3回の学習で各データ90点</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548640">
                <a:tc>
                  <a:txBody>
                    <a:bodyPr/>
                    <a:lstStyle/>
                    <a:p>
                      <a:pPr marL="0" indent="0">
                        <a:buNone/>
                      </a:pPr>
                      <a:r>
                        <a:rPr lang="en-US" sz="1500" dirty="0">
                          <a:solidFill>
                            <a:schemeClr val="tx1"/>
                          </a:solidFill>
                        </a:rPr>
                        <a:t>近傍</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標準化した特徴に，データの共分散に沿った正規分布の摂動を加える．半径0.15と0.4</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548640">
                <a:tc>
                  <a:txBody>
                    <a:bodyPr/>
                    <a:lstStyle/>
                    <a:p>
                      <a:pPr marL="0" indent="0">
                        <a:buNone/>
                      </a:pPr>
                      <a:r>
                        <a:rPr lang="en-US" sz="1500" dirty="0">
                          <a:solidFill>
                            <a:schemeClr val="tx1"/>
                          </a:solidFill>
                        </a:rPr>
                        <a:t>忠実さの評価</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学習に使っていない摂動600点での決定係数 R²（全クラスの確率で計算）</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結果1　局所的には少数の方向にしか動かない</a:t>
            </a:r>
            <a:endParaRPr lang="en-US" sz="3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graphicFrame>
        <p:nvGraphicFramePr>
          <p:cNvPr id="22" name="Table 0"/>
          <p:cNvGraphicFramePr>
            <a:graphicFrameLocks noGrp="1"/>
          </p:cNvGraphicFramePr>
          <p:nvPr>
            <p:extLst>
              <p:ext uri="{D42A27DB-BD31-4B8C-83A1-F6EECF244321}">
                <p14:modId xmlns:p14="http://schemas.microsoft.com/office/powerpoint/2010/main" val="1578192167"/>
              </p:ext>
            </p:extLst>
          </p:nvPr>
        </p:nvGraphicFramePr>
        <p:xfrm>
          <a:off x="548640" y="1769364"/>
          <a:ext cx="6858000" cy="3429000"/>
        </p:xfrm>
        <a:graphic>
          <a:graphicData uri="http://schemas.openxmlformats.org/drawingml/2006/table">
            <a:tbl>
              <a:tblPr/>
              <a:tblGrid>
                <a:gridCol w="192024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tblGrid>
              <a:tr h="685800">
                <a:tc>
                  <a:txBody>
                    <a:bodyPr/>
                    <a:lstStyle/>
                    <a:p>
                      <a:pPr marL="0" indent="0" algn="l">
                        <a:buNone/>
                      </a:pPr>
                      <a:r>
                        <a:rPr lang="en-US" sz="1800" b="1" dirty="0">
                          <a:solidFill>
                            <a:schemeClr val="bg1"/>
                          </a:solidFill>
                        </a:rPr>
                        <a:t>データ</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marL="0" indent="0" algn="ctr">
                        <a:buNone/>
                      </a:pPr>
                      <a:r>
                        <a:rPr lang="en-US" sz="1800" b="1" dirty="0">
                          <a:solidFill>
                            <a:schemeClr val="bg1"/>
                          </a:solidFill>
                        </a:rPr>
                        <a:t>クラス数</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marL="0" indent="0" algn="ctr">
                        <a:buNone/>
                      </a:pPr>
                      <a:r>
                        <a:rPr lang="en-US" sz="1800" b="1" dirty="0" err="1">
                          <a:solidFill>
                            <a:schemeClr val="bg1"/>
                          </a:solidFill>
                        </a:rPr>
                        <a:t>動くクラス</a:t>
                      </a:r>
                      <a:br>
                        <a:rPr lang="en-US" sz="1800" b="1" dirty="0">
                          <a:solidFill>
                            <a:schemeClr val="bg1"/>
                          </a:solidFill>
                        </a:rPr>
                      </a:br>
                      <a:r>
                        <a:rPr lang="en-US" sz="1800" b="1" dirty="0">
                          <a:solidFill>
                            <a:schemeClr val="bg1"/>
                          </a:solidFill>
                        </a:rPr>
                        <a:t>（個）</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marL="0" indent="0" algn="ctr">
                        <a:buNone/>
                      </a:pPr>
                      <a:r>
                        <a:rPr lang="en-US" sz="1800" b="1" dirty="0" err="1">
                          <a:solidFill>
                            <a:schemeClr val="bg1"/>
                          </a:solidFill>
                        </a:rPr>
                        <a:t>必要な軸</a:t>
                      </a:r>
                      <a:br>
                        <a:rPr lang="en-US" sz="1800" b="1" dirty="0">
                          <a:solidFill>
                            <a:schemeClr val="bg1"/>
                          </a:solidFill>
                        </a:rPr>
                      </a:br>
                      <a:r>
                        <a:rPr lang="en-US" sz="1800" b="1" dirty="0">
                          <a:solidFill>
                            <a:schemeClr val="bg1"/>
                          </a:solidFill>
                        </a:rPr>
                        <a:t>（本）</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685800">
                <a:tc>
                  <a:txBody>
                    <a:bodyPr/>
                    <a:lstStyle/>
                    <a:p>
                      <a:pPr marL="0" indent="0" algn="l">
                        <a:buNone/>
                      </a:pPr>
                      <a:r>
                        <a:rPr lang="en-US" sz="1800" dirty="0">
                          <a:solidFill>
                            <a:schemeClr val="tx1"/>
                          </a:solidFill>
                        </a:rPr>
                        <a:t>手書き数字</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800" dirty="0">
                          <a:solidFill>
                            <a:schemeClr val="tx1"/>
                          </a:solidFill>
                        </a:rPr>
                        <a:t>10</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800" dirty="0">
                          <a:solidFill>
                            <a:schemeClr val="tx1"/>
                          </a:solidFill>
                        </a:rPr>
                        <a:t>3.04</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800" b="1" dirty="0">
                          <a:solidFill>
                            <a:schemeClr val="accent1"/>
                          </a:solidFill>
                        </a:rPr>
                        <a:t>1.71</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685800">
                <a:tc>
                  <a:txBody>
                    <a:bodyPr/>
                    <a:lstStyle/>
                    <a:p>
                      <a:pPr marL="0" indent="0" algn="l">
                        <a:buNone/>
                      </a:pPr>
                      <a:r>
                        <a:rPr lang="en-US" sz="1800" dirty="0">
                          <a:solidFill>
                            <a:schemeClr val="tx1"/>
                          </a:solidFill>
                        </a:rPr>
                        <a:t>文字認識</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800" dirty="0">
                          <a:solidFill>
                            <a:schemeClr val="tx1"/>
                          </a:solidFill>
                        </a:rPr>
                        <a:t>26</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800" dirty="0">
                          <a:solidFill>
                            <a:schemeClr val="tx1"/>
                          </a:solidFill>
                        </a:rPr>
                        <a:t>2.85</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800" b="1" dirty="0">
                          <a:solidFill>
                            <a:schemeClr val="accent1"/>
                          </a:solidFill>
                        </a:rPr>
                        <a:t>1.90</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685800">
                <a:tc>
                  <a:txBody>
                    <a:bodyPr/>
                    <a:lstStyle/>
                    <a:p>
                      <a:pPr marL="0" indent="0" algn="l">
                        <a:buNone/>
                      </a:pPr>
                      <a:r>
                        <a:rPr lang="en-US" sz="1800" dirty="0">
                          <a:solidFill>
                            <a:schemeClr val="tx1"/>
                          </a:solidFill>
                        </a:rPr>
                        <a:t>yeast</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800" dirty="0">
                          <a:solidFill>
                            <a:schemeClr val="tx1"/>
                          </a:solidFill>
                        </a:rPr>
                        <a:t>9</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800" dirty="0">
                          <a:solidFill>
                            <a:schemeClr val="tx1"/>
                          </a:solidFill>
                        </a:rPr>
                        <a:t>3.88</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800" b="1" dirty="0">
                          <a:solidFill>
                            <a:schemeClr val="accent1"/>
                          </a:solidFill>
                        </a:rPr>
                        <a:t>2.17</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685800">
                <a:tc>
                  <a:txBody>
                    <a:bodyPr/>
                    <a:lstStyle/>
                    <a:p>
                      <a:pPr marL="0" indent="0" algn="l">
                        <a:buNone/>
                      </a:pPr>
                      <a:r>
                        <a:rPr lang="en-US" sz="1800" dirty="0">
                          <a:solidFill>
                            <a:schemeClr val="tx1"/>
                          </a:solidFill>
                        </a:rPr>
                        <a:t>ワイン品質</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800" dirty="0">
                          <a:solidFill>
                            <a:schemeClr val="tx1"/>
                          </a:solidFill>
                        </a:rPr>
                        <a:t>6</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800" dirty="0">
                          <a:solidFill>
                            <a:schemeClr val="tx1"/>
                          </a:solidFill>
                        </a:rPr>
                        <a:t>2.81</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800" b="1" dirty="0">
                          <a:solidFill>
                            <a:schemeClr val="accent1"/>
                          </a:solidFill>
                        </a:rPr>
                        <a:t>1.68</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bl>
          </a:graphicData>
        </a:graphic>
      </p:graphicFrame>
      <p:sp>
        <p:nvSpPr>
          <p:cNvPr id="6" name="Shape 2"/>
          <p:cNvSpPr/>
          <p:nvPr/>
        </p:nvSpPr>
        <p:spPr>
          <a:xfrm>
            <a:off x="7680960" y="1769364"/>
            <a:ext cx="4227022" cy="3886200"/>
          </a:xfrm>
          <a:prstGeom prst="roundRect">
            <a:avLst>
              <a:gd name="adj" fmla="val 2791"/>
            </a:avLst>
          </a:prstGeom>
          <a:ln w="38100"/>
        </p:spPr>
        <p:style>
          <a:lnRef idx="2">
            <a:schemeClr val="accent2"/>
          </a:lnRef>
          <a:fillRef idx="1">
            <a:schemeClr val="lt1"/>
          </a:fillRef>
          <a:effectRef idx="0">
            <a:schemeClr val="accent2"/>
          </a:effectRef>
          <a:fontRef idx="minor">
            <a:schemeClr val="dk1"/>
          </a:fontRef>
        </p:style>
        <p:txBody>
          <a:bodyPr/>
          <a:lstStyle/>
          <a:p>
            <a:endParaRPr lang="ja-JP" altLang="en-US"/>
          </a:p>
        </p:txBody>
      </p:sp>
      <p:sp>
        <p:nvSpPr>
          <p:cNvPr id="7" name="Text 3"/>
          <p:cNvSpPr txBox="1"/>
          <p:nvPr/>
        </p:nvSpPr>
        <p:spPr>
          <a:xfrm>
            <a:off x="7909559" y="1997964"/>
            <a:ext cx="3894513" cy="3532909"/>
          </a:xfrm>
          <a:prstGeom prst="rect">
            <a:avLst/>
          </a:prstGeom>
          <a:noFill/>
          <a:ln/>
        </p:spPr>
        <p:txBody>
          <a:bodyPr wrap="square" lIns="0" tIns="0" rIns="0" bIns="0" rtlCol="0" anchor="t"/>
          <a:lstStyle/>
          <a:p>
            <a:pPr marL="342900" indent="-342900">
              <a:spcAft>
                <a:spcPts val="600"/>
              </a:spcAft>
              <a:buSzPct val="100000"/>
              <a:buChar char="•"/>
            </a:pPr>
            <a:r>
              <a:rPr lang="en-US" dirty="0">
                <a:solidFill>
                  <a:schemeClr val="tx1"/>
                </a:solidFill>
              </a:rPr>
              <a:t>26クラスの文字認識でも，動くクラスは3個前後，軸は2本前後</a:t>
            </a:r>
            <a:endParaRPr lang="en-US" dirty="0"/>
          </a:p>
          <a:p>
            <a:pPr marL="342900" indent="-342900">
              <a:spcAft>
                <a:spcPts val="600"/>
              </a:spcAft>
              <a:buSzPct val="100000"/>
              <a:buChar char="•"/>
            </a:pPr>
            <a:r>
              <a:rPr lang="en-US" dirty="0">
                <a:solidFill>
                  <a:schemeClr val="tx1"/>
                </a:solidFill>
              </a:rPr>
              <a:t>必要な軸は，動くクラスより1つ前後少ない</a:t>
            </a:r>
            <a:endParaRPr lang="en-US" dirty="0"/>
          </a:p>
          <a:p>
            <a:pPr marL="457200" lvl="1" indent="-228600">
              <a:spcAft>
                <a:spcPts val="600"/>
              </a:spcAft>
              <a:buSzPct val="100000"/>
              <a:buChar char="•"/>
            </a:pPr>
            <a:r>
              <a:rPr lang="en-US" sz="1600" dirty="0">
                <a:solidFill>
                  <a:schemeClr val="tx2"/>
                </a:solidFill>
              </a:rPr>
              <a:t>低次元の主な理由は，近傍で競合するクラスが少ないこと</a:t>
            </a:r>
            <a:endParaRPr lang="en-US" dirty="0"/>
          </a:p>
          <a:p>
            <a:pPr marL="457200" lvl="1" indent="-228600">
              <a:spcAft>
                <a:spcPts val="600"/>
              </a:spcAft>
              <a:buSzPct val="100000"/>
              <a:buChar char="•"/>
            </a:pPr>
            <a:r>
              <a:rPr lang="en-US" sz="1600" dirty="0">
                <a:solidFill>
                  <a:schemeClr val="tx2"/>
                </a:solidFill>
              </a:rPr>
              <a:t>手書き数字とyeastでは，複数のクラスがまとまって動く近傍もあった（32%，45%）</a:t>
            </a:r>
            <a:endParaRPr lang="en-US" dirty="0"/>
          </a:p>
          <a:p>
            <a:pPr marL="342900" indent="-342900">
              <a:spcAft>
                <a:spcPts val="600"/>
              </a:spcAft>
              <a:buSzPct val="100000"/>
              <a:buChar char="•"/>
            </a:pPr>
            <a:r>
              <a:rPr lang="en-US" dirty="0" err="1">
                <a:solidFill>
                  <a:schemeClr val="tx1"/>
                </a:solidFill>
              </a:rPr>
              <a:t>SVMでも同じ傾向</a:t>
            </a:r>
            <a:br>
              <a:rPr lang="en-US" dirty="0">
                <a:solidFill>
                  <a:schemeClr val="tx1"/>
                </a:solidFill>
              </a:rPr>
            </a:br>
            <a:r>
              <a:rPr lang="en-US" dirty="0">
                <a:solidFill>
                  <a:schemeClr val="tx1"/>
                </a:solidFill>
              </a:rPr>
              <a:t>（軸は平均1.4〜1.9本）</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結果2　通常のLIMEに劣らないか</a:t>
            </a:r>
            <a:endParaRPr lang="en-US" sz="3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graphicFrame>
        <p:nvGraphicFramePr>
          <p:cNvPr id="23" name="Table 0"/>
          <p:cNvGraphicFramePr>
            <a:graphicFrameLocks noGrp="1"/>
          </p:cNvGraphicFramePr>
          <p:nvPr>
            <p:extLst>
              <p:ext uri="{D42A27DB-BD31-4B8C-83A1-F6EECF244321}">
                <p14:modId xmlns:p14="http://schemas.microsoft.com/office/powerpoint/2010/main" val="3045406607"/>
              </p:ext>
            </p:extLst>
          </p:nvPr>
        </p:nvGraphicFramePr>
        <p:xfrm>
          <a:off x="548640" y="1577132"/>
          <a:ext cx="6949440" cy="3429000"/>
        </p:xfrm>
        <a:graphic>
          <a:graphicData uri="http://schemas.openxmlformats.org/drawingml/2006/table">
            <a:tbl>
              <a:tblPr/>
              <a:tblGrid>
                <a:gridCol w="182880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tblGrid>
              <a:tr h="685800">
                <a:tc>
                  <a:txBody>
                    <a:bodyPr/>
                    <a:lstStyle/>
                    <a:p>
                      <a:pPr marL="0" indent="0">
                        <a:buNone/>
                      </a:pPr>
                      <a:r>
                        <a:rPr lang="en-US" sz="1800" b="1" dirty="0">
                          <a:solidFill>
                            <a:schemeClr val="bg1"/>
                          </a:solidFill>
                        </a:rPr>
                        <a:t>データ</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marL="0" indent="0" algn="ctr">
                        <a:buNone/>
                      </a:pPr>
                      <a:r>
                        <a:rPr lang="en-US" sz="1800" b="1" dirty="0">
                          <a:solidFill>
                            <a:schemeClr val="bg1"/>
                          </a:solidFill>
                        </a:rPr>
                        <a:t>軸1本</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marL="0" indent="0" algn="ctr">
                        <a:buNone/>
                      </a:pPr>
                      <a:r>
                        <a:rPr lang="en-US" sz="1800" b="1" dirty="0">
                          <a:solidFill>
                            <a:schemeClr val="bg1"/>
                          </a:solidFill>
                        </a:rPr>
                        <a:t>軸2本</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marL="0" indent="0" algn="ctr">
                        <a:buNone/>
                      </a:pPr>
                      <a:r>
                        <a:rPr lang="en-US" sz="1800" b="1" dirty="0">
                          <a:solidFill>
                            <a:schemeClr val="bg1"/>
                          </a:solidFill>
                        </a:rPr>
                        <a:t>軸3本</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marL="0" indent="0" algn="ctr">
                        <a:buNone/>
                      </a:pPr>
                      <a:r>
                        <a:rPr lang="en-US" sz="1800" b="1" dirty="0">
                          <a:solidFill>
                            <a:schemeClr val="bg1"/>
                          </a:solidFill>
                        </a:rPr>
                        <a:t>通常のLIME</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85800">
                <a:tc>
                  <a:txBody>
                    <a:bodyPr/>
                    <a:lstStyle/>
                    <a:p>
                      <a:pPr marL="0" indent="0" algn="l">
                        <a:buNone/>
                      </a:pPr>
                      <a:r>
                        <a:rPr lang="en-US" sz="1800" dirty="0">
                          <a:solidFill>
                            <a:schemeClr val="tx1"/>
                          </a:solidFill>
                        </a:rPr>
                        <a:t>手書き数字</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800" dirty="0">
                          <a:solidFill>
                            <a:schemeClr val="tx2"/>
                          </a:solidFill>
                        </a:rPr>
                        <a:t>0.783</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800" dirty="0">
                          <a:solidFill>
                            <a:schemeClr val="tx1"/>
                          </a:solidFill>
                        </a:rPr>
                        <a:t>0.855</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800" b="1" dirty="0">
                          <a:solidFill>
                            <a:schemeClr val="accent1"/>
                          </a:solidFill>
                        </a:rPr>
                        <a:t>0.868</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800" b="1" dirty="0">
                          <a:solidFill>
                            <a:schemeClr val="tx1"/>
                          </a:solidFill>
                        </a:rPr>
                        <a:t>0.874</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685800">
                <a:tc>
                  <a:txBody>
                    <a:bodyPr/>
                    <a:lstStyle/>
                    <a:p>
                      <a:pPr marL="0" indent="0" algn="l">
                        <a:buNone/>
                      </a:pPr>
                      <a:r>
                        <a:rPr lang="en-US" sz="1800" dirty="0">
                          <a:solidFill>
                            <a:schemeClr val="tx1"/>
                          </a:solidFill>
                        </a:rPr>
                        <a:t>文字認識</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800" dirty="0">
                          <a:solidFill>
                            <a:schemeClr val="tx2"/>
                          </a:solidFill>
                        </a:rPr>
                        <a:t>0.434</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800" dirty="0">
                          <a:solidFill>
                            <a:schemeClr val="tx1"/>
                          </a:solidFill>
                        </a:rPr>
                        <a:t>0.483</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800" b="1" dirty="0">
                          <a:solidFill>
                            <a:schemeClr val="accent1"/>
                          </a:solidFill>
                        </a:rPr>
                        <a:t>0.491</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800" b="1" dirty="0">
                          <a:solidFill>
                            <a:schemeClr val="tx1"/>
                          </a:solidFill>
                        </a:rPr>
                        <a:t>0.494</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685800">
                <a:tc>
                  <a:txBody>
                    <a:bodyPr/>
                    <a:lstStyle/>
                    <a:p>
                      <a:pPr marL="0" indent="0" algn="l">
                        <a:buNone/>
                      </a:pPr>
                      <a:r>
                        <a:rPr lang="en-US" sz="1800" dirty="0">
                          <a:solidFill>
                            <a:schemeClr val="tx1"/>
                          </a:solidFill>
                        </a:rPr>
                        <a:t>yeast</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800" dirty="0">
                          <a:solidFill>
                            <a:schemeClr val="tx2"/>
                          </a:solidFill>
                        </a:rPr>
                        <a:t>0.765</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800" dirty="0">
                          <a:solidFill>
                            <a:schemeClr val="tx1"/>
                          </a:solidFill>
                        </a:rPr>
                        <a:t>0.936</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800" b="1" dirty="0">
                          <a:solidFill>
                            <a:schemeClr val="accent1"/>
                          </a:solidFill>
                        </a:rPr>
                        <a:t>0.967</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800" b="1" dirty="0">
                          <a:solidFill>
                            <a:schemeClr val="tx1"/>
                          </a:solidFill>
                        </a:rPr>
                        <a:t>0.974</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685800">
                <a:tc>
                  <a:txBody>
                    <a:bodyPr/>
                    <a:lstStyle/>
                    <a:p>
                      <a:pPr marL="0" indent="0" algn="l">
                        <a:buNone/>
                      </a:pPr>
                      <a:r>
                        <a:rPr lang="en-US" sz="1800" dirty="0">
                          <a:solidFill>
                            <a:schemeClr val="tx1"/>
                          </a:solidFill>
                        </a:rPr>
                        <a:t>ワイン品質</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800" dirty="0">
                          <a:solidFill>
                            <a:schemeClr val="tx2"/>
                          </a:solidFill>
                        </a:rPr>
                        <a:t>0.863</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800" dirty="0">
                          <a:solidFill>
                            <a:schemeClr val="tx1"/>
                          </a:solidFill>
                        </a:rPr>
                        <a:t>0.969</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800" b="1" dirty="0">
                          <a:solidFill>
                            <a:schemeClr val="accent1"/>
                          </a:solidFill>
                        </a:rPr>
                        <a:t>0.976</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800" b="1" dirty="0">
                          <a:solidFill>
                            <a:schemeClr val="tx1"/>
                          </a:solidFill>
                        </a:rPr>
                        <a:t>0.977</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bl>
          </a:graphicData>
        </a:graphic>
      </p:graphicFrame>
      <p:sp>
        <p:nvSpPr>
          <p:cNvPr id="5" name="Text 1"/>
          <p:cNvSpPr txBox="1"/>
          <p:nvPr/>
        </p:nvSpPr>
        <p:spPr>
          <a:xfrm>
            <a:off x="548640" y="5189012"/>
            <a:ext cx="6949440" cy="658784"/>
          </a:xfrm>
          <a:prstGeom prst="rect">
            <a:avLst/>
          </a:prstGeom>
          <a:noFill/>
          <a:ln/>
        </p:spPr>
        <p:txBody>
          <a:bodyPr wrap="square" lIns="0" tIns="0" rIns="0" bIns="0" rtlCol="0" anchor="t"/>
          <a:lstStyle/>
          <a:p>
            <a:r>
              <a:rPr lang="en-US" sz="1200" dirty="0">
                <a:solidFill>
                  <a:schemeClr val="tx2"/>
                </a:solidFill>
              </a:rPr>
              <a:t>学習に使っていない摂動での R²（MLP，半径0.15）</a:t>
            </a:r>
            <a:br>
              <a:rPr lang="en-US" sz="1200" dirty="0">
                <a:solidFill>
                  <a:schemeClr val="tx2"/>
                </a:solidFill>
              </a:rPr>
            </a:br>
            <a:r>
              <a:rPr lang="en-US" sz="1200" dirty="0" err="1">
                <a:solidFill>
                  <a:schemeClr val="tx2"/>
                </a:solidFill>
              </a:rPr>
              <a:t>スーパーピクセル分割ではなく，ピクセルごとの説明</a:t>
            </a:r>
            <a:br>
              <a:rPr lang="en-US" sz="1200" dirty="0">
                <a:solidFill>
                  <a:schemeClr val="tx2"/>
                </a:solidFill>
              </a:rPr>
            </a:br>
            <a:r>
              <a:rPr lang="en-US" sz="1200" dirty="0" err="1">
                <a:solidFill>
                  <a:schemeClr val="tx2"/>
                </a:solidFill>
              </a:rPr>
              <a:t>つまり</a:t>
            </a:r>
            <a:r>
              <a:rPr lang="en-US" sz="1200" dirty="0">
                <a:solidFill>
                  <a:schemeClr val="tx2"/>
                </a:solidFill>
              </a:rPr>
              <a:t>，</a:t>
            </a:r>
            <a:r>
              <a:rPr lang="en-US" altLang="ja-JP" sz="1200" dirty="0">
                <a:solidFill>
                  <a:schemeClr val="tx1"/>
                </a:solidFill>
              </a:rPr>
              <a:t> </a:t>
            </a:r>
            <a:r>
              <a:rPr lang="ja-JP" altLang="en-US" sz="1200"/>
              <a:t>通常の</a:t>
            </a:r>
            <a:r>
              <a:rPr lang="en-US" altLang="ja-JP" sz="1200" dirty="0"/>
              <a:t>LIME</a:t>
            </a:r>
            <a:r>
              <a:rPr lang="ja-JP" altLang="en-US" sz="1200"/>
              <a:t>では，</a:t>
            </a:r>
            <a:r>
              <a:rPr lang="en-US" altLang="ja-JP" sz="1200" dirty="0">
                <a:solidFill>
                  <a:schemeClr val="tx1"/>
                </a:solidFill>
              </a:rPr>
              <a:t>係数は640個（64画素×10クラス）</a:t>
            </a:r>
            <a:endParaRPr lang="en-US" sz="1200" dirty="0"/>
          </a:p>
        </p:txBody>
      </p:sp>
      <p:sp>
        <p:nvSpPr>
          <p:cNvPr id="3" name="Shape 2">
            <a:extLst>
              <a:ext uri="{FF2B5EF4-FFF2-40B4-BE49-F238E27FC236}">
                <a16:creationId xmlns:a16="http://schemas.microsoft.com/office/drawing/2014/main" id="{79F85422-5D01-CEA3-853A-C66596EF4810}"/>
              </a:ext>
            </a:extLst>
          </p:cNvPr>
          <p:cNvSpPr/>
          <p:nvPr/>
        </p:nvSpPr>
        <p:spPr>
          <a:xfrm>
            <a:off x="7703820" y="2377232"/>
            <a:ext cx="4227022" cy="2697480"/>
          </a:xfrm>
          <a:prstGeom prst="roundRect">
            <a:avLst>
              <a:gd name="adj" fmla="val 2791"/>
            </a:avLst>
          </a:prstGeom>
          <a:ln w="38100"/>
        </p:spPr>
        <p:style>
          <a:lnRef idx="2">
            <a:schemeClr val="accent2"/>
          </a:lnRef>
          <a:fillRef idx="1">
            <a:schemeClr val="lt1"/>
          </a:fillRef>
          <a:effectRef idx="0">
            <a:schemeClr val="accent2"/>
          </a:effectRef>
          <a:fontRef idx="minor">
            <a:schemeClr val="dk1"/>
          </a:fontRef>
        </p:style>
        <p:txBody>
          <a:bodyPr/>
          <a:lstStyle/>
          <a:p>
            <a:pPr marL="342900" indent="-342900">
              <a:spcAft>
                <a:spcPts val="600"/>
              </a:spcAft>
              <a:buSzPct val="100000"/>
              <a:buChar char="•"/>
            </a:pPr>
            <a:r>
              <a:rPr lang="en-US" altLang="ja-JP" sz="2000" dirty="0">
                <a:solidFill>
                  <a:schemeClr val="tx1"/>
                </a:solidFill>
              </a:rPr>
              <a:t>係数は640個から192個に減る（手書き数字）</a:t>
            </a:r>
            <a:endParaRPr lang="en-US" altLang="ja-JP" sz="2000" dirty="0"/>
          </a:p>
          <a:p>
            <a:pPr marL="342900" indent="-342900">
              <a:spcAft>
                <a:spcPts val="600"/>
              </a:spcAft>
              <a:buSzPct val="100000"/>
              <a:buChar char="•"/>
            </a:pPr>
            <a:r>
              <a:rPr lang="en-US" altLang="ja-JP" sz="2000" dirty="0">
                <a:solidFill>
                  <a:schemeClr val="tx1"/>
                </a:solidFill>
              </a:rPr>
              <a:t>1本だと失う量は0.06〜0.22</a:t>
            </a:r>
            <a:endParaRPr lang="en-US" altLang="ja-JP" sz="2000" dirty="0"/>
          </a:p>
          <a:p>
            <a:pPr lvl="1" indent="-228600">
              <a:spcAft>
                <a:spcPts val="600"/>
              </a:spcAft>
              <a:buSzPct val="100000"/>
              <a:buChar char="•"/>
            </a:pPr>
            <a:r>
              <a:rPr lang="en-US" altLang="ja-JP" dirty="0">
                <a:solidFill>
                  <a:schemeClr val="tx2"/>
                </a:solidFill>
              </a:rPr>
              <a:t>2本前後より減らすと落ちる</a:t>
            </a:r>
            <a:endParaRPr lang="en-US" altLang="ja-JP" sz="2000" dirty="0"/>
          </a:p>
          <a:p>
            <a:pPr marL="342900" indent="-342900">
              <a:spcAft>
                <a:spcPts val="600"/>
              </a:spcAft>
              <a:buSzPct val="100000"/>
              <a:buChar char="•"/>
            </a:pPr>
            <a:r>
              <a:rPr lang="en-US" altLang="ja-JP" sz="2000" dirty="0">
                <a:solidFill>
                  <a:schemeClr val="tx1"/>
                </a:solidFill>
              </a:rPr>
              <a:t>SVMでも3本の損失は0.015以下</a:t>
            </a:r>
            <a:endParaRPr lang="en-US" altLang="ja-JP" sz="2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目次</a:t>
            </a:r>
            <a:endParaRPr lang="en-US" sz="3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20</a:t>
            </a:fld>
            <a:endParaRPr lang="en-US"/>
          </a:p>
        </p:txBody>
      </p:sp>
      <p:sp>
        <p:nvSpPr>
          <p:cNvPr id="4" name="Shape 1"/>
          <p:cNvSpPr/>
          <p:nvPr/>
        </p:nvSpPr>
        <p:spPr>
          <a:xfrm>
            <a:off x="822960" y="137160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5" name="Text 2"/>
          <p:cNvSpPr txBox="1"/>
          <p:nvPr/>
        </p:nvSpPr>
        <p:spPr>
          <a:xfrm>
            <a:off x="822960" y="137160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1</a:t>
            </a:r>
            <a:endParaRPr lang="en-US" sz="2000" dirty="0"/>
          </a:p>
        </p:txBody>
      </p:sp>
      <p:sp>
        <p:nvSpPr>
          <p:cNvPr id="6" name="Text 3"/>
          <p:cNvSpPr txBox="1"/>
          <p:nvPr/>
        </p:nvSpPr>
        <p:spPr>
          <a:xfrm>
            <a:off x="1645920" y="132588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導入</a:t>
            </a:r>
            <a:endParaRPr lang="en-US" sz="2400" dirty="0"/>
          </a:p>
        </p:txBody>
      </p:sp>
      <p:sp>
        <p:nvSpPr>
          <p:cNvPr id="7" name="Text 4"/>
          <p:cNvSpPr txBox="1"/>
          <p:nvPr/>
        </p:nvSpPr>
        <p:spPr>
          <a:xfrm>
            <a:off x="4937760" y="132588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今日の問い</a:t>
            </a:r>
            <a:endParaRPr lang="en-US" sz="1600" dirty="0"/>
          </a:p>
        </p:txBody>
      </p:sp>
      <p:sp>
        <p:nvSpPr>
          <p:cNvPr id="8" name="Shape 5"/>
          <p:cNvSpPr/>
          <p:nvPr/>
        </p:nvSpPr>
        <p:spPr>
          <a:xfrm>
            <a:off x="822960" y="233172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9" name="Text 6"/>
          <p:cNvSpPr txBox="1"/>
          <p:nvPr/>
        </p:nvSpPr>
        <p:spPr>
          <a:xfrm>
            <a:off x="822960" y="233172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2</a:t>
            </a:r>
            <a:endParaRPr lang="en-US" sz="2000" dirty="0"/>
          </a:p>
        </p:txBody>
      </p:sp>
      <p:sp>
        <p:nvSpPr>
          <p:cNvPr id="10" name="Text 7"/>
          <p:cNvSpPr txBox="1"/>
          <p:nvPr/>
        </p:nvSpPr>
        <p:spPr>
          <a:xfrm>
            <a:off x="1645920" y="228600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問題と発想</a:t>
            </a:r>
            <a:endParaRPr lang="en-US" sz="2400" dirty="0"/>
          </a:p>
        </p:txBody>
      </p:sp>
      <p:sp>
        <p:nvSpPr>
          <p:cNvPr id="11" name="Text 8"/>
          <p:cNvSpPr txBox="1"/>
          <p:nvPr/>
        </p:nvSpPr>
        <p:spPr>
          <a:xfrm>
            <a:off x="4937760" y="228600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LIMEのおさらい，多クラスLIMEの問題，クラス側をまとめる発想，目標</a:t>
            </a:r>
            <a:endParaRPr lang="en-US" sz="1600" dirty="0"/>
          </a:p>
        </p:txBody>
      </p:sp>
      <p:sp>
        <p:nvSpPr>
          <p:cNvPr id="12" name="Shape 9"/>
          <p:cNvSpPr/>
          <p:nvPr/>
        </p:nvSpPr>
        <p:spPr>
          <a:xfrm>
            <a:off x="822960" y="329184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13" name="Text 10"/>
          <p:cNvSpPr txBox="1"/>
          <p:nvPr/>
        </p:nvSpPr>
        <p:spPr>
          <a:xfrm>
            <a:off x="822960" y="329184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3</a:t>
            </a:r>
            <a:endParaRPr lang="en-US" sz="2000" dirty="0"/>
          </a:p>
        </p:txBody>
      </p:sp>
      <p:sp>
        <p:nvSpPr>
          <p:cNvPr id="14" name="Text 11"/>
          <p:cNvSpPr txBox="1"/>
          <p:nvPr/>
        </p:nvSpPr>
        <p:spPr>
          <a:xfrm>
            <a:off x="1645920" y="324612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手法と仮定</a:t>
            </a:r>
            <a:endParaRPr lang="en-US" sz="2400" dirty="0"/>
          </a:p>
        </p:txBody>
      </p:sp>
      <p:sp>
        <p:nvSpPr>
          <p:cNvPr id="15" name="Text 12"/>
          <p:cNvSpPr txBox="1"/>
          <p:nvPr/>
        </p:nvSpPr>
        <p:spPr>
          <a:xfrm>
            <a:off x="4937760" y="324612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手順，成り立つための仮定</a:t>
            </a:r>
            <a:endParaRPr lang="en-US" sz="1600" dirty="0"/>
          </a:p>
        </p:txBody>
      </p:sp>
      <p:sp>
        <p:nvSpPr>
          <p:cNvPr id="16" name="Shape 13"/>
          <p:cNvSpPr/>
          <p:nvPr/>
        </p:nvSpPr>
        <p:spPr>
          <a:xfrm>
            <a:off x="822960" y="425196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17" name="Text 14"/>
          <p:cNvSpPr txBox="1"/>
          <p:nvPr/>
        </p:nvSpPr>
        <p:spPr>
          <a:xfrm>
            <a:off x="822960" y="425196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4</a:t>
            </a:r>
            <a:endParaRPr lang="en-US" sz="2000" dirty="0"/>
          </a:p>
        </p:txBody>
      </p:sp>
      <p:sp>
        <p:nvSpPr>
          <p:cNvPr id="18" name="Text 15"/>
          <p:cNvSpPr txBox="1"/>
          <p:nvPr/>
        </p:nvSpPr>
        <p:spPr>
          <a:xfrm>
            <a:off x="1645920" y="420624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実験</a:t>
            </a:r>
            <a:endParaRPr lang="en-US" sz="2400" dirty="0"/>
          </a:p>
        </p:txBody>
      </p:sp>
      <p:sp>
        <p:nvSpPr>
          <p:cNvPr id="19" name="Text 16"/>
          <p:cNvSpPr txBox="1"/>
          <p:nvPr/>
        </p:nvSpPr>
        <p:spPr>
          <a:xfrm>
            <a:off x="4937760" y="420624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仮定の確かめ方，実験の設定，結果</a:t>
            </a:r>
            <a:endParaRPr lang="en-US" sz="1600" dirty="0"/>
          </a:p>
        </p:txBody>
      </p:sp>
      <p:sp>
        <p:nvSpPr>
          <p:cNvPr id="20" name="Shape 17"/>
          <p:cNvSpPr/>
          <p:nvPr/>
        </p:nvSpPr>
        <p:spPr>
          <a:xfrm>
            <a:off x="548640" y="5056632"/>
            <a:ext cx="11064240" cy="868680"/>
          </a:xfrm>
          <a:prstGeom prst="roundRect">
            <a:avLst>
              <a:gd name="adj" fmla="val 12632"/>
            </a:avLst>
          </a:prstGeom>
          <a:noFill/>
          <a:ln w="28575">
            <a:solidFill>
              <a:schemeClr val="accent2"/>
            </a:solidFill>
            <a:prstDash val="solid"/>
          </a:ln>
        </p:spPr>
        <p:txBody>
          <a:bodyPr/>
          <a:lstStyle/>
          <a:p>
            <a:endParaRPr lang="ja-JP" altLang="en-US"/>
          </a:p>
        </p:txBody>
      </p:sp>
      <p:sp>
        <p:nvSpPr>
          <p:cNvPr id="21" name="Shape 18"/>
          <p:cNvSpPr/>
          <p:nvPr/>
        </p:nvSpPr>
        <p:spPr>
          <a:xfrm>
            <a:off x="822960" y="5212080"/>
            <a:ext cx="548640" cy="548640"/>
          </a:xfrm>
          <a:prstGeom prst="ellipse">
            <a:avLst/>
          </a:prstGeom>
          <a:solidFill>
            <a:schemeClr val="accent1"/>
          </a:solidFill>
          <a:ln w="12700">
            <a:solidFill>
              <a:schemeClr val="accent1"/>
            </a:solidFill>
            <a:prstDash val="solid"/>
          </a:ln>
        </p:spPr>
        <p:txBody>
          <a:bodyPr/>
          <a:lstStyle/>
          <a:p>
            <a:endParaRPr lang="ja-JP" altLang="en-US"/>
          </a:p>
        </p:txBody>
      </p:sp>
      <p:sp>
        <p:nvSpPr>
          <p:cNvPr id="22" name="Text 19"/>
          <p:cNvSpPr txBox="1"/>
          <p:nvPr/>
        </p:nvSpPr>
        <p:spPr>
          <a:xfrm>
            <a:off x="822960" y="521208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5</a:t>
            </a:r>
            <a:endParaRPr lang="en-US" sz="2000" dirty="0"/>
          </a:p>
        </p:txBody>
      </p:sp>
      <p:sp>
        <p:nvSpPr>
          <p:cNvPr id="23" name="Text 20"/>
          <p:cNvSpPr txBox="1"/>
          <p:nvPr/>
        </p:nvSpPr>
        <p:spPr>
          <a:xfrm>
            <a:off x="1645920" y="5166360"/>
            <a:ext cx="3291840" cy="640080"/>
          </a:xfrm>
          <a:prstGeom prst="rect">
            <a:avLst/>
          </a:prstGeom>
          <a:noFill/>
          <a:ln/>
        </p:spPr>
        <p:txBody>
          <a:bodyPr wrap="square" lIns="0" tIns="0" rIns="0" bIns="0" rtlCol="0" anchor="ctr"/>
          <a:lstStyle/>
          <a:p>
            <a:pPr marL="0" indent="0">
              <a:buNone/>
            </a:pPr>
            <a:r>
              <a:rPr lang="en-US" sz="2400" b="1" dirty="0">
                <a:solidFill>
                  <a:schemeClr val="tx1"/>
                </a:solidFill>
              </a:rPr>
              <a:t>課題と今後</a:t>
            </a:r>
            <a:endParaRPr lang="en-US" sz="2400" dirty="0"/>
          </a:p>
        </p:txBody>
      </p:sp>
      <p:sp>
        <p:nvSpPr>
          <p:cNvPr id="24" name="Text 21"/>
          <p:cNvSpPr txBox="1"/>
          <p:nvPr/>
        </p:nvSpPr>
        <p:spPr>
          <a:xfrm>
            <a:off x="4937760" y="5166360"/>
            <a:ext cx="6492240" cy="640080"/>
          </a:xfrm>
          <a:prstGeom prst="rect">
            <a:avLst/>
          </a:prstGeom>
          <a:noFill/>
          <a:ln/>
        </p:spPr>
        <p:txBody>
          <a:bodyPr wrap="square" lIns="0" tIns="0" rIns="0" bIns="0" rtlCol="0" anchor="ctr"/>
          <a:lstStyle/>
          <a:p>
            <a:pPr marL="0" indent="0">
              <a:buNone/>
            </a:pPr>
            <a:r>
              <a:rPr lang="en-US" sz="1600" dirty="0">
                <a:solidFill>
                  <a:schemeClr val="tx2"/>
                </a:solidFill>
              </a:rPr>
              <a:t>課題，今後の計画</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課題</a:t>
            </a:r>
            <a:endParaRPr lang="en-US" sz="3000" dirty="0"/>
          </a:p>
        </p:txBody>
      </p:sp>
      <p:sp>
        <p:nvSpPr>
          <p:cNvPr id="3"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21</a:t>
            </a:fld>
            <a:endParaRPr lang="en-US"/>
          </a:p>
        </p:txBody>
      </p:sp>
      <p:sp>
        <p:nvSpPr>
          <p:cNvPr id="4" name="Rounded Rectangle 3"/>
          <p:cNvSpPr/>
          <p:nvPr/>
        </p:nvSpPr>
        <p:spPr>
          <a:xfrm>
            <a:off x="548640" y="1717860"/>
            <a:ext cx="5623560" cy="3468000"/>
          </a:xfrm>
          <a:prstGeom prst="roundRect">
            <a:avLst>
              <a:gd name="adj" fmla="val 3000"/>
            </a:avLst>
          </a:prstGeom>
          <a:noFill/>
          <a:ln w="285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749808" y="1873308"/>
            <a:ext cx="411480" cy="411480"/>
          </a:xfrm>
          <a:prstGeom prst="ellipse">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9808" y="1873308"/>
            <a:ext cx="411480" cy="411480"/>
          </a:xfrm>
          <a:prstGeom prst="rect">
            <a:avLst/>
          </a:prstGeom>
          <a:noFill/>
        </p:spPr>
        <p:txBody>
          <a:bodyPr wrap="square" lIns="0" tIns="0" rIns="0" bIns="0" anchor="ctr">
            <a:spAutoFit/>
          </a:bodyPr>
          <a:lstStyle/>
          <a:p>
            <a:pPr algn="ctr"/>
            <a:r>
              <a:rPr sz="1400" b="1">
                <a:solidFill>
                  <a:schemeClr val="bg1"/>
                </a:solidFill>
              </a:rPr>
              <a:t>1</a:t>
            </a:r>
          </a:p>
        </p:txBody>
      </p:sp>
      <p:sp>
        <p:nvSpPr>
          <p:cNvPr id="7" name="TextBox 6"/>
          <p:cNvSpPr txBox="1"/>
          <p:nvPr/>
        </p:nvSpPr>
        <p:spPr>
          <a:xfrm>
            <a:off x="1298448" y="1873308"/>
            <a:ext cx="4754880" cy="411480"/>
          </a:xfrm>
          <a:prstGeom prst="rect">
            <a:avLst/>
          </a:prstGeom>
          <a:noFill/>
        </p:spPr>
        <p:txBody>
          <a:bodyPr wrap="square" lIns="0" tIns="0" rIns="0" bIns="0" anchor="ctr">
            <a:spAutoFit/>
          </a:bodyPr>
          <a:lstStyle/>
          <a:p>
            <a:pPr algn="l"/>
            <a:r>
              <a:rPr sz="1800" b="1">
                <a:solidFill>
                  <a:schemeClr val="tx1"/>
                </a:solidFill>
              </a:rPr>
              <a:t>軸が読めるとは限らない</a:t>
            </a:r>
          </a:p>
        </p:txBody>
      </p:sp>
      <p:graphicFrame>
        <p:nvGraphicFramePr>
          <p:cNvPr id="8" name="Table 7"/>
          <p:cNvGraphicFramePr>
            <a:graphicFrameLocks noGrp="1"/>
          </p:cNvGraphicFramePr>
          <p:nvPr>
            <p:extLst>
              <p:ext uri="{D42A27DB-BD31-4B8C-83A1-F6EECF244321}">
                <p14:modId xmlns:p14="http://schemas.microsoft.com/office/powerpoint/2010/main" val="391374870"/>
              </p:ext>
            </p:extLst>
          </p:nvPr>
        </p:nvGraphicFramePr>
        <p:xfrm>
          <a:off x="777240" y="2495100"/>
          <a:ext cx="5166360" cy="1645920"/>
        </p:xfrm>
        <a:graphic>
          <a:graphicData uri="http://schemas.openxmlformats.org/drawingml/2006/table">
            <a:tbl>
              <a:tblPr firstRow="1" bandRow="1">
                <a:tableStyleId>{5C22544A-7EE6-4342-B048-85BDC9FD1C3A}</a:tableStyleId>
              </a:tblPr>
              <a:tblGrid>
                <a:gridCol w="1417320">
                  <a:extLst>
                    <a:ext uri="{9D8B030D-6E8A-4147-A177-3AD203B41FA5}">
                      <a16:colId xmlns:a16="http://schemas.microsoft.com/office/drawing/2014/main" val="20000"/>
                    </a:ext>
                  </a:extLst>
                </a:gridCol>
                <a:gridCol w="260604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tblGrid>
              <a:tr h="411480">
                <a:tc>
                  <a:txBody>
                    <a:bodyPr/>
                    <a:lstStyle/>
                    <a:p>
                      <a:pPr algn="l"/>
                      <a:r>
                        <a:rPr sz="1200" b="1">
                          <a:solidFill>
                            <a:schemeClr val="bg1"/>
                          </a:solidFill>
                        </a:rPr>
                        <a:t>軸の形</a:t>
                      </a:r>
                    </a:p>
                  </a:txBody>
                  <a:tcPr marL="54864" marR="54864" marT="18288" marB="18288" anchor="ctr">
                    <a:solidFill>
                      <a:schemeClr val="tx1"/>
                    </a:solidFill>
                  </a:tcPr>
                </a:tc>
                <a:tc>
                  <a:txBody>
                    <a:bodyPr/>
                    <a:lstStyle/>
                    <a:p>
                      <a:pPr algn="l"/>
                      <a:r>
                        <a:rPr sz="1200" b="1">
                          <a:solidFill>
                            <a:schemeClr val="bg1"/>
                          </a:solidFill>
                        </a:rPr>
                        <a:t>例（重みの大きいクラス）</a:t>
                      </a:r>
                    </a:p>
                  </a:txBody>
                  <a:tcPr marL="54864" marR="54864" marT="18288" marB="18288" anchor="ctr">
                    <a:solidFill>
                      <a:schemeClr val="tx1"/>
                    </a:solidFill>
                  </a:tcPr>
                </a:tc>
                <a:tc>
                  <a:txBody>
                    <a:bodyPr/>
                    <a:lstStyle/>
                    <a:p>
                      <a:pPr algn="ctr"/>
                      <a:r>
                        <a:rPr sz="1200" b="1">
                          <a:solidFill>
                            <a:schemeClr val="bg1"/>
                          </a:solidFill>
                        </a:rPr>
                        <a:t>読めるか</a:t>
                      </a:r>
                    </a:p>
                  </a:txBody>
                  <a:tcPr marL="54864" marR="54864" marT="18288" marB="18288" anchor="ctr">
                    <a:solidFill>
                      <a:schemeClr val="tx1"/>
                    </a:solidFill>
                  </a:tcPr>
                </a:tc>
                <a:extLst>
                  <a:ext uri="{0D108BD9-81ED-4DB2-BD59-A6C34878D82A}">
                    <a16:rowId xmlns:a16="http://schemas.microsoft.com/office/drawing/2014/main" val="10000"/>
                  </a:ext>
                </a:extLst>
              </a:tr>
              <a:tr h="411480">
                <a:tc>
                  <a:txBody>
                    <a:bodyPr/>
                    <a:lstStyle/>
                    <a:p>
                      <a:pPr algn="l"/>
                      <a:r>
                        <a:rPr sz="1200" b="0">
                          <a:solidFill>
                            <a:schemeClr val="tx1"/>
                          </a:solidFill>
                        </a:rPr>
                        <a:t>2クラスの対比</a:t>
                      </a:r>
                    </a:p>
                  </a:txBody>
                  <a:tcPr marL="54864" marR="54864" marT="18288" marB="18288" anchor="ctr">
                    <a:solidFill>
                      <a:schemeClr val="bg1"/>
                    </a:solidFill>
                  </a:tcPr>
                </a:tc>
                <a:tc>
                  <a:txBody>
                    <a:bodyPr/>
                    <a:lstStyle/>
                    <a:p>
                      <a:pPr algn="l"/>
                      <a:r>
                        <a:rPr sz="1200" b="0">
                          <a:solidFill>
                            <a:schemeClr val="tx1"/>
                          </a:solidFill>
                        </a:rPr>
                        <a:t>6 + ／ 0 −</a:t>
                      </a:r>
                    </a:p>
                  </a:txBody>
                  <a:tcPr marL="54864" marR="54864" marT="18288" marB="18288" anchor="ctr">
                    <a:solidFill>
                      <a:schemeClr val="bg1"/>
                    </a:solidFill>
                  </a:tcPr>
                </a:tc>
                <a:tc>
                  <a:txBody>
                    <a:bodyPr/>
                    <a:lstStyle/>
                    <a:p>
                      <a:pPr algn="ctr"/>
                      <a:r>
                        <a:rPr sz="1200" b="1">
                          <a:solidFill>
                            <a:schemeClr val="accent1"/>
                          </a:solidFill>
                        </a:rPr>
                        <a:t>読める</a:t>
                      </a:r>
                    </a:p>
                  </a:txBody>
                  <a:tcPr marL="54864" marR="54864" marT="18288" marB="18288" anchor="ctr">
                    <a:solidFill>
                      <a:schemeClr val="bg1"/>
                    </a:solidFill>
                  </a:tcPr>
                </a:tc>
                <a:extLst>
                  <a:ext uri="{0D108BD9-81ED-4DB2-BD59-A6C34878D82A}">
                    <a16:rowId xmlns:a16="http://schemas.microsoft.com/office/drawing/2014/main" val="10001"/>
                  </a:ext>
                </a:extLst>
              </a:tr>
              <a:tr h="411480">
                <a:tc>
                  <a:txBody>
                    <a:bodyPr/>
                    <a:lstStyle/>
                    <a:p>
                      <a:pPr algn="l"/>
                      <a:r>
                        <a:rPr sz="1200" b="0">
                          <a:solidFill>
                            <a:schemeClr val="tx1"/>
                          </a:solidFill>
                        </a:rPr>
                        <a:t>1対多</a:t>
                      </a:r>
                    </a:p>
                  </a:txBody>
                  <a:tcPr marL="54864" marR="54864" marT="18288" marB="18288" anchor="ctr">
                    <a:solidFill>
                      <a:schemeClr val="bg2"/>
                    </a:solidFill>
                  </a:tcPr>
                </a:tc>
                <a:tc>
                  <a:txBody>
                    <a:bodyPr/>
                    <a:lstStyle/>
                    <a:p>
                      <a:pPr algn="l"/>
                      <a:r>
                        <a:rPr sz="1200" b="0">
                          <a:solidFill>
                            <a:schemeClr val="tx1"/>
                          </a:solidFill>
                        </a:rPr>
                        <a:t>6 +0.8 ／ 0 −0.5, 9 −0.3</a:t>
                      </a:r>
                    </a:p>
                  </a:txBody>
                  <a:tcPr marL="54864" marR="54864" marT="18288" marB="18288" anchor="ctr">
                    <a:solidFill>
                      <a:schemeClr val="bg2"/>
                    </a:solidFill>
                  </a:tcPr>
                </a:tc>
                <a:tc>
                  <a:txBody>
                    <a:bodyPr/>
                    <a:lstStyle/>
                    <a:p>
                      <a:pPr algn="ctr"/>
                      <a:r>
                        <a:rPr sz="1200" b="1">
                          <a:solidFill>
                            <a:schemeClr val="accent1"/>
                          </a:solidFill>
                        </a:rPr>
                        <a:t>読める</a:t>
                      </a:r>
                    </a:p>
                  </a:txBody>
                  <a:tcPr marL="54864" marR="54864" marT="18288" marB="18288" anchor="ctr">
                    <a:solidFill>
                      <a:schemeClr val="bg2"/>
                    </a:solidFill>
                  </a:tcPr>
                </a:tc>
                <a:extLst>
                  <a:ext uri="{0D108BD9-81ED-4DB2-BD59-A6C34878D82A}">
                    <a16:rowId xmlns:a16="http://schemas.microsoft.com/office/drawing/2014/main" val="10002"/>
                  </a:ext>
                </a:extLst>
              </a:tr>
              <a:tr h="411480">
                <a:tc>
                  <a:txBody>
                    <a:bodyPr/>
                    <a:lstStyle/>
                    <a:p>
                      <a:pPr algn="l"/>
                      <a:r>
                        <a:rPr sz="1200" b="0">
                          <a:solidFill>
                            <a:schemeClr val="tx1"/>
                          </a:solidFill>
                        </a:rPr>
                        <a:t>混在</a:t>
                      </a:r>
                    </a:p>
                  </a:txBody>
                  <a:tcPr marL="54864" marR="54864" marT="18288" marB="18288" anchor="ctr">
                    <a:solidFill>
                      <a:schemeClr val="bg1"/>
                    </a:solidFill>
                  </a:tcPr>
                </a:tc>
                <a:tc>
                  <a:txBody>
                    <a:bodyPr/>
                    <a:lstStyle/>
                    <a:p>
                      <a:pPr algn="l"/>
                      <a:r>
                        <a:rPr sz="1200" b="0">
                          <a:solidFill>
                            <a:schemeClr val="tx1"/>
                          </a:solidFill>
                        </a:rPr>
                        <a:t>6 +0.37, 1 +0.21 ／ 0 −0.46</a:t>
                      </a:r>
                    </a:p>
                  </a:txBody>
                  <a:tcPr marL="54864" marR="54864" marT="18288" marB="18288" anchor="ctr">
                    <a:solidFill>
                      <a:schemeClr val="bg1"/>
                    </a:solidFill>
                  </a:tcPr>
                </a:tc>
                <a:tc>
                  <a:txBody>
                    <a:bodyPr/>
                    <a:lstStyle/>
                    <a:p>
                      <a:pPr algn="ctr"/>
                      <a:r>
                        <a:rPr sz="1200" b="1">
                          <a:solidFill>
                            <a:schemeClr val="accent2"/>
                          </a:solidFill>
                        </a:rPr>
                        <a:t>読めない</a:t>
                      </a:r>
                    </a:p>
                  </a:txBody>
                  <a:tcPr marL="54864" marR="54864" marT="18288" marB="18288" anchor="ctr">
                    <a:solidFill>
                      <a:schemeClr val="bg1"/>
                    </a:solidFill>
                  </a:tcPr>
                </a:tc>
                <a:extLst>
                  <a:ext uri="{0D108BD9-81ED-4DB2-BD59-A6C34878D82A}">
                    <a16:rowId xmlns:a16="http://schemas.microsoft.com/office/drawing/2014/main" val="10003"/>
                  </a:ext>
                </a:extLst>
              </a:tr>
            </a:tbl>
          </a:graphicData>
        </a:graphic>
      </p:graphicFrame>
      <p:sp>
        <p:nvSpPr>
          <p:cNvPr id="11" name="TextBox 10"/>
          <p:cNvSpPr txBox="1"/>
          <p:nvPr/>
        </p:nvSpPr>
        <p:spPr>
          <a:xfrm>
            <a:off x="754380" y="4364152"/>
            <a:ext cx="5212080" cy="553998"/>
          </a:xfrm>
          <a:prstGeom prst="rect">
            <a:avLst/>
          </a:prstGeom>
          <a:noFill/>
        </p:spPr>
        <p:txBody>
          <a:bodyPr wrap="square" lIns="0" tIns="0" rIns="0" bIns="0" anchor="t">
            <a:spAutoFit/>
          </a:bodyPr>
          <a:lstStyle/>
          <a:p>
            <a:pPr algn="l"/>
            <a:r>
              <a:rPr b="1" dirty="0" err="1">
                <a:solidFill>
                  <a:schemeClr val="accent2"/>
                </a:solidFill>
              </a:rPr>
              <a:t>次元が減っても，軸の意味が分からなければ解釈しやすくならない</a:t>
            </a:r>
            <a:endParaRPr b="1" dirty="0">
              <a:solidFill>
                <a:schemeClr val="accent2"/>
              </a:solidFill>
            </a:endParaRPr>
          </a:p>
        </p:txBody>
      </p:sp>
      <p:sp>
        <p:nvSpPr>
          <p:cNvPr id="12" name="Rounded Rectangle 11"/>
          <p:cNvSpPr/>
          <p:nvPr/>
        </p:nvSpPr>
        <p:spPr>
          <a:xfrm>
            <a:off x="6355080" y="1717860"/>
            <a:ext cx="5257800" cy="808308"/>
          </a:xfrm>
          <a:prstGeom prst="roundRect">
            <a:avLst>
              <a:gd name="adj" fmla="val 17803"/>
            </a:avLst>
          </a:prstGeom>
          <a:noFill/>
          <a:ln w="285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6537960" y="1873308"/>
            <a:ext cx="411480" cy="411480"/>
          </a:xfrm>
          <a:prstGeom prst="ellipse">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537960" y="1873308"/>
            <a:ext cx="411480" cy="411480"/>
          </a:xfrm>
          <a:prstGeom prst="rect">
            <a:avLst/>
          </a:prstGeom>
          <a:noFill/>
        </p:spPr>
        <p:txBody>
          <a:bodyPr wrap="square" lIns="0" tIns="0" rIns="0" bIns="0" anchor="ctr">
            <a:spAutoFit/>
          </a:bodyPr>
          <a:lstStyle/>
          <a:p>
            <a:pPr algn="ctr"/>
            <a:r>
              <a:rPr sz="1400" b="1">
                <a:solidFill>
                  <a:schemeClr val="bg1"/>
                </a:solidFill>
              </a:rPr>
              <a:t>2</a:t>
            </a:r>
          </a:p>
        </p:txBody>
      </p:sp>
      <p:sp>
        <p:nvSpPr>
          <p:cNvPr id="15" name="TextBox 14"/>
          <p:cNvSpPr txBox="1"/>
          <p:nvPr/>
        </p:nvSpPr>
        <p:spPr>
          <a:xfrm>
            <a:off x="7086600" y="1873308"/>
            <a:ext cx="4434840" cy="411480"/>
          </a:xfrm>
          <a:prstGeom prst="rect">
            <a:avLst/>
          </a:prstGeom>
          <a:noFill/>
        </p:spPr>
        <p:txBody>
          <a:bodyPr wrap="square" lIns="0" tIns="0" rIns="0" bIns="0" anchor="ctr">
            <a:spAutoFit/>
          </a:bodyPr>
          <a:lstStyle/>
          <a:p>
            <a:pPr algn="l"/>
            <a:r>
              <a:rPr sz="1500" b="1">
                <a:solidFill>
                  <a:schemeClr val="tx1"/>
                </a:solidFill>
              </a:rPr>
              <a:t>多くのクラスがまとまって動く場合は未検証</a:t>
            </a:r>
          </a:p>
        </p:txBody>
      </p:sp>
      <p:sp>
        <p:nvSpPr>
          <p:cNvPr id="17" name="Rounded Rectangle 16"/>
          <p:cNvSpPr/>
          <p:nvPr/>
        </p:nvSpPr>
        <p:spPr>
          <a:xfrm>
            <a:off x="6355080" y="2716980"/>
            <a:ext cx="5257800" cy="2468880"/>
          </a:xfrm>
          <a:prstGeom prst="roundRect">
            <a:avLst>
              <a:gd name="adj" fmla="val 3000"/>
            </a:avLst>
          </a:prstGeom>
          <a:noFill/>
          <a:ln w="285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6537960" y="2872428"/>
            <a:ext cx="411480" cy="411480"/>
          </a:xfrm>
          <a:prstGeom prst="ellipse">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537960" y="2872428"/>
            <a:ext cx="411480" cy="411480"/>
          </a:xfrm>
          <a:prstGeom prst="rect">
            <a:avLst/>
          </a:prstGeom>
          <a:noFill/>
        </p:spPr>
        <p:txBody>
          <a:bodyPr wrap="square" lIns="0" tIns="0" rIns="0" bIns="0" anchor="ctr">
            <a:spAutoFit/>
          </a:bodyPr>
          <a:lstStyle/>
          <a:p>
            <a:pPr algn="ctr"/>
            <a:r>
              <a:rPr sz="1400" b="1">
                <a:solidFill>
                  <a:schemeClr val="bg1"/>
                </a:solidFill>
              </a:rPr>
              <a:t>3</a:t>
            </a:r>
          </a:p>
        </p:txBody>
      </p:sp>
      <p:sp>
        <p:nvSpPr>
          <p:cNvPr id="20" name="TextBox 19"/>
          <p:cNvSpPr txBox="1"/>
          <p:nvPr/>
        </p:nvSpPr>
        <p:spPr>
          <a:xfrm>
            <a:off x="7086600" y="2872428"/>
            <a:ext cx="4389120" cy="411480"/>
          </a:xfrm>
          <a:prstGeom prst="rect">
            <a:avLst/>
          </a:prstGeom>
          <a:noFill/>
        </p:spPr>
        <p:txBody>
          <a:bodyPr wrap="square" lIns="0" tIns="0" rIns="0" bIns="0" anchor="ctr">
            <a:spAutoFit/>
          </a:bodyPr>
          <a:lstStyle/>
          <a:p>
            <a:pPr algn="l"/>
            <a:r>
              <a:rPr sz="1700" b="1" dirty="0" err="1">
                <a:solidFill>
                  <a:schemeClr val="tx1"/>
                </a:solidFill>
              </a:rPr>
              <a:t>ランダムフォレストではうまくいかない</a:t>
            </a:r>
            <a:endParaRPr sz="1700" b="1" dirty="0">
              <a:solidFill>
                <a:schemeClr val="tx1"/>
              </a:solidFill>
            </a:endParaRPr>
          </a:p>
        </p:txBody>
      </p:sp>
      <p:graphicFrame>
        <p:nvGraphicFramePr>
          <p:cNvPr id="21" name="Table 20"/>
          <p:cNvGraphicFramePr>
            <a:graphicFrameLocks noGrp="1"/>
          </p:cNvGraphicFramePr>
          <p:nvPr>
            <p:extLst>
              <p:ext uri="{D42A27DB-BD31-4B8C-83A1-F6EECF244321}">
                <p14:modId xmlns:p14="http://schemas.microsoft.com/office/powerpoint/2010/main" val="3236947601"/>
              </p:ext>
            </p:extLst>
          </p:nvPr>
        </p:nvGraphicFramePr>
        <p:xfrm>
          <a:off x="6583680" y="3448500"/>
          <a:ext cx="4846320" cy="1152144"/>
        </p:xfrm>
        <a:graphic>
          <a:graphicData uri="http://schemas.openxmlformats.org/drawingml/2006/table">
            <a:tbl>
              <a:tblPr firstRow="1" bandRow="1">
                <a:tableStyleId>{5C22544A-7EE6-4342-B048-85BDC9FD1C3A}</a:tableStyleId>
              </a:tblPr>
              <a:tblGrid>
                <a:gridCol w="150876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tblGrid>
              <a:tr h="384048">
                <a:tc>
                  <a:txBody>
                    <a:bodyPr/>
                    <a:lstStyle/>
                    <a:p>
                      <a:pPr algn="l"/>
                      <a:endParaRPr/>
                    </a:p>
                  </a:txBody>
                  <a:tcPr marL="54864" marR="54864" marT="18288" marB="18288" anchor="ctr">
                    <a:solidFill>
                      <a:schemeClr val="tx1"/>
                    </a:solidFill>
                  </a:tcPr>
                </a:tc>
                <a:tc>
                  <a:txBody>
                    <a:bodyPr/>
                    <a:lstStyle/>
                    <a:p>
                      <a:pPr algn="ctr"/>
                      <a:r>
                        <a:rPr sz="1000" b="1" dirty="0" err="1">
                          <a:solidFill>
                            <a:schemeClr val="bg1"/>
                          </a:solidFill>
                        </a:rPr>
                        <a:t>動くクラス</a:t>
                      </a:r>
                      <a:br>
                        <a:rPr lang="en-US" sz="1000" b="1" dirty="0">
                          <a:solidFill>
                            <a:schemeClr val="bg1"/>
                          </a:solidFill>
                        </a:rPr>
                      </a:br>
                      <a:r>
                        <a:rPr sz="1000" b="1" dirty="0">
                          <a:solidFill>
                            <a:schemeClr val="bg1"/>
                          </a:solidFill>
                        </a:rPr>
                        <a:t>（</a:t>
                      </a:r>
                      <a:r>
                        <a:rPr sz="1000" b="1" dirty="0" err="1">
                          <a:solidFill>
                            <a:schemeClr val="bg1"/>
                          </a:solidFill>
                        </a:rPr>
                        <a:t>個</a:t>
                      </a:r>
                      <a:r>
                        <a:rPr sz="1000" b="1" dirty="0">
                          <a:solidFill>
                            <a:schemeClr val="bg1"/>
                          </a:solidFill>
                        </a:rPr>
                        <a:t>）</a:t>
                      </a:r>
                    </a:p>
                  </a:txBody>
                  <a:tcPr marL="54864" marR="54864" marT="18288" marB="18288" anchor="ctr">
                    <a:solidFill>
                      <a:schemeClr val="tx1"/>
                    </a:solidFill>
                  </a:tcPr>
                </a:tc>
                <a:tc>
                  <a:txBody>
                    <a:bodyPr/>
                    <a:lstStyle/>
                    <a:p>
                      <a:pPr algn="ctr"/>
                      <a:r>
                        <a:rPr sz="1000" b="1" dirty="0" err="1">
                          <a:solidFill>
                            <a:schemeClr val="bg1"/>
                          </a:solidFill>
                        </a:rPr>
                        <a:t>必要な軸</a:t>
                      </a:r>
                      <a:br>
                        <a:rPr lang="en-US" sz="1000" b="1" dirty="0">
                          <a:solidFill>
                            <a:schemeClr val="bg1"/>
                          </a:solidFill>
                        </a:rPr>
                      </a:br>
                      <a:r>
                        <a:rPr sz="1000" b="1" dirty="0">
                          <a:solidFill>
                            <a:schemeClr val="bg1"/>
                          </a:solidFill>
                        </a:rPr>
                        <a:t>（</a:t>
                      </a:r>
                      <a:r>
                        <a:rPr sz="1000" b="1" dirty="0" err="1">
                          <a:solidFill>
                            <a:schemeClr val="bg1"/>
                          </a:solidFill>
                        </a:rPr>
                        <a:t>本</a:t>
                      </a:r>
                      <a:r>
                        <a:rPr sz="1000" b="1" dirty="0">
                          <a:solidFill>
                            <a:schemeClr val="bg1"/>
                          </a:solidFill>
                        </a:rPr>
                        <a:t>）</a:t>
                      </a:r>
                    </a:p>
                  </a:txBody>
                  <a:tcPr marL="54864" marR="54864" marT="18288" marB="18288" anchor="ctr">
                    <a:solidFill>
                      <a:schemeClr val="tx1"/>
                    </a:solidFill>
                  </a:tcPr>
                </a:tc>
                <a:tc>
                  <a:txBody>
                    <a:bodyPr/>
                    <a:lstStyle/>
                    <a:p>
                      <a:pPr algn="ctr"/>
                      <a:r>
                        <a:rPr sz="1000" b="1" dirty="0">
                          <a:solidFill>
                            <a:schemeClr val="bg1"/>
                          </a:solidFill>
                        </a:rPr>
                        <a:t>3本の R²</a:t>
                      </a:r>
                      <a:br>
                        <a:rPr lang="en-US" sz="1000" b="1" dirty="0">
                          <a:solidFill>
                            <a:schemeClr val="bg1"/>
                          </a:solidFill>
                        </a:rPr>
                      </a:br>
                      <a:r>
                        <a:rPr sz="1000" b="1" dirty="0">
                          <a:solidFill>
                            <a:schemeClr val="bg1"/>
                          </a:solidFill>
                        </a:rPr>
                        <a:t>（</a:t>
                      </a:r>
                      <a:r>
                        <a:rPr sz="1000" b="1" dirty="0" err="1">
                          <a:solidFill>
                            <a:schemeClr val="bg1"/>
                          </a:solidFill>
                        </a:rPr>
                        <a:t>通常</a:t>
                      </a:r>
                      <a:r>
                        <a:rPr sz="1000" b="1" dirty="0">
                          <a:solidFill>
                            <a:schemeClr val="bg1"/>
                          </a:solidFill>
                        </a:rPr>
                        <a:t> → </a:t>
                      </a:r>
                      <a:r>
                        <a:rPr sz="1000" b="1" dirty="0" err="1">
                          <a:solidFill>
                            <a:schemeClr val="bg1"/>
                          </a:solidFill>
                        </a:rPr>
                        <a:t>この手法</a:t>
                      </a:r>
                      <a:r>
                        <a:rPr sz="1000" b="1" dirty="0">
                          <a:solidFill>
                            <a:schemeClr val="bg1"/>
                          </a:solidFill>
                        </a:rPr>
                        <a:t>）</a:t>
                      </a:r>
                    </a:p>
                  </a:txBody>
                  <a:tcPr marL="54864" marR="54864" marT="18288" marB="18288" anchor="ctr">
                    <a:solidFill>
                      <a:schemeClr val="tx1"/>
                    </a:solidFill>
                  </a:tcPr>
                </a:tc>
                <a:extLst>
                  <a:ext uri="{0D108BD9-81ED-4DB2-BD59-A6C34878D82A}">
                    <a16:rowId xmlns:a16="http://schemas.microsoft.com/office/drawing/2014/main" val="10000"/>
                  </a:ext>
                </a:extLst>
              </a:tr>
              <a:tr h="384048">
                <a:tc>
                  <a:txBody>
                    <a:bodyPr/>
                    <a:lstStyle/>
                    <a:p>
                      <a:pPr algn="l"/>
                      <a:r>
                        <a:rPr sz="1000" b="0">
                          <a:solidFill>
                            <a:schemeClr val="tx1"/>
                          </a:solidFill>
                        </a:rPr>
                        <a:t>MLP</a:t>
                      </a:r>
                    </a:p>
                  </a:txBody>
                  <a:tcPr marL="54864" marR="54864" marT="18288" marB="18288" anchor="ctr">
                    <a:solidFill>
                      <a:schemeClr val="bg1"/>
                    </a:solidFill>
                  </a:tcPr>
                </a:tc>
                <a:tc>
                  <a:txBody>
                    <a:bodyPr/>
                    <a:lstStyle/>
                    <a:p>
                      <a:pPr algn="ctr"/>
                      <a:r>
                        <a:rPr sz="1000" b="0">
                          <a:solidFill>
                            <a:schemeClr val="tx1"/>
                          </a:solidFill>
                        </a:rPr>
                        <a:t>3.15</a:t>
                      </a:r>
                    </a:p>
                  </a:txBody>
                  <a:tcPr marL="54864" marR="54864" marT="18288" marB="18288" anchor="ctr">
                    <a:solidFill>
                      <a:schemeClr val="bg1"/>
                    </a:solidFill>
                  </a:tcPr>
                </a:tc>
                <a:tc>
                  <a:txBody>
                    <a:bodyPr/>
                    <a:lstStyle/>
                    <a:p>
                      <a:pPr algn="ctr"/>
                      <a:r>
                        <a:rPr sz="1000" b="0">
                          <a:solidFill>
                            <a:schemeClr val="tx1"/>
                          </a:solidFill>
                        </a:rPr>
                        <a:t>2.09</a:t>
                      </a:r>
                    </a:p>
                  </a:txBody>
                  <a:tcPr marL="54864" marR="54864" marT="18288" marB="18288" anchor="ctr">
                    <a:solidFill>
                      <a:schemeClr val="bg1"/>
                    </a:solidFill>
                  </a:tcPr>
                </a:tc>
                <a:tc>
                  <a:txBody>
                    <a:bodyPr/>
                    <a:lstStyle/>
                    <a:p>
                      <a:pPr algn="ctr"/>
                      <a:r>
                        <a:rPr sz="1000" b="0">
                          <a:solidFill>
                            <a:schemeClr val="tx1"/>
                          </a:solidFill>
                        </a:rPr>
                        <a:t>0.793 → 0.785</a:t>
                      </a:r>
                    </a:p>
                  </a:txBody>
                  <a:tcPr marL="54864" marR="54864" marT="18288" marB="18288" anchor="ctr">
                    <a:solidFill>
                      <a:schemeClr val="bg1"/>
                    </a:solidFill>
                  </a:tcPr>
                </a:tc>
                <a:extLst>
                  <a:ext uri="{0D108BD9-81ED-4DB2-BD59-A6C34878D82A}">
                    <a16:rowId xmlns:a16="http://schemas.microsoft.com/office/drawing/2014/main" val="10001"/>
                  </a:ext>
                </a:extLst>
              </a:tr>
              <a:tr h="384048">
                <a:tc>
                  <a:txBody>
                    <a:bodyPr/>
                    <a:lstStyle/>
                    <a:p>
                      <a:pPr algn="l"/>
                      <a:r>
                        <a:rPr sz="1000" b="0">
                          <a:solidFill>
                            <a:schemeClr val="tx1"/>
                          </a:solidFill>
                        </a:rPr>
                        <a:t>ランダムフォレスト</a:t>
                      </a:r>
                    </a:p>
                  </a:txBody>
                  <a:tcPr marL="54864" marR="54864" marT="18288" marB="18288" anchor="ctr">
                    <a:solidFill>
                      <a:schemeClr val="bg2"/>
                    </a:solidFill>
                  </a:tcPr>
                </a:tc>
                <a:tc>
                  <a:txBody>
                    <a:bodyPr/>
                    <a:lstStyle/>
                    <a:p>
                      <a:pPr algn="ctr"/>
                      <a:r>
                        <a:rPr sz="1000" b="0">
                          <a:solidFill>
                            <a:schemeClr val="tx1"/>
                          </a:solidFill>
                        </a:rPr>
                        <a:t>14.31</a:t>
                      </a:r>
                    </a:p>
                  </a:txBody>
                  <a:tcPr marL="54864" marR="54864" marT="18288" marB="18288" anchor="ctr">
                    <a:solidFill>
                      <a:schemeClr val="bg2"/>
                    </a:solidFill>
                  </a:tcPr>
                </a:tc>
                <a:tc>
                  <a:txBody>
                    <a:bodyPr/>
                    <a:lstStyle/>
                    <a:p>
                      <a:pPr algn="ctr"/>
                      <a:r>
                        <a:rPr sz="1000" b="1">
                          <a:solidFill>
                            <a:schemeClr val="accent2"/>
                          </a:solidFill>
                        </a:rPr>
                        <a:t>11.06</a:t>
                      </a:r>
                    </a:p>
                  </a:txBody>
                  <a:tcPr marL="54864" marR="54864" marT="18288" marB="18288" anchor="ctr">
                    <a:solidFill>
                      <a:schemeClr val="bg2"/>
                    </a:solidFill>
                  </a:tcPr>
                </a:tc>
                <a:tc>
                  <a:txBody>
                    <a:bodyPr/>
                    <a:lstStyle/>
                    <a:p>
                      <a:pPr algn="ctr"/>
                      <a:r>
                        <a:rPr sz="1000" b="1" dirty="0">
                          <a:solidFill>
                            <a:schemeClr val="accent2"/>
                          </a:solidFill>
                        </a:rPr>
                        <a:t>0.638 → 0.519</a:t>
                      </a:r>
                    </a:p>
                  </a:txBody>
                  <a:tcPr marL="54864" marR="54864" marT="18288" marB="18288" anchor="ctr">
                    <a:solidFill>
                      <a:schemeClr val="bg2"/>
                    </a:solidFill>
                  </a:tcPr>
                </a:tc>
                <a:extLst>
                  <a:ext uri="{0D108BD9-81ED-4DB2-BD59-A6C34878D82A}">
                    <a16:rowId xmlns:a16="http://schemas.microsoft.com/office/drawing/2014/main" val="10002"/>
                  </a:ext>
                </a:extLst>
              </a:tr>
            </a:tbl>
          </a:graphicData>
        </a:graphic>
      </p:graphicFrame>
      <p:sp>
        <p:nvSpPr>
          <p:cNvPr id="22" name="TextBox 21"/>
          <p:cNvSpPr txBox="1"/>
          <p:nvPr/>
        </p:nvSpPr>
        <p:spPr>
          <a:xfrm>
            <a:off x="6583680" y="4664652"/>
            <a:ext cx="4892040" cy="307777"/>
          </a:xfrm>
          <a:prstGeom prst="rect">
            <a:avLst/>
          </a:prstGeom>
          <a:noFill/>
        </p:spPr>
        <p:txBody>
          <a:bodyPr wrap="square" lIns="0" tIns="0" rIns="0" bIns="0" anchor="t">
            <a:spAutoFit/>
          </a:bodyPr>
          <a:lstStyle/>
          <a:p>
            <a:pPr algn="l"/>
            <a:r>
              <a:rPr sz="1000" b="0" dirty="0">
                <a:solidFill>
                  <a:schemeClr val="tx1"/>
                </a:solidFill>
              </a:rPr>
              <a:t>合成データ，20クラス，半径0.15．出力が木の多数決で階段状（ガタガタ）なので，多くのクラスが少しずつ揺れ，少ない軸にも直線にも収まらない</a:t>
            </a:r>
            <a:r>
              <a:rPr lang="en-US" sz="1000" b="0" dirty="0">
                <a:solidFill>
                  <a:schemeClr val="tx1"/>
                </a:solidFill>
              </a:rPr>
              <a:t>?</a:t>
            </a:r>
            <a:endParaRPr sz="1000" b="0" dirty="0">
              <a:solidFill>
                <a:schemeClr val="tx1"/>
              </a:solidFil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name="Slide 25">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今後の計画と最終ゴール</a:t>
            </a:r>
            <a:endParaRPr lang="en-US" sz="3000" dirty="0"/>
          </a:p>
        </p:txBody>
      </p:sp>
      <p:sp>
        <p:nvSpPr>
          <p:cNvPr id="3"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22</a:t>
            </a:fld>
            <a:endParaRPr lang="en-US"/>
          </a:p>
        </p:txBody>
      </p:sp>
      <p:sp>
        <p:nvSpPr>
          <p:cNvPr id="4" name="Shape 1"/>
          <p:cNvSpPr/>
          <p:nvPr/>
        </p:nvSpPr>
        <p:spPr>
          <a:xfrm>
            <a:off x="1561865" y="1691640"/>
            <a:ext cx="8457286" cy="0"/>
          </a:xfrm>
          <a:prstGeom prst="line">
            <a:avLst/>
          </a:prstGeom>
          <a:noFill/>
          <a:ln w="25400">
            <a:solidFill>
              <a:schemeClr val="accent5"/>
            </a:solidFill>
            <a:prstDash val="solid"/>
          </a:ln>
        </p:spPr>
        <p:txBody>
          <a:bodyPr/>
          <a:lstStyle/>
          <a:p>
            <a:endParaRPr lang="ja-JP" altLang="en-US"/>
          </a:p>
        </p:txBody>
      </p:sp>
      <p:sp>
        <p:nvSpPr>
          <p:cNvPr id="5" name="Shape 2"/>
          <p:cNvSpPr/>
          <p:nvPr/>
        </p:nvSpPr>
        <p:spPr>
          <a:xfrm>
            <a:off x="1333265" y="1463040"/>
            <a:ext cx="457200" cy="457200"/>
          </a:xfrm>
          <a:prstGeom prst="ellipse">
            <a:avLst/>
          </a:prstGeom>
          <a:solidFill>
            <a:schemeClr val="accent1"/>
          </a:solidFill>
          <a:ln w="12700">
            <a:solidFill>
              <a:schemeClr val="accent1"/>
            </a:solidFill>
            <a:prstDash val="solid"/>
          </a:ln>
        </p:spPr>
        <p:txBody>
          <a:bodyPr/>
          <a:lstStyle/>
          <a:p>
            <a:endParaRPr lang="ja-JP" altLang="en-US"/>
          </a:p>
        </p:txBody>
      </p:sp>
      <p:sp>
        <p:nvSpPr>
          <p:cNvPr id="6" name="Text 3"/>
          <p:cNvSpPr txBox="1"/>
          <p:nvPr/>
        </p:nvSpPr>
        <p:spPr>
          <a:xfrm>
            <a:off x="1333265" y="146304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1</a:t>
            </a:r>
            <a:endParaRPr lang="en-US" sz="1600" dirty="0"/>
          </a:p>
        </p:txBody>
      </p:sp>
      <p:sp>
        <p:nvSpPr>
          <p:cNvPr id="7" name="Shape 4"/>
          <p:cNvSpPr/>
          <p:nvPr/>
        </p:nvSpPr>
        <p:spPr>
          <a:xfrm>
            <a:off x="548640" y="2148840"/>
            <a:ext cx="2606040" cy="2697480"/>
          </a:xfrm>
          <a:prstGeom prst="roundRect">
            <a:avLst>
              <a:gd name="adj" fmla="val 4211"/>
            </a:avLst>
          </a:prstGeom>
          <a:noFill/>
          <a:ln w="28575">
            <a:solidFill>
              <a:schemeClr val="tx1"/>
            </a:solidFill>
            <a:prstDash val="solid"/>
          </a:ln>
        </p:spPr>
        <p:txBody>
          <a:bodyPr/>
          <a:lstStyle/>
          <a:p>
            <a:endParaRPr lang="ja-JP" altLang="en-US"/>
          </a:p>
        </p:txBody>
      </p:sp>
      <p:sp>
        <p:nvSpPr>
          <p:cNvPr id="8" name="Text 5"/>
          <p:cNvSpPr txBox="1"/>
          <p:nvPr/>
        </p:nvSpPr>
        <p:spPr>
          <a:xfrm>
            <a:off x="731520" y="2286000"/>
            <a:ext cx="2240280" cy="731520"/>
          </a:xfrm>
          <a:prstGeom prst="rect">
            <a:avLst/>
          </a:prstGeom>
          <a:noFill/>
          <a:ln/>
        </p:spPr>
        <p:txBody>
          <a:bodyPr wrap="square" lIns="0" tIns="0" rIns="0" bIns="0" rtlCol="0" anchor="t"/>
          <a:lstStyle/>
          <a:p>
            <a:pPr marL="0" indent="0">
              <a:buNone/>
            </a:pPr>
            <a:r>
              <a:rPr lang="en-US" sz="1600" b="1" dirty="0">
                <a:solidFill>
                  <a:schemeClr val="tx1"/>
                </a:solidFill>
              </a:rPr>
              <a:t>読める軸を作る</a:t>
            </a:r>
            <a:endParaRPr lang="en-US" sz="1600" dirty="0"/>
          </a:p>
        </p:txBody>
      </p:sp>
      <p:sp>
        <p:nvSpPr>
          <p:cNvPr id="9" name="Text 6"/>
          <p:cNvSpPr txBox="1"/>
          <p:nvPr/>
        </p:nvSpPr>
        <p:spPr>
          <a:xfrm>
            <a:off x="731520" y="3017520"/>
            <a:ext cx="2240280" cy="868680"/>
          </a:xfrm>
          <a:prstGeom prst="rect">
            <a:avLst/>
          </a:prstGeom>
          <a:noFill/>
          <a:ln/>
        </p:spPr>
        <p:txBody>
          <a:bodyPr wrap="square" lIns="0" tIns="0" rIns="0" bIns="0" rtlCol="0" anchor="t"/>
          <a:lstStyle/>
          <a:p>
            <a:pPr marL="0" indent="0">
              <a:buNone/>
            </a:pPr>
            <a:r>
              <a:rPr lang="en-US" sz="1300" dirty="0">
                <a:solidFill>
                  <a:schemeClr val="tx2"/>
                </a:solidFill>
              </a:rPr>
              <a:t>軸の形を対比や1対多に限る，回転，スパース化</a:t>
            </a:r>
            <a:endParaRPr lang="en-US" sz="1300" dirty="0"/>
          </a:p>
        </p:txBody>
      </p:sp>
      <p:sp>
        <p:nvSpPr>
          <p:cNvPr id="10" name="Text 7"/>
          <p:cNvSpPr txBox="1"/>
          <p:nvPr/>
        </p:nvSpPr>
        <p:spPr>
          <a:xfrm>
            <a:off x="731520" y="3931920"/>
            <a:ext cx="2240280" cy="822960"/>
          </a:xfrm>
          <a:prstGeom prst="rect">
            <a:avLst/>
          </a:prstGeom>
          <a:noFill/>
          <a:ln/>
        </p:spPr>
        <p:txBody>
          <a:bodyPr wrap="square" lIns="0" tIns="0" rIns="0" bIns="0" rtlCol="0" anchor="t"/>
          <a:lstStyle/>
          <a:p>
            <a:pPr marL="0" indent="0">
              <a:buNone/>
            </a:pPr>
            <a:r>
              <a:rPr lang="en-US" sz="1300" dirty="0">
                <a:solidFill>
                  <a:schemeClr val="accent1"/>
                </a:solidFill>
              </a:rPr>
              <a:t>確かめること　忠実さを保ったまま軸が読めるか</a:t>
            </a:r>
            <a:endParaRPr lang="en-US" sz="1300" dirty="0"/>
          </a:p>
        </p:txBody>
      </p:sp>
      <p:sp>
        <p:nvSpPr>
          <p:cNvPr id="11" name="Shape 8"/>
          <p:cNvSpPr/>
          <p:nvPr/>
        </p:nvSpPr>
        <p:spPr>
          <a:xfrm>
            <a:off x="4152360" y="1463040"/>
            <a:ext cx="457200" cy="457200"/>
          </a:xfrm>
          <a:prstGeom prst="ellipse">
            <a:avLst/>
          </a:prstGeom>
          <a:solidFill>
            <a:schemeClr val="tx1"/>
          </a:solidFill>
          <a:ln w="12700">
            <a:solidFill>
              <a:schemeClr val="tx1"/>
            </a:solidFill>
            <a:prstDash val="solid"/>
          </a:ln>
        </p:spPr>
        <p:txBody>
          <a:bodyPr/>
          <a:lstStyle/>
          <a:p>
            <a:endParaRPr lang="ja-JP" altLang="en-US"/>
          </a:p>
        </p:txBody>
      </p:sp>
      <p:sp>
        <p:nvSpPr>
          <p:cNvPr id="12" name="Text 9"/>
          <p:cNvSpPr txBox="1"/>
          <p:nvPr/>
        </p:nvSpPr>
        <p:spPr>
          <a:xfrm>
            <a:off x="4152360" y="146304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2</a:t>
            </a:r>
            <a:endParaRPr lang="en-US" sz="1600" dirty="0"/>
          </a:p>
        </p:txBody>
      </p:sp>
      <p:sp>
        <p:nvSpPr>
          <p:cNvPr id="13" name="Shape 10"/>
          <p:cNvSpPr/>
          <p:nvPr/>
        </p:nvSpPr>
        <p:spPr>
          <a:xfrm>
            <a:off x="3367735" y="2148840"/>
            <a:ext cx="2606040" cy="2697480"/>
          </a:xfrm>
          <a:prstGeom prst="roundRect">
            <a:avLst>
              <a:gd name="adj" fmla="val 4211"/>
            </a:avLst>
          </a:prstGeom>
          <a:noFill/>
          <a:ln w="28575">
            <a:solidFill>
              <a:schemeClr val="tx1"/>
            </a:solidFill>
            <a:prstDash val="solid"/>
          </a:ln>
        </p:spPr>
        <p:txBody>
          <a:bodyPr/>
          <a:lstStyle/>
          <a:p>
            <a:endParaRPr lang="ja-JP" altLang="en-US"/>
          </a:p>
        </p:txBody>
      </p:sp>
      <p:sp>
        <p:nvSpPr>
          <p:cNvPr id="14" name="Text 11"/>
          <p:cNvSpPr txBox="1"/>
          <p:nvPr/>
        </p:nvSpPr>
        <p:spPr>
          <a:xfrm>
            <a:off x="3550615" y="2286000"/>
            <a:ext cx="2240280" cy="731520"/>
          </a:xfrm>
          <a:prstGeom prst="rect">
            <a:avLst/>
          </a:prstGeom>
          <a:noFill/>
          <a:ln/>
        </p:spPr>
        <p:txBody>
          <a:bodyPr wrap="square" lIns="0" tIns="0" rIns="0" bIns="0" rtlCol="0" anchor="t"/>
          <a:lstStyle/>
          <a:p>
            <a:pPr marL="0" indent="0">
              <a:buNone/>
            </a:pPr>
            <a:r>
              <a:rPr lang="en-US" sz="1600" b="1" dirty="0">
                <a:solidFill>
                  <a:schemeClr val="tx1"/>
                </a:solidFill>
              </a:rPr>
              <a:t>データを広げる</a:t>
            </a:r>
            <a:endParaRPr lang="en-US" sz="1600" dirty="0"/>
          </a:p>
        </p:txBody>
      </p:sp>
      <p:sp>
        <p:nvSpPr>
          <p:cNvPr id="15" name="Text 12"/>
          <p:cNvSpPr txBox="1"/>
          <p:nvPr/>
        </p:nvSpPr>
        <p:spPr>
          <a:xfrm>
            <a:off x="3550615" y="3017520"/>
            <a:ext cx="2240280" cy="868680"/>
          </a:xfrm>
          <a:prstGeom prst="rect">
            <a:avLst/>
          </a:prstGeom>
          <a:noFill/>
          <a:ln/>
        </p:spPr>
        <p:txBody>
          <a:bodyPr wrap="square" lIns="0" tIns="0" rIns="0" bIns="0" rtlCol="0" anchor="t"/>
          <a:lstStyle/>
          <a:p>
            <a:pPr marL="0" indent="0">
              <a:buNone/>
            </a:pPr>
            <a:r>
              <a:rPr lang="en-US" sz="1300" dirty="0">
                <a:solidFill>
                  <a:schemeClr val="tx2"/>
                </a:solidFill>
              </a:rPr>
              <a:t>クラス数が多く，似たクラスが群になったデータなど</a:t>
            </a:r>
            <a:endParaRPr lang="en-US" sz="1300" dirty="0"/>
          </a:p>
        </p:txBody>
      </p:sp>
      <p:sp>
        <p:nvSpPr>
          <p:cNvPr id="16" name="Text 13"/>
          <p:cNvSpPr txBox="1"/>
          <p:nvPr/>
        </p:nvSpPr>
        <p:spPr>
          <a:xfrm>
            <a:off x="3550615" y="3931920"/>
            <a:ext cx="2240280" cy="822960"/>
          </a:xfrm>
          <a:prstGeom prst="rect">
            <a:avLst/>
          </a:prstGeom>
          <a:noFill/>
          <a:ln/>
        </p:spPr>
        <p:txBody>
          <a:bodyPr wrap="square" lIns="0" tIns="0" rIns="0" bIns="0" rtlCol="0" anchor="t"/>
          <a:lstStyle/>
          <a:p>
            <a:pPr marL="0" indent="0">
              <a:buNone/>
            </a:pPr>
            <a:r>
              <a:rPr lang="en-US" sz="1300" dirty="0">
                <a:solidFill>
                  <a:schemeClr val="accent1"/>
                </a:solidFill>
              </a:rPr>
              <a:t>確かめること　仮定が成り立つ範囲</a:t>
            </a:r>
            <a:endParaRPr lang="en-US" sz="1300" dirty="0"/>
          </a:p>
        </p:txBody>
      </p:sp>
      <p:sp>
        <p:nvSpPr>
          <p:cNvPr id="17" name="Shape 14"/>
          <p:cNvSpPr/>
          <p:nvPr/>
        </p:nvSpPr>
        <p:spPr>
          <a:xfrm>
            <a:off x="6971455" y="1463040"/>
            <a:ext cx="457200" cy="457200"/>
          </a:xfrm>
          <a:prstGeom prst="ellipse">
            <a:avLst/>
          </a:prstGeom>
          <a:solidFill>
            <a:schemeClr val="tx1"/>
          </a:solidFill>
          <a:ln w="12700">
            <a:solidFill>
              <a:schemeClr val="tx1"/>
            </a:solidFill>
            <a:prstDash val="solid"/>
          </a:ln>
        </p:spPr>
        <p:txBody>
          <a:bodyPr/>
          <a:lstStyle/>
          <a:p>
            <a:endParaRPr lang="ja-JP" altLang="en-US"/>
          </a:p>
        </p:txBody>
      </p:sp>
      <p:sp>
        <p:nvSpPr>
          <p:cNvPr id="18" name="Text 15"/>
          <p:cNvSpPr txBox="1"/>
          <p:nvPr/>
        </p:nvSpPr>
        <p:spPr>
          <a:xfrm>
            <a:off x="6971455" y="146304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3</a:t>
            </a:r>
            <a:endParaRPr lang="en-US" sz="1600" dirty="0"/>
          </a:p>
        </p:txBody>
      </p:sp>
      <p:sp>
        <p:nvSpPr>
          <p:cNvPr id="19" name="Shape 16"/>
          <p:cNvSpPr/>
          <p:nvPr/>
        </p:nvSpPr>
        <p:spPr>
          <a:xfrm>
            <a:off x="6186830" y="2148840"/>
            <a:ext cx="2606040" cy="2697480"/>
          </a:xfrm>
          <a:prstGeom prst="roundRect">
            <a:avLst>
              <a:gd name="adj" fmla="val 4211"/>
            </a:avLst>
          </a:prstGeom>
          <a:noFill/>
          <a:ln w="28575">
            <a:solidFill>
              <a:schemeClr val="tx1"/>
            </a:solidFill>
            <a:prstDash val="solid"/>
          </a:ln>
        </p:spPr>
        <p:txBody>
          <a:bodyPr/>
          <a:lstStyle/>
          <a:p>
            <a:endParaRPr lang="ja-JP" altLang="en-US"/>
          </a:p>
        </p:txBody>
      </p:sp>
      <p:sp>
        <p:nvSpPr>
          <p:cNvPr id="20" name="Text 17"/>
          <p:cNvSpPr txBox="1"/>
          <p:nvPr/>
        </p:nvSpPr>
        <p:spPr>
          <a:xfrm>
            <a:off x="6369710" y="2286000"/>
            <a:ext cx="2240280" cy="731520"/>
          </a:xfrm>
          <a:prstGeom prst="rect">
            <a:avLst/>
          </a:prstGeom>
          <a:noFill/>
          <a:ln/>
        </p:spPr>
        <p:txBody>
          <a:bodyPr wrap="square" lIns="0" tIns="0" rIns="0" bIns="0" rtlCol="0" anchor="t"/>
          <a:lstStyle/>
          <a:p>
            <a:pPr marL="0" indent="0">
              <a:buNone/>
            </a:pPr>
            <a:r>
              <a:rPr lang="en-US" sz="1600" b="1" dirty="0">
                <a:solidFill>
                  <a:schemeClr val="tx1"/>
                </a:solidFill>
              </a:rPr>
              <a:t>説明の量をそろえる</a:t>
            </a:r>
            <a:endParaRPr lang="en-US" sz="1600" dirty="0"/>
          </a:p>
        </p:txBody>
      </p:sp>
      <p:sp>
        <p:nvSpPr>
          <p:cNvPr id="21" name="Text 18"/>
          <p:cNvSpPr txBox="1"/>
          <p:nvPr/>
        </p:nvSpPr>
        <p:spPr>
          <a:xfrm>
            <a:off x="6369710" y="3017520"/>
            <a:ext cx="2240280" cy="868680"/>
          </a:xfrm>
          <a:prstGeom prst="rect">
            <a:avLst/>
          </a:prstGeom>
          <a:noFill/>
          <a:ln/>
        </p:spPr>
        <p:txBody>
          <a:bodyPr wrap="square" lIns="0" tIns="0" rIns="0" bIns="0" rtlCol="0" anchor="t"/>
          <a:lstStyle/>
          <a:p>
            <a:pPr marL="0" indent="0">
              <a:buNone/>
            </a:pPr>
            <a:r>
              <a:rPr lang="en-US" sz="1300" dirty="0">
                <a:solidFill>
                  <a:schemeClr val="tx2"/>
                </a:solidFill>
              </a:rPr>
              <a:t>上位クラスの対比や特徴選択ありのLIMEと</a:t>
            </a:r>
            <a:endParaRPr lang="en-US" sz="1300" dirty="0"/>
          </a:p>
        </p:txBody>
      </p:sp>
      <p:sp>
        <p:nvSpPr>
          <p:cNvPr id="22" name="Text 19"/>
          <p:cNvSpPr txBox="1"/>
          <p:nvPr/>
        </p:nvSpPr>
        <p:spPr>
          <a:xfrm>
            <a:off x="6369710" y="3931920"/>
            <a:ext cx="2240280" cy="822960"/>
          </a:xfrm>
          <a:prstGeom prst="rect">
            <a:avLst/>
          </a:prstGeom>
          <a:noFill/>
          <a:ln/>
        </p:spPr>
        <p:txBody>
          <a:bodyPr wrap="square" lIns="0" tIns="0" rIns="0" bIns="0" rtlCol="0" anchor="t"/>
          <a:lstStyle/>
          <a:p>
            <a:pPr marL="0" indent="0">
              <a:buNone/>
            </a:pPr>
            <a:r>
              <a:rPr lang="en-US" sz="1300" dirty="0" err="1">
                <a:solidFill>
                  <a:schemeClr val="accent1"/>
                </a:solidFill>
              </a:rPr>
              <a:t>同じ量の説明で，より忠実か</a:t>
            </a:r>
            <a:endParaRPr lang="en-US" sz="1300" dirty="0"/>
          </a:p>
        </p:txBody>
      </p:sp>
      <p:sp>
        <p:nvSpPr>
          <p:cNvPr id="23" name="Shape 20"/>
          <p:cNvSpPr/>
          <p:nvPr/>
        </p:nvSpPr>
        <p:spPr>
          <a:xfrm>
            <a:off x="9790551" y="1463040"/>
            <a:ext cx="457200" cy="457200"/>
          </a:xfrm>
          <a:prstGeom prst="ellipse">
            <a:avLst/>
          </a:prstGeom>
          <a:solidFill>
            <a:schemeClr val="tx1"/>
          </a:solidFill>
          <a:ln w="12700">
            <a:solidFill>
              <a:schemeClr val="tx1"/>
            </a:solidFill>
            <a:prstDash val="solid"/>
          </a:ln>
        </p:spPr>
        <p:txBody>
          <a:bodyPr/>
          <a:lstStyle/>
          <a:p>
            <a:endParaRPr lang="ja-JP" altLang="en-US"/>
          </a:p>
        </p:txBody>
      </p:sp>
      <p:sp>
        <p:nvSpPr>
          <p:cNvPr id="24" name="Text 21"/>
          <p:cNvSpPr txBox="1"/>
          <p:nvPr/>
        </p:nvSpPr>
        <p:spPr>
          <a:xfrm>
            <a:off x="9790551" y="146304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4</a:t>
            </a:r>
            <a:endParaRPr lang="en-US" sz="1600" dirty="0"/>
          </a:p>
        </p:txBody>
      </p:sp>
      <p:sp>
        <p:nvSpPr>
          <p:cNvPr id="25" name="Shape 22"/>
          <p:cNvSpPr/>
          <p:nvPr/>
        </p:nvSpPr>
        <p:spPr>
          <a:xfrm>
            <a:off x="9005926" y="2148840"/>
            <a:ext cx="2606040" cy="2697480"/>
          </a:xfrm>
          <a:prstGeom prst="roundRect">
            <a:avLst>
              <a:gd name="adj" fmla="val 4211"/>
            </a:avLst>
          </a:prstGeom>
          <a:noFill/>
          <a:ln w="28575">
            <a:solidFill>
              <a:schemeClr val="tx1"/>
            </a:solidFill>
            <a:prstDash val="solid"/>
          </a:ln>
        </p:spPr>
        <p:txBody>
          <a:bodyPr/>
          <a:lstStyle/>
          <a:p>
            <a:endParaRPr lang="ja-JP" altLang="en-US"/>
          </a:p>
        </p:txBody>
      </p:sp>
      <p:sp>
        <p:nvSpPr>
          <p:cNvPr id="26" name="Text 23"/>
          <p:cNvSpPr txBox="1"/>
          <p:nvPr/>
        </p:nvSpPr>
        <p:spPr>
          <a:xfrm>
            <a:off x="9188806" y="2286000"/>
            <a:ext cx="2240280" cy="731520"/>
          </a:xfrm>
          <a:prstGeom prst="rect">
            <a:avLst/>
          </a:prstGeom>
          <a:noFill/>
          <a:ln/>
        </p:spPr>
        <p:txBody>
          <a:bodyPr wrap="square" lIns="0" tIns="0" rIns="0" bIns="0" rtlCol="0" anchor="t"/>
          <a:lstStyle/>
          <a:p>
            <a:pPr marL="0" indent="0">
              <a:buNone/>
            </a:pPr>
            <a:r>
              <a:rPr lang="en-US" sz="1600" b="1" dirty="0">
                <a:solidFill>
                  <a:schemeClr val="tx1"/>
                </a:solidFill>
              </a:rPr>
              <a:t>人による評価</a:t>
            </a:r>
            <a:endParaRPr lang="en-US" sz="1600" dirty="0"/>
          </a:p>
        </p:txBody>
      </p:sp>
      <p:sp>
        <p:nvSpPr>
          <p:cNvPr id="27" name="Text 24"/>
          <p:cNvSpPr txBox="1"/>
          <p:nvPr/>
        </p:nvSpPr>
        <p:spPr>
          <a:xfrm>
            <a:off x="9188806" y="3017520"/>
            <a:ext cx="2240280" cy="868680"/>
          </a:xfrm>
          <a:prstGeom prst="rect">
            <a:avLst/>
          </a:prstGeom>
          <a:noFill/>
          <a:ln/>
        </p:spPr>
        <p:txBody>
          <a:bodyPr wrap="square" lIns="0" tIns="0" rIns="0" bIns="0" rtlCol="0" anchor="t"/>
          <a:lstStyle/>
          <a:p>
            <a:pPr marL="0" indent="0">
              <a:buNone/>
            </a:pPr>
            <a:r>
              <a:rPr lang="en-US" sz="1300" dirty="0">
                <a:solidFill>
                  <a:schemeClr val="tx2"/>
                </a:solidFill>
              </a:rPr>
              <a:t>説明を読んで判断してもらう</a:t>
            </a:r>
            <a:endParaRPr lang="en-US" sz="1300" dirty="0"/>
          </a:p>
        </p:txBody>
      </p:sp>
      <p:sp>
        <p:nvSpPr>
          <p:cNvPr id="28" name="Text 25"/>
          <p:cNvSpPr txBox="1"/>
          <p:nvPr/>
        </p:nvSpPr>
        <p:spPr>
          <a:xfrm>
            <a:off x="9188806" y="3931920"/>
            <a:ext cx="2240280" cy="822960"/>
          </a:xfrm>
          <a:prstGeom prst="rect">
            <a:avLst/>
          </a:prstGeom>
          <a:noFill/>
          <a:ln/>
        </p:spPr>
        <p:txBody>
          <a:bodyPr wrap="square" lIns="0" tIns="0" rIns="0" bIns="0" rtlCol="0" anchor="t"/>
          <a:lstStyle/>
          <a:p>
            <a:pPr marL="0" indent="0">
              <a:buNone/>
            </a:pPr>
            <a:r>
              <a:rPr lang="en-US" sz="1300" dirty="0" err="1">
                <a:solidFill>
                  <a:schemeClr val="accent1"/>
                </a:solidFill>
              </a:rPr>
              <a:t>本当に分かりやすくなったか</a:t>
            </a:r>
            <a:endParaRPr lang="en-US" sz="1300" dirty="0"/>
          </a:p>
        </p:txBody>
      </p:sp>
      <p:sp>
        <p:nvSpPr>
          <p:cNvPr id="29" name="Shape 26"/>
          <p:cNvSpPr/>
          <p:nvPr/>
        </p:nvSpPr>
        <p:spPr>
          <a:xfrm>
            <a:off x="548640" y="5120640"/>
            <a:ext cx="11064240" cy="1051560"/>
          </a:xfrm>
          <a:prstGeom prst="roundRect">
            <a:avLst>
              <a:gd name="adj" fmla="val 10435"/>
            </a:avLst>
          </a:prstGeom>
          <a:noFill/>
          <a:ln w="28575">
            <a:solidFill>
              <a:schemeClr val="tx1"/>
            </a:solidFill>
            <a:prstDash val="solid"/>
          </a:ln>
        </p:spPr>
        <p:txBody>
          <a:bodyPr/>
          <a:lstStyle/>
          <a:p>
            <a:endParaRPr lang="ja-JP" altLang="en-US"/>
          </a:p>
        </p:txBody>
      </p:sp>
      <p:sp>
        <p:nvSpPr>
          <p:cNvPr id="31" name="Text 28"/>
          <p:cNvSpPr txBox="1"/>
          <p:nvPr/>
        </p:nvSpPr>
        <p:spPr>
          <a:xfrm>
            <a:off x="822046" y="5394960"/>
            <a:ext cx="10607040" cy="640080"/>
          </a:xfrm>
          <a:prstGeom prst="rect">
            <a:avLst/>
          </a:prstGeom>
          <a:noFill/>
          <a:ln/>
        </p:spPr>
        <p:txBody>
          <a:bodyPr wrap="square" lIns="0" tIns="0" rIns="0" bIns="0" rtlCol="0" anchor="t"/>
          <a:lstStyle/>
          <a:p>
            <a:pPr marL="0" indent="0">
              <a:buNone/>
            </a:pPr>
            <a:r>
              <a:rPr lang="en-US" sz="1600" b="1" dirty="0">
                <a:solidFill>
                  <a:schemeClr val="tx1"/>
                </a:solidFill>
              </a:rPr>
              <a:t>多クラス分類器の予測を「どのクラスからどのクラスへ，どの特徴によって確率が移ったか」という少数の軸で説明し，通常のLIMEより人が理解しやすいことを目指す</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B44760E1-CAF5-7AE8-6790-9AA13A541932}"/>
              </a:ext>
            </a:extLst>
          </p:cNvPr>
          <p:cNvPicPr>
            <a:picLocks noChangeAspect="1"/>
          </p:cNvPicPr>
          <p:nvPr/>
        </p:nvPicPr>
        <p:blipFill>
          <a:blip r:embed="rId2"/>
          <a:stretch>
            <a:fillRect/>
          </a:stretch>
        </p:blipFill>
        <p:spPr>
          <a:xfrm>
            <a:off x="648806" y="674153"/>
            <a:ext cx="11191568" cy="5509694"/>
          </a:xfrm>
          <a:prstGeom prst="rect">
            <a:avLst/>
          </a:prstGeom>
        </p:spPr>
      </p:pic>
    </p:spTree>
    <p:extLst>
      <p:ext uri="{BB962C8B-B14F-4D97-AF65-F5344CB8AC3E}">
        <p14:creationId xmlns:p14="http://schemas.microsoft.com/office/powerpoint/2010/main" val="511287560"/>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118</TotalTime>
  <Words>2521</Words>
  <Application>Microsoft Macintosh PowerPoint</Application>
  <PresentationFormat>ワイド画面</PresentationFormat>
  <Paragraphs>516</Paragraphs>
  <Slides>23</Slides>
  <Notes>22</Notes>
  <HiddenSlides>1</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23</vt:i4>
      </vt:variant>
    </vt:vector>
  </HeadingPairs>
  <TitlesOfParts>
    <vt:vector size="29" baseType="lpstr">
      <vt:lpstr>MS Gothic</vt:lpstr>
      <vt:lpstr>游ゴシック</vt:lpstr>
      <vt:lpstr>游ゴシック Light</vt:lpstr>
      <vt:lpstr>Arial</vt:lpstr>
      <vt:lpstr>Wingdings</vt:lpstr>
      <vt:lpstr>Office テーマ</vt:lpstr>
      <vt:lpstr>多クラスに対して適用するLIME</vt:lpstr>
      <vt:lpstr>目次</vt:lpstr>
      <vt:lpstr>今日の問い</vt:lpstr>
      <vt:lpstr>目次</vt:lpstr>
      <vt:lpstr>LIMEのおさらい（1）摂動画像を作る</vt:lpstr>
      <vt:lpstr>LIMEのおさらい（2）線形回帰してヒートマップにする</vt:lpstr>
      <vt:lpstr>多クラス分類でのLIMEのやり方</vt:lpstr>
      <vt:lpstr>問題点</vt:lpstr>
      <vt:lpstr>説明をまとめる2つの方向</vt:lpstr>
      <vt:lpstr>発想</vt:lpstr>
      <vt:lpstr>目標とする説明</vt:lpstr>
      <vt:lpstr>目次</vt:lpstr>
      <vt:lpstr>手法</vt:lpstr>
      <vt:lpstr>成り立つための仮定</vt:lpstr>
      <vt:lpstr>目次</vt:lpstr>
      <vt:lpstr>仮定の確かめ方</vt:lpstr>
      <vt:lpstr>実験の設定</vt:lpstr>
      <vt:lpstr>結果1　局所的には少数の方向にしか動かない</vt:lpstr>
      <vt:lpstr>結果2　通常のLIMEに劣らないか</vt:lpstr>
      <vt:lpstr>目次</vt:lpstr>
      <vt:lpstr>課題</vt:lpstr>
      <vt:lpstr>今後の計画と最終ゴール</vt:lpstr>
      <vt:lpstr>PowerPoint プレゼンテーション</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多クラス分類器の局所説明を「クラス間の確率の移動」としてまとめる</dc:title>
  <dc:subject>PptxGenJS Presentation</dc:subject>
  <dc:creator>PptxGenJS</dc:creator>
  <cp:lastModifiedBy>池亀　颯太</cp:lastModifiedBy>
  <cp:revision>9</cp:revision>
  <dcterms:created xsi:type="dcterms:W3CDTF">2026-10-03T11:29:05Z</dcterms:created>
  <dcterms:modified xsi:type="dcterms:W3CDTF">2026-10-05T05:36:44Z</dcterms:modified>
</cp:coreProperties>
</file>