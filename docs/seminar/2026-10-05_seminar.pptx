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3"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6"/>
    <p:sldId id="271" r:id="rId17"/>
    <p:sldId id="272" r:id="rId18"/>
    <p:sldId id="273" r:id="rId19"/>
    <p:sldId id="274" r:id="rId20"/>
    <p:sldId id="276" r:id="rId22"/>
    <p:sldId id="277" r:id="rId23"/>
    <p:sldId id="278" r:id="rId24"/>
    <p:sldId id="279" r:id="rId25"/>
    <p:sldId id="280" r:id="rId26"/>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BDDFECB-F9CF-4067-F711-73DB37C6E2B8}">
          <p14:sldIdLst>
            <p14:sldId id="256"/>
            <p14:sldId id="257"/>
            <p14:sldId id="258"/>
          </p14:sldIdLst>
        </p14:section>
        <p14:section name="問題と発想" id="{B98328F1-1D2F-1975-2068-92939E978FE1}">
          <p14:sldIdLst>
            <p14:sldId id="259"/>
            <p14:sldId id="260"/>
            <p14:sldId id="261"/>
            <p14:sldId id="262"/>
            <p14:sldId id="263"/>
            <p14:sldId id="264"/>
            <p14:sldId id="265"/>
            <p14:sldId id="266"/>
          </p14:sldIdLst>
        </p14:section>
        <p14:section name="手法と仮定" id="{BECDCA00-49AE-862B-3636-9B464BE66232}">
          <p14:sldIdLst>
            <p14:sldId id="267"/>
            <p14:sldId id="268"/>
            <p14:sldId id="269"/>
            <p14:sldId id="270"/>
          </p14:sldIdLst>
        </p14:section>
        <p14:section name="実験" id="{6473C8D2-9EB7-7BE5-65EA-CD0E9130C72A}">
          <p14:sldIdLst>
            <p14:sldId id="271"/>
            <p14:sldId id="272"/>
            <p14:sldId id="273"/>
            <p14:sldId id="274"/>
            <p14:sldId id="275"/>
            <p14:sldId id="276"/>
            <p14:sldId id="277"/>
          </p14:sldIdLst>
        </p14:section>
        <p14:section name="課題と今後" id="{52E529C2-4A1F-0FD2-7081-A933E8D1AA35}">
          <p14:sldIdLst>
            <p14:sldId id="278"/>
            <p14:sldId id="279"/>
            <p14:sldId id="280"/>
            <p14:sldId id="281"/>
          </p14:sldIdLst>
        </p14:section>
        <p14:section name="付録" id="{FF98B60F-B89B-9D5E-B271-929F3B9E2C78}">
          <p14:sldIdLst>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p:restoredTop sz="94610"/>
  </p:normalViewPr>
  <p:slideViewPr>
    <p:cSldViewPr snapToGrid="0" snapToObjects="1">
      <p:cViewPr>
        <p:scale>
          <a:sx n="130" d="100"/>
          <a:sy n="130" d="100"/>
        </p:scale>
        <p:origin x="496" y="7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__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spPr>
              <a:solidFill>
                <a:srgbClr val="2F78A8"/>
              </a:solidFill>
              <a:effectLst/>
            </c:spPr>
            <c:extLst>
              <c:ext xmlns:c16="http://schemas.microsoft.com/office/drawing/2014/chart" uri="{C3380CC4-5D6E-409C-BE32-E72D297353CC}">
                <c16:uniqueId val="{00000001-C9C4-644C-BB45-6F25F69BB999}"/>
              </c:ext>
            </c:extLst>
          </c:dPt>
          <c:dPt>
            <c:idx val="1"/>
            <c:invertIfNegative val="0"/>
            <c:bubble3D val="0"/>
            <c:spPr>
              <a:solidFill>
                <a:srgbClr val="9AA3B2"/>
              </a:solidFill>
              <a:effectLst/>
            </c:spPr>
            <c:extLst>
              <c:ext xmlns:c16="http://schemas.microsoft.com/office/drawing/2014/chart" uri="{C3380CC4-5D6E-409C-BE32-E72D297353CC}">
                <c16:uniqueId val="{00000003-C9C4-644C-BB45-6F25F69BB999}"/>
              </c:ext>
            </c:extLst>
          </c:dPt>
          <c:dPt>
            <c:idx val="2"/>
            <c:invertIfNegative val="0"/>
            <c:bubble3D val="0"/>
            <c:spPr>
              <a:solidFill>
                <a:srgbClr val="9AA3B2"/>
              </a:solidFill>
              <a:effectLst/>
            </c:spPr>
            <c:extLst>
              <c:ext xmlns:c16="http://schemas.microsoft.com/office/drawing/2014/chart" uri="{C3380CC4-5D6E-409C-BE32-E72D297353CC}">
                <c16:uniqueId val="{00000005-C9C4-644C-BB45-6F25F69BB999}"/>
              </c:ext>
            </c:extLst>
          </c:dPt>
          <c:dPt>
            <c:idx val="3"/>
            <c:invertIfNegative val="0"/>
            <c:bubble3D val="0"/>
            <c:spPr>
              <a:solidFill>
                <a:srgbClr val="9AA3B2"/>
              </a:solidFill>
              <a:effectLst/>
            </c:spPr>
            <c:extLst>
              <c:ext xmlns:c16="http://schemas.microsoft.com/office/drawing/2014/chart" uri="{C3380CC4-5D6E-409C-BE32-E72D297353CC}">
                <c16:uniqueId val="{00000007-C9C4-644C-BB45-6F25F69BB999}"/>
              </c:ext>
            </c:extLst>
          </c:dPt>
          <c:dPt>
            <c:idx val="4"/>
            <c:invertIfNegative val="0"/>
            <c:bubble3D val="0"/>
            <c:spPr>
              <a:solidFill>
                <a:srgbClr val="9AA3B2"/>
              </a:solidFill>
              <a:effectLst/>
            </c:spPr>
            <c:extLst>
              <c:ext xmlns:c16="http://schemas.microsoft.com/office/drawing/2014/chart" uri="{C3380CC4-5D6E-409C-BE32-E72D297353CC}">
                <c16:uniqueId val="{00000009-C9C4-644C-BB45-6F25F69BB999}"/>
              </c:ext>
            </c:extLst>
          </c:dPt>
          <c:dPt>
            <c:idx val="5"/>
            <c:invertIfNegative val="0"/>
            <c:bubble3D val="0"/>
            <c:spPr>
              <a:solidFill>
                <a:srgbClr val="9AA3B2"/>
              </a:solidFill>
              <a:effectLst/>
            </c:spPr>
            <c:extLst>
              <c:ext xmlns:c16="http://schemas.microsoft.com/office/drawing/2014/chart" uri="{C3380CC4-5D6E-409C-BE32-E72D297353CC}">
                <c16:uniqueId val="{0000000B-C9C4-644C-BB45-6F25F69BB999}"/>
              </c:ext>
            </c:extLst>
          </c:dPt>
          <c:dPt>
            <c:idx val="6"/>
            <c:invertIfNegative val="0"/>
            <c:bubble3D val="0"/>
            <c:spPr>
              <a:solidFill>
                <a:srgbClr val="D9532B"/>
              </a:solidFill>
              <a:effectLst/>
            </c:spPr>
            <c:extLst>
              <c:ext xmlns:c16="http://schemas.microsoft.com/office/drawing/2014/chart" uri="{C3380CC4-5D6E-409C-BE32-E72D297353CC}">
                <c16:uniqueId val="{0000000D-C9C4-644C-BB45-6F25F69BB999}"/>
              </c:ext>
            </c:extLst>
          </c:dPt>
          <c:dPt>
            <c:idx val="7"/>
            <c:invertIfNegative val="0"/>
            <c:bubble3D val="0"/>
            <c:spPr>
              <a:solidFill>
                <a:srgbClr val="9AA3B2"/>
              </a:solidFill>
              <a:effectLst/>
            </c:spPr>
            <c:extLst>
              <c:ext xmlns:c16="http://schemas.microsoft.com/office/drawing/2014/chart" uri="{C3380CC4-5D6E-409C-BE32-E72D297353CC}">
                <c16:uniqueId val="{0000000F-C9C4-644C-BB45-6F25F69BB999}"/>
              </c:ext>
            </c:extLst>
          </c:dPt>
          <c:dPt>
            <c:idx val="8"/>
            <c:invertIfNegative val="0"/>
            <c:bubble3D val="0"/>
            <c:spPr>
              <a:solidFill>
                <a:srgbClr val="9AA3B2"/>
              </a:solidFill>
              <a:effectLst/>
            </c:spPr>
            <c:extLst>
              <c:ext xmlns:c16="http://schemas.microsoft.com/office/drawing/2014/chart" uri="{C3380CC4-5D6E-409C-BE32-E72D297353CC}">
                <c16:uniqueId val="{00000011-C9C4-644C-BB45-6F25F69BB999}"/>
              </c:ext>
            </c:extLst>
          </c:dPt>
          <c:dPt>
            <c:idx val="9"/>
            <c:invertIfNegative val="0"/>
            <c:bubble3D val="0"/>
            <c:spPr>
              <a:solidFill>
                <a:srgbClr val="E3A21A"/>
              </a:solidFill>
              <a:effectLst/>
            </c:spPr>
            <c:extLst>
              <c:ext xmlns:c16="http://schemas.microsoft.com/office/drawing/2014/chart" uri="{C3380CC4-5D6E-409C-BE32-E72D297353CC}">
                <c16:uniqueId val="{00000013-C9C4-644C-BB45-6F25F69BB999}"/>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4-C9C4-644C-BB45-6F25F69BB99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0-3FC8-A149-A2C4-321FC3DF4494}"/>
              </c:ext>
            </c:extLst>
          </c:dPt>
          <c:dPt>
            <c:idx val="1"/>
            <c:invertIfNegative val="0"/>
            <c:bubble3D val="0"/>
            <c:spPr>
              <a:solidFill>
                <a:srgbClr val="9AA3B2"/>
              </a:solidFill>
              <a:effectLst/>
            </c:spPr>
            <c:extLst>
              <c:ext xmlns:c16="http://schemas.microsoft.com/office/drawing/2014/chart" uri="{C3380CC4-5D6E-409C-BE32-E72D297353CC}">
                <c16:uniqueId val="{00000002-3FC8-A149-A2C4-321FC3DF4494}"/>
              </c:ext>
            </c:extLst>
          </c:dPt>
          <c:dPt>
            <c:idx val="2"/>
            <c:invertIfNegative val="0"/>
            <c:bubble3D val="0"/>
            <c:spPr>
              <a:solidFill>
                <a:srgbClr val="9AA3B2"/>
              </a:solidFill>
              <a:effectLst/>
            </c:spPr>
            <c:extLst>
              <c:ext xmlns:c16="http://schemas.microsoft.com/office/drawing/2014/chart" uri="{C3380CC4-5D6E-409C-BE32-E72D297353CC}">
                <c16:uniqueId val="{00000004-3FC8-A149-A2C4-321FC3DF4494}"/>
              </c:ext>
            </c:extLst>
          </c:dPt>
          <c:dPt>
            <c:idx val="3"/>
            <c:invertIfNegative val="0"/>
            <c:bubble3D val="0"/>
            <c:spPr>
              <a:solidFill>
                <a:srgbClr val="9AA3B2"/>
              </a:solidFill>
              <a:effectLst/>
            </c:spPr>
            <c:extLst>
              <c:ext xmlns:c16="http://schemas.microsoft.com/office/drawing/2014/chart" uri="{C3380CC4-5D6E-409C-BE32-E72D297353CC}">
                <c16:uniqueId val="{00000006-3FC8-A149-A2C4-321FC3DF4494}"/>
              </c:ext>
            </c:extLst>
          </c:dPt>
          <c:dPt>
            <c:idx val="4"/>
            <c:invertIfNegative val="0"/>
            <c:bubble3D val="0"/>
            <c:spPr>
              <a:solidFill>
                <a:srgbClr val="9AA3B2"/>
              </a:solidFill>
              <a:effectLst/>
            </c:spPr>
            <c:extLst>
              <c:ext xmlns:c16="http://schemas.microsoft.com/office/drawing/2014/chart" uri="{C3380CC4-5D6E-409C-BE32-E72D297353CC}">
                <c16:uniqueId val="{00000008-3FC8-A149-A2C4-321FC3DF4494}"/>
              </c:ext>
            </c:extLst>
          </c:dPt>
          <c:dPt>
            <c:idx val="5"/>
            <c:invertIfNegative val="0"/>
            <c:bubble3D val="0"/>
            <c:spPr>
              <a:solidFill>
                <a:srgbClr val="9AA3B2"/>
              </a:solidFill>
              <a:effectLst/>
            </c:spPr>
            <c:extLst>
              <c:ext xmlns:c16="http://schemas.microsoft.com/office/drawing/2014/chart" uri="{C3380CC4-5D6E-409C-BE32-E72D297353CC}">
                <c16:uniqueId val="{0000000A-3FC8-A149-A2C4-321FC3DF4494}"/>
              </c:ext>
            </c:extLst>
          </c:dPt>
          <c:dPt>
            <c:idx val="6"/>
            <c:invertIfNegative val="0"/>
            <c:bubble3D val="0"/>
            <c:spPr>
              <a:solidFill>
                <a:srgbClr val="D9532B"/>
              </a:solidFill>
              <a:effectLst/>
            </c:spPr>
            <c:extLst>
              <c:ext xmlns:c16="http://schemas.microsoft.com/office/drawing/2014/chart" uri="{C3380CC4-5D6E-409C-BE32-E72D297353CC}">
                <c16:uniqueId val="{0000000C-3FC8-A149-A2C4-321FC3DF4494}"/>
              </c:ext>
            </c:extLst>
          </c:dPt>
          <c:dPt>
            <c:idx val="7"/>
            <c:invertIfNegative val="0"/>
            <c:bubble3D val="0"/>
            <c:spPr>
              <a:solidFill>
                <a:srgbClr val="9AA3B2"/>
              </a:solidFill>
              <a:effectLst/>
            </c:spPr>
            <c:extLst>
              <c:ext xmlns:c16="http://schemas.microsoft.com/office/drawing/2014/chart" uri="{C3380CC4-5D6E-409C-BE32-E72D297353CC}">
                <c16:uniqueId val="{0000000E-3FC8-A149-A2C4-321FC3DF4494}"/>
              </c:ext>
            </c:extLst>
          </c:dPt>
          <c:dPt>
            <c:idx val="8"/>
            <c:invertIfNegative val="0"/>
            <c:bubble3D val="0"/>
            <c:spPr>
              <a:solidFill>
                <a:srgbClr val="9AA3B2"/>
              </a:solidFill>
              <a:effectLst/>
            </c:spPr>
            <c:extLst>
              <c:ext xmlns:c16="http://schemas.microsoft.com/office/drawing/2014/chart" uri="{C3380CC4-5D6E-409C-BE32-E72D297353CC}">
                <c16:uniqueId val="{00000010-3FC8-A149-A2C4-321FC3DF4494}"/>
              </c:ext>
            </c:extLst>
          </c:dPt>
          <c:dPt>
            <c:idx val="9"/>
            <c:invertIfNegative val="0"/>
            <c:bubble3D val="0"/>
            <c:spPr>
              <a:solidFill>
                <a:srgbClr val="E3A21A"/>
              </a:solidFill>
              <a:effectLst/>
            </c:spPr>
            <c:extLst>
              <c:ext xmlns:c16="http://schemas.microsoft.com/office/drawing/2014/chart" uri="{C3380CC4-5D6E-409C-BE32-E72D297353CC}">
                <c16:uniqueId val="{00000012-3FC8-A149-A2C4-321FC3DF4494}"/>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3-3FC8-A149-A2C4-321FC3DF449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dirty="0">
                <a:solidFill>
                  <a:srgbClr val="1D2433"/>
                </a:solidFill>
                <a:latin typeface="+mn-lt"/>
              </a:rPr>
              <a:t>0</a:t>
            </a:r>
            <a:r>
              <a:rPr lang="ja-JP" altLang="en-US" sz="1300" b="0" i="0" u="none" strike="noStrike">
                <a:solidFill>
                  <a:srgbClr val="1D2433"/>
                </a:solidFill>
                <a:latin typeface="+mn-lt"/>
              </a:rPr>
              <a:t>と</a:t>
            </a:r>
            <a:r>
              <a:rPr lang="en-US" altLang="ja-JP" sz="1300" b="0" i="0" u="none" strike="noStrike" dirty="0">
                <a:solidFill>
                  <a:srgbClr val="1D2433"/>
                </a:solidFill>
                <a:latin typeface="+mn-lt"/>
              </a:rPr>
              <a:t>6</a:t>
            </a:r>
            <a:r>
              <a:rPr lang="ja-JP" altLang="en-US" sz="1300" b="0" i="0" u="none" strike="noStrike">
                <a:solidFill>
                  <a:srgbClr val="1D2433"/>
                </a:solidFill>
                <a:latin typeface="+mn-lt"/>
              </a:rPr>
              <a:t>だけが動く → 直線上</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0.627</c:v>
                </c:pt>
                <c:pt idx="1">
                  <c:v>0.36699999999999999</c:v>
                </c:pt>
                <c:pt idx="2">
                  <c:v>0.51700000000000002</c:v>
                </c:pt>
                <c:pt idx="3">
                  <c:v>0.46200000000000002</c:v>
                </c:pt>
                <c:pt idx="4">
                  <c:v>0.48599999999999999</c:v>
                </c:pt>
                <c:pt idx="5">
                  <c:v>0.53800000000000003</c:v>
                </c:pt>
                <c:pt idx="6">
                  <c:v>0.4</c:v>
                </c:pt>
                <c:pt idx="7">
                  <c:v>0.55100000000000005</c:v>
                </c:pt>
                <c:pt idx="8">
                  <c:v>0.48799999999999999</c:v>
                </c:pt>
                <c:pt idx="9">
                  <c:v>0.35899999999999999</c:v>
                </c:pt>
                <c:pt idx="10">
                  <c:v>0.40400000000000003</c:v>
                </c:pt>
                <c:pt idx="11">
                  <c:v>0.59599999999999997</c:v>
                </c:pt>
                <c:pt idx="12">
                  <c:v>0.35099999999999998</c:v>
                </c:pt>
                <c:pt idx="13">
                  <c:v>0.40500000000000003</c:v>
                </c:pt>
                <c:pt idx="14">
                  <c:v>0.48299999999999998</c:v>
                </c:pt>
                <c:pt idx="15">
                  <c:v>0.628</c:v>
                </c:pt>
                <c:pt idx="16">
                  <c:v>0.48</c:v>
                </c:pt>
                <c:pt idx="17">
                  <c:v>0.54300000000000004</c:v>
                </c:pt>
                <c:pt idx="18">
                  <c:v>0.44700000000000001</c:v>
                </c:pt>
                <c:pt idx="19">
                  <c:v>0.57799999999999996</c:v>
                </c:pt>
                <c:pt idx="20">
                  <c:v>0.51700000000000002</c:v>
                </c:pt>
                <c:pt idx="21">
                  <c:v>0.54800000000000004</c:v>
                </c:pt>
                <c:pt idx="22">
                  <c:v>0.52400000000000002</c:v>
                </c:pt>
                <c:pt idx="23">
                  <c:v>0.60899999999999999</c:v>
                </c:pt>
                <c:pt idx="24">
                  <c:v>0.55100000000000005</c:v>
                </c:pt>
                <c:pt idx="25">
                  <c:v>0.501</c:v>
                </c:pt>
                <c:pt idx="26">
                  <c:v>0.65</c:v>
                </c:pt>
                <c:pt idx="27">
                  <c:v>0.60099999999999998</c:v>
                </c:pt>
                <c:pt idx="28">
                  <c:v>0.52400000000000002</c:v>
                </c:pt>
                <c:pt idx="29">
                  <c:v>0.64600000000000002</c:v>
                </c:pt>
                <c:pt idx="30">
                  <c:v>0.56699999999999995</c:v>
                </c:pt>
                <c:pt idx="31">
                  <c:v>0.436</c:v>
                </c:pt>
                <c:pt idx="32">
                  <c:v>0.47499999999999998</c:v>
                </c:pt>
                <c:pt idx="33">
                  <c:v>0.41</c:v>
                </c:pt>
                <c:pt idx="34">
                  <c:v>0.52300000000000002</c:v>
                </c:pt>
                <c:pt idx="35">
                  <c:v>0.64400000000000002</c:v>
                </c:pt>
                <c:pt idx="36">
                  <c:v>0.626</c:v>
                </c:pt>
                <c:pt idx="37">
                  <c:v>0.50900000000000001</c:v>
                </c:pt>
                <c:pt idx="38">
                  <c:v>0.42</c:v>
                </c:pt>
                <c:pt idx="39">
                  <c:v>0.47099999999999997</c:v>
                </c:pt>
              </c:numCache>
            </c:numRef>
          </c:yVal>
          <c:smooth val="0"/>
          <c:extLst>
            <c:ext xmlns:c16="http://schemas.microsoft.com/office/drawing/2014/chart" uri="{C3380CC4-5D6E-409C-BE32-E72D297353CC}">
              <c16:uniqueId val="{00000000-009D-C148-996F-9F76DFACDBEA}"/>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a:solidFill>
                  <a:srgbClr val="1D2433"/>
                </a:solidFill>
                <a:latin typeface="+mn-lt"/>
              </a:rPr>
              <a:t>9</a:t>
            </a:r>
            <a:r>
              <a:rPr lang="ja-JP" altLang="en-US" sz="1300" b="0" i="0" u="none" strike="noStrike">
                <a:solidFill>
                  <a:srgbClr val="1D2433"/>
                </a:solidFill>
                <a:latin typeface="+mn-lt"/>
              </a:rPr>
              <a:t>も動く → 平面に広がる</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0.66700000000000004</c:v>
                </c:pt>
                <c:pt idx="1">
                  <c:v>0.42599999999999999</c:v>
                </c:pt>
                <c:pt idx="2">
                  <c:v>0.52300000000000002</c:v>
                </c:pt>
                <c:pt idx="3">
                  <c:v>0.53600000000000003</c:v>
                </c:pt>
                <c:pt idx="4">
                  <c:v>0.55300000000000005</c:v>
                </c:pt>
                <c:pt idx="5">
                  <c:v>0.498</c:v>
                </c:pt>
                <c:pt idx="6">
                  <c:v>0.32800000000000001</c:v>
                </c:pt>
                <c:pt idx="7">
                  <c:v>0.52400000000000002</c:v>
                </c:pt>
                <c:pt idx="8">
                  <c:v>0.442</c:v>
                </c:pt>
                <c:pt idx="9">
                  <c:v>0.30099999999999999</c:v>
                </c:pt>
                <c:pt idx="10">
                  <c:v>0.32800000000000001</c:v>
                </c:pt>
                <c:pt idx="11">
                  <c:v>0.57999999999999996</c:v>
                </c:pt>
                <c:pt idx="12">
                  <c:v>0.3</c:v>
                </c:pt>
                <c:pt idx="13">
                  <c:v>0.48099999999999998</c:v>
                </c:pt>
                <c:pt idx="14">
                  <c:v>0.56000000000000005</c:v>
                </c:pt>
                <c:pt idx="15">
                  <c:v>0.66800000000000004</c:v>
                </c:pt>
                <c:pt idx="16">
                  <c:v>0.52400000000000002</c:v>
                </c:pt>
                <c:pt idx="17">
                  <c:v>0.58599999999999997</c:v>
                </c:pt>
                <c:pt idx="18">
                  <c:v>0.45300000000000001</c:v>
                </c:pt>
                <c:pt idx="19">
                  <c:v>0.626</c:v>
                </c:pt>
                <c:pt idx="20">
                  <c:v>0.437</c:v>
                </c:pt>
                <c:pt idx="21">
                  <c:v>0.52700000000000002</c:v>
                </c:pt>
                <c:pt idx="22">
                  <c:v>0.46300000000000002</c:v>
                </c:pt>
                <c:pt idx="23">
                  <c:v>0.53100000000000003</c:v>
                </c:pt>
                <c:pt idx="24">
                  <c:v>0.54200000000000004</c:v>
                </c:pt>
                <c:pt idx="25">
                  <c:v>0.501</c:v>
                </c:pt>
                <c:pt idx="26">
                  <c:v>0.59099999999999997</c:v>
                </c:pt>
                <c:pt idx="27">
                  <c:v>0.57699999999999996</c:v>
                </c:pt>
                <c:pt idx="28">
                  <c:v>0.58699999999999997</c:v>
                </c:pt>
                <c:pt idx="29">
                  <c:v>0.65100000000000002</c:v>
                </c:pt>
                <c:pt idx="30">
                  <c:v>0.625</c:v>
                </c:pt>
                <c:pt idx="31">
                  <c:v>0.48099999999999998</c:v>
                </c:pt>
                <c:pt idx="32">
                  <c:v>0.49</c:v>
                </c:pt>
                <c:pt idx="33">
                  <c:v>0.42799999999999999</c:v>
                </c:pt>
                <c:pt idx="34">
                  <c:v>0.60099999999999998</c:v>
                </c:pt>
                <c:pt idx="35">
                  <c:v>0.59899999999999998</c:v>
                </c:pt>
                <c:pt idx="36">
                  <c:v>0.56100000000000005</c:v>
                </c:pt>
                <c:pt idx="37">
                  <c:v>0.497</c:v>
                </c:pt>
                <c:pt idx="38">
                  <c:v>0.35499999999999998</c:v>
                </c:pt>
                <c:pt idx="39">
                  <c:v>0.40500000000000003</c:v>
                </c:pt>
              </c:numCache>
            </c:numRef>
          </c:yVal>
          <c:smooth val="0"/>
          <c:extLst>
            <c:ext xmlns:c16="http://schemas.microsoft.com/office/drawing/2014/chart" uri="{C3380CC4-5D6E-409C-BE32-E72D297353CC}">
              <c16:uniqueId val="{00000000-C337-EB4A-8788-C866F2F61BFE}"/>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300" b="0" i="0" u="none" strike="noStrike">
                <a:solidFill>
                  <a:srgbClr val="1D2433"/>
                </a:solidFill>
                <a:latin typeface="+mn-lt"/>
              </a:rPr>
              <a:t>クラスごとのずれの割合（</a:t>
            </a:r>
            <a:r>
              <a:rPr lang="en-US" altLang="ja-JP" sz="1300" b="0" i="0" u="none" strike="noStrike">
                <a:solidFill>
                  <a:srgbClr val="1D2433"/>
                </a:solidFill>
                <a:latin typeface="+mn-lt"/>
              </a:rPr>
              <a:t>%</a:t>
            </a:r>
            <a:r>
              <a:rPr lang="ja-JP" altLang="en-US" sz="1300" b="0" i="0" u="none" strike="noStrike">
                <a:solidFill>
                  <a:srgbClr val="1D2433"/>
                </a:solidFill>
                <a:latin typeface="+mn-lt"/>
              </a:rPr>
              <a:t>，</a:t>
            </a:r>
            <a:r>
              <a:rPr lang="en-US" altLang="ja-JP" sz="1300" b="0" i="0" u="none" strike="noStrike">
                <a:solidFill>
                  <a:srgbClr val="1D2433"/>
                </a:solidFill>
                <a:latin typeface="+mn-lt"/>
              </a:rPr>
              <a:t>600</a:t>
            </a:r>
            <a:r>
              <a:rPr lang="ja-JP" altLang="en-US" sz="1300" b="0" i="0" u="none" strike="noStrike">
                <a:solidFill>
                  <a:srgbClr val="1D2433"/>
                </a:solidFill>
                <a:latin typeface="+mn-lt"/>
              </a:rPr>
              <a:t>点分の合計）</a:t>
            </a:r>
          </a:p>
        </c:rich>
      </c:tx>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Pt>
            <c:idx val="0"/>
            <c:invertIfNegative val="0"/>
            <c:bubble3D val="0"/>
            <c:spPr>
              <a:solidFill>
                <a:srgbClr val="9AA3B2"/>
              </a:solidFill>
              <a:effectLst/>
            </c:spPr>
            <c:extLst>
              <c:ext xmlns:c16="http://schemas.microsoft.com/office/drawing/2014/chart" uri="{C3380CC4-5D6E-409C-BE32-E72D297353CC}">
                <c16:uniqueId val="{00000001-8E9D-374A-AB52-98227976924F}"/>
              </c:ext>
            </c:extLst>
          </c:dPt>
          <c:dPt>
            <c:idx val="1"/>
            <c:invertIfNegative val="0"/>
            <c:bubble3D val="0"/>
            <c:spPr>
              <a:solidFill>
                <a:srgbClr val="9AA3B2"/>
              </a:solidFill>
              <a:effectLst/>
            </c:spPr>
            <c:extLst>
              <c:ext xmlns:c16="http://schemas.microsoft.com/office/drawing/2014/chart" uri="{C3380CC4-5D6E-409C-BE32-E72D297353CC}">
                <c16:uniqueId val="{00000003-8E9D-374A-AB52-98227976924F}"/>
              </c:ext>
            </c:extLst>
          </c:dPt>
          <c:dPt>
            <c:idx val="2"/>
            <c:invertIfNegative val="0"/>
            <c:bubble3D val="0"/>
            <c:spPr>
              <a:solidFill>
                <a:srgbClr val="D9532B"/>
              </a:solidFill>
              <a:effectLst/>
            </c:spPr>
            <c:extLst>
              <c:ext xmlns:c16="http://schemas.microsoft.com/office/drawing/2014/chart" uri="{C3380CC4-5D6E-409C-BE32-E72D297353CC}">
                <c16:uniqueId val="{00000005-8E9D-374A-AB52-98227976924F}"/>
              </c:ext>
            </c:extLst>
          </c:dPt>
          <c:dPt>
            <c:idx val="3"/>
            <c:invertIfNegative val="0"/>
            <c:bubble3D val="0"/>
            <c:spPr>
              <a:solidFill>
                <a:srgbClr val="D9532B"/>
              </a:solidFill>
              <a:effectLst/>
            </c:spPr>
            <c:extLst>
              <c:ext xmlns:c16="http://schemas.microsoft.com/office/drawing/2014/chart" uri="{C3380CC4-5D6E-409C-BE32-E72D297353CC}">
                <c16:uniqueId val="{00000007-8E9D-374A-AB52-98227976924F}"/>
              </c:ext>
            </c:extLst>
          </c:dPt>
          <c:dPt>
            <c:idx val="4"/>
            <c:invertIfNegative val="0"/>
            <c:bubble3D val="0"/>
            <c:spPr>
              <a:solidFill>
                <a:srgbClr val="9AA3B2"/>
              </a:solidFill>
              <a:effectLst/>
            </c:spPr>
            <c:extLst>
              <c:ext xmlns:c16="http://schemas.microsoft.com/office/drawing/2014/chart" uri="{C3380CC4-5D6E-409C-BE32-E72D297353CC}">
                <c16:uniqueId val="{00000009-8E9D-374A-AB52-98227976924F}"/>
              </c:ext>
            </c:extLst>
          </c:dPt>
          <c:dPt>
            <c:idx val="5"/>
            <c:invertIfNegative val="0"/>
            <c:bubble3D val="0"/>
            <c:spPr>
              <a:solidFill>
                <a:srgbClr val="9AA3B2"/>
              </a:solidFill>
              <a:effectLst/>
            </c:spPr>
            <c:extLst>
              <c:ext xmlns:c16="http://schemas.microsoft.com/office/drawing/2014/chart" uri="{C3380CC4-5D6E-409C-BE32-E72D297353CC}">
                <c16:uniqueId val="{0000000B-8E9D-374A-AB52-98227976924F}"/>
              </c:ext>
            </c:extLst>
          </c:dPt>
          <c:dPt>
            <c:idx val="6"/>
            <c:invertIfNegative val="0"/>
            <c:bubble3D val="0"/>
            <c:spPr>
              <a:solidFill>
                <a:srgbClr val="9AA3B2"/>
              </a:solidFill>
              <a:effectLst/>
            </c:spPr>
            <c:extLst>
              <c:ext xmlns:c16="http://schemas.microsoft.com/office/drawing/2014/chart" uri="{C3380CC4-5D6E-409C-BE32-E72D297353CC}">
                <c16:uniqueId val="{0000000D-8E9D-374A-AB52-98227976924F}"/>
              </c:ext>
            </c:extLst>
          </c:dPt>
          <c:dPt>
            <c:idx val="7"/>
            <c:invertIfNegative val="0"/>
            <c:bubble3D val="0"/>
            <c:spPr>
              <a:solidFill>
                <a:srgbClr val="9AA3B2"/>
              </a:solidFill>
              <a:effectLst/>
            </c:spPr>
            <c:extLst>
              <c:ext xmlns:c16="http://schemas.microsoft.com/office/drawing/2014/chart" uri="{C3380CC4-5D6E-409C-BE32-E72D297353CC}">
                <c16:uniqueId val="{0000000F-8E9D-374A-AB52-98227976924F}"/>
              </c:ext>
            </c:extLst>
          </c:dPt>
          <c:dPt>
            <c:idx val="8"/>
            <c:invertIfNegative val="0"/>
            <c:bubble3D val="0"/>
            <c:spPr>
              <a:solidFill>
                <a:srgbClr val="9AA3B2"/>
              </a:solidFill>
              <a:effectLst/>
            </c:spPr>
            <c:extLst>
              <c:ext xmlns:c16="http://schemas.microsoft.com/office/drawing/2014/chart" uri="{C3380CC4-5D6E-409C-BE32-E72D297353CC}">
                <c16:uniqueId val="{00000011-8E9D-374A-AB52-98227976924F}"/>
              </c:ext>
            </c:extLst>
          </c:dPt>
          <c:dPt>
            <c:idx val="9"/>
            <c:invertIfNegative val="0"/>
            <c:bubble3D val="0"/>
            <c:spPr>
              <a:solidFill>
                <a:srgbClr val="D9532B"/>
              </a:solidFill>
              <a:effectLst/>
            </c:spPr>
            <c:extLst>
              <c:ext xmlns:c16="http://schemas.microsoft.com/office/drawing/2014/chart" uri="{C3380CC4-5D6E-409C-BE32-E72D297353CC}">
                <c16:uniqueId val="{00000013-8E9D-374A-AB52-98227976924F}"/>
              </c:ext>
            </c:extLst>
          </c:dPt>
          <c:dLbls>
            <c:numFmt formatCode="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0.1</c:v>
                </c:pt>
                <c:pt idx="1">
                  <c:v>1.1000000000000001</c:v>
                </c:pt>
                <c:pt idx="2">
                  <c:v>44.1</c:v>
                </c:pt>
                <c:pt idx="3">
                  <c:v>38.1</c:v>
                </c:pt>
                <c:pt idx="4">
                  <c:v>0.2</c:v>
                </c:pt>
                <c:pt idx="5">
                  <c:v>0</c:v>
                </c:pt>
                <c:pt idx="6">
                  <c:v>0</c:v>
                </c:pt>
                <c:pt idx="7">
                  <c:v>1.2</c:v>
                </c:pt>
                <c:pt idx="8">
                  <c:v>0</c:v>
                </c:pt>
                <c:pt idx="9">
                  <c:v>15.2</c:v>
                </c:pt>
              </c:numCache>
            </c:numRef>
          </c:val>
          <c:extLst>
            <c:ext xmlns:c16="http://schemas.microsoft.com/office/drawing/2014/chart" uri="{C3380CC4-5D6E-409C-BE32-E72D297353CC}">
              <c16:uniqueId val="{00000014-8E9D-374A-AB52-98227976924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300" b="0" i="0" u="none" strike="noStrike">
                <a:solidFill>
                  <a:srgbClr val="1D2433"/>
                </a:solidFill>
                <a:latin typeface="+mn-lt"/>
              </a:rPr>
              <a:t>ずれを軸</a:t>
            </a:r>
            <a:r>
              <a:rPr lang="en-US" altLang="ja-JP" sz="1300" b="0" i="0" u="none" strike="noStrike">
                <a:solidFill>
                  <a:srgbClr val="1D2433"/>
                </a:solidFill>
                <a:latin typeface="+mn-lt"/>
              </a:rPr>
              <a:t>1</a:t>
            </a:r>
            <a:r>
              <a:rPr lang="ja-JP" altLang="en-US" sz="1300" b="0" i="0" u="none" strike="noStrike">
                <a:solidFill>
                  <a:srgbClr val="1D2433"/>
                </a:solidFill>
                <a:latin typeface="+mn-lt"/>
              </a:rPr>
              <a:t>・軸</a:t>
            </a:r>
            <a:r>
              <a:rPr lang="en-US" altLang="ja-JP" sz="1300" b="0" i="0" u="none" strike="noStrike">
                <a:solidFill>
                  <a:srgbClr val="1D2433"/>
                </a:solidFill>
                <a:latin typeface="+mn-lt"/>
              </a:rPr>
              <a:t>2</a:t>
            </a:r>
            <a:r>
              <a:rPr lang="ja-JP" altLang="en-US" sz="1300" b="0" i="0" u="none" strike="noStrike">
                <a:solidFill>
                  <a:srgbClr val="1D2433"/>
                </a:solidFill>
                <a:latin typeface="+mn-lt"/>
              </a:rPr>
              <a:t>の上に並べた図（</a:t>
            </a:r>
            <a:r>
              <a:rPr lang="en-US" altLang="ja-JP" sz="1300" b="0" i="0" u="none" strike="noStrike">
                <a:solidFill>
                  <a:srgbClr val="1D2433"/>
                </a:solidFill>
                <a:latin typeface="+mn-lt"/>
              </a:rPr>
              <a:t>200</a:t>
            </a:r>
            <a:r>
              <a:rPr lang="ja-JP" altLang="en-US" sz="1300" b="0" i="0" u="none" strike="noStrike">
                <a:solidFill>
                  <a:srgbClr val="1D2433"/>
                </a:solidFill>
                <a:latin typeface="+mn-lt"/>
              </a:rPr>
              <a:t>点）</a:t>
            </a:r>
          </a:p>
        </c:rich>
      </c:tx>
      <c:overlay val="0"/>
    </c:title>
    <c:autoTitleDeleted val="0"/>
    <c:plotArea>
      <c:layout/>
      <c:scatterChart>
        <c:scatterStyle val="lineMarker"/>
        <c:varyColors val="0"/>
        <c:ser>
          <c:idx val="0"/>
          <c:order val="0"/>
          <c:tx>
            <c:strRef>
              <c:f>Sheet1!$B$1</c:f>
              <c:strCache>
                <c:ptCount val="1"/>
                <c:pt idx="0">
                  <c:v>軸2</c:v>
                </c:pt>
              </c:strCache>
            </c:strRef>
          </c:tx>
          <c:spPr>
            <a:ln>
              <a:noFill/>
            </a:ln>
            <a:effectLst/>
          </c:spPr>
          <c:marker>
            <c:symbol val="circle"/>
            <c:size val="5"/>
            <c:spPr>
              <a:solidFill>
                <a:srgbClr val="D9532B"/>
              </a:solidFill>
              <a:ln w="9525" cap="flat">
                <a:solidFill>
                  <a:srgbClr val="D9532B"/>
                </a:solidFill>
                <a:prstDash val="solid"/>
                <a:round/>
              </a:ln>
              <a:effectLst/>
            </c:spPr>
          </c:marker>
          <c:xVal>
            <c:numRef>
              <c:f>Sheet1!$A$2:$A$201</c:f>
              <c:numCache>
                <c:formatCode>General</c:formatCode>
                <c:ptCount val="200"/>
                <c:pt idx="0">
                  <c:v>-0.13769999999999999</c:v>
                </c:pt>
                <c:pt idx="1">
                  <c:v>4.9799999999999997E-2</c:v>
                </c:pt>
                <c:pt idx="2">
                  <c:v>-9.8900000000000002E-2</c:v>
                </c:pt>
                <c:pt idx="3">
                  <c:v>-0.15509999999999999</c:v>
                </c:pt>
                <c:pt idx="4">
                  <c:v>9.7500000000000003E-2</c:v>
                </c:pt>
                <c:pt idx="5">
                  <c:v>-2.52E-2</c:v>
                </c:pt>
                <c:pt idx="6">
                  <c:v>0.2467</c:v>
                </c:pt>
                <c:pt idx="7">
                  <c:v>-9.1999999999999998E-3</c:v>
                </c:pt>
                <c:pt idx="8">
                  <c:v>5.6500000000000002E-2</c:v>
                </c:pt>
                <c:pt idx="9">
                  <c:v>9.7199999999999995E-2</c:v>
                </c:pt>
                <c:pt idx="10">
                  <c:v>-0.13450000000000001</c:v>
                </c:pt>
                <c:pt idx="11">
                  <c:v>-7.7499999999999999E-2</c:v>
                </c:pt>
                <c:pt idx="12">
                  <c:v>0.12920000000000001</c:v>
                </c:pt>
                <c:pt idx="13">
                  <c:v>-0.1082</c:v>
                </c:pt>
                <c:pt idx="14">
                  <c:v>-0.13</c:v>
                </c:pt>
                <c:pt idx="15">
                  <c:v>-3.7499999999999999E-2</c:v>
                </c:pt>
                <c:pt idx="16">
                  <c:v>0.1047</c:v>
                </c:pt>
                <c:pt idx="17">
                  <c:v>0.1201</c:v>
                </c:pt>
                <c:pt idx="18">
                  <c:v>-5.8200000000000002E-2</c:v>
                </c:pt>
                <c:pt idx="19">
                  <c:v>4.8800000000000003E-2</c:v>
                </c:pt>
                <c:pt idx="20">
                  <c:v>-0.1416</c:v>
                </c:pt>
                <c:pt idx="21">
                  <c:v>-0.1356</c:v>
                </c:pt>
                <c:pt idx="22">
                  <c:v>-5.16E-2</c:v>
                </c:pt>
                <c:pt idx="23">
                  <c:v>6.6799999999999998E-2</c:v>
                </c:pt>
                <c:pt idx="24">
                  <c:v>-2.0299999999999999E-2</c:v>
                </c:pt>
                <c:pt idx="25">
                  <c:v>-1.1599999999999999E-2</c:v>
                </c:pt>
                <c:pt idx="26">
                  <c:v>0.1085</c:v>
                </c:pt>
                <c:pt idx="27">
                  <c:v>4.2999999999999997E-2</c:v>
                </c:pt>
                <c:pt idx="28">
                  <c:v>0.13900000000000001</c:v>
                </c:pt>
                <c:pt idx="29">
                  <c:v>-5.2400000000000002E-2</c:v>
                </c:pt>
                <c:pt idx="30">
                  <c:v>-6.5799999999999997E-2</c:v>
                </c:pt>
                <c:pt idx="31">
                  <c:v>-3.8699999999999998E-2</c:v>
                </c:pt>
                <c:pt idx="32">
                  <c:v>0.1867</c:v>
                </c:pt>
                <c:pt idx="33">
                  <c:v>-0.13980000000000001</c:v>
                </c:pt>
                <c:pt idx="34">
                  <c:v>0.1421</c:v>
                </c:pt>
                <c:pt idx="35">
                  <c:v>2.2499999999999999E-2</c:v>
                </c:pt>
                <c:pt idx="36">
                  <c:v>0.29020000000000001</c:v>
                </c:pt>
                <c:pt idx="37">
                  <c:v>-9.7000000000000003E-3</c:v>
                </c:pt>
                <c:pt idx="38">
                  <c:v>-8.0000000000000004E-4</c:v>
                </c:pt>
                <c:pt idx="39">
                  <c:v>5.0000000000000001E-3</c:v>
                </c:pt>
                <c:pt idx="40">
                  <c:v>-1.1299999999999999E-2</c:v>
                </c:pt>
                <c:pt idx="41">
                  <c:v>-0.17199999999999999</c:v>
                </c:pt>
                <c:pt idx="42">
                  <c:v>-0.2056</c:v>
                </c:pt>
                <c:pt idx="43">
                  <c:v>-0.15579999999999999</c:v>
                </c:pt>
                <c:pt idx="44">
                  <c:v>2.81E-2</c:v>
                </c:pt>
                <c:pt idx="45">
                  <c:v>0.1593</c:v>
                </c:pt>
                <c:pt idx="46">
                  <c:v>-1.6000000000000001E-3</c:v>
                </c:pt>
                <c:pt idx="47">
                  <c:v>-7.4800000000000005E-2</c:v>
                </c:pt>
                <c:pt idx="48">
                  <c:v>0.1479</c:v>
                </c:pt>
                <c:pt idx="49">
                  <c:v>0.1343</c:v>
                </c:pt>
                <c:pt idx="50">
                  <c:v>-0.21229999999999999</c:v>
                </c:pt>
                <c:pt idx="51">
                  <c:v>-0.1502</c:v>
                </c:pt>
                <c:pt idx="52">
                  <c:v>0.14710000000000001</c:v>
                </c:pt>
                <c:pt idx="53">
                  <c:v>2.8899999999999999E-2</c:v>
                </c:pt>
                <c:pt idx="54">
                  <c:v>0.33329999999999999</c:v>
                </c:pt>
                <c:pt idx="55">
                  <c:v>-0.18</c:v>
                </c:pt>
                <c:pt idx="56">
                  <c:v>0.1145</c:v>
                </c:pt>
                <c:pt idx="57">
                  <c:v>2.6499999999999999E-2</c:v>
                </c:pt>
                <c:pt idx="58">
                  <c:v>5.0000000000000001E-3</c:v>
                </c:pt>
                <c:pt idx="59">
                  <c:v>-8.6E-3</c:v>
                </c:pt>
                <c:pt idx="60">
                  <c:v>-0.186</c:v>
                </c:pt>
                <c:pt idx="61">
                  <c:v>-6.25E-2</c:v>
                </c:pt>
                <c:pt idx="62">
                  <c:v>0.1069</c:v>
                </c:pt>
                <c:pt idx="63">
                  <c:v>0.1346</c:v>
                </c:pt>
                <c:pt idx="64">
                  <c:v>-0.1203</c:v>
                </c:pt>
                <c:pt idx="65">
                  <c:v>0.1011</c:v>
                </c:pt>
                <c:pt idx="66">
                  <c:v>1.43E-2</c:v>
                </c:pt>
                <c:pt idx="67">
                  <c:v>-0.10780000000000001</c:v>
                </c:pt>
                <c:pt idx="68">
                  <c:v>-0.1196</c:v>
                </c:pt>
                <c:pt idx="69">
                  <c:v>-9.3899999999999997E-2</c:v>
                </c:pt>
                <c:pt idx="70">
                  <c:v>0.2034</c:v>
                </c:pt>
                <c:pt idx="71">
                  <c:v>-8.5000000000000006E-2</c:v>
                </c:pt>
                <c:pt idx="72">
                  <c:v>-6.4199999999999993E-2</c:v>
                </c:pt>
                <c:pt idx="73">
                  <c:v>0.12230000000000001</c:v>
                </c:pt>
                <c:pt idx="74">
                  <c:v>1.14E-2</c:v>
                </c:pt>
                <c:pt idx="75">
                  <c:v>-3.4599999999999999E-2</c:v>
                </c:pt>
                <c:pt idx="76">
                  <c:v>0.12609999999999999</c:v>
                </c:pt>
                <c:pt idx="77">
                  <c:v>-0.1479</c:v>
                </c:pt>
                <c:pt idx="78">
                  <c:v>2.18E-2</c:v>
                </c:pt>
                <c:pt idx="79">
                  <c:v>4.9099999999999998E-2</c:v>
                </c:pt>
                <c:pt idx="80">
                  <c:v>0.24079999999999999</c:v>
                </c:pt>
                <c:pt idx="81">
                  <c:v>-0.11990000000000001</c:v>
                </c:pt>
                <c:pt idx="82">
                  <c:v>-0.2087</c:v>
                </c:pt>
                <c:pt idx="83">
                  <c:v>-1.2999999999999999E-2</c:v>
                </c:pt>
                <c:pt idx="84">
                  <c:v>0.14180000000000001</c:v>
                </c:pt>
                <c:pt idx="85">
                  <c:v>0.1111</c:v>
                </c:pt>
                <c:pt idx="86">
                  <c:v>8.14E-2</c:v>
                </c:pt>
                <c:pt idx="87">
                  <c:v>-4.3099999999999999E-2</c:v>
                </c:pt>
                <c:pt idx="88">
                  <c:v>-2.4799999999999999E-2</c:v>
                </c:pt>
                <c:pt idx="89">
                  <c:v>0.1205</c:v>
                </c:pt>
                <c:pt idx="90">
                  <c:v>6.8000000000000005E-2</c:v>
                </c:pt>
                <c:pt idx="91">
                  <c:v>-3.2000000000000001E-2</c:v>
                </c:pt>
                <c:pt idx="92">
                  <c:v>0.20630000000000001</c:v>
                </c:pt>
                <c:pt idx="93">
                  <c:v>-0.17580000000000001</c:v>
                </c:pt>
                <c:pt idx="94">
                  <c:v>3.5000000000000003E-2</c:v>
                </c:pt>
                <c:pt idx="95">
                  <c:v>-8.0600000000000005E-2</c:v>
                </c:pt>
                <c:pt idx="96">
                  <c:v>2.2200000000000001E-2</c:v>
                </c:pt>
                <c:pt idx="97">
                  <c:v>-5.4600000000000003E-2</c:v>
                </c:pt>
                <c:pt idx="98">
                  <c:v>0.1313</c:v>
                </c:pt>
                <c:pt idx="99">
                  <c:v>-6.6100000000000006E-2</c:v>
                </c:pt>
                <c:pt idx="100">
                  <c:v>-8.8499999999999995E-2</c:v>
                </c:pt>
                <c:pt idx="101">
                  <c:v>0.19650000000000001</c:v>
                </c:pt>
                <c:pt idx="102">
                  <c:v>0.1384</c:v>
                </c:pt>
                <c:pt idx="103">
                  <c:v>-2E-3</c:v>
                </c:pt>
                <c:pt idx="104">
                  <c:v>-3.44E-2</c:v>
                </c:pt>
                <c:pt idx="105">
                  <c:v>4.1000000000000003E-3</c:v>
                </c:pt>
                <c:pt idx="106">
                  <c:v>-0.16900000000000001</c:v>
                </c:pt>
                <c:pt idx="107">
                  <c:v>-2.3E-3</c:v>
                </c:pt>
                <c:pt idx="108">
                  <c:v>2.3300000000000001E-2</c:v>
                </c:pt>
                <c:pt idx="109">
                  <c:v>-6.0000000000000001E-3</c:v>
                </c:pt>
                <c:pt idx="110">
                  <c:v>-0.1094</c:v>
                </c:pt>
                <c:pt idx="111">
                  <c:v>-5.2499999999999998E-2</c:v>
                </c:pt>
                <c:pt idx="112">
                  <c:v>-3.7699999999999997E-2</c:v>
                </c:pt>
                <c:pt idx="113">
                  <c:v>-7.9799999999999996E-2</c:v>
                </c:pt>
                <c:pt idx="114">
                  <c:v>-0.23200000000000001</c:v>
                </c:pt>
                <c:pt idx="115">
                  <c:v>-0.13780000000000001</c:v>
                </c:pt>
                <c:pt idx="116">
                  <c:v>-0.13469999999999999</c:v>
                </c:pt>
                <c:pt idx="117">
                  <c:v>1.41E-2</c:v>
                </c:pt>
                <c:pt idx="118">
                  <c:v>-0.1183</c:v>
                </c:pt>
                <c:pt idx="119">
                  <c:v>-1.4999999999999999E-2</c:v>
                </c:pt>
                <c:pt idx="120">
                  <c:v>0.13439999999999999</c:v>
                </c:pt>
                <c:pt idx="121">
                  <c:v>8.9800000000000005E-2</c:v>
                </c:pt>
                <c:pt idx="122">
                  <c:v>4.6899999999999997E-2</c:v>
                </c:pt>
                <c:pt idx="123">
                  <c:v>0.1653</c:v>
                </c:pt>
                <c:pt idx="124">
                  <c:v>-0.18360000000000001</c:v>
                </c:pt>
                <c:pt idx="125">
                  <c:v>-5.5100000000000003E-2</c:v>
                </c:pt>
                <c:pt idx="126">
                  <c:v>-9.69E-2</c:v>
                </c:pt>
                <c:pt idx="127">
                  <c:v>-0.1032</c:v>
                </c:pt>
                <c:pt idx="128">
                  <c:v>4.3999999999999997E-2</c:v>
                </c:pt>
                <c:pt idx="129">
                  <c:v>-1.6999999999999999E-3</c:v>
                </c:pt>
                <c:pt idx="130">
                  <c:v>-0.15329999999999999</c:v>
                </c:pt>
                <c:pt idx="131">
                  <c:v>-0.2074</c:v>
                </c:pt>
                <c:pt idx="132">
                  <c:v>-6.3399999999999998E-2</c:v>
                </c:pt>
                <c:pt idx="133">
                  <c:v>3.5999999999999997E-2</c:v>
                </c:pt>
                <c:pt idx="134">
                  <c:v>7.8E-2</c:v>
                </c:pt>
                <c:pt idx="135">
                  <c:v>-0.18940000000000001</c:v>
                </c:pt>
                <c:pt idx="136">
                  <c:v>7.1300000000000002E-2</c:v>
                </c:pt>
                <c:pt idx="137">
                  <c:v>-0.25940000000000002</c:v>
                </c:pt>
                <c:pt idx="138">
                  <c:v>-0.16</c:v>
                </c:pt>
                <c:pt idx="139">
                  <c:v>-0.13339999999999999</c:v>
                </c:pt>
                <c:pt idx="140">
                  <c:v>-6.88E-2</c:v>
                </c:pt>
                <c:pt idx="141">
                  <c:v>-0.1358</c:v>
                </c:pt>
                <c:pt idx="142">
                  <c:v>6.93E-2</c:v>
                </c:pt>
                <c:pt idx="143">
                  <c:v>0.109</c:v>
                </c:pt>
                <c:pt idx="144">
                  <c:v>7.7100000000000002E-2</c:v>
                </c:pt>
                <c:pt idx="145">
                  <c:v>4.02E-2</c:v>
                </c:pt>
                <c:pt idx="146">
                  <c:v>6.88E-2</c:v>
                </c:pt>
                <c:pt idx="147">
                  <c:v>5.04E-2</c:v>
                </c:pt>
                <c:pt idx="148">
                  <c:v>1.9699999999999999E-2</c:v>
                </c:pt>
                <c:pt idx="149">
                  <c:v>-5.4899999999999997E-2</c:v>
                </c:pt>
                <c:pt idx="150">
                  <c:v>0.1477</c:v>
                </c:pt>
                <c:pt idx="151">
                  <c:v>-0.20150000000000001</c:v>
                </c:pt>
                <c:pt idx="152">
                  <c:v>-0.1134</c:v>
                </c:pt>
                <c:pt idx="153">
                  <c:v>0.2291</c:v>
                </c:pt>
                <c:pt idx="154">
                  <c:v>-0.19139999999999999</c:v>
                </c:pt>
                <c:pt idx="155">
                  <c:v>-0.1794</c:v>
                </c:pt>
                <c:pt idx="156">
                  <c:v>2.7099999999999999E-2</c:v>
                </c:pt>
                <c:pt idx="157">
                  <c:v>4.4400000000000002E-2</c:v>
                </c:pt>
                <c:pt idx="158">
                  <c:v>0.26860000000000001</c:v>
                </c:pt>
                <c:pt idx="159">
                  <c:v>2.7900000000000001E-2</c:v>
                </c:pt>
                <c:pt idx="160">
                  <c:v>-0.121</c:v>
                </c:pt>
                <c:pt idx="161">
                  <c:v>-0.22620000000000001</c:v>
                </c:pt>
                <c:pt idx="162">
                  <c:v>0.14940000000000001</c:v>
                </c:pt>
                <c:pt idx="163">
                  <c:v>-9.74E-2</c:v>
                </c:pt>
                <c:pt idx="164">
                  <c:v>-0.16719999999999999</c:v>
                </c:pt>
                <c:pt idx="165">
                  <c:v>-0.21479999999999999</c:v>
                </c:pt>
                <c:pt idx="166">
                  <c:v>2.2700000000000001E-2</c:v>
                </c:pt>
                <c:pt idx="167">
                  <c:v>-0.10730000000000001</c:v>
                </c:pt>
                <c:pt idx="168">
                  <c:v>-0.1182</c:v>
                </c:pt>
                <c:pt idx="169">
                  <c:v>-1.17E-2</c:v>
                </c:pt>
                <c:pt idx="170">
                  <c:v>-0.18940000000000001</c:v>
                </c:pt>
                <c:pt idx="171">
                  <c:v>2.63E-2</c:v>
                </c:pt>
                <c:pt idx="172">
                  <c:v>-3.9199999999999999E-2</c:v>
                </c:pt>
                <c:pt idx="173">
                  <c:v>-5.8099999999999999E-2</c:v>
                </c:pt>
                <c:pt idx="174">
                  <c:v>0.01</c:v>
                </c:pt>
                <c:pt idx="175">
                  <c:v>3.15E-2</c:v>
                </c:pt>
                <c:pt idx="176">
                  <c:v>3.39E-2</c:v>
                </c:pt>
                <c:pt idx="177">
                  <c:v>-5.8700000000000002E-2</c:v>
                </c:pt>
                <c:pt idx="178">
                  <c:v>-7.22E-2</c:v>
                </c:pt>
                <c:pt idx="179">
                  <c:v>5.16E-2</c:v>
                </c:pt>
                <c:pt idx="180">
                  <c:v>1.41E-2</c:v>
                </c:pt>
                <c:pt idx="181">
                  <c:v>-0.01</c:v>
                </c:pt>
                <c:pt idx="182">
                  <c:v>0.20530000000000001</c:v>
                </c:pt>
                <c:pt idx="183">
                  <c:v>-5.3900000000000003E-2</c:v>
                </c:pt>
                <c:pt idx="184">
                  <c:v>6.3E-2</c:v>
                </c:pt>
                <c:pt idx="185">
                  <c:v>6.7799999999999999E-2</c:v>
                </c:pt>
                <c:pt idx="186">
                  <c:v>-3.4799999999999998E-2</c:v>
                </c:pt>
                <c:pt idx="187">
                  <c:v>-7.0599999999999996E-2</c:v>
                </c:pt>
                <c:pt idx="188">
                  <c:v>-0.15279999999999999</c:v>
                </c:pt>
                <c:pt idx="189">
                  <c:v>-0.13270000000000001</c:v>
                </c:pt>
                <c:pt idx="190">
                  <c:v>0.16250000000000001</c:v>
                </c:pt>
                <c:pt idx="191">
                  <c:v>-0.1865</c:v>
                </c:pt>
                <c:pt idx="192">
                  <c:v>0.104</c:v>
                </c:pt>
                <c:pt idx="193">
                  <c:v>-3.4799999999999998E-2</c:v>
                </c:pt>
                <c:pt idx="194">
                  <c:v>-0.1153</c:v>
                </c:pt>
                <c:pt idx="195">
                  <c:v>-1.2E-2</c:v>
                </c:pt>
                <c:pt idx="196">
                  <c:v>-0.11600000000000001</c:v>
                </c:pt>
                <c:pt idx="197">
                  <c:v>-5.96E-2</c:v>
                </c:pt>
                <c:pt idx="198">
                  <c:v>0.23250000000000001</c:v>
                </c:pt>
                <c:pt idx="199">
                  <c:v>0.15090000000000001</c:v>
                </c:pt>
              </c:numCache>
            </c:numRef>
          </c:xVal>
          <c:yVal>
            <c:numRef>
              <c:f>Sheet1!$B$2:$B$201</c:f>
              <c:numCache>
                <c:formatCode>General</c:formatCode>
                <c:ptCount val="200"/>
                <c:pt idx="0">
                  <c:v>1.9099999999999999E-2</c:v>
                </c:pt>
                <c:pt idx="1">
                  <c:v>-5.2900000000000003E-2</c:v>
                </c:pt>
                <c:pt idx="2">
                  <c:v>-4.1300000000000003E-2</c:v>
                </c:pt>
                <c:pt idx="3">
                  <c:v>-1.12E-2</c:v>
                </c:pt>
                <c:pt idx="4">
                  <c:v>-0.15479999999999999</c:v>
                </c:pt>
                <c:pt idx="5">
                  <c:v>8.4900000000000003E-2</c:v>
                </c:pt>
                <c:pt idx="6">
                  <c:v>0.1027</c:v>
                </c:pt>
                <c:pt idx="7">
                  <c:v>5.9200000000000003E-2</c:v>
                </c:pt>
                <c:pt idx="8">
                  <c:v>-4.2000000000000003E-2</c:v>
                </c:pt>
                <c:pt idx="9">
                  <c:v>1.83E-2</c:v>
                </c:pt>
                <c:pt idx="10">
                  <c:v>3.0200000000000001E-2</c:v>
                </c:pt>
                <c:pt idx="11">
                  <c:v>1.9099999999999999E-2</c:v>
                </c:pt>
                <c:pt idx="12">
                  <c:v>0.11169999999999999</c:v>
                </c:pt>
                <c:pt idx="13">
                  <c:v>-3.8100000000000002E-2</c:v>
                </c:pt>
                <c:pt idx="14">
                  <c:v>6.9400000000000003E-2</c:v>
                </c:pt>
                <c:pt idx="15">
                  <c:v>8.1699999999999995E-2</c:v>
                </c:pt>
                <c:pt idx="16">
                  <c:v>-7.51E-2</c:v>
                </c:pt>
                <c:pt idx="17">
                  <c:v>-0.22289999999999999</c:v>
                </c:pt>
                <c:pt idx="18">
                  <c:v>-2.9399999999999999E-2</c:v>
                </c:pt>
                <c:pt idx="19">
                  <c:v>3.0499999999999999E-2</c:v>
                </c:pt>
                <c:pt idx="20">
                  <c:v>-0.04</c:v>
                </c:pt>
                <c:pt idx="21">
                  <c:v>-9.2700000000000005E-2</c:v>
                </c:pt>
                <c:pt idx="22">
                  <c:v>-0.13289999999999999</c:v>
                </c:pt>
                <c:pt idx="23">
                  <c:v>7.7499999999999999E-2</c:v>
                </c:pt>
                <c:pt idx="24">
                  <c:v>8.2299999999999998E-2</c:v>
                </c:pt>
                <c:pt idx="25">
                  <c:v>8.7999999999999995E-2</c:v>
                </c:pt>
                <c:pt idx="26">
                  <c:v>-3.1300000000000001E-2</c:v>
                </c:pt>
                <c:pt idx="27">
                  <c:v>2.5999999999999999E-2</c:v>
                </c:pt>
                <c:pt idx="28">
                  <c:v>-8.0699999999999994E-2</c:v>
                </c:pt>
                <c:pt idx="29">
                  <c:v>-9.1399999999999995E-2</c:v>
                </c:pt>
                <c:pt idx="30">
                  <c:v>-3.4700000000000002E-2</c:v>
                </c:pt>
                <c:pt idx="31">
                  <c:v>4.4999999999999997E-3</c:v>
                </c:pt>
                <c:pt idx="32">
                  <c:v>2.9499999999999998E-2</c:v>
                </c:pt>
                <c:pt idx="33">
                  <c:v>9.1899999999999996E-2</c:v>
                </c:pt>
                <c:pt idx="34">
                  <c:v>3.4200000000000001E-2</c:v>
                </c:pt>
                <c:pt idx="35">
                  <c:v>-1.47E-2</c:v>
                </c:pt>
                <c:pt idx="36">
                  <c:v>-3.0300000000000001E-2</c:v>
                </c:pt>
                <c:pt idx="37">
                  <c:v>-8.09E-2</c:v>
                </c:pt>
                <c:pt idx="38">
                  <c:v>-4.3E-3</c:v>
                </c:pt>
                <c:pt idx="39">
                  <c:v>6.8000000000000005E-2</c:v>
                </c:pt>
                <c:pt idx="40">
                  <c:v>3.9100000000000003E-2</c:v>
                </c:pt>
                <c:pt idx="41">
                  <c:v>-5.8200000000000002E-2</c:v>
                </c:pt>
                <c:pt idx="42">
                  <c:v>-0.13009999999999999</c:v>
                </c:pt>
                <c:pt idx="43">
                  <c:v>-1.2500000000000001E-2</c:v>
                </c:pt>
                <c:pt idx="44">
                  <c:v>-5.21E-2</c:v>
                </c:pt>
                <c:pt idx="45">
                  <c:v>6.5799999999999997E-2</c:v>
                </c:pt>
                <c:pt idx="46">
                  <c:v>0.1348</c:v>
                </c:pt>
                <c:pt idx="47">
                  <c:v>-3.04E-2</c:v>
                </c:pt>
                <c:pt idx="48">
                  <c:v>6.3799999999999996E-2</c:v>
                </c:pt>
                <c:pt idx="49">
                  <c:v>-0.10349999999999999</c:v>
                </c:pt>
                <c:pt idx="50">
                  <c:v>8.6099999999999996E-2</c:v>
                </c:pt>
                <c:pt idx="51">
                  <c:v>7.2499999999999995E-2</c:v>
                </c:pt>
                <c:pt idx="52">
                  <c:v>9.6000000000000002E-2</c:v>
                </c:pt>
                <c:pt idx="53">
                  <c:v>-5.1700000000000003E-2</c:v>
                </c:pt>
                <c:pt idx="54">
                  <c:v>0.14219999999999999</c:v>
                </c:pt>
                <c:pt idx="55">
                  <c:v>3.4000000000000002E-2</c:v>
                </c:pt>
                <c:pt idx="56">
                  <c:v>-0.14299999999999999</c:v>
                </c:pt>
                <c:pt idx="57">
                  <c:v>2.12E-2</c:v>
                </c:pt>
                <c:pt idx="58">
                  <c:v>8.0399999999999999E-2</c:v>
                </c:pt>
                <c:pt idx="59">
                  <c:v>-0.1105</c:v>
                </c:pt>
                <c:pt idx="60">
                  <c:v>2.1999999999999999E-2</c:v>
                </c:pt>
                <c:pt idx="61">
                  <c:v>-0.1636</c:v>
                </c:pt>
                <c:pt idx="62">
                  <c:v>-4.6899999999999997E-2</c:v>
                </c:pt>
                <c:pt idx="63">
                  <c:v>0.1268</c:v>
                </c:pt>
                <c:pt idx="64">
                  <c:v>-1.5599999999999999E-2</c:v>
                </c:pt>
                <c:pt idx="65">
                  <c:v>-0.187</c:v>
                </c:pt>
                <c:pt idx="66">
                  <c:v>6.2600000000000003E-2</c:v>
                </c:pt>
                <c:pt idx="67">
                  <c:v>3.0000000000000001E-3</c:v>
                </c:pt>
                <c:pt idx="68">
                  <c:v>-6.9999999999999999E-4</c:v>
                </c:pt>
                <c:pt idx="69">
                  <c:v>-8.7999999999999995E-2</c:v>
                </c:pt>
                <c:pt idx="70">
                  <c:v>-8.0000000000000002E-3</c:v>
                </c:pt>
                <c:pt idx="71">
                  <c:v>2.5999999999999999E-2</c:v>
                </c:pt>
                <c:pt idx="72">
                  <c:v>6.3200000000000006E-2</c:v>
                </c:pt>
                <c:pt idx="73">
                  <c:v>-6.3700000000000007E-2</c:v>
                </c:pt>
                <c:pt idx="74">
                  <c:v>-0.1246</c:v>
                </c:pt>
                <c:pt idx="75">
                  <c:v>-3.1899999999999998E-2</c:v>
                </c:pt>
                <c:pt idx="76">
                  <c:v>-0.1744</c:v>
                </c:pt>
                <c:pt idx="77">
                  <c:v>2.1000000000000001E-2</c:v>
                </c:pt>
                <c:pt idx="78">
                  <c:v>-0.1094</c:v>
                </c:pt>
                <c:pt idx="79">
                  <c:v>1.4999999999999999E-2</c:v>
                </c:pt>
                <c:pt idx="80">
                  <c:v>-1.4200000000000001E-2</c:v>
                </c:pt>
                <c:pt idx="81">
                  <c:v>-9.0300000000000005E-2</c:v>
                </c:pt>
                <c:pt idx="82">
                  <c:v>-9.2200000000000004E-2</c:v>
                </c:pt>
                <c:pt idx="83">
                  <c:v>-5.28E-2</c:v>
                </c:pt>
                <c:pt idx="84">
                  <c:v>-0.2016</c:v>
                </c:pt>
                <c:pt idx="85">
                  <c:v>-8.1500000000000003E-2</c:v>
                </c:pt>
                <c:pt idx="86">
                  <c:v>4.5199999999999997E-2</c:v>
                </c:pt>
                <c:pt idx="87">
                  <c:v>-1.06E-2</c:v>
                </c:pt>
                <c:pt idx="88">
                  <c:v>5.7500000000000002E-2</c:v>
                </c:pt>
                <c:pt idx="89">
                  <c:v>-1.15E-2</c:v>
                </c:pt>
                <c:pt idx="90">
                  <c:v>3.6299999999999999E-2</c:v>
                </c:pt>
                <c:pt idx="91">
                  <c:v>-7.7000000000000002E-3</c:v>
                </c:pt>
                <c:pt idx="92">
                  <c:v>2.6499999999999999E-2</c:v>
                </c:pt>
                <c:pt idx="93">
                  <c:v>5.0299999999999997E-2</c:v>
                </c:pt>
                <c:pt idx="94">
                  <c:v>8.5099999999999995E-2</c:v>
                </c:pt>
                <c:pt idx="95">
                  <c:v>5.57E-2</c:v>
                </c:pt>
                <c:pt idx="96">
                  <c:v>0.14449999999999999</c:v>
                </c:pt>
                <c:pt idx="97">
                  <c:v>-9.4500000000000001E-2</c:v>
                </c:pt>
                <c:pt idx="98">
                  <c:v>5.21E-2</c:v>
                </c:pt>
                <c:pt idx="99">
                  <c:v>-0.10879999999999999</c:v>
                </c:pt>
                <c:pt idx="100">
                  <c:v>-1.12E-2</c:v>
                </c:pt>
                <c:pt idx="101">
                  <c:v>-6.7299999999999999E-2</c:v>
                </c:pt>
                <c:pt idx="102">
                  <c:v>-3.5200000000000002E-2</c:v>
                </c:pt>
                <c:pt idx="103">
                  <c:v>0.1094</c:v>
                </c:pt>
                <c:pt idx="104">
                  <c:v>9.4500000000000001E-2</c:v>
                </c:pt>
                <c:pt idx="105">
                  <c:v>-9.8900000000000002E-2</c:v>
                </c:pt>
                <c:pt idx="106">
                  <c:v>-2.0500000000000001E-2</c:v>
                </c:pt>
                <c:pt idx="107">
                  <c:v>-0.12959999999999999</c:v>
                </c:pt>
                <c:pt idx="108">
                  <c:v>-8.43E-2</c:v>
                </c:pt>
                <c:pt idx="109">
                  <c:v>-5.6399999999999999E-2</c:v>
                </c:pt>
                <c:pt idx="110">
                  <c:v>-4.07E-2</c:v>
                </c:pt>
                <c:pt idx="111">
                  <c:v>-0.21360000000000001</c:v>
                </c:pt>
                <c:pt idx="112">
                  <c:v>4.3200000000000002E-2</c:v>
                </c:pt>
                <c:pt idx="113">
                  <c:v>-3.0700000000000002E-2</c:v>
                </c:pt>
                <c:pt idx="114">
                  <c:v>7.1599999999999997E-2</c:v>
                </c:pt>
                <c:pt idx="115">
                  <c:v>3.44E-2</c:v>
                </c:pt>
                <c:pt idx="116">
                  <c:v>7.9000000000000001E-2</c:v>
                </c:pt>
                <c:pt idx="117">
                  <c:v>-1.44E-2</c:v>
                </c:pt>
                <c:pt idx="118">
                  <c:v>3.1399999999999997E-2</c:v>
                </c:pt>
                <c:pt idx="119">
                  <c:v>0.11310000000000001</c:v>
                </c:pt>
                <c:pt idx="120">
                  <c:v>7.2800000000000004E-2</c:v>
                </c:pt>
                <c:pt idx="121">
                  <c:v>-5.62E-2</c:v>
                </c:pt>
                <c:pt idx="122">
                  <c:v>1.32E-2</c:v>
                </c:pt>
                <c:pt idx="123">
                  <c:v>-7.9100000000000004E-2</c:v>
                </c:pt>
                <c:pt idx="124">
                  <c:v>-3.4799999999999998E-2</c:v>
                </c:pt>
                <c:pt idx="125">
                  <c:v>7.1400000000000005E-2</c:v>
                </c:pt>
                <c:pt idx="126">
                  <c:v>2.8000000000000001E-2</c:v>
                </c:pt>
                <c:pt idx="127">
                  <c:v>2.2200000000000001E-2</c:v>
                </c:pt>
                <c:pt idx="128">
                  <c:v>-7.3800000000000004E-2</c:v>
                </c:pt>
                <c:pt idx="129">
                  <c:v>-0.13159999999999999</c:v>
                </c:pt>
                <c:pt idx="130">
                  <c:v>7.7999999999999996E-3</c:v>
                </c:pt>
                <c:pt idx="131">
                  <c:v>-1.41E-2</c:v>
                </c:pt>
                <c:pt idx="132">
                  <c:v>5.1999999999999998E-2</c:v>
                </c:pt>
                <c:pt idx="133">
                  <c:v>5.91E-2</c:v>
                </c:pt>
                <c:pt idx="134">
                  <c:v>5.4199999999999998E-2</c:v>
                </c:pt>
                <c:pt idx="135">
                  <c:v>-5.96E-2</c:v>
                </c:pt>
                <c:pt idx="136">
                  <c:v>-0.1928</c:v>
                </c:pt>
                <c:pt idx="137">
                  <c:v>-2.3E-2</c:v>
                </c:pt>
                <c:pt idx="138">
                  <c:v>-8.8200000000000001E-2</c:v>
                </c:pt>
                <c:pt idx="139">
                  <c:v>8.9899999999999994E-2</c:v>
                </c:pt>
                <c:pt idx="140">
                  <c:v>3.9800000000000002E-2</c:v>
                </c:pt>
                <c:pt idx="141">
                  <c:v>8.7300000000000003E-2</c:v>
                </c:pt>
                <c:pt idx="142">
                  <c:v>5.1900000000000002E-2</c:v>
                </c:pt>
                <c:pt idx="143">
                  <c:v>0.17519999999999999</c:v>
                </c:pt>
                <c:pt idx="144">
                  <c:v>9.4500000000000001E-2</c:v>
                </c:pt>
                <c:pt idx="145">
                  <c:v>-8.5800000000000001E-2</c:v>
                </c:pt>
                <c:pt idx="146">
                  <c:v>-5.2400000000000002E-2</c:v>
                </c:pt>
                <c:pt idx="147">
                  <c:v>-9.9199999999999997E-2</c:v>
                </c:pt>
                <c:pt idx="148">
                  <c:v>8.2100000000000006E-2</c:v>
                </c:pt>
                <c:pt idx="149">
                  <c:v>0.10199999999999999</c:v>
                </c:pt>
                <c:pt idx="150">
                  <c:v>-8.0399999999999999E-2</c:v>
                </c:pt>
                <c:pt idx="151">
                  <c:v>3.2399999999999998E-2</c:v>
                </c:pt>
                <c:pt idx="152">
                  <c:v>-2.5999999999999999E-2</c:v>
                </c:pt>
                <c:pt idx="153">
                  <c:v>-0.11600000000000001</c:v>
                </c:pt>
                <c:pt idx="154">
                  <c:v>1.5599999999999999E-2</c:v>
                </c:pt>
                <c:pt idx="155">
                  <c:v>-7.7700000000000005E-2</c:v>
                </c:pt>
                <c:pt idx="156">
                  <c:v>5.6599999999999998E-2</c:v>
                </c:pt>
                <c:pt idx="157">
                  <c:v>8.8200000000000001E-2</c:v>
                </c:pt>
                <c:pt idx="158">
                  <c:v>-8.5199999999999998E-2</c:v>
                </c:pt>
                <c:pt idx="159">
                  <c:v>3.9699999999999999E-2</c:v>
                </c:pt>
                <c:pt idx="160">
                  <c:v>-5.4899999999999997E-2</c:v>
                </c:pt>
                <c:pt idx="161">
                  <c:v>-6.2100000000000002E-2</c:v>
                </c:pt>
                <c:pt idx="162">
                  <c:v>-5.5800000000000002E-2</c:v>
                </c:pt>
                <c:pt idx="163">
                  <c:v>3.0499999999999999E-2</c:v>
                </c:pt>
                <c:pt idx="164">
                  <c:v>3.1600000000000003E-2</c:v>
                </c:pt>
                <c:pt idx="165">
                  <c:v>-3.8800000000000001E-2</c:v>
                </c:pt>
                <c:pt idx="166">
                  <c:v>-6.4799999999999996E-2</c:v>
                </c:pt>
                <c:pt idx="167">
                  <c:v>-5.1799999999999999E-2</c:v>
                </c:pt>
                <c:pt idx="168">
                  <c:v>4.1000000000000002E-2</c:v>
                </c:pt>
                <c:pt idx="169">
                  <c:v>7.3300000000000004E-2</c:v>
                </c:pt>
                <c:pt idx="170">
                  <c:v>5.3699999999999998E-2</c:v>
                </c:pt>
                <c:pt idx="171">
                  <c:v>-5.3E-3</c:v>
                </c:pt>
                <c:pt idx="172">
                  <c:v>6.9500000000000006E-2</c:v>
                </c:pt>
                <c:pt idx="173">
                  <c:v>-5.6300000000000003E-2</c:v>
                </c:pt>
                <c:pt idx="174">
                  <c:v>0.13139999999999999</c:v>
                </c:pt>
                <c:pt idx="175">
                  <c:v>2.6200000000000001E-2</c:v>
                </c:pt>
                <c:pt idx="176">
                  <c:v>1.3599999999999999E-2</c:v>
                </c:pt>
                <c:pt idx="177">
                  <c:v>-4.3900000000000002E-2</c:v>
                </c:pt>
                <c:pt idx="178">
                  <c:v>6.1800000000000001E-2</c:v>
                </c:pt>
                <c:pt idx="179">
                  <c:v>-1.9900000000000001E-2</c:v>
                </c:pt>
                <c:pt idx="180">
                  <c:v>8.1900000000000001E-2</c:v>
                </c:pt>
                <c:pt idx="181">
                  <c:v>-6.4299999999999996E-2</c:v>
                </c:pt>
                <c:pt idx="182">
                  <c:v>4.1000000000000003E-3</c:v>
                </c:pt>
                <c:pt idx="183">
                  <c:v>-0.1434</c:v>
                </c:pt>
                <c:pt idx="184">
                  <c:v>5.8299999999999998E-2</c:v>
                </c:pt>
                <c:pt idx="185">
                  <c:v>-2.6200000000000001E-2</c:v>
                </c:pt>
                <c:pt idx="186">
                  <c:v>1.77E-2</c:v>
                </c:pt>
                <c:pt idx="187">
                  <c:v>-8.9999999999999993E-3</c:v>
                </c:pt>
                <c:pt idx="188">
                  <c:v>3.6600000000000001E-2</c:v>
                </c:pt>
                <c:pt idx="189">
                  <c:v>8.8499999999999995E-2</c:v>
                </c:pt>
                <c:pt idx="190">
                  <c:v>-0.1492</c:v>
                </c:pt>
                <c:pt idx="191">
                  <c:v>-2.8000000000000001E-2</c:v>
                </c:pt>
                <c:pt idx="192">
                  <c:v>-0.1249</c:v>
                </c:pt>
                <c:pt idx="193">
                  <c:v>6.7900000000000002E-2</c:v>
                </c:pt>
                <c:pt idx="194">
                  <c:v>2.5499999999999998E-2</c:v>
                </c:pt>
                <c:pt idx="195">
                  <c:v>3.8999999999999998E-3</c:v>
                </c:pt>
                <c:pt idx="196">
                  <c:v>-1.89E-2</c:v>
                </c:pt>
                <c:pt idx="197">
                  <c:v>-4.3099999999999999E-2</c:v>
                </c:pt>
                <c:pt idx="198">
                  <c:v>-0.21510000000000001</c:v>
                </c:pt>
                <c:pt idx="199">
                  <c:v>9.1999999999999998E-2</c:v>
                </c:pt>
              </c:numCache>
            </c:numRef>
          </c:yVal>
          <c:smooth val="0"/>
          <c:extLst>
            <c:ext xmlns:c16="http://schemas.microsoft.com/office/drawing/2014/chart" uri="{C3380CC4-5D6E-409C-BE32-E72D297353CC}">
              <c16:uniqueId val="{00000000-C989-5944-8C67-BA9A173219A1}"/>
            </c:ext>
          </c:extLst>
        </c:ser>
        <c:dLbls>
          <c:showLegendKey val="0"/>
          <c:showVal val="0"/>
          <c:showCatName val="0"/>
          <c:showSerName val="0"/>
          <c:showPercent val="0"/>
          <c:showBubbleSize val="0"/>
        </c:dLbls>
        <c:axId val="2094734554"/>
        <c:axId val="2094734552"/>
      </c:scatterChart>
      <c:valAx>
        <c:axId val="2094734554"/>
        <c:scaling>
          <c:orientation val="minMax"/>
          <c:max val="0.3"/>
          <c:min val="-0.3"/>
        </c:scaling>
        <c:delete val="0"/>
        <c:axPos val="b"/>
        <c:title>
          <c:tx>
            <c:rich>
              <a:bodyPr/>
              <a:lstStyle/>
              <a:p>
                <a:pPr>
                  <a:defRPr sz="1200" b="0" i="0" u="none" strike="noStrike">
                    <a:solidFill>
                      <a:srgbClr val="4A5568"/>
                    </a:solidFill>
                    <a:latin typeface="Arial"/>
                  </a:defRPr>
                </a:pPr>
                <a:r>
                  <a:rPr lang="ja-JP" altLang="en-US" sz="1200" b="0" i="0" u="none" strike="noStrike">
                    <a:solidFill>
                      <a:srgbClr val="4A5568"/>
                    </a:solidFill>
                    <a:latin typeface="Arial"/>
                  </a:rPr>
                  <a:t>軸</a:t>
                </a:r>
                <a:r>
                  <a:rPr lang="en-US" altLang="ja-JP" sz="1200" b="0" i="0" u="none" strike="noStrike">
                    <a:solidFill>
                      <a:srgbClr val="4A5568"/>
                    </a:solidFill>
                    <a:latin typeface="Arial"/>
                  </a:rPr>
                  <a:t>1</a:t>
                </a:r>
                <a:r>
                  <a:rPr lang="ja-JP" altLang="en-US" sz="1200" b="0" i="0" u="none" strike="noStrike">
                    <a:solidFill>
                      <a:srgbClr val="4A5568"/>
                    </a:solidFill>
                    <a:latin typeface="Arial"/>
                  </a:rPr>
                  <a:t>（</a:t>
                </a:r>
                <a:r>
                  <a:rPr lang="en-US" altLang="ja-JP" sz="1200" b="0" i="0" u="none" strike="noStrike">
                    <a:solidFill>
                      <a:srgbClr val="4A5568"/>
                    </a:solidFill>
                    <a:latin typeface="Arial"/>
                  </a:rPr>
                  <a:t>69%</a:t>
                </a:r>
                <a:r>
                  <a:rPr lang="ja-JP" altLang="en-US" sz="1200" b="0" i="0" u="none" strike="noStrike">
                    <a:solidFill>
                      <a:srgbClr val="4A5568"/>
                    </a:solidFill>
                    <a:latin typeface="Arial"/>
                  </a:rPr>
                  <a:t>）</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At val="-0.3"/>
        <c:crossBetween val="midCat"/>
      </c:valAx>
      <c:valAx>
        <c:axId val="2094734552"/>
        <c:scaling>
          <c:orientation val="minMax"/>
          <c:max val="0.3"/>
          <c:min val="-0.3"/>
        </c:scaling>
        <c:delete val="0"/>
        <c:axPos val="l"/>
        <c:majorGridlines>
          <c:spPr>
            <a:ln w="9525" cap="flat">
              <a:solidFill>
                <a:srgbClr val="DDE2EA"/>
              </a:solidFill>
              <a:prstDash val="solid"/>
              <a:round/>
            </a:ln>
          </c:spPr>
        </c:majorGridlines>
        <c:title>
          <c:tx>
            <c:rich>
              <a:bodyPr/>
              <a:lstStyle/>
              <a:p>
                <a:pPr>
                  <a:defRPr sz="1200" b="0" i="0" u="none" strike="noStrike">
                    <a:solidFill>
                      <a:srgbClr val="4A5568"/>
                    </a:solidFill>
                    <a:latin typeface="Arial"/>
                  </a:defRPr>
                </a:pPr>
                <a:r>
                  <a:rPr lang="ja-JP" altLang="en-US" sz="1200" b="0" i="0" u="none" strike="noStrike">
                    <a:solidFill>
                      <a:srgbClr val="4A5568"/>
                    </a:solidFill>
                    <a:latin typeface="Arial"/>
                  </a:rPr>
                  <a:t>軸</a:t>
                </a:r>
                <a:r>
                  <a:rPr lang="en-US" altLang="ja-JP" sz="1200" b="0" i="0" u="none" strike="noStrike">
                    <a:solidFill>
                      <a:srgbClr val="4A5568"/>
                    </a:solidFill>
                    <a:latin typeface="Arial"/>
                  </a:rPr>
                  <a:t>2</a:t>
                </a:r>
                <a:r>
                  <a:rPr lang="ja-JP" altLang="en-US" sz="1200" b="0" i="0" u="none" strike="noStrike">
                    <a:solidFill>
                      <a:srgbClr val="4A5568"/>
                    </a:solidFill>
                    <a:latin typeface="Arial"/>
                  </a:rPr>
                  <a:t>（</a:t>
                </a:r>
                <a:r>
                  <a:rPr lang="en-US" altLang="ja-JP" sz="1200" b="0" i="0" u="none" strike="noStrike">
                    <a:solidFill>
                      <a:srgbClr val="4A5568"/>
                    </a:solidFill>
                    <a:latin typeface="Arial"/>
                  </a:rPr>
                  <a:t>29%</a:t>
                </a:r>
                <a:r>
                  <a:rPr lang="ja-JP" altLang="en-US" sz="1200" b="0" i="0" u="none" strike="noStrike">
                    <a:solidFill>
                      <a:srgbClr val="4A5568"/>
                    </a:solidFill>
                    <a:latin typeface="Arial"/>
                  </a:rPr>
                  <a:t>）</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At val="-0.3"/>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480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ふつうのLIMEが画像をどう説明するかを確認します．LIMEは，画像を意味のある小さな領域，スーパーピクセルに分けます．実際は数十個に分けますが，ここでは説明のために，左の縦線A，右上B，右下Cの3つにします．次に，領域をランダムに隠した画像を何枚も作り，それぞれをAIに入れて，説明したいクラスの確率を記録します．ここでは6の確率です．隠したときに確率が下がる領域は，6という判断に効いていることになり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記録した表を使って，6の確率を領域の有無で線形回帰します．係数は，その領域があると6の確率がどれだけ上がるかを表します．この例では，Aの係数が+0.30，Bが−0.30，Cが+0.10です．係数を領域の色にしたものがLIMEのヒートマップで，赤い領域は6の確率を上げ，青い領域は下げます．つまり「左の縦線があるから6，右上があると6らしさが下がる」と読めます．実際のLIMEでは，元画像に近い摂動画像ほど重みを大きくして回帰し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見た手順で説明できるのは，6の確率という出力1本だけです．多クラスでは出力が10本あるので，同じ摂動画像を使って，クラスごとに10回回帰します．結果として，クラスごとのヒートマップが10枚できます．公式の実装では説明するクラスを指定でき，ふつうは予測されたクラス，この例では6だけを見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は0.001〜0.015でした．なお，文字認識では通常のLIME自体の R² が0.5程度と低く，これは次の課題につながります．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課題は3つあります．1つ目は軸の読みやすさです．PCAの軸は，複数のクラスに重みが分かれることがあります．6が上がって0と9が下がる形なら「6の確率は主に0から来た」と読めますが，6と1が同じ側に並ぶと意味が取れません．手書き数字の実際の軸は「2が下がり，3と9が上がる」という1対多の形でした．2つ目は，多くのクラスがまとまって動く場合をまだ検証していないことです．今回のデータでは動くクラスが3〜4個しかなく，まとまって動いても軸が1本減る程度でした．似たクラスが群になったCIFAR-100のようなデータで確かめる予定です．3つ目は，ランダムフォレストではうまくいかないことです．合成データの20クラスでは，動くクラスが14個，必要な軸が11本で，3本にまとめるとR²が0.64から0.52に落ちました．ランダムフォレストの出力は木の多数決で階段状になるので，多くのクラスが少しずつ揺れ，少ない軸にも直線にも収まりません．</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1F3EF-F07F-95AE-8A54-5844BE8B778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A1B3113-DE82-A07B-BCAF-D7515AE5D5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EAD4158-D780-691C-ECD3-AC18A237F28D}"/>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7B402B77-8186-6473-85D3-521E6251397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85D18D-1826-6DB3-E5F4-AA62E605516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7569283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D81145-5951-203F-4840-EBEBBBF2B36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635B75-2CC8-CF14-9C9A-F3ADC6FA8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F36E987-CAAC-5C93-3083-E667AF0EDB2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53639F6-ED05-149D-4339-27910B514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E91010-7AAF-E707-1AD1-5A404F51DED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5615021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75FEB-E5E7-A5FD-FE03-E668D814575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BA3F8A-FAFC-9AEE-8F55-27B22C8866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E0386AD-5A78-656E-09E7-05912816D1F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E6AD76A-8222-F088-4A8A-74E111597B9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C54C415-0E2C-154C-3CC9-8F8793CFE3B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92918906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322714-732D-8E53-4627-6D0EA48021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8405D0-5AD7-80DC-3E00-A759A976F97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4FF75C-08B7-6640-F74D-AF177705FE9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17CAFA6-BE19-9015-62B9-CBA93C9CFFE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749FE136-0FF4-24BF-477C-9DF1FB7BDB7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B7A7567-6BBC-AACC-3FD8-D5CC6BABEB6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83708609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07F8A-F5F9-BC91-601B-915FAA14FA6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499F693-8CE8-1CAE-AE40-51400AFCCA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27D7E3-A111-D305-C6D0-4F6C545065B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2886BCC-0AB9-1036-F685-C04B241B39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13C804B-1C55-43C7-B916-02E552FB57A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1A9B5B2-1AFF-2B9E-04DD-66B02C83803F}"/>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8" name="フッター プレースホルダー 7">
            <a:extLst>
              <a:ext uri="{FF2B5EF4-FFF2-40B4-BE49-F238E27FC236}">
                <a16:creationId xmlns:a16="http://schemas.microsoft.com/office/drawing/2014/main" id="{D6CE9B85-A8C1-CD61-F114-15A8297E298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12B3D9C-8E21-1BC2-D355-9FB275BFBB5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211288755"/>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3B8C4-8C56-2B9D-B42A-4A31C56A3D6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EE4B938-A7CA-9A99-8129-9892248A97A3}"/>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1E312EDA-2EF0-AC3D-8E07-846C3935ECA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C1FD7912-F88A-39C3-36F8-CB379464741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93073623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39F8122-7001-7CF6-7908-922BF347CD28}"/>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3" name="フッター プレースホルダー 2">
            <a:extLst>
              <a:ext uri="{FF2B5EF4-FFF2-40B4-BE49-F238E27FC236}">
                <a16:creationId xmlns:a16="http://schemas.microsoft.com/office/drawing/2014/main" id="{7BD59590-E8E8-B9B6-3C51-CAA551142E6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86AD448-B915-5D26-B662-1A1ABD0E89E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10995322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327C76-9BE7-ADF1-9285-84D8938467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A0E9CB-26E2-9746-CA8A-EE13A8BF25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0C4BBB8-3C7E-B2B8-9AD3-CE443507E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2D5C723-DC86-67A2-399C-3692C198ECB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336D6F52-1C28-2088-78B9-3E069D7E356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54BDBF9-7E4A-2803-33F0-D8F8A7F35E3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61539429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68F757-77EB-8ECB-429B-825A984B3EF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8C8F4A-225A-A5D0-A7B7-0DCAF343A0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37BAE56-F0D8-E3A6-C1B6-430E623AC1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2A72FB-E66A-D983-4DC9-B2126C063E1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1BB9800A-F1BC-FC51-A880-1F03BACB84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48092F-B2BF-F651-E7C0-2E96E1ABDEA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72228252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59ED99-1909-44C9-3405-65B6DCA6C97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7D473C6-6A4B-64F1-987E-DBD00F1EAD3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5DD2F1-71D6-6A82-F540-7D4D10830EF1}"/>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6B3286A-108A-4C7B-CBBE-B98847D9DB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F538D2B-6B1E-FC30-1B9F-EE44BCD6DF4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35160191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2A2010C-894C-C01C-23E5-B1222B654C0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62F3E55-BBB7-D4F4-7C8D-C33064154AC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7A3521F-80C1-52E3-7790-68491F202F3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1F1F088D-B6CA-AB81-63D5-88C9C51C08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6275873-3899-BC03-793A-50ADB2B87FED}"/>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2643592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731520" y="1737360"/>
            <a:ext cx="10698480" cy="1645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1"/>
          <p:cNvSpPr>
            <a:spLocks noGrp="1"/>
          </p:cNvSpPr>
          <p:nvPr>
            <p:ph type="body" idx="102" hasCustomPrompt="1"/>
          </p:nvPr>
        </p:nvSpPr>
        <p:spPr>
          <a:xfrm>
            <a:off x="731520" y="3566160"/>
            <a:ext cx="10698480" cy="640080"/>
          </a:xfrm>
          <a:prstGeom prst="rect">
            <a:avLst/>
          </a:prstGeom>
          <a:noFill/>
          <a:ln/>
        </p:spPr>
        <p:txBody>
          <a:bodyPr wrap="square" rtlCol="0"/>
          <a:lstStyle>
            <a:lvl1pPr marL="0" indent="0" algn="l">
              <a:buNone/>
              <a:defRPr lang="en-US" sz="2000" dirty="0">
                <a:solidFill>
                  <a:schemeClr val="accent5"/>
                </a:solidFill>
              </a:defRPr>
            </a:lvl1pPr>
          </a:lstStyle>
          <a:p>
            <a:pPr marL="0" indent="0" algn="l">
              <a:buNone/>
            </a:pPr>
            <a:endParaRPr lang="en-US" sz="2000" dirty="0"/>
          </a:p>
        </p:txBody>
      </p:sp>
    </p:spTree>
    <p:extLst>
      <p:ext uri="{BB962C8B-B14F-4D97-AF65-F5344CB8AC3E}">
        <p14:creationId xmlns:p14="http://schemas.microsoft.com/office/powerpoint/2010/main" val="20522473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8659768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LOSING">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775680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57BD7FC-2850-0AFE-0FF5-E7877233E9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CABAA9-89B7-D1B5-E71D-5F84B9BC10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45F85AC-1E0A-54BE-4459-86EB80F96E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CE53CAD-A109-2298-9F36-1253FDD48A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95D234F-B935-506B-6D06-05D602451B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481266189"/>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chart" Target="../charts/chart3.xml"/><Relationship Id="rId4"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title" idx="101"/>
          </p:nvPr>
        </p:nvSpPr>
        <p:spPr>
          <a:prstGeom prst="rect">
            <a:avLst/>
          </a:prstGeom>
          <a:noFill/>
          <a:ln/>
        </p:spPr>
        <p:txBody>
          <a:bodyPr wrap="square" rtlCol="0" anchor="b"/>
          <a:lstStyle/>
          <a:p>
            <a:pPr marL="0" indent="0" algn="l">
              <a:buNone/>
            </a:pPr>
            <a:r>
              <a:rPr lang="en-US" sz="3600" dirty="0" err="1">
                <a:solidFill>
                  <a:schemeClr val="tx1"/>
                </a:solidFill>
              </a:rPr>
              <a:t>多クラスに適用するLIME</a:t>
            </a:r>
            <a:endParaRPr lang="en-US" sz="3600" dirty="0">
              <a:solidFill>
                <a:schemeClr val="tx1"/>
              </a:solidFill>
            </a:endParaRPr>
          </a:p>
        </p:txBody>
      </p:sp>
      <p:sp>
        <p:nvSpPr>
          <p:cNvPr id="4" name="Text 1"/>
          <p:cNvSpPr>
            <a:spLocks noGrp="1"/>
          </p:cNvSpPr>
          <p:nvPr>
            <p:ph type="body" idx="102"/>
          </p:nvPr>
        </p:nvSpPr>
        <p:spPr>
          <a:prstGeom prst="rect">
            <a:avLst/>
          </a:prstGeom>
          <a:noFill/>
          <a:ln/>
        </p:spPr>
        <p:txBody>
          <a:bodyPr wrap="square" rtlCol="0">
            <a:normAutofit fontScale="85000" lnSpcReduction="20000"/>
          </a:bodyPr>
          <a:lstStyle/>
          <a:p>
            <a:pPr marL="0" indent="0" algn="l">
              <a:buNone/>
            </a:pPr>
            <a:r>
              <a:rPr lang="en-US" sz="2000" dirty="0" err="1">
                <a:solidFill>
                  <a:schemeClr val="tx1"/>
                </a:solidFill>
              </a:rPr>
              <a:t>池亀颯太</a:t>
            </a:r>
            <a:endParaRPr lang="en-US" sz="2000" dirty="0">
              <a:solidFill>
                <a:schemeClr val="tx1"/>
              </a:solidFill>
            </a:endParaRPr>
          </a:p>
          <a:p>
            <a:pPr marL="0" indent="0" algn="l">
              <a:buNone/>
            </a:pPr>
            <a:r>
              <a:rPr lang="en-US" dirty="0">
                <a:solidFill>
                  <a:schemeClr val="tx1"/>
                </a:solidFill>
              </a:rPr>
              <a:t>10月5日(</a:t>
            </a:r>
            <a:r>
              <a:rPr lang="en-US" dirty="0" err="1">
                <a:solidFill>
                  <a:schemeClr val="tx1"/>
                </a:solidFill>
              </a:rPr>
              <a:t>月</a:t>
            </a:r>
            <a:r>
              <a:rPr lang="en-US" dirty="0">
                <a:solidFill>
                  <a:schemeClr val="tx1"/>
                </a:solidFill>
              </a:rPr>
              <a:t>)</a:t>
            </a:r>
            <a:r>
              <a:rPr lang="en-US" dirty="0" err="1">
                <a:solidFill>
                  <a:schemeClr val="tx1"/>
                </a:solidFill>
              </a:rPr>
              <a:t>発表</a:t>
            </a:r>
            <a:endParaRPr lang="en-US" sz="2000" dirty="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4" name="Shape 1"/>
          <p:cNvSpPr/>
          <p:nvPr/>
        </p:nvSpPr>
        <p:spPr>
          <a:xfrm>
            <a:off x="548640" y="121615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今日の問い</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marL="0" indent="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txBody>
          <a:bodyPr/>
          <a:lstStyle/>
          <a:p>
            <a:endParaRPr lang="ja-JP" altLang="en-US"/>
          </a:p>
        </p:txBody>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txBody>
          <a:bodyPr/>
          <a:lstStyle/>
          <a:p>
            <a:endParaRPr lang="ja-JP" altLang="en-US"/>
          </a:p>
        </p:txBody>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txBody>
          <a:bodyPr/>
          <a:lstStyle/>
          <a:p>
            <a:endParaRPr lang="ja-JP" altLang="en-US"/>
          </a:p>
        </p:txBody>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txBody>
          <a:bodyPr/>
          <a:lstStyle/>
          <a:p>
            <a:endParaRPr lang="ja-JP" altLang="en-US"/>
          </a:p>
        </p:txBody>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txBody>
          <a:bodyPr/>
          <a:lstStyle/>
          <a:p>
            <a:endParaRPr lang="ja-JP" altLang="en-US"/>
          </a:p>
        </p:txBody>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9" name="Text 66"/>
          <p:cNvSpPr txBox="1"/>
          <p:nvPr/>
        </p:nvSpPr>
        <p:spPr>
          <a:xfrm>
            <a:off x="822960" y="4983480"/>
            <a:ext cx="3291840" cy="274320"/>
          </a:xfrm>
          <a:prstGeom prst="rect">
            <a:avLst/>
          </a:prstGeom>
          <a:noFill/>
          <a:ln/>
        </p:spPr>
        <p:txBody>
          <a:bodyPr wrap="square" lIns="0" tIns="0" rIns="0" bIns="0" rtlCol="0" anchor="t"/>
          <a:lstStyle/>
          <a:p>
            <a:pPr marL="0" indent="0">
              <a:buNone/>
            </a:pPr>
            <a:r>
              <a:rPr lang="en-US" sz="1200" dirty="0" err="1">
                <a:solidFill>
                  <a:schemeClr val="tx2"/>
                </a:solidFill>
              </a:rPr>
              <a:t>入力画像</a:t>
            </a:r>
            <a:endParaRPr lang="en-US" sz="1200" dirty="0"/>
          </a:p>
        </p:txBody>
      </p:sp>
      <p:graphicFrame>
        <p:nvGraphicFramePr>
          <p:cNvPr id="70" name="Chart 0"/>
          <p:cNvGraphicFramePr/>
          <p:nvPr/>
        </p:nvGraphicFramePr>
        <p:xfrm>
          <a:off x="4572000" y="1691640"/>
          <a:ext cx="7040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71" name="Shape 67"/>
          <p:cNvSpPr/>
          <p:nvPr/>
        </p:nvSpPr>
        <p:spPr>
          <a:xfrm>
            <a:off x="2676352" y="5440680"/>
            <a:ext cx="6839296" cy="777240"/>
          </a:xfrm>
          <a:prstGeom prst="roundRect">
            <a:avLst>
              <a:gd name="adj" fmla="val 14118"/>
            </a:avLst>
          </a:prstGeom>
          <a:noFill/>
          <a:ln w="12700">
            <a:solidFill>
              <a:schemeClr val="tx1"/>
            </a:solidFill>
            <a:prstDash val="solid"/>
          </a:ln>
        </p:spPr>
        <p:txBody>
          <a:bodyPr/>
          <a:lstStyle/>
          <a:p>
            <a:endParaRPr lang="ja-JP" altLang="en-US"/>
          </a:p>
        </p:txBody>
      </p:sp>
      <p:sp>
        <p:nvSpPr>
          <p:cNvPr id="72" name="Text 68"/>
          <p:cNvSpPr txBox="1"/>
          <p:nvPr/>
        </p:nvSpPr>
        <p:spPr>
          <a:xfrm>
            <a:off x="2950672" y="5440680"/>
            <a:ext cx="6564976" cy="777240"/>
          </a:xfrm>
          <a:prstGeom prst="rect">
            <a:avLst/>
          </a:prstGeom>
          <a:noFill/>
          <a:ln/>
        </p:spPr>
        <p:txBody>
          <a:bodyPr wrap="square" lIns="0" tIns="0" rIns="0" bIns="0" rtlCol="0" anchor="ctr"/>
          <a:lstStyle/>
          <a:p>
            <a:pPr marL="0" indent="0">
              <a:buNone/>
            </a:pPr>
            <a:r>
              <a:rPr lang="en-US" sz="2600" b="1" dirty="0">
                <a:solidFill>
                  <a:schemeClr val="tx1"/>
                </a:solidFill>
              </a:rPr>
              <a:t>予測は6だけど，なぜ</a:t>
            </a:r>
            <a:r>
              <a:rPr lang="en-US" sz="2600" b="1" dirty="0">
                <a:solidFill>
                  <a:schemeClr val="accent2"/>
                </a:solidFill>
              </a:rPr>
              <a:t>0</a:t>
            </a:r>
            <a:r>
              <a:rPr lang="en-US" sz="2600" b="1" dirty="0">
                <a:solidFill>
                  <a:schemeClr val="tx1"/>
                </a:solidFill>
              </a:rPr>
              <a:t>ではなく</a:t>
            </a:r>
            <a:r>
              <a:rPr lang="en-US" sz="2600" b="1" dirty="0">
                <a:solidFill>
                  <a:schemeClr val="accent1"/>
                </a:solidFill>
              </a:rPr>
              <a:t>6</a:t>
            </a:r>
            <a:r>
              <a:rPr lang="en-US" sz="2600" b="1" dirty="0">
                <a:solidFill>
                  <a:schemeClr val="tx1"/>
                </a:solidFill>
              </a:rPr>
              <a:t>なのか？</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LIMEのおさらい（1）摂動画像を作る</a:t>
            </a:r>
            <a:endParaRPr lang="en-US" sz="3000" dirty="0"/>
          </a:p>
        </p:txBody>
      </p:sp>
      <p:sp>
        <p:nvSpPr>
          <p:cNvPr id="50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4" name="Shape 1"/>
          <p:cNvSpPr/>
          <p:nvPr/>
        </p:nvSpPr>
        <p:spPr>
          <a:xfrm>
            <a:off x="548640" y="15225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5225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95094"/>
            <a:ext cx="4023360" cy="411480"/>
          </a:xfrm>
          <a:prstGeom prst="rect">
            <a:avLst/>
          </a:prstGeom>
          <a:noFill/>
          <a:ln/>
        </p:spPr>
        <p:txBody>
          <a:bodyPr wrap="square" lIns="0" tIns="0" rIns="0" bIns="0" rtlCol="0" anchor="t"/>
          <a:lstStyle/>
          <a:p>
            <a:pPr marL="0" indent="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906574"/>
            <a:ext cx="4023360" cy="365760"/>
          </a:xfrm>
          <a:prstGeom prst="rect">
            <a:avLst/>
          </a:prstGeom>
          <a:noFill/>
          <a:ln/>
        </p:spPr>
        <p:txBody>
          <a:bodyPr wrap="square" lIns="0" tIns="0" rIns="0" bIns="0" rtlCol="0" anchor="t"/>
          <a:lstStyle/>
          <a:p>
            <a:pPr marL="0" indent="0">
              <a:buNone/>
            </a:pPr>
            <a:r>
              <a:rPr lang="en-US" sz="1200" dirty="0" err="1">
                <a:solidFill>
                  <a:schemeClr val="tx2"/>
                </a:solidFill>
              </a:rPr>
              <a:t>スーパーピクセル</a:t>
            </a:r>
            <a:r>
              <a:rPr lang="en-US" sz="1200" dirty="0">
                <a:solidFill>
                  <a:schemeClr val="tx2"/>
                </a:solidFill>
              </a:rPr>
              <a:t> : </a:t>
            </a:r>
            <a:r>
              <a:rPr lang="en-US" sz="1200" dirty="0" err="1">
                <a:solidFill>
                  <a:schemeClr val="tx2"/>
                </a:solidFill>
              </a:rPr>
              <a:t>ピクセルをまとめた小さな領域</a:t>
            </a:r>
            <a:r>
              <a:rPr lang="en-US" sz="1200" dirty="0">
                <a:solidFill>
                  <a:schemeClr val="tx2"/>
                </a:solidFill>
              </a:rPr>
              <a:t> </a:t>
            </a:r>
            <a:endParaRPr lang="en-US" sz="1200" dirty="0"/>
          </a:p>
        </p:txBody>
      </p:sp>
      <p:sp>
        <p:nvSpPr>
          <p:cNvPr id="8" name="Shape 5"/>
          <p:cNvSpPr/>
          <p:nvPr/>
        </p:nvSpPr>
        <p:spPr>
          <a:xfrm>
            <a:off x="548640" y="24369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369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528537"/>
            <a:ext cx="4023360" cy="411480"/>
          </a:xfrm>
          <a:prstGeom prst="rect">
            <a:avLst/>
          </a:prstGeom>
          <a:noFill/>
          <a:ln/>
        </p:spPr>
        <p:txBody>
          <a:bodyPr wrap="square" lIns="0" tIns="0" rIns="0" bIns="0" rtlCol="0" anchor="t"/>
          <a:lstStyle/>
          <a:p>
            <a:pPr marL="0" indent="0">
              <a:buNone/>
            </a:pPr>
            <a:r>
              <a:rPr lang="en-US" sz="1600" b="1" dirty="0">
                <a:solidFill>
                  <a:schemeClr val="tx1"/>
                </a:solidFill>
              </a:rPr>
              <a:t>領域をランダムに隠した画像を作る</a:t>
            </a:r>
            <a:endParaRPr lang="en-US" sz="1600" dirty="0"/>
          </a:p>
        </p:txBody>
      </p:sp>
      <p:sp>
        <p:nvSpPr>
          <p:cNvPr id="12" name="Shape 9"/>
          <p:cNvSpPr/>
          <p:nvPr/>
        </p:nvSpPr>
        <p:spPr>
          <a:xfrm>
            <a:off x="548640" y="33513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10"/>
          <p:cNvSpPr txBox="1"/>
          <p:nvPr/>
        </p:nvSpPr>
        <p:spPr>
          <a:xfrm>
            <a:off x="548640" y="33513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447124"/>
            <a:ext cx="4023360" cy="411480"/>
          </a:xfrm>
          <a:prstGeom prst="rect">
            <a:avLst/>
          </a:prstGeom>
          <a:noFill/>
          <a:ln/>
        </p:spPr>
        <p:txBody>
          <a:bodyPr wrap="square" lIns="0" tIns="0" rIns="0" bIns="0" rtlCol="0" anchor="t"/>
          <a:lstStyle/>
          <a:p>
            <a:pPr marL="0" indent="0">
              <a:buNone/>
            </a:pPr>
            <a:r>
              <a:rPr lang="en-US" sz="1600" b="1" dirty="0">
                <a:solidFill>
                  <a:schemeClr val="tx1"/>
                </a:solidFill>
              </a:rPr>
              <a:t>AIに入れて6の確率を記録する</a:t>
            </a:r>
            <a:endParaRPr lang="en-US" sz="16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2267712"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2514600"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7" name="Shape 74"/>
          <p:cNvSpPr/>
          <p:nvPr/>
        </p:nvSpPr>
        <p:spPr>
          <a:xfrm>
            <a:off x="2761488"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9" name="Shape 76"/>
          <p:cNvSpPr/>
          <p:nvPr/>
        </p:nvSpPr>
        <p:spPr>
          <a:xfrm>
            <a:off x="3008376"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2267712"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9" name="Shape 86"/>
          <p:cNvSpPr/>
          <p:nvPr/>
        </p:nvSpPr>
        <p:spPr>
          <a:xfrm>
            <a:off x="2514600"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1" name="Shape 88"/>
          <p:cNvSpPr/>
          <p:nvPr/>
        </p:nvSpPr>
        <p:spPr>
          <a:xfrm>
            <a:off x="2761488"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3" name="Shape 90"/>
          <p:cNvSpPr/>
          <p:nvPr/>
        </p:nvSpPr>
        <p:spPr>
          <a:xfrm>
            <a:off x="3008376"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0" name="Shape 97"/>
          <p:cNvSpPr/>
          <p:nvPr/>
        </p:nvSpPr>
        <p:spPr>
          <a:xfrm>
            <a:off x="2267712"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2" name="Shape 99"/>
          <p:cNvSpPr/>
          <p:nvPr/>
        </p:nvSpPr>
        <p:spPr>
          <a:xfrm>
            <a:off x="2514600"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4" name="Shape 101"/>
          <p:cNvSpPr/>
          <p:nvPr/>
        </p:nvSpPr>
        <p:spPr>
          <a:xfrm>
            <a:off x="2761488"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6" name="Shape 103"/>
          <p:cNvSpPr/>
          <p:nvPr/>
        </p:nvSpPr>
        <p:spPr>
          <a:xfrm>
            <a:off x="3008376"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3" name="Shape 110"/>
          <p:cNvSpPr/>
          <p:nvPr/>
        </p:nvSpPr>
        <p:spPr>
          <a:xfrm>
            <a:off x="2267712"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5" name="Shape 112"/>
          <p:cNvSpPr/>
          <p:nvPr/>
        </p:nvSpPr>
        <p:spPr>
          <a:xfrm>
            <a:off x="2514600"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7" name="Shape 114"/>
          <p:cNvSpPr/>
          <p:nvPr/>
        </p:nvSpPr>
        <p:spPr>
          <a:xfrm>
            <a:off x="2761488"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8" name="Shape 115"/>
          <p:cNvSpPr/>
          <p:nvPr/>
        </p:nvSpPr>
        <p:spPr>
          <a:xfrm>
            <a:off x="3008376"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1527048" y="4933188"/>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2514600" y="4439412"/>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4" name="Text 121"/>
          <p:cNvSpPr txBox="1"/>
          <p:nvPr/>
        </p:nvSpPr>
        <p:spPr>
          <a:xfrm>
            <a:off x="2514600" y="5451653"/>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marL="0" indent="0" algn="ctr">
              <a:buNone/>
            </a:pPr>
            <a:r>
              <a:rPr lang="en-US" sz="1100" dirty="0">
                <a:solidFill>
                  <a:schemeClr val="tx2"/>
                </a:solidFill>
              </a:rPr>
              <a:t>元画像とスーパーピクセル</a:t>
            </a:r>
            <a:endParaRPr lang="en-US" sz="1100" dirty="0"/>
          </a:p>
        </p:txBody>
      </p:sp>
      <p:sp>
        <p:nvSpPr>
          <p:cNvPr id="126" name="Shape 123"/>
          <p:cNvSpPr/>
          <p:nvPr/>
        </p:nvSpPr>
        <p:spPr>
          <a:xfrm>
            <a:off x="539496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7" name="Shape 124"/>
          <p:cNvSpPr/>
          <p:nvPr/>
        </p:nvSpPr>
        <p:spPr>
          <a:xfrm>
            <a:off x="555955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8" name="Shape 125"/>
          <p:cNvSpPr/>
          <p:nvPr/>
        </p:nvSpPr>
        <p:spPr>
          <a:xfrm>
            <a:off x="572414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9" name="Shape 126"/>
          <p:cNvSpPr/>
          <p:nvPr/>
        </p:nvSpPr>
        <p:spPr>
          <a:xfrm>
            <a:off x="5753771"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30" name="Shape 127"/>
          <p:cNvSpPr/>
          <p:nvPr/>
        </p:nvSpPr>
        <p:spPr>
          <a:xfrm>
            <a:off x="588873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1" name="Shape 128"/>
          <p:cNvSpPr/>
          <p:nvPr/>
        </p:nvSpPr>
        <p:spPr>
          <a:xfrm>
            <a:off x="5918363"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32" name="Shape 129"/>
          <p:cNvSpPr/>
          <p:nvPr/>
        </p:nvSpPr>
        <p:spPr>
          <a:xfrm>
            <a:off x="605332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3" name="Shape 130"/>
          <p:cNvSpPr/>
          <p:nvPr/>
        </p:nvSpPr>
        <p:spPr>
          <a:xfrm>
            <a:off x="6082955"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34" name="Shape 131"/>
          <p:cNvSpPr/>
          <p:nvPr/>
        </p:nvSpPr>
        <p:spPr>
          <a:xfrm>
            <a:off x="621792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5" name="Shape 132"/>
          <p:cNvSpPr/>
          <p:nvPr/>
        </p:nvSpPr>
        <p:spPr>
          <a:xfrm>
            <a:off x="6247547"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36" name="Shape 133"/>
          <p:cNvSpPr/>
          <p:nvPr/>
        </p:nvSpPr>
        <p:spPr>
          <a:xfrm>
            <a:off x="638251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7" name="Shape 134"/>
          <p:cNvSpPr/>
          <p:nvPr/>
        </p:nvSpPr>
        <p:spPr>
          <a:xfrm>
            <a:off x="65471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8" name="Shape 135"/>
          <p:cNvSpPr/>
          <p:nvPr/>
        </p:nvSpPr>
        <p:spPr>
          <a:xfrm>
            <a:off x="539496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9" name="Shape 136"/>
          <p:cNvSpPr/>
          <p:nvPr/>
        </p:nvSpPr>
        <p:spPr>
          <a:xfrm>
            <a:off x="555955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0" name="Shape 137"/>
          <p:cNvSpPr/>
          <p:nvPr/>
        </p:nvSpPr>
        <p:spPr>
          <a:xfrm>
            <a:off x="572414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1" name="Shape 138"/>
          <p:cNvSpPr/>
          <p:nvPr/>
        </p:nvSpPr>
        <p:spPr>
          <a:xfrm>
            <a:off x="5753771"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42" name="Shape 139"/>
          <p:cNvSpPr/>
          <p:nvPr/>
        </p:nvSpPr>
        <p:spPr>
          <a:xfrm>
            <a:off x="588873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3" name="Shape 140"/>
          <p:cNvSpPr/>
          <p:nvPr/>
        </p:nvSpPr>
        <p:spPr>
          <a:xfrm>
            <a:off x="5918363"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4" name="Shape 141"/>
          <p:cNvSpPr/>
          <p:nvPr/>
        </p:nvSpPr>
        <p:spPr>
          <a:xfrm>
            <a:off x="605332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5" name="Shape 142"/>
          <p:cNvSpPr/>
          <p:nvPr/>
        </p:nvSpPr>
        <p:spPr>
          <a:xfrm>
            <a:off x="6082955"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46" name="Shape 143"/>
          <p:cNvSpPr/>
          <p:nvPr/>
        </p:nvSpPr>
        <p:spPr>
          <a:xfrm>
            <a:off x="621792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7" name="Shape 144"/>
          <p:cNvSpPr/>
          <p:nvPr/>
        </p:nvSpPr>
        <p:spPr>
          <a:xfrm>
            <a:off x="6247547"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48" name="Shape 145"/>
          <p:cNvSpPr/>
          <p:nvPr/>
        </p:nvSpPr>
        <p:spPr>
          <a:xfrm>
            <a:off x="638251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9" name="Shape 146"/>
          <p:cNvSpPr/>
          <p:nvPr/>
        </p:nvSpPr>
        <p:spPr>
          <a:xfrm>
            <a:off x="65471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0" name="Shape 147"/>
          <p:cNvSpPr/>
          <p:nvPr/>
        </p:nvSpPr>
        <p:spPr>
          <a:xfrm>
            <a:off x="539496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1" name="Shape 148"/>
          <p:cNvSpPr/>
          <p:nvPr/>
        </p:nvSpPr>
        <p:spPr>
          <a:xfrm>
            <a:off x="555955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2" name="Shape 149"/>
          <p:cNvSpPr/>
          <p:nvPr/>
        </p:nvSpPr>
        <p:spPr>
          <a:xfrm>
            <a:off x="572414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3" name="Shape 150"/>
          <p:cNvSpPr/>
          <p:nvPr/>
        </p:nvSpPr>
        <p:spPr>
          <a:xfrm>
            <a:off x="5753771"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54" name="Shape 151"/>
          <p:cNvSpPr/>
          <p:nvPr/>
        </p:nvSpPr>
        <p:spPr>
          <a:xfrm>
            <a:off x="588873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5" name="Shape 152"/>
          <p:cNvSpPr/>
          <p:nvPr/>
        </p:nvSpPr>
        <p:spPr>
          <a:xfrm>
            <a:off x="5918363"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6" name="Shape 153"/>
          <p:cNvSpPr/>
          <p:nvPr/>
        </p:nvSpPr>
        <p:spPr>
          <a:xfrm>
            <a:off x="605332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7" name="Shape 154"/>
          <p:cNvSpPr/>
          <p:nvPr/>
        </p:nvSpPr>
        <p:spPr>
          <a:xfrm>
            <a:off x="6082955"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8" name="Shape 155"/>
          <p:cNvSpPr/>
          <p:nvPr/>
        </p:nvSpPr>
        <p:spPr>
          <a:xfrm>
            <a:off x="621792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9" name="Shape 156"/>
          <p:cNvSpPr/>
          <p:nvPr/>
        </p:nvSpPr>
        <p:spPr>
          <a:xfrm>
            <a:off x="6247547"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60" name="Shape 157"/>
          <p:cNvSpPr/>
          <p:nvPr/>
        </p:nvSpPr>
        <p:spPr>
          <a:xfrm>
            <a:off x="638251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1" name="Shape 158"/>
          <p:cNvSpPr/>
          <p:nvPr/>
        </p:nvSpPr>
        <p:spPr>
          <a:xfrm>
            <a:off x="65471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2" name="Shape 159"/>
          <p:cNvSpPr/>
          <p:nvPr/>
        </p:nvSpPr>
        <p:spPr>
          <a:xfrm>
            <a:off x="539496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3" name="Shape 160"/>
          <p:cNvSpPr/>
          <p:nvPr/>
        </p:nvSpPr>
        <p:spPr>
          <a:xfrm>
            <a:off x="555955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4" name="Shape 161"/>
          <p:cNvSpPr/>
          <p:nvPr/>
        </p:nvSpPr>
        <p:spPr>
          <a:xfrm>
            <a:off x="5589179"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5" name="Shape 162"/>
          <p:cNvSpPr/>
          <p:nvPr/>
        </p:nvSpPr>
        <p:spPr>
          <a:xfrm>
            <a:off x="572414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6" name="Shape 163"/>
          <p:cNvSpPr/>
          <p:nvPr/>
        </p:nvSpPr>
        <p:spPr>
          <a:xfrm>
            <a:off x="5753771"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164"/>
          <p:cNvSpPr/>
          <p:nvPr/>
        </p:nvSpPr>
        <p:spPr>
          <a:xfrm>
            <a:off x="588873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8" name="Shape 165"/>
          <p:cNvSpPr/>
          <p:nvPr/>
        </p:nvSpPr>
        <p:spPr>
          <a:xfrm>
            <a:off x="5918363"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166"/>
          <p:cNvSpPr/>
          <p:nvPr/>
        </p:nvSpPr>
        <p:spPr>
          <a:xfrm>
            <a:off x="605332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0" name="Shape 167"/>
          <p:cNvSpPr/>
          <p:nvPr/>
        </p:nvSpPr>
        <p:spPr>
          <a:xfrm>
            <a:off x="6082955"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1" name="Shape 168"/>
          <p:cNvSpPr/>
          <p:nvPr/>
        </p:nvSpPr>
        <p:spPr>
          <a:xfrm>
            <a:off x="621792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2" name="Shape 169"/>
          <p:cNvSpPr/>
          <p:nvPr/>
        </p:nvSpPr>
        <p:spPr>
          <a:xfrm>
            <a:off x="6247547"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73" name="Shape 170"/>
          <p:cNvSpPr/>
          <p:nvPr/>
        </p:nvSpPr>
        <p:spPr>
          <a:xfrm>
            <a:off x="638251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4" name="Shape 171"/>
          <p:cNvSpPr/>
          <p:nvPr/>
        </p:nvSpPr>
        <p:spPr>
          <a:xfrm>
            <a:off x="6412139"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5" name="Shape 172"/>
          <p:cNvSpPr/>
          <p:nvPr/>
        </p:nvSpPr>
        <p:spPr>
          <a:xfrm>
            <a:off x="65471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6" name="Shape 173"/>
          <p:cNvSpPr/>
          <p:nvPr/>
        </p:nvSpPr>
        <p:spPr>
          <a:xfrm>
            <a:off x="539496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7" name="Shape 174"/>
          <p:cNvSpPr/>
          <p:nvPr/>
        </p:nvSpPr>
        <p:spPr>
          <a:xfrm>
            <a:off x="555955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8" name="Shape 175"/>
          <p:cNvSpPr/>
          <p:nvPr/>
        </p:nvSpPr>
        <p:spPr>
          <a:xfrm>
            <a:off x="5589179"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79" name="Shape 176"/>
          <p:cNvSpPr/>
          <p:nvPr/>
        </p:nvSpPr>
        <p:spPr>
          <a:xfrm>
            <a:off x="572414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0" name="Shape 177"/>
          <p:cNvSpPr/>
          <p:nvPr/>
        </p:nvSpPr>
        <p:spPr>
          <a:xfrm>
            <a:off x="575377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178"/>
          <p:cNvSpPr/>
          <p:nvPr/>
        </p:nvSpPr>
        <p:spPr>
          <a:xfrm>
            <a:off x="588873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2" name="Shape 179"/>
          <p:cNvSpPr/>
          <p:nvPr/>
        </p:nvSpPr>
        <p:spPr>
          <a:xfrm>
            <a:off x="591836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3" name="Shape 180"/>
          <p:cNvSpPr/>
          <p:nvPr/>
        </p:nvSpPr>
        <p:spPr>
          <a:xfrm>
            <a:off x="605332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4" name="Shape 181"/>
          <p:cNvSpPr/>
          <p:nvPr/>
        </p:nvSpPr>
        <p:spPr>
          <a:xfrm>
            <a:off x="608295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182"/>
          <p:cNvSpPr/>
          <p:nvPr/>
        </p:nvSpPr>
        <p:spPr>
          <a:xfrm>
            <a:off x="621792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6" name="Shape 183"/>
          <p:cNvSpPr/>
          <p:nvPr/>
        </p:nvSpPr>
        <p:spPr>
          <a:xfrm>
            <a:off x="624754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7" name="Shape 184"/>
          <p:cNvSpPr/>
          <p:nvPr/>
        </p:nvSpPr>
        <p:spPr>
          <a:xfrm>
            <a:off x="638251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8" name="Shape 185"/>
          <p:cNvSpPr/>
          <p:nvPr/>
        </p:nvSpPr>
        <p:spPr>
          <a:xfrm>
            <a:off x="6412139"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89" name="Shape 186"/>
          <p:cNvSpPr/>
          <p:nvPr/>
        </p:nvSpPr>
        <p:spPr>
          <a:xfrm>
            <a:off x="65471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0" name="Shape 187"/>
          <p:cNvSpPr/>
          <p:nvPr/>
        </p:nvSpPr>
        <p:spPr>
          <a:xfrm>
            <a:off x="539496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1" name="Shape 188"/>
          <p:cNvSpPr/>
          <p:nvPr/>
        </p:nvSpPr>
        <p:spPr>
          <a:xfrm>
            <a:off x="555955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2" name="Shape 189"/>
          <p:cNvSpPr/>
          <p:nvPr/>
        </p:nvSpPr>
        <p:spPr>
          <a:xfrm>
            <a:off x="5589179"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93" name="Shape 190"/>
          <p:cNvSpPr/>
          <p:nvPr/>
        </p:nvSpPr>
        <p:spPr>
          <a:xfrm>
            <a:off x="572414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4" name="Shape 191"/>
          <p:cNvSpPr/>
          <p:nvPr/>
        </p:nvSpPr>
        <p:spPr>
          <a:xfrm>
            <a:off x="5753771"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5" name="Shape 192"/>
          <p:cNvSpPr/>
          <p:nvPr/>
        </p:nvSpPr>
        <p:spPr>
          <a:xfrm>
            <a:off x="588873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6" name="Shape 193"/>
          <p:cNvSpPr/>
          <p:nvPr/>
        </p:nvSpPr>
        <p:spPr>
          <a:xfrm>
            <a:off x="5918363"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97" name="Shape 194"/>
          <p:cNvSpPr/>
          <p:nvPr/>
        </p:nvSpPr>
        <p:spPr>
          <a:xfrm>
            <a:off x="605332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8" name="Shape 195"/>
          <p:cNvSpPr/>
          <p:nvPr/>
        </p:nvSpPr>
        <p:spPr>
          <a:xfrm>
            <a:off x="6082955"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9" name="Shape 196"/>
          <p:cNvSpPr/>
          <p:nvPr/>
        </p:nvSpPr>
        <p:spPr>
          <a:xfrm>
            <a:off x="621792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0" name="Shape 197"/>
          <p:cNvSpPr/>
          <p:nvPr/>
        </p:nvSpPr>
        <p:spPr>
          <a:xfrm>
            <a:off x="624754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1" name="Shape 198"/>
          <p:cNvSpPr/>
          <p:nvPr/>
        </p:nvSpPr>
        <p:spPr>
          <a:xfrm>
            <a:off x="638251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2" name="Shape 199"/>
          <p:cNvSpPr/>
          <p:nvPr/>
        </p:nvSpPr>
        <p:spPr>
          <a:xfrm>
            <a:off x="6412139"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03" name="Shape 200"/>
          <p:cNvSpPr/>
          <p:nvPr/>
        </p:nvSpPr>
        <p:spPr>
          <a:xfrm>
            <a:off x="65471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4" name="Shape 201"/>
          <p:cNvSpPr/>
          <p:nvPr/>
        </p:nvSpPr>
        <p:spPr>
          <a:xfrm>
            <a:off x="539496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5" name="Shape 202"/>
          <p:cNvSpPr/>
          <p:nvPr/>
        </p:nvSpPr>
        <p:spPr>
          <a:xfrm>
            <a:off x="555955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6" name="Shape 203"/>
          <p:cNvSpPr/>
          <p:nvPr/>
        </p:nvSpPr>
        <p:spPr>
          <a:xfrm>
            <a:off x="572414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7" name="Shape 204"/>
          <p:cNvSpPr/>
          <p:nvPr/>
        </p:nvSpPr>
        <p:spPr>
          <a:xfrm>
            <a:off x="5753771"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08" name="Shape 205"/>
          <p:cNvSpPr/>
          <p:nvPr/>
        </p:nvSpPr>
        <p:spPr>
          <a:xfrm>
            <a:off x="588873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9" name="Shape 206"/>
          <p:cNvSpPr/>
          <p:nvPr/>
        </p:nvSpPr>
        <p:spPr>
          <a:xfrm>
            <a:off x="591836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0" name="Shape 207"/>
          <p:cNvSpPr/>
          <p:nvPr/>
        </p:nvSpPr>
        <p:spPr>
          <a:xfrm>
            <a:off x="605332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1" name="Shape 208"/>
          <p:cNvSpPr/>
          <p:nvPr/>
        </p:nvSpPr>
        <p:spPr>
          <a:xfrm>
            <a:off x="6082955"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12" name="Shape 209"/>
          <p:cNvSpPr/>
          <p:nvPr/>
        </p:nvSpPr>
        <p:spPr>
          <a:xfrm>
            <a:off x="621792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3" name="Shape 210"/>
          <p:cNvSpPr/>
          <p:nvPr/>
        </p:nvSpPr>
        <p:spPr>
          <a:xfrm>
            <a:off x="6247547"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211"/>
          <p:cNvSpPr/>
          <p:nvPr/>
        </p:nvSpPr>
        <p:spPr>
          <a:xfrm>
            <a:off x="638251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5" name="Shape 212"/>
          <p:cNvSpPr/>
          <p:nvPr/>
        </p:nvSpPr>
        <p:spPr>
          <a:xfrm>
            <a:off x="6412139"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16" name="Shape 213"/>
          <p:cNvSpPr/>
          <p:nvPr/>
        </p:nvSpPr>
        <p:spPr>
          <a:xfrm>
            <a:off x="65471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7" name="Shape 214"/>
          <p:cNvSpPr/>
          <p:nvPr/>
        </p:nvSpPr>
        <p:spPr>
          <a:xfrm>
            <a:off x="539496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8" name="Shape 215"/>
          <p:cNvSpPr/>
          <p:nvPr/>
        </p:nvSpPr>
        <p:spPr>
          <a:xfrm>
            <a:off x="555955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9" name="Shape 216"/>
          <p:cNvSpPr/>
          <p:nvPr/>
        </p:nvSpPr>
        <p:spPr>
          <a:xfrm>
            <a:off x="572414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0" name="Shape 217"/>
          <p:cNvSpPr/>
          <p:nvPr/>
        </p:nvSpPr>
        <p:spPr>
          <a:xfrm>
            <a:off x="5753771"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21" name="Shape 218"/>
          <p:cNvSpPr/>
          <p:nvPr/>
        </p:nvSpPr>
        <p:spPr>
          <a:xfrm>
            <a:off x="588873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2" name="Shape 219"/>
          <p:cNvSpPr/>
          <p:nvPr/>
        </p:nvSpPr>
        <p:spPr>
          <a:xfrm>
            <a:off x="5918363"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23" name="Shape 220"/>
          <p:cNvSpPr/>
          <p:nvPr/>
        </p:nvSpPr>
        <p:spPr>
          <a:xfrm>
            <a:off x="605332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4" name="Shape 221"/>
          <p:cNvSpPr/>
          <p:nvPr/>
        </p:nvSpPr>
        <p:spPr>
          <a:xfrm>
            <a:off x="6082955"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5" name="Shape 222"/>
          <p:cNvSpPr/>
          <p:nvPr/>
        </p:nvSpPr>
        <p:spPr>
          <a:xfrm>
            <a:off x="621792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6" name="Shape 223"/>
          <p:cNvSpPr/>
          <p:nvPr/>
        </p:nvSpPr>
        <p:spPr>
          <a:xfrm>
            <a:off x="6247547"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27" name="Shape 224"/>
          <p:cNvSpPr/>
          <p:nvPr/>
        </p:nvSpPr>
        <p:spPr>
          <a:xfrm>
            <a:off x="638251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8" name="Shape 225"/>
          <p:cNvSpPr/>
          <p:nvPr/>
        </p:nvSpPr>
        <p:spPr>
          <a:xfrm>
            <a:off x="65471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9" name="Text 226"/>
          <p:cNvSpPr txBox="1"/>
          <p:nvPr/>
        </p:nvSpPr>
        <p:spPr>
          <a:xfrm>
            <a:off x="5303520"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元画像</a:t>
            </a:r>
            <a:endParaRPr lang="en-US" sz="1200" dirty="0"/>
          </a:p>
        </p:txBody>
      </p:sp>
      <p:sp>
        <p:nvSpPr>
          <p:cNvPr id="230" name="Shape 227"/>
          <p:cNvSpPr/>
          <p:nvPr/>
        </p:nvSpPr>
        <p:spPr>
          <a:xfrm>
            <a:off x="696772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1" name="Shape 228"/>
          <p:cNvSpPr/>
          <p:nvPr/>
        </p:nvSpPr>
        <p:spPr>
          <a:xfrm>
            <a:off x="713232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2" name="Shape 229"/>
          <p:cNvSpPr/>
          <p:nvPr/>
        </p:nvSpPr>
        <p:spPr>
          <a:xfrm>
            <a:off x="729691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3" name="Shape 230"/>
          <p:cNvSpPr/>
          <p:nvPr/>
        </p:nvSpPr>
        <p:spPr>
          <a:xfrm>
            <a:off x="74615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4" name="Shape 231"/>
          <p:cNvSpPr/>
          <p:nvPr/>
        </p:nvSpPr>
        <p:spPr>
          <a:xfrm>
            <a:off x="7491131"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35" name="Shape 232"/>
          <p:cNvSpPr/>
          <p:nvPr/>
        </p:nvSpPr>
        <p:spPr>
          <a:xfrm>
            <a:off x="76260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6" name="Shape 233"/>
          <p:cNvSpPr/>
          <p:nvPr/>
        </p:nvSpPr>
        <p:spPr>
          <a:xfrm>
            <a:off x="7655723"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37" name="Shape 234"/>
          <p:cNvSpPr/>
          <p:nvPr/>
        </p:nvSpPr>
        <p:spPr>
          <a:xfrm>
            <a:off x="77906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8" name="Shape 235"/>
          <p:cNvSpPr/>
          <p:nvPr/>
        </p:nvSpPr>
        <p:spPr>
          <a:xfrm>
            <a:off x="7820315"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9" name="Shape 236"/>
          <p:cNvSpPr/>
          <p:nvPr/>
        </p:nvSpPr>
        <p:spPr>
          <a:xfrm>
            <a:off x="79552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0" name="Shape 237"/>
          <p:cNvSpPr/>
          <p:nvPr/>
        </p:nvSpPr>
        <p:spPr>
          <a:xfrm>
            <a:off x="811987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1" name="Shape 238"/>
          <p:cNvSpPr/>
          <p:nvPr/>
        </p:nvSpPr>
        <p:spPr>
          <a:xfrm>
            <a:off x="696772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2" name="Shape 239"/>
          <p:cNvSpPr/>
          <p:nvPr/>
        </p:nvSpPr>
        <p:spPr>
          <a:xfrm>
            <a:off x="713232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3" name="Shape 240"/>
          <p:cNvSpPr/>
          <p:nvPr/>
        </p:nvSpPr>
        <p:spPr>
          <a:xfrm>
            <a:off x="729691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4" name="Shape 241"/>
          <p:cNvSpPr/>
          <p:nvPr/>
        </p:nvSpPr>
        <p:spPr>
          <a:xfrm>
            <a:off x="74615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5" name="Shape 242"/>
          <p:cNvSpPr/>
          <p:nvPr/>
        </p:nvSpPr>
        <p:spPr>
          <a:xfrm>
            <a:off x="7491131"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6" name="Shape 243"/>
          <p:cNvSpPr/>
          <p:nvPr/>
        </p:nvSpPr>
        <p:spPr>
          <a:xfrm>
            <a:off x="76260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7" name="Shape 244"/>
          <p:cNvSpPr/>
          <p:nvPr/>
        </p:nvSpPr>
        <p:spPr>
          <a:xfrm>
            <a:off x="7655723"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8" name="Shape 245"/>
          <p:cNvSpPr/>
          <p:nvPr/>
        </p:nvSpPr>
        <p:spPr>
          <a:xfrm>
            <a:off x="77906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9" name="Shape 246"/>
          <p:cNvSpPr/>
          <p:nvPr/>
        </p:nvSpPr>
        <p:spPr>
          <a:xfrm>
            <a:off x="7820315"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250" name="Shape 247"/>
          <p:cNvSpPr/>
          <p:nvPr/>
        </p:nvSpPr>
        <p:spPr>
          <a:xfrm>
            <a:off x="79552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1" name="Shape 248"/>
          <p:cNvSpPr/>
          <p:nvPr/>
        </p:nvSpPr>
        <p:spPr>
          <a:xfrm>
            <a:off x="811987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2" name="Shape 249"/>
          <p:cNvSpPr/>
          <p:nvPr/>
        </p:nvSpPr>
        <p:spPr>
          <a:xfrm>
            <a:off x="696772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3" name="Shape 250"/>
          <p:cNvSpPr/>
          <p:nvPr/>
        </p:nvSpPr>
        <p:spPr>
          <a:xfrm>
            <a:off x="713232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4" name="Shape 251"/>
          <p:cNvSpPr/>
          <p:nvPr/>
        </p:nvSpPr>
        <p:spPr>
          <a:xfrm>
            <a:off x="729691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5" name="Shape 252"/>
          <p:cNvSpPr/>
          <p:nvPr/>
        </p:nvSpPr>
        <p:spPr>
          <a:xfrm>
            <a:off x="74615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6" name="Shape 253"/>
          <p:cNvSpPr/>
          <p:nvPr/>
        </p:nvSpPr>
        <p:spPr>
          <a:xfrm>
            <a:off x="7491131"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57" name="Shape 254"/>
          <p:cNvSpPr/>
          <p:nvPr/>
        </p:nvSpPr>
        <p:spPr>
          <a:xfrm>
            <a:off x="76260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8" name="Shape 255"/>
          <p:cNvSpPr/>
          <p:nvPr/>
        </p:nvSpPr>
        <p:spPr>
          <a:xfrm>
            <a:off x="7655723"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59" name="Shape 256"/>
          <p:cNvSpPr/>
          <p:nvPr/>
        </p:nvSpPr>
        <p:spPr>
          <a:xfrm>
            <a:off x="77906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0" name="Shape 257"/>
          <p:cNvSpPr/>
          <p:nvPr/>
        </p:nvSpPr>
        <p:spPr>
          <a:xfrm>
            <a:off x="7820315"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261" name="Shape 258"/>
          <p:cNvSpPr/>
          <p:nvPr/>
        </p:nvSpPr>
        <p:spPr>
          <a:xfrm>
            <a:off x="79552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2" name="Shape 259"/>
          <p:cNvSpPr/>
          <p:nvPr/>
        </p:nvSpPr>
        <p:spPr>
          <a:xfrm>
            <a:off x="811987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3" name="Shape 260"/>
          <p:cNvSpPr/>
          <p:nvPr/>
        </p:nvSpPr>
        <p:spPr>
          <a:xfrm>
            <a:off x="696772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4" name="Shape 261"/>
          <p:cNvSpPr/>
          <p:nvPr/>
        </p:nvSpPr>
        <p:spPr>
          <a:xfrm>
            <a:off x="713232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5" name="Shape 262"/>
          <p:cNvSpPr/>
          <p:nvPr/>
        </p:nvSpPr>
        <p:spPr>
          <a:xfrm>
            <a:off x="729691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6" name="Shape 263"/>
          <p:cNvSpPr/>
          <p:nvPr/>
        </p:nvSpPr>
        <p:spPr>
          <a:xfrm>
            <a:off x="74615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7" name="Shape 264"/>
          <p:cNvSpPr/>
          <p:nvPr/>
        </p:nvSpPr>
        <p:spPr>
          <a:xfrm>
            <a:off x="7491131"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68" name="Shape 265"/>
          <p:cNvSpPr/>
          <p:nvPr/>
        </p:nvSpPr>
        <p:spPr>
          <a:xfrm>
            <a:off x="76260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9" name="Shape 266"/>
          <p:cNvSpPr/>
          <p:nvPr/>
        </p:nvSpPr>
        <p:spPr>
          <a:xfrm>
            <a:off x="7655723"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70" name="Shape 267"/>
          <p:cNvSpPr/>
          <p:nvPr/>
        </p:nvSpPr>
        <p:spPr>
          <a:xfrm>
            <a:off x="77906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1" name="Shape 268"/>
          <p:cNvSpPr/>
          <p:nvPr/>
        </p:nvSpPr>
        <p:spPr>
          <a:xfrm>
            <a:off x="7820315"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72" name="Shape 269"/>
          <p:cNvSpPr/>
          <p:nvPr/>
        </p:nvSpPr>
        <p:spPr>
          <a:xfrm>
            <a:off x="79552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3" name="Shape 270"/>
          <p:cNvSpPr/>
          <p:nvPr/>
        </p:nvSpPr>
        <p:spPr>
          <a:xfrm>
            <a:off x="7984907"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74" name="Shape 271"/>
          <p:cNvSpPr/>
          <p:nvPr/>
        </p:nvSpPr>
        <p:spPr>
          <a:xfrm>
            <a:off x="811987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5" name="Shape 272"/>
          <p:cNvSpPr/>
          <p:nvPr/>
        </p:nvSpPr>
        <p:spPr>
          <a:xfrm>
            <a:off x="696772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6" name="Shape 273"/>
          <p:cNvSpPr/>
          <p:nvPr/>
        </p:nvSpPr>
        <p:spPr>
          <a:xfrm>
            <a:off x="713232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7" name="Shape 274"/>
          <p:cNvSpPr/>
          <p:nvPr/>
        </p:nvSpPr>
        <p:spPr>
          <a:xfrm>
            <a:off x="729691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8" name="Shape 275"/>
          <p:cNvSpPr/>
          <p:nvPr/>
        </p:nvSpPr>
        <p:spPr>
          <a:xfrm>
            <a:off x="74615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9" name="Shape 276"/>
          <p:cNvSpPr/>
          <p:nvPr/>
        </p:nvSpPr>
        <p:spPr>
          <a:xfrm>
            <a:off x="749113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0" name="Shape 277"/>
          <p:cNvSpPr/>
          <p:nvPr/>
        </p:nvSpPr>
        <p:spPr>
          <a:xfrm>
            <a:off x="76260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1" name="Shape 278"/>
          <p:cNvSpPr/>
          <p:nvPr/>
        </p:nvSpPr>
        <p:spPr>
          <a:xfrm>
            <a:off x="765572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2" name="Shape 279"/>
          <p:cNvSpPr/>
          <p:nvPr/>
        </p:nvSpPr>
        <p:spPr>
          <a:xfrm>
            <a:off x="77906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3" name="Shape 280"/>
          <p:cNvSpPr/>
          <p:nvPr/>
        </p:nvSpPr>
        <p:spPr>
          <a:xfrm>
            <a:off x="782031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4" name="Shape 281"/>
          <p:cNvSpPr/>
          <p:nvPr/>
        </p:nvSpPr>
        <p:spPr>
          <a:xfrm>
            <a:off x="79552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5" name="Shape 282"/>
          <p:cNvSpPr/>
          <p:nvPr/>
        </p:nvSpPr>
        <p:spPr>
          <a:xfrm>
            <a:off x="7984907"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86" name="Shape 283"/>
          <p:cNvSpPr/>
          <p:nvPr/>
        </p:nvSpPr>
        <p:spPr>
          <a:xfrm>
            <a:off x="81198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7" name="Shape 284"/>
          <p:cNvSpPr/>
          <p:nvPr/>
        </p:nvSpPr>
        <p:spPr>
          <a:xfrm>
            <a:off x="696772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8" name="Shape 285"/>
          <p:cNvSpPr/>
          <p:nvPr/>
        </p:nvSpPr>
        <p:spPr>
          <a:xfrm>
            <a:off x="713232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9" name="Shape 286"/>
          <p:cNvSpPr/>
          <p:nvPr/>
        </p:nvSpPr>
        <p:spPr>
          <a:xfrm>
            <a:off x="729691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90" name="Shape 287"/>
          <p:cNvSpPr/>
          <p:nvPr/>
        </p:nvSpPr>
        <p:spPr>
          <a:xfrm>
            <a:off x="74615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1" name="Shape 288"/>
          <p:cNvSpPr/>
          <p:nvPr/>
        </p:nvSpPr>
        <p:spPr>
          <a:xfrm>
            <a:off x="7491131"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92" name="Shape 289"/>
          <p:cNvSpPr/>
          <p:nvPr/>
        </p:nvSpPr>
        <p:spPr>
          <a:xfrm>
            <a:off x="76260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3" name="Shape 290"/>
          <p:cNvSpPr/>
          <p:nvPr/>
        </p:nvSpPr>
        <p:spPr>
          <a:xfrm>
            <a:off x="7655723"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94" name="Shape 291"/>
          <p:cNvSpPr/>
          <p:nvPr/>
        </p:nvSpPr>
        <p:spPr>
          <a:xfrm>
            <a:off x="77906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5" name="Shape 292"/>
          <p:cNvSpPr/>
          <p:nvPr/>
        </p:nvSpPr>
        <p:spPr>
          <a:xfrm>
            <a:off x="782031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96" name="Shape 293"/>
          <p:cNvSpPr/>
          <p:nvPr/>
        </p:nvSpPr>
        <p:spPr>
          <a:xfrm>
            <a:off x="79552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7" name="Shape 294"/>
          <p:cNvSpPr/>
          <p:nvPr/>
        </p:nvSpPr>
        <p:spPr>
          <a:xfrm>
            <a:off x="7984907"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98" name="Shape 295"/>
          <p:cNvSpPr/>
          <p:nvPr/>
        </p:nvSpPr>
        <p:spPr>
          <a:xfrm>
            <a:off x="81198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9" name="Shape 296"/>
          <p:cNvSpPr/>
          <p:nvPr/>
        </p:nvSpPr>
        <p:spPr>
          <a:xfrm>
            <a:off x="696772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0" name="Shape 297"/>
          <p:cNvSpPr/>
          <p:nvPr/>
        </p:nvSpPr>
        <p:spPr>
          <a:xfrm>
            <a:off x="713232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1" name="Shape 298"/>
          <p:cNvSpPr/>
          <p:nvPr/>
        </p:nvSpPr>
        <p:spPr>
          <a:xfrm>
            <a:off x="729691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2" name="Shape 299"/>
          <p:cNvSpPr/>
          <p:nvPr/>
        </p:nvSpPr>
        <p:spPr>
          <a:xfrm>
            <a:off x="74615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3" name="Shape 300"/>
          <p:cNvSpPr/>
          <p:nvPr/>
        </p:nvSpPr>
        <p:spPr>
          <a:xfrm>
            <a:off x="7491131"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4" name="Shape 301"/>
          <p:cNvSpPr/>
          <p:nvPr/>
        </p:nvSpPr>
        <p:spPr>
          <a:xfrm>
            <a:off x="76260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5" name="Shape 302"/>
          <p:cNvSpPr/>
          <p:nvPr/>
        </p:nvSpPr>
        <p:spPr>
          <a:xfrm>
            <a:off x="7655723"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06" name="Shape 303"/>
          <p:cNvSpPr/>
          <p:nvPr/>
        </p:nvSpPr>
        <p:spPr>
          <a:xfrm>
            <a:off x="77906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7" name="Shape 304"/>
          <p:cNvSpPr/>
          <p:nvPr/>
        </p:nvSpPr>
        <p:spPr>
          <a:xfrm>
            <a:off x="7820315"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8" name="Shape 305"/>
          <p:cNvSpPr/>
          <p:nvPr/>
        </p:nvSpPr>
        <p:spPr>
          <a:xfrm>
            <a:off x="79552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9" name="Shape 306"/>
          <p:cNvSpPr/>
          <p:nvPr/>
        </p:nvSpPr>
        <p:spPr>
          <a:xfrm>
            <a:off x="7984907"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10" name="Shape 307"/>
          <p:cNvSpPr/>
          <p:nvPr/>
        </p:nvSpPr>
        <p:spPr>
          <a:xfrm>
            <a:off x="81198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1" name="Shape 308"/>
          <p:cNvSpPr/>
          <p:nvPr/>
        </p:nvSpPr>
        <p:spPr>
          <a:xfrm>
            <a:off x="696772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2" name="Shape 309"/>
          <p:cNvSpPr/>
          <p:nvPr/>
        </p:nvSpPr>
        <p:spPr>
          <a:xfrm>
            <a:off x="713232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3" name="Shape 310"/>
          <p:cNvSpPr/>
          <p:nvPr/>
        </p:nvSpPr>
        <p:spPr>
          <a:xfrm>
            <a:off x="729691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4" name="Shape 311"/>
          <p:cNvSpPr/>
          <p:nvPr/>
        </p:nvSpPr>
        <p:spPr>
          <a:xfrm>
            <a:off x="74615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5" name="Shape 312"/>
          <p:cNvSpPr/>
          <p:nvPr/>
        </p:nvSpPr>
        <p:spPr>
          <a:xfrm>
            <a:off x="7491131"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316" name="Shape 313"/>
          <p:cNvSpPr/>
          <p:nvPr/>
        </p:nvSpPr>
        <p:spPr>
          <a:xfrm>
            <a:off x="76260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7" name="Shape 314"/>
          <p:cNvSpPr/>
          <p:nvPr/>
        </p:nvSpPr>
        <p:spPr>
          <a:xfrm>
            <a:off x="7655723"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18" name="Shape 315"/>
          <p:cNvSpPr/>
          <p:nvPr/>
        </p:nvSpPr>
        <p:spPr>
          <a:xfrm>
            <a:off x="77906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9" name="Shape 316"/>
          <p:cNvSpPr/>
          <p:nvPr/>
        </p:nvSpPr>
        <p:spPr>
          <a:xfrm>
            <a:off x="7820315"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20" name="Shape 317"/>
          <p:cNvSpPr/>
          <p:nvPr/>
        </p:nvSpPr>
        <p:spPr>
          <a:xfrm>
            <a:off x="79552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1" name="Shape 318"/>
          <p:cNvSpPr/>
          <p:nvPr/>
        </p:nvSpPr>
        <p:spPr>
          <a:xfrm>
            <a:off x="81198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2" name="Text 319"/>
          <p:cNvSpPr txBox="1"/>
          <p:nvPr/>
        </p:nvSpPr>
        <p:spPr>
          <a:xfrm>
            <a:off x="6876288"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Aを隠す</a:t>
            </a:r>
            <a:endParaRPr lang="en-US" sz="1200" dirty="0"/>
          </a:p>
        </p:txBody>
      </p:sp>
      <p:sp>
        <p:nvSpPr>
          <p:cNvPr id="323" name="Shape 320"/>
          <p:cNvSpPr/>
          <p:nvPr/>
        </p:nvSpPr>
        <p:spPr>
          <a:xfrm>
            <a:off x="85404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4" name="Shape 321"/>
          <p:cNvSpPr/>
          <p:nvPr/>
        </p:nvSpPr>
        <p:spPr>
          <a:xfrm>
            <a:off x="87050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5" name="Shape 322"/>
          <p:cNvSpPr/>
          <p:nvPr/>
        </p:nvSpPr>
        <p:spPr>
          <a:xfrm>
            <a:off x="88696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6" name="Shape 323"/>
          <p:cNvSpPr/>
          <p:nvPr/>
        </p:nvSpPr>
        <p:spPr>
          <a:xfrm>
            <a:off x="8899307"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27" name="Shape 324"/>
          <p:cNvSpPr/>
          <p:nvPr/>
        </p:nvSpPr>
        <p:spPr>
          <a:xfrm>
            <a:off x="903427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8" name="Shape 325"/>
          <p:cNvSpPr/>
          <p:nvPr/>
        </p:nvSpPr>
        <p:spPr>
          <a:xfrm>
            <a:off x="9198864"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9" name="Shape 326"/>
          <p:cNvSpPr/>
          <p:nvPr/>
        </p:nvSpPr>
        <p:spPr>
          <a:xfrm>
            <a:off x="9363456"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0" name="Shape 327"/>
          <p:cNvSpPr/>
          <p:nvPr/>
        </p:nvSpPr>
        <p:spPr>
          <a:xfrm>
            <a:off x="952804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1" name="Shape 328"/>
          <p:cNvSpPr/>
          <p:nvPr/>
        </p:nvSpPr>
        <p:spPr>
          <a:xfrm>
            <a:off x="969264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2" name="Shape 329"/>
          <p:cNvSpPr/>
          <p:nvPr/>
        </p:nvSpPr>
        <p:spPr>
          <a:xfrm>
            <a:off x="85404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3" name="Shape 330"/>
          <p:cNvSpPr/>
          <p:nvPr/>
        </p:nvSpPr>
        <p:spPr>
          <a:xfrm>
            <a:off x="87050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4" name="Shape 331"/>
          <p:cNvSpPr/>
          <p:nvPr/>
        </p:nvSpPr>
        <p:spPr>
          <a:xfrm>
            <a:off x="88696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5" name="Shape 332"/>
          <p:cNvSpPr/>
          <p:nvPr/>
        </p:nvSpPr>
        <p:spPr>
          <a:xfrm>
            <a:off x="8899307"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36" name="Shape 333"/>
          <p:cNvSpPr/>
          <p:nvPr/>
        </p:nvSpPr>
        <p:spPr>
          <a:xfrm>
            <a:off x="903427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7" name="Shape 334"/>
          <p:cNvSpPr/>
          <p:nvPr/>
        </p:nvSpPr>
        <p:spPr>
          <a:xfrm>
            <a:off x="9198864"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8" name="Shape 335"/>
          <p:cNvSpPr/>
          <p:nvPr/>
        </p:nvSpPr>
        <p:spPr>
          <a:xfrm>
            <a:off x="9363456"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9" name="Shape 336"/>
          <p:cNvSpPr/>
          <p:nvPr/>
        </p:nvSpPr>
        <p:spPr>
          <a:xfrm>
            <a:off x="952804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0" name="Shape 337"/>
          <p:cNvSpPr/>
          <p:nvPr/>
        </p:nvSpPr>
        <p:spPr>
          <a:xfrm>
            <a:off x="969264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1" name="Shape 338"/>
          <p:cNvSpPr/>
          <p:nvPr/>
        </p:nvSpPr>
        <p:spPr>
          <a:xfrm>
            <a:off x="85404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2" name="Shape 339"/>
          <p:cNvSpPr/>
          <p:nvPr/>
        </p:nvSpPr>
        <p:spPr>
          <a:xfrm>
            <a:off x="87050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3" name="Shape 340"/>
          <p:cNvSpPr/>
          <p:nvPr/>
        </p:nvSpPr>
        <p:spPr>
          <a:xfrm>
            <a:off x="88696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4" name="Shape 341"/>
          <p:cNvSpPr/>
          <p:nvPr/>
        </p:nvSpPr>
        <p:spPr>
          <a:xfrm>
            <a:off x="8899307"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5" name="Shape 342"/>
          <p:cNvSpPr/>
          <p:nvPr/>
        </p:nvSpPr>
        <p:spPr>
          <a:xfrm>
            <a:off x="903427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6" name="Shape 343"/>
          <p:cNvSpPr/>
          <p:nvPr/>
        </p:nvSpPr>
        <p:spPr>
          <a:xfrm>
            <a:off x="9198864"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7" name="Shape 344"/>
          <p:cNvSpPr/>
          <p:nvPr/>
        </p:nvSpPr>
        <p:spPr>
          <a:xfrm>
            <a:off x="9363456"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8" name="Shape 345"/>
          <p:cNvSpPr/>
          <p:nvPr/>
        </p:nvSpPr>
        <p:spPr>
          <a:xfrm>
            <a:off x="952804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9" name="Shape 346"/>
          <p:cNvSpPr/>
          <p:nvPr/>
        </p:nvSpPr>
        <p:spPr>
          <a:xfrm>
            <a:off x="969264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0" name="Shape 347"/>
          <p:cNvSpPr/>
          <p:nvPr/>
        </p:nvSpPr>
        <p:spPr>
          <a:xfrm>
            <a:off x="85404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1" name="Shape 348"/>
          <p:cNvSpPr/>
          <p:nvPr/>
        </p:nvSpPr>
        <p:spPr>
          <a:xfrm>
            <a:off x="87050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2" name="Shape 349"/>
          <p:cNvSpPr/>
          <p:nvPr/>
        </p:nvSpPr>
        <p:spPr>
          <a:xfrm>
            <a:off x="8734715"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53" name="Shape 350"/>
          <p:cNvSpPr/>
          <p:nvPr/>
        </p:nvSpPr>
        <p:spPr>
          <a:xfrm>
            <a:off x="88696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4" name="Shape 351"/>
          <p:cNvSpPr/>
          <p:nvPr/>
        </p:nvSpPr>
        <p:spPr>
          <a:xfrm>
            <a:off x="8899307"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55" name="Shape 352"/>
          <p:cNvSpPr/>
          <p:nvPr/>
        </p:nvSpPr>
        <p:spPr>
          <a:xfrm>
            <a:off x="903427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6" name="Shape 353"/>
          <p:cNvSpPr/>
          <p:nvPr/>
        </p:nvSpPr>
        <p:spPr>
          <a:xfrm>
            <a:off x="9198864"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7" name="Shape 354"/>
          <p:cNvSpPr/>
          <p:nvPr/>
        </p:nvSpPr>
        <p:spPr>
          <a:xfrm>
            <a:off x="9363456"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8" name="Shape 355"/>
          <p:cNvSpPr/>
          <p:nvPr/>
        </p:nvSpPr>
        <p:spPr>
          <a:xfrm>
            <a:off x="952804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9" name="Shape 356"/>
          <p:cNvSpPr/>
          <p:nvPr/>
        </p:nvSpPr>
        <p:spPr>
          <a:xfrm>
            <a:off x="969264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60" name="Shape 357"/>
          <p:cNvSpPr/>
          <p:nvPr/>
        </p:nvSpPr>
        <p:spPr>
          <a:xfrm>
            <a:off x="85404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1" name="Shape 358"/>
          <p:cNvSpPr/>
          <p:nvPr/>
        </p:nvSpPr>
        <p:spPr>
          <a:xfrm>
            <a:off x="87050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2" name="Shape 359"/>
          <p:cNvSpPr/>
          <p:nvPr/>
        </p:nvSpPr>
        <p:spPr>
          <a:xfrm>
            <a:off x="8734715"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63" name="Shape 360"/>
          <p:cNvSpPr/>
          <p:nvPr/>
        </p:nvSpPr>
        <p:spPr>
          <a:xfrm>
            <a:off x="88696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4" name="Shape 361"/>
          <p:cNvSpPr/>
          <p:nvPr/>
        </p:nvSpPr>
        <p:spPr>
          <a:xfrm>
            <a:off x="889930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5" name="Shape 362"/>
          <p:cNvSpPr/>
          <p:nvPr/>
        </p:nvSpPr>
        <p:spPr>
          <a:xfrm>
            <a:off x="90342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6" name="Shape 363"/>
          <p:cNvSpPr/>
          <p:nvPr/>
        </p:nvSpPr>
        <p:spPr>
          <a:xfrm>
            <a:off x="9063899"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7" name="Shape 364"/>
          <p:cNvSpPr/>
          <p:nvPr/>
        </p:nvSpPr>
        <p:spPr>
          <a:xfrm>
            <a:off x="91988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8" name="Shape 365"/>
          <p:cNvSpPr/>
          <p:nvPr/>
        </p:nvSpPr>
        <p:spPr>
          <a:xfrm>
            <a:off x="922849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9" name="Shape 366"/>
          <p:cNvSpPr/>
          <p:nvPr/>
        </p:nvSpPr>
        <p:spPr>
          <a:xfrm>
            <a:off x="93634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0" name="Shape 367"/>
          <p:cNvSpPr/>
          <p:nvPr/>
        </p:nvSpPr>
        <p:spPr>
          <a:xfrm>
            <a:off x="939308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1" name="Shape 368"/>
          <p:cNvSpPr/>
          <p:nvPr/>
        </p:nvSpPr>
        <p:spPr>
          <a:xfrm>
            <a:off x="95280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2" name="Shape 369"/>
          <p:cNvSpPr/>
          <p:nvPr/>
        </p:nvSpPr>
        <p:spPr>
          <a:xfrm>
            <a:off x="9557675"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373" name="Shape 370"/>
          <p:cNvSpPr/>
          <p:nvPr/>
        </p:nvSpPr>
        <p:spPr>
          <a:xfrm>
            <a:off x="969264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4" name="Shape 371"/>
          <p:cNvSpPr/>
          <p:nvPr/>
        </p:nvSpPr>
        <p:spPr>
          <a:xfrm>
            <a:off x="85404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5" name="Shape 372"/>
          <p:cNvSpPr/>
          <p:nvPr/>
        </p:nvSpPr>
        <p:spPr>
          <a:xfrm>
            <a:off x="87050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6" name="Shape 373"/>
          <p:cNvSpPr/>
          <p:nvPr/>
        </p:nvSpPr>
        <p:spPr>
          <a:xfrm>
            <a:off x="8734715"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377" name="Shape 374"/>
          <p:cNvSpPr/>
          <p:nvPr/>
        </p:nvSpPr>
        <p:spPr>
          <a:xfrm>
            <a:off x="88696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8" name="Shape 375"/>
          <p:cNvSpPr/>
          <p:nvPr/>
        </p:nvSpPr>
        <p:spPr>
          <a:xfrm>
            <a:off x="889930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9" name="Shape 376"/>
          <p:cNvSpPr/>
          <p:nvPr/>
        </p:nvSpPr>
        <p:spPr>
          <a:xfrm>
            <a:off x="90342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0" name="Shape 377"/>
          <p:cNvSpPr/>
          <p:nvPr/>
        </p:nvSpPr>
        <p:spPr>
          <a:xfrm>
            <a:off x="9063899"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381" name="Shape 378"/>
          <p:cNvSpPr/>
          <p:nvPr/>
        </p:nvSpPr>
        <p:spPr>
          <a:xfrm>
            <a:off x="91988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2" name="Shape 379"/>
          <p:cNvSpPr/>
          <p:nvPr/>
        </p:nvSpPr>
        <p:spPr>
          <a:xfrm>
            <a:off x="9228491"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83" name="Shape 380"/>
          <p:cNvSpPr/>
          <p:nvPr/>
        </p:nvSpPr>
        <p:spPr>
          <a:xfrm>
            <a:off x="93634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4" name="Shape 381"/>
          <p:cNvSpPr/>
          <p:nvPr/>
        </p:nvSpPr>
        <p:spPr>
          <a:xfrm>
            <a:off x="9393083"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85" name="Shape 382"/>
          <p:cNvSpPr/>
          <p:nvPr/>
        </p:nvSpPr>
        <p:spPr>
          <a:xfrm>
            <a:off x="95280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6" name="Shape 383"/>
          <p:cNvSpPr/>
          <p:nvPr/>
        </p:nvSpPr>
        <p:spPr>
          <a:xfrm>
            <a:off x="9557675"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387" name="Shape 384"/>
          <p:cNvSpPr/>
          <p:nvPr/>
        </p:nvSpPr>
        <p:spPr>
          <a:xfrm>
            <a:off x="969264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8" name="Shape 385"/>
          <p:cNvSpPr/>
          <p:nvPr/>
        </p:nvSpPr>
        <p:spPr>
          <a:xfrm>
            <a:off x="85404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9" name="Shape 386"/>
          <p:cNvSpPr/>
          <p:nvPr/>
        </p:nvSpPr>
        <p:spPr>
          <a:xfrm>
            <a:off x="87050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0" name="Shape 387"/>
          <p:cNvSpPr/>
          <p:nvPr/>
        </p:nvSpPr>
        <p:spPr>
          <a:xfrm>
            <a:off x="88696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1" name="Shape 388"/>
          <p:cNvSpPr/>
          <p:nvPr/>
        </p:nvSpPr>
        <p:spPr>
          <a:xfrm>
            <a:off x="8899307"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92" name="Shape 389"/>
          <p:cNvSpPr/>
          <p:nvPr/>
        </p:nvSpPr>
        <p:spPr>
          <a:xfrm>
            <a:off x="90342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3" name="Shape 390"/>
          <p:cNvSpPr/>
          <p:nvPr/>
        </p:nvSpPr>
        <p:spPr>
          <a:xfrm>
            <a:off x="9063899"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4" name="Shape 391"/>
          <p:cNvSpPr/>
          <p:nvPr/>
        </p:nvSpPr>
        <p:spPr>
          <a:xfrm>
            <a:off x="91988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5" name="Shape 392"/>
          <p:cNvSpPr/>
          <p:nvPr/>
        </p:nvSpPr>
        <p:spPr>
          <a:xfrm>
            <a:off x="9228491"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96" name="Shape 393"/>
          <p:cNvSpPr/>
          <p:nvPr/>
        </p:nvSpPr>
        <p:spPr>
          <a:xfrm>
            <a:off x="93634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7" name="Shape 394"/>
          <p:cNvSpPr/>
          <p:nvPr/>
        </p:nvSpPr>
        <p:spPr>
          <a:xfrm>
            <a:off x="939308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8" name="Shape 395"/>
          <p:cNvSpPr/>
          <p:nvPr/>
        </p:nvSpPr>
        <p:spPr>
          <a:xfrm>
            <a:off x="95280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9" name="Shape 396"/>
          <p:cNvSpPr/>
          <p:nvPr/>
        </p:nvSpPr>
        <p:spPr>
          <a:xfrm>
            <a:off x="9557675"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0" name="Shape 397"/>
          <p:cNvSpPr/>
          <p:nvPr/>
        </p:nvSpPr>
        <p:spPr>
          <a:xfrm>
            <a:off x="969264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1" name="Shape 398"/>
          <p:cNvSpPr/>
          <p:nvPr/>
        </p:nvSpPr>
        <p:spPr>
          <a:xfrm>
            <a:off x="85404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2" name="Shape 399"/>
          <p:cNvSpPr/>
          <p:nvPr/>
        </p:nvSpPr>
        <p:spPr>
          <a:xfrm>
            <a:off x="87050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3" name="Shape 400"/>
          <p:cNvSpPr/>
          <p:nvPr/>
        </p:nvSpPr>
        <p:spPr>
          <a:xfrm>
            <a:off x="88696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4" name="Shape 401"/>
          <p:cNvSpPr/>
          <p:nvPr/>
        </p:nvSpPr>
        <p:spPr>
          <a:xfrm>
            <a:off x="8899307"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5" name="Shape 402"/>
          <p:cNvSpPr/>
          <p:nvPr/>
        </p:nvSpPr>
        <p:spPr>
          <a:xfrm>
            <a:off x="90342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6" name="Shape 403"/>
          <p:cNvSpPr/>
          <p:nvPr/>
        </p:nvSpPr>
        <p:spPr>
          <a:xfrm>
            <a:off x="9063899"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407" name="Shape 404"/>
          <p:cNvSpPr/>
          <p:nvPr/>
        </p:nvSpPr>
        <p:spPr>
          <a:xfrm>
            <a:off x="91988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8" name="Shape 405"/>
          <p:cNvSpPr/>
          <p:nvPr/>
        </p:nvSpPr>
        <p:spPr>
          <a:xfrm>
            <a:off x="9228491"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09" name="Shape 406"/>
          <p:cNvSpPr/>
          <p:nvPr/>
        </p:nvSpPr>
        <p:spPr>
          <a:xfrm>
            <a:off x="93634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0" name="Shape 407"/>
          <p:cNvSpPr/>
          <p:nvPr/>
        </p:nvSpPr>
        <p:spPr>
          <a:xfrm>
            <a:off x="9393083"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11" name="Shape 408"/>
          <p:cNvSpPr/>
          <p:nvPr/>
        </p:nvSpPr>
        <p:spPr>
          <a:xfrm>
            <a:off x="95280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2" name="Shape 409"/>
          <p:cNvSpPr/>
          <p:nvPr/>
        </p:nvSpPr>
        <p:spPr>
          <a:xfrm>
            <a:off x="969264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3" name="Text 410"/>
          <p:cNvSpPr txBox="1"/>
          <p:nvPr/>
        </p:nvSpPr>
        <p:spPr>
          <a:xfrm>
            <a:off x="8449056"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Bを隠す</a:t>
            </a:r>
            <a:endParaRPr lang="en-US" sz="1200" dirty="0"/>
          </a:p>
        </p:txBody>
      </p:sp>
      <p:sp>
        <p:nvSpPr>
          <p:cNvPr id="414" name="Shape 411"/>
          <p:cNvSpPr/>
          <p:nvPr/>
        </p:nvSpPr>
        <p:spPr>
          <a:xfrm>
            <a:off x="1011326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5" name="Shape 412"/>
          <p:cNvSpPr/>
          <p:nvPr/>
        </p:nvSpPr>
        <p:spPr>
          <a:xfrm>
            <a:off x="1027785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6" name="Shape 413"/>
          <p:cNvSpPr/>
          <p:nvPr/>
        </p:nvSpPr>
        <p:spPr>
          <a:xfrm>
            <a:off x="1044244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7" name="Shape 414"/>
          <p:cNvSpPr/>
          <p:nvPr/>
        </p:nvSpPr>
        <p:spPr>
          <a:xfrm>
            <a:off x="10472075"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18" name="Shape 415"/>
          <p:cNvSpPr/>
          <p:nvPr/>
        </p:nvSpPr>
        <p:spPr>
          <a:xfrm>
            <a:off x="1060704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9" name="Shape 416"/>
          <p:cNvSpPr/>
          <p:nvPr/>
        </p:nvSpPr>
        <p:spPr>
          <a:xfrm>
            <a:off x="10636667"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420" name="Shape 417"/>
          <p:cNvSpPr/>
          <p:nvPr/>
        </p:nvSpPr>
        <p:spPr>
          <a:xfrm>
            <a:off x="1077163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1" name="Shape 418"/>
          <p:cNvSpPr/>
          <p:nvPr/>
        </p:nvSpPr>
        <p:spPr>
          <a:xfrm>
            <a:off x="10801259"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22" name="Shape 419"/>
          <p:cNvSpPr/>
          <p:nvPr/>
        </p:nvSpPr>
        <p:spPr>
          <a:xfrm>
            <a:off x="1093622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3" name="Shape 420"/>
          <p:cNvSpPr/>
          <p:nvPr/>
        </p:nvSpPr>
        <p:spPr>
          <a:xfrm>
            <a:off x="10965851"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24" name="Shape 421"/>
          <p:cNvSpPr/>
          <p:nvPr/>
        </p:nvSpPr>
        <p:spPr>
          <a:xfrm>
            <a:off x="1110081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5" name="Shape 422"/>
          <p:cNvSpPr/>
          <p:nvPr/>
        </p:nvSpPr>
        <p:spPr>
          <a:xfrm>
            <a:off x="1126540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6" name="Shape 423"/>
          <p:cNvSpPr/>
          <p:nvPr/>
        </p:nvSpPr>
        <p:spPr>
          <a:xfrm>
            <a:off x="1011326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7" name="Shape 424"/>
          <p:cNvSpPr/>
          <p:nvPr/>
        </p:nvSpPr>
        <p:spPr>
          <a:xfrm>
            <a:off x="1027785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8" name="Shape 425"/>
          <p:cNvSpPr/>
          <p:nvPr/>
        </p:nvSpPr>
        <p:spPr>
          <a:xfrm>
            <a:off x="1044244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9" name="Shape 426"/>
          <p:cNvSpPr/>
          <p:nvPr/>
        </p:nvSpPr>
        <p:spPr>
          <a:xfrm>
            <a:off x="10472075"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30" name="Shape 427"/>
          <p:cNvSpPr/>
          <p:nvPr/>
        </p:nvSpPr>
        <p:spPr>
          <a:xfrm>
            <a:off x="1060704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1" name="Shape 428"/>
          <p:cNvSpPr/>
          <p:nvPr/>
        </p:nvSpPr>
        <p:spPr>
          <a:xfrm>
            <a:off x="10636667"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32" name="Shape 429"/>
          <p:cNvSpPr/>
          <p:nvPr/>
        </p:nvSpPr>
        <p:spPr>
          <a:xfrm>
            <a:off x="1077163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3" name="Shape 430"/>
          <p:cNvSpPr/>
          <p:nvPr/>
        </p:nvSpPr>
        <p:spPr>
          <a:xfrm>
            <a:off x="10801259"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34" name="Shape 431"/>
          <p:cNvSpPr/>
          <p:nvPr/>
        </p:nvSpPr>
        <p:spPr>
          <a:xfrm>
            <a:off x="1093622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5" name="Shape 432"/>
          <p:cNvSpPr/>
          <p:nvPr/>
        </p:nvSpPr>
        <p:spPr>
          <a:xfrm>
            <a:off x="10965851"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436" name="Shape 433"/>
          <p:cNvSpPr/>
          <p:nvPr/>
        </p:nvSpPr>
        <p:spPr>
          <a:xfrm>
            <a:off x="1110081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7" name="Shape 434"/>
          <p:cNvSpPr/>
          <p:nvPr/>
        </p:nvSpPr>
        <p:spPr>
          <a:xfrm>
            <a:off x="1126540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8" name="Shape 435"/>
          <p:cNvSpPr/>
          <p:nvPr/>
        </p:nvSpPr>
        <p:spPr>
          <a:xfrm>
            <a:off x="1011326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9" name="Shape 436"/>
          <p:cNvSpPr/>
          <p:nvPr/>
        </p:nvSpPr>
        <p:spPr>
          <a:xfrm>
            <a:off x="1027785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0" name="Shape 437"/>
          <p:cNvSpPr/>
          <p:nvPr/>
        </p:nvSpPr>
        <p:spPr>
          <a:xfrm>
            <a:off x="1044244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1" name="Shape 438"/>
          <p:cNvSpPr/>
          <p:nvPr/>
        </p:nvSpPr>
        <p:spPr>
          <a:xfrm>
            <a:off x="10472075"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2" name="Shape 439"/>
          <p:cNvSpPr/>
          <p:nvPr/>
        </p:nvSpPr>
        <p:spPr>
          <a:xfrm>
            <a:off x="1060704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3" name="Shape 440"/>
          <p:cNvSpPr/>
          <p:nvPr/>
        </p:nvSpPr>
        <p:spPr>
          <a:xfrm>
            <a:off x="10636667"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4" name="Shape 441"/>
          <p:cNvSpPr/>
          <p:nvPr/>
        </p:nvSpPr>
        <p:spPr>
          <a:xfrm>
            <a:off x="1077163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5" name="Shape 442"/>
          <p:cNvSpPr/>
          <p:nvPr/>
        </p:nvSpPr>
        <p:spPr>
          <a:xfrm>
            <a:off x="10801259"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46" name="Shape 443"/>
          <p:cNvSpPr/>
          <p:nvPr/>
        </p:nvSpPr>
        <p:spPr>
          <a:xfrm>
            <a:off x="1093622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7" name="Shape 444"/>
          <p:cNvSpPr/>
          <p:nvPr/>
        </p:nvSpPr>
        <p:spPr>
          <a:xfrm>
            <a:off x="10965851"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48" name="Shape 445"/>
          <p:cNvSpPr/>
          <p:nvPr/>
        </p:nvSpPr>
        <p:spPr>
          <a:xfrm>
            <a:off x="1110081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9" name="Shape 446"/>
          <p:cNvSpPr/>
          <p:nvPr/>
        </p:nvSpPr>
        <p:spPr>
          <a:xfrm>
            <a:off x="1126540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0" name="Shape 447"/>
          <p:cNvSpPr/>
          <p:nvPr/>
        </p:nvSpPr>
        <p:spPr>
          <a:xfrm>
            <a:off x="1011326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1" name="Shape 448"/>
          <p:cNvSpPr/>
          <p:nvPr/>
        </p:nvSpPr>
        <p:spPr>
          <a:xfrm>
            <a:off x="1027785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2" name="Shape 449"/>
          <p:cNvSpPr/>
          <p:nvPr/>
        </p:nvSpPr>
        <p:spPr>
          <a:xfrm>
            <a:off x="10307483"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53" name="Shape 450"/>
          <p:cNvSpPr/>
          <p:nvPr/>
        </p:nvSpPr>
        <p:spPr>
          <a:xfrm>
            <a:off x="1044244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4" name="Shape 451"/>
          <p:cNvSpPr/>
          <p:nvPr/>
        </p:nvSpPr>
        <p:spPr>
          <a:xfrm>
            <a:off x="10472075"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55" name="Shape 452"/>
          <p:cNvSpPr/>
          <p:nvPr/>
        </p:nvSpPr>
        <p:spPr>
          <a:xfrm>
            <a:off x="1060704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6" name="Shape 453"/>
          <p:cNvSpPr/>
          <p:nvPr/>
        </p:nvSpPr>
        <p:spPr>
          <a:xfrm>
            <a:off x="10636667"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457" name="Shape 454"/>
          <p:cNvSpPr/>
          <p:nvPr/>
        </p:nvSpPr>
        <p:spPr>
          <a:xfrm>
            <a:off x="1077163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8" name="Shape 455"/>
          <p:cNvSpPr/>
          <p:nvPr/>
        </p:nvSpPr>
        <p:spPr>
          <a:xfrm>
            <a:off x="10801259"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459" name="Shape 456"/>
          <p:cNvSpPr/>
          <p:nvPr/>
        </p:nvSpPr>
        <p:spPr>
          <a:xfrm>
            <a:off x="1093622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0" name="Shape 457"/>
          <p:cNvSpPr/>
          <p:nvPr/>
        </p:nvSpPr>
        <p:spPr>
          <a:xfrm>
            <a:off x="10965851"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1" name="Shape 458"/>
          <p:cNvSpPr/>
          <p:nvPr/>
        </p:nvSpPr>
        <p:spPr>
          <a:xfrm>
            <a:off x="1110081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2" name="Shape 459"/>
          <p:cNvSpPr/>
          <p:nvPr/>
        </p:nvSpPr>
        <p:spPr>
          <a:xfrm>
            <a:off x="11130443"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3" name="Shape 460"/>
          <p:cNvSpPr/>
          <p:nvPr/>
        </p:nvSpPr>
        <p:spPr>
          <a:xfrm>
            <a:off x="1126540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4" name="Shape 461"/>
          <p:cNvSpPr/>
          <p:nvPr/>
        </p:nvSpPr>
        <p:spPr>
          <a:xfrm>
            <a:off x="101132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5" name="Shape 462"/>
          <p:cNvSpPr/>
          <p:nvPr/>
        </p:nvSpPr>
        <p:spPr>
          <a:xfrm>
            <a:off x="102778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6" name="Shape 463"/>
          <p:cNvSpPr/>
          <p:nvPr/>
        </p:nvSpPr>
        <p:spPr>
          <a:xfrm>
            <a:off x="10307483"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67" name="Shape 464"/>
          <p:cNvSpPr/>
          <p:nvPr/>
        </p:nvSpPr>
        <p:spPr>
          <a:xfrm>
            <a:off x="104424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8" name="Shape 465"/>
          <p:cNvSpPr/>
          <p:nvPr/>
        </p:nvSpPr>
        <p:spPr>
          <a:xfrm>
            <a:off x="1047207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69" name="Shape 466"/>
          <p:cNvSpPr/>
          <p:nvPr/>
        </p:nvSpPr>
        <p:spPr>
          <a:xfrm>
            <a:off x="1060704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0" name="Shape 467"/>
          <p:cNvSpPr/>
          <p:nvPr/>
        </p:nvSpPr>
        <p:spPr>
          <a:xfrm>
            <a:off x="1077163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1" name="Shape 468"/>
          <p:cNvSpPr/>
          <p:nvPr/>
        </p:nvSpPr>
        <p:spPr>
          <a:xfrm>
            <a:off x="10936224"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2" name="Shape 469"/>
          <p:cNvSpPr/>
          <p:nvPr/>
        </p:nvSpPr>
        <p:spPr>
          <a:xfrm>
            <a:off x="11100816"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3" name="Shape 470"/>
          <p:cNvSpPr/>
          <p:nvPr/>
        </p:nvSpPr>
        <p:spPr>
          <a:xfrm>
            <a:off x="1126540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4" name="Shape 471"/>
          <p:cNvSpPr/>
          <p:nvPr/>
        </p:nvSpPr>
        <p:spPr>
          <a:xfrm>
            <a:off x="101132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5" name="Shape 472"/>
          <p:cNvSpPr/>
          <p:nvPr/>
        </p:nvSpPr>
        <p:spPr>
          <a:xfrm>
            <a:off x="102778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6" name="Shape 473"/>
          <p:cNvSpPr/>
          <p:nvPr/>
        </p:nvSpPr>
        <p:spPr>
          <a:xfrm>
            <a:off x="10307483"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77" name="Shape 474"/>
          <p:cNvSpPr/>
          <p:nvPr/>
        </p:nvSpPr>
        <p:spPr>
          <a:xfrm>
            <a:off x="104424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8" name="Shape 475"/>
          <p:cNvSpPr/>
          <p:nvPr/>
        </p:nvSpPr>
        <p:spPr>
          <a:xfrm>
            <a:off x="1047207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79" name="Shape 476"/>
          <p:cNvSpPr/>
          <p:nvPr/>
        </p:nvSpPr>
        <p:spPr>
          <a:xfrm>
            <a:off x="1060704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0" name="Shape 477"/>
          <p:cNvSpPr/>
          <p:nvPr/>
        </p:nvSpPr>
        <p:spPr>
          <a:xfrm>
            <a:off x="1077163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1" name="Shape 478"/>
          <p:cNvSpPr/>
          <p:nvPr/>
        </p:nvSpPr>
        <p:spPr>
          <a:xfrm>
            <a:off x="10936224"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2" name="Shape 479"/>
          <p:cNvSpPr/>
          <p:nvPr/>
        </p:nvSpPr>
        <p:spPr>
          <a:xfrm>
            <a:off x="11100816"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3" name="Shape 480"/>
          <p:cNvSpPr/>
          <p:nvPr/>
        </p:nvSpPr>
        <p:spPr>
          <a:xfrm>
            <a:off x="1126540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4" name="Shape 481"/>
          <p:cNvSpPr/>
          <p:nvPr/>
        </p:nvSpPr>
        <p:spPr>
          <a:xfrm>
            <a:off x="101132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5" name="Shape 482"/>
          <p:cNvSpPr/>
          <p:nvPr/>
        </p:nvSpPr>
        <p:spPr>
          <a:xfrm>
            <a:off x="102778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6" name="Shape 483"/>
          <p:cNvSpPr/>
          <p:nvPr/>
        </p:nvSpPr>
        <p:spPr>
          <a:xfrm>
            <a:off x="104424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7" name="Shape 484"/>
          <p:cNvSpPr/>
          <p:nvPr/>
        </p:nvSpPr>
        <p:spPr>
          <a:xfrm>
            <a:off x="10472075"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88" name="Shape 485"/>
          <p:cNvSpPr/>
          <p:nvPr/>
        </p:nvSpPr>
        <p:spPr>
          <a:xfrm>
            <a:off x="1060704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9" name="Shape 486"/>
          <p:cNvSpPr/>
          <p:nvPr/>
        </p:nvSpPr>
        <p:spPr>
          <a:xfrm>
            <a:off x="1077163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0" name="Shape 487"/>
          <p:cNvSpPr/>
          <p:nvPr/>
        </p:nvSpPr>
        <p:spPr>
          <a:xfrm>
            <a:off x="10936224"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1" name="Shape 488"/>
          <p:cNvSpPr/>
          <p:nvPr/>
        </p:nvSpPr>
        <p:spPr>
          <a:xfrm>
            <a:off x="11100816"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2" name="Shape 489"/>
          <p:cNvSpPr/>
          <p:nvPr/>
        </p:nvSpPr>
        <p:spPr>
          <a:xfrm>
            <a:off x="1126540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3" name="Shape 490"/>
          <p:cNvSpPr/>
          <p:nvPr/>
        </p:nvSpPr>
        <p:spPr>
          <a:xfrm>
            <a:off x="101132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4" name="Shape 491"/>
          <p:cNvSpPr/>
          <p:nvPr/>
        </p:nvSpPr>
        <p:spPr>
          <a:xfrm>
            <a:off x="102778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5" name="Shape 492"/>
          <p:cNvSpPr/>
          <p:nvPr/>
        </p:nvSpPr>
        <p:spPr>
          <a:xfrm>
            <a:off x="104424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6" name="Shape 493"/>
          <p:cNvSpPr/>
          <p:nvPr/>
        </p:nvSpPr>
        <p:spPr>
          <a:xfrm>
            <a:off x="10472075"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97" name="Shape 494"/>
          <p:cNvSpPr/>
          <p:nvPr/>
        </p:nvSpPr>
        <p:spPr>
          <a:xfrm>
            <a:off x="1060704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8" name="Shape 495"/>
          <p:cNvSpPr/>
          <p:nvPr/>
        </p:nvSpPr>
        <p:spPr>
          <a:xfrm>
            <a:off x="1077163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9" name="Shape 496"/>
          <p:cNvSpPr/>
          <p:nvPr/>
        </p:nvSpPr>
        <p:spPr>
          <a:xfrm>
            <a:off x="10936224"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0" name="Shape 497"/>
          <p:cNvSpPr/>
          <p:nvPr/>
        </p:nvSpPr>
        <p:spPr>
          <a:xfrm>
            <a:off x="11100816"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1" name="Shape 498"/>
          <p:cNvSpPr/>
          <p:nvPr/>
        </p:nvSpPr>
        <p:spPr>
          <a:xfrm>
            <a:off x="1126540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2" name="Text 499"/>
          <p:cNvSpPr txBox="1"/>
          <p:nvPr/>
        </p:nvSpPr>
        <p:spPr>
          <a:xfrm>
            <a:off x="10021824"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Cを隠す</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364227525"/>
              </p:ext>
            </p:extLst>
          </p:nvPr>
        </p:nvGraphicFramePr>
        <p:xfrm>
          <a:off x="5385128" y="3590250"/>
          <a:ext cx="6217920" cy="219456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38912">
                <a:tc>
                  <a:txBody>
                    <a:bodyPr/>
                    <a:lstStyle/>
                    <a:p>
                      <a:pPr marL="0" indent="0" algn="ctr">
                        <a:buNone/>
                      </a:pPr>
                      <a:r>
                        <a:rPr lang="en-US" sz="1500" b="1" dirty="0">
                          <a:solidFill>
                            <a:schemeClr val="bg1"/>
                          </a:solidFill>
                        </a:rPr>
                        <a:t>摂動画像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A</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B</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C</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6の確率</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38912">
                <a:tc>
                  <a:txBody>
                    <a:bodyPr/>
                    <a:lstStyle/>
                    <a:p>
                      <a:pPr marL="0" indent="0" algn="ctr">
                        <a:buNone/>
                      </a:pPr>
                      <a:r>
                        <a:rPr lang="en-US" sz="1500" dirty="0">
                          <a:solidFill>
                            <a:schemeClr val="tx1"/>
                          </a:solidFill>
                        </a:rPr>
                        <a:t>元画像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0.50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lgn="ctr">
                        <a:buNone/>
                      </a:pPr>
                      <a:r>
                        <a:rPr lang="en-US" sz="1500" dirty="0">
                          <a:solidFill>
                            <a:schemeClr val="tx1"/>
                          </a:solidFill>
                        </a:rPr>
                        <a:t>Aを隠す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0.20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lgn="ctr">
                        <a:buNone/>
                      </a:pPr>
                      <a:r>
                        <a:rPr lang="en-US" sz="1500" dirty="0">
                          <a:solidFill>
                            <a:schemeClr val="tx1"/>
                          </a:solidFill>
                        </a:rPr>
                        <a:t>Bを隠す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0.80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lgn="ctr">
                        <a:buNone/>
                      </a:pPr>
                      <a:r>
                        <a:rPr lang="en-US" sz="1500" dirty="0">
                          <a:solidFill>
                            <a:schemeClr val="tx1"/>
                          </a:solidFill>
                        </a:rPr>
                        <a:t>Cを隠す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0.40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04" name="Text 500"/>
          <p:cNvSpPr txBox="1"/>
          <p:nvPr/>
        </p:nvSpPr>
        <p:spPr>
          <a:xfrm>
            <a:off x="5385128" y="5876250"/>
            <a:ext cx="6217920" cy="274320"/>
          </a:xfrm>
          <a:prstGeom prst="rect">
            <a:avLst/>
          </a:prstGeom>
          <a:noFill/>
          <a:ln/>
        </p:spPr>
        <p:txBody>
          <a:bodyPr wrap="square" lIns="0" tIns="0" rIns="0" bIns="0" rtlCol="0" anchor="t"/>
          <a:lstStyle/>
          <a:p>
            <a:pPr marL="0" indent="0">
              <a:buNone/>
            </a:pPr>
            <a:r>
              <a:rPr lang="en-US" sz="1100" dirty="0">
                <a:solidFill>
                  <a:schemeClr val="tx2"/>
                </a:solidFill>
              </a:rPr>
              <a:t>1 = </a:t>
            </a:r>
            <a:r>
              <a:rPr lang="en-US" sz="1100" dirty="0" err="1">
                <a:solidFill>
                  <a:schemeClr val="tx2"/>
                </a:solidFill>
              </a:rPr>
              <a:t>残す</a:t>
            </a:r>
            <a:r>
              <a:rPr lang="en-US" sz="1100" dirty="0">
                <a:solidFill>
                  <a:schemeClr val="tx2"/>
                </a:solidFill>
              </a:rPr>
              <a:t>  0 = </a:t>
            </a:r>
            <a:r>
              <a:rPr lang="en-US" sz="1100" dirty="0" err="1">
                <a:solidFill>
                  <a:schemeClr val="tx2"/>
                </a:solidFill>
              </a:rPr>
              <a:t>隠す</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LIMEのおさらい（2）線形回帰してヒートマップにする</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4" name="Shape 1"/>
          <p:cNvSpPr/>
          <p:nvPr/>
        </p:nvSpPr>
        <p:spPr>
          <a:xfrm>
            <a:off x="548640" y="1584961"/>
            <a:ext cx="5760720" cy="2011680"/>
          </a:xfrm>
          <a:prstGeom prst="roundRect">
            <a:avLst>
              <a:gd name="adj" fmla="val 5455"/>
            </a:avLst>
          </a:prstGeom>
          <a:noFill/>
          <a:ln w="12700">
            <a:solidFill>
              <a:schemeClr val="tx1"/>
            </a:solidFill>
            <a:prstDash val="solid"/>
          </a:ln>
        </p:spPr>
        <p:txBody>
          <a:bodyPr/>
          <a:lstStyle/>
          <a:p>
            <a:endParaRPr lang="ja-JP" altLang="en-US"/>
          </a:p>
        </p:txBody>
      </p:sp>
      <p:sp>
        <p:nvSpPr>
          <p:cNvPr id="5" name="Text 2"/>
          <p:cNvSpPr txBox="1"/>
          <p:nvPr/>
        </p:nvSpPr>
        <p:spPr>
          <a:xfrm>
            <a:off x="777240" y="1722121"/>
            <a:ext cx="5303520" cy="320040"/>
          </a:xfrm>
          <a:prstGeom prst="rect">
            <a:avLst/>
          </a:prstGeom>
          <a:noFill/>
          <a:ln/>
        </p:spPr>
        <p:txBody>
          <a:bodyPr wrap="square" lIns="0" tIns="0" rIns="0" bIns="0" rtlCol="0" anchor="t"/>
          <a:lstStyle/>
          <a:p>
            <a:pPr marL="0" indent="0">
              <a:buNone/>
            </a:pPr>
            <a:r>
              <a:rPr lang="en-US" b="1" dirty="0">
                <a:solidFill>
                  <a:schemeClr val="tx2"/>
                </a:solidFill>
              </a:rPr>
              <a:t>線形回帰の結果</a:t>
            </a:r>
            <a:endParaRPr lang="en-US" b="1" dirty="0"/>
          </a:p>
        </p:txBody>
      </p:sp>
      <p:sp>
        <p:nvSpPr>
          <p:cNvPr id="6" name="Text 3"/>
          <p:cNvSpPr txBox="1"/>
          <p:nvPr/>
        </p:nvSpPr>
        <p:spPr>
          <a:xfrm>
            <a:off x="777240" y="2166539"/>
            <a:ext cx="5440680" cy="548640"/>
          </a:xfrm>
          <a:prstGeom prst="rect">
            <a:avLst/>
          </a:prstGeom>
          <a:noFill/>
          <a:ln/>
        </p:spPr>
        <p:txBody>
          <a:bodyPr wrap="square" lIns="0" tIns="0" rIns="0" bIns="0" rtlCol="0" anchor="ctr"/>
          <a:lstStyle/>
          <a:p>
            <a:pPr marL="0" indent="0">
              <a:buNone/>
            </a:pPr>
            <a:r>
              <a:rPr lang="en-US" sz="2000" dirty="0">
                <a:solidFill>
                  <a:schemeClr val="tx1"/>
                </a:solidFill>
              </a:rPr>
              <a:t>6の確率 ≈ 0.40＋</a:t>
            </a:r>
            <a:r>
              <a:rPr lang="en-US" sz="2000" b="1" dirty="0">
                <a:solidFill>
                  <a:schemeClr val="accent1"/>
                </a:solidFill>
              </a:rPr>
              <a:t>0.30A</a:t>
            </a:r>
            <a:r>
              <a:rPr lang="en-US" sz="2000" dirty="0">
                <a:solidFill>
                  <a:schemeClr val="tx1"/>
                </a:solidFill>
              </a:rPr>
              <a:t>−</a:t>
            </a:r>
            <a:r>
              <a:rPr lang="en-US" sz="2000" b="1" dirty="0">
                <a:solidFill>
                  <a:schemeClr val="accent2"/>
                </a:solidFill>
              </a:rPr>
              <a:t>0.30B</a:t>
            </a:r>
            <a:r>
              <a:rPr lang="en-US" sz="2000" dirty="0">
                <a:solidFill>
                  <a:schemeClr val="tx1"/>
                </a:solidFill>
              </a:rPr>
              <a:t>＋0.10C</a:t>
            </a:r>
            <a:endParaRPr lang="en-US" sz="2000" dirty="0"/>
          </a:p>
        </p:txBody>
      </p:sp>
      <p:sp>
        <p:nvSpPr>
          <p:cNvPr id="7" name="Text 4"/>
          <p:cNvSpPr txBox="1"/>
          <p:nvPr/>
        </p:nvSpPr>
        <p:spPr>
          <a:xfrm>
            <a:off x="777240" y="2898059"/>
            <a:ext cx="5394960" cy="548640"/>
          </a:xfrm>
          <a:prstGeom prst="rect">
            <a:avLst/>
          </a:prstGeom>
          <a:noFill/>
          <a:ln/>
        </p:spPr>
        <p:txBody>
          <a:bodyPr wrap="square" lIns="0" tIns="0" rIns="0" bIns="0" rtlCol="0" anchor="t"/>
          <a:lstStyle/>
          <a:p>
            <a:pPr marL="0" indent="0">
              <a:buNone/>
            </a:pPr>
            <a:r>
              <a:rPr lang="en-US" sz="1600" dirty="0">
                <a:solidFill>
                  <a:schemeClr val="tx1"/>
                </a:solidFill>
              </a:rPr>
              <a:t>係数 ＝ その領域があると，6の確率がどれだけ上がるか</a:t>
            </a:r>
            <a:endParaRPr lang="en-US" sz="1600" dirty="0"/>
          </a:p>
        </p:txBody>
      </p:sp>
      <p:sp>
        <p:nvSpPr>
          <p:cNvPr id="8" name="Shape 5"/>
          <p:cNvSpPr/>
          <p:nvPr/>
        </p:nvSpPr>
        <p:spPr>
          <a:xfrm>
            <a:off x="777240" y="4100052"/>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9" name="Text 6"/>
          <p:cNvSpPr txBox="1"/>
          <p:nvPr/>
        </p:nvSpPr>
        <p:spPr>
          <a:xfrm>
            <a:off x="1325880" y="410005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あると6の確率が上がる領域</a:t>
            </a:r>
            <a:endParaRPr lang="en-US" sz="1600" dirty="0"/>
          </a:p>
        </p:txBody>
      </p:sp>
      <p:sp>
        <p:nvSpPr>
          <p:cNvPr id="10" name="Shape 7"/>
          <p:cNvSpPr/>
          <p:nvPr/>
        </p:nvSpPr>
        <p:spPr>
          <a:xfrm>
            <a:off x="777240" y="4740132"/>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11" name="Text 8"/>
          <p:cNvSpPr txBox="1"/>
          <p:nvPr/>
        </p:nvSpPr>
        <p:spPr>
          <a:xfrm>
            <a:off x="1325880" y="474013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あると6の確率が下がる領域</a:t>
            </a:r>
            <a:endParaRPr lang="en-US" sz="1600" dirty="0"/>
          </a:p>
        </p:txBody>
      </p:sp>
      <p:sp>
        <p:nvSpPr>
          <p:cNvPr id="12" name="Text 9"/>
          <p:cNvSpPr txBox="1"/>
          <p:nvPr/>
        </p:nvSpPr>
        <p:spPr>
          <a:xfrm>
            <a:off x="7967716" y="5687568"/>
            <a:ext cx="3242828" cy="731520"/>
          </a:xfrm>
          <a:prstGeom prst="rect">
            <a:avLst/>
          </a:prstGeom>
          <a:noFill/>
          <a:ln/>
        </p:spPr>
        <p:txBody>
          <a:bodyPr wrap="square" lIns="0" tIns="0" rIns="0" bIns="0" rtlCol="0" anchor="t"/>
          <a:lstStyle/>
          <a:p>
            <a:pPr marL="0" indent="0">
              <a:buNone/>
            </a:pPr>
            <a:r>
              <a:rPr lang="en-US" sz="1500" b="1" dirty="0">
                <a:solidFill>
                  <a:schemeClr val="accent1"/>
                </a:solidFill>
              </a:rPr>
              <a:t>左の縦線（A）があるから6</a:t>
            </a:r>
          </a:p>
          <a:p>
            <a:pPr marL="0" indent="0">
              <a:buNone/>
            </a:pPr>
            <a:r>
              <a:rPr lang="en-US" sz="1500" b="1" dirty="0">
                <a:solidFill>
                  <a:schemeClr val="accent1"/>
                </a:solidFill>
              </a:rPr>
              <a:t>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18" name="Text 115"/>
          <p:cNvSpPr txBox="1"/>
          <p:nvPr/>
        </p:nvSpPr>
        <p:spPr>
          <a:xfrm>
            <a:off x="7882128" y="3081528"/>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9784080" y="2130552"/>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9784080" y="4080053"/>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marL="0" indent="0" algn="ctr">
              <a:buNone/>
            </a:pPr>
            <a:r>
              <a:rPr lang="en-US" sz="1300" dirty="0">
                <a:solidFill>
                  <a:schemeClr val="tx2"/>
                </a:solidFill>
              </a:rPr>
              <a:t>6のヒートマップ（LIMEの出力）</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多クラス分類でのLIMEのやり方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
        <p:nvSpPr>
          <p:cNvPr id="4" name="Shape 1"/>
          <p:cNvSpPr/>
          <p:nvPr/>
        </p:nvSpPr>
        <p:spPr>
          <a:xfrm>
            <a:off x="548640"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5" name="Text 2"/>
          <p:cNvSpPr txBox="1"/>
          <p:nvPr/>
        </p:nvSpPr>
        <p:spPr>
          <a:xfrm>
            <a:off x="685800"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摂動画像</a:t>
            </a:r>
            <a:endParaRPr lang="en-US" sz="1400" dirty="0"/>
          </a:p>
        </p:txBody>
      </p:sp>
      <p:sp>
        <p:nvSpPr>
          <p:cNvPr id="6" name="Text 3"/>
          <p:cNvSpPr txBox="1"/>
          <p:nvPr/>
        </p:nvSpPr>
        <p:spPr>
          <a:xfrm>
            <a:off x="685800"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8" name="Shape 5"/>
          <p:cNvSpPr/>
          <p:nvPr/>
        </p:nvSpPr>
        <p:spPr>
          <a:xfrm>
            <a:off x="2843784"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9" name="Text 6"/>
          <p:cNvSpPr txBox="1"/>
          <p:nvPr/>
        </p:nvSpPr>
        <p:spPr>
          <a:xfrm>
            <a:off x="2980944"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AI</a:t>
            </a:r>
            <a:endParaRPr lang="en-US" sz="1400" dirty="0"/>
          </a:p>
        </p:txBody>
      </p:sp>
      <p:sp>
        <p:nvSpPr>
          <p:cNvPr id="10" name="Text 7"/>
          <p:cNvSpPr txBox="1"/>
          <p:nvPr/>
        </p:nvSpPr>
        <p:spPr>
          <a:xfrm>
            <a:off x="2980944"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それぞれを分類する</a:t>
            </a:r>
            <a:endParaRPr lang="en-US" sz="1200" dirty="0"/>
          </a:p>
        </p:txBody>
      </p:sp>
      <p:sp>
        <p:nvSpPr>
          <p:cNvPr id="11" name="Shape 8"/>
          <p:cNvSpPr/>
          <p:nvPr/>
        </p:nvSpPr>
        <p:spPr>
          <a:xfrm>
            <a:off x="4791456"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2" name="Shape 9"/>
          <p:cNvSpPr/>
          <p:nvPr/>
        </p:nvSpPr>
        <p:spPr>
          <a:xfrm>
            <a:off x="5138928"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3" name="Text 10"/>
          <p:cNvSpPr txBox="1"/>
          <p:nvPr/>
        </p:nvSpPr>
        <p:spPr>
          <a:xfrm>
            <a:off x="5276088"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10クラスの確率</a:t>
            </a:r>
            <a:endParaRPr lang="en-US" sz="1400" dirty="0"/>
          </a:p>
        </p:txBody>
      </p:sp>
      <p:sp>
        <p:nvSpPr>
          <p:cNvPr id="14" name="Text 11"/>
          <p:cNvSpPr txBox="1"/>
          <p:nvPr/>
        </p:nvSpPr>
        <p:spPr>
          <a:xfrm>
            <a:off x="5276088"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1枚ごとに10個の数</a:t>
            </a:r>
            <a:endParaRPr lang="en-US" sz="1200" dirty="0"/>
          </a:p>
        </p:txBody>
      </p:sp>
      <p:sp>
        <p:nvSpPr>
          <p:cNvPr id="15" name="Shape 12"/>
          <p:cNvSpPr/>
          <p:nvPr/>
        </p:nvSpPr>
        <p:spPr>
          <a:xfrm>
            <a:off x="7086600"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6" name="Shape 13"/>
          <p:cNvSpPr/>
          <p:nvPr/>
        </p:nvSpPr>
        <p:spPr>
          <a:xfrm>
            <a:off x="7434072"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7" name="Text 14"/>
          <p:cNvSpPr txBox="1"/>
          <p:nvPr/>
        </p:nvSpPr>
        <p:spPr>
          <a:xfrm>
            <a:off x="7571232"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10個の線形モデル</a:t>
            </a:r>
            <a:endParaRPr lang="en-US" sz="1400" dirty="0"/>
          </a:p>
        </p:txBody>
      </p:sp>
      <p:sp>
        <p:nvSpPr>
          <p:cNvPr id="18" name="Text 15"/>
          <p:cNvSpPr txBox="1"/>
          <p:nvPr/>
        </p:nvSpPr>
        <p:spPr>
          <a:xfrm>
            <a:off x="7571232"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クラスごとに別々に回帰</a:t>
            </a:r>
            <a:endParaRPr lang="en-US" sz="1200" dirty="0"/>
          </a:p>
        </p:txBody>
      </p:sp>
      <p:sp>
        <p:nvSpPr>
          <p:cNvPr id="19" name="Shape 16"/>
          <p:cNvSpPr/>
          <p:nvPr/>
        </p:nvSpPr>
        <p:spPr>
          <a:xfrm>
            <a:off x="9381744"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20" name="Shape 17"/>
          <p:cNvSpPr/>
          <p:nvPr/>
        </p:nvSpPr>
        <p:spPr>
          <a:xfrm>
            <a:off x="9729216" y="1914512"/>
            <a:ext cx="1874520" cy="1920240"/>
          </a:xfrm>
          <a:prstGeom prst="roundRect">
            <a:avLst>
              <a:gd name="adj" fmla="val 5854"/>
            </a:avLst>
          </a:prstGeom>
          <a:ln w="762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21" name="Text 18"/>
          <p:cNvSpPr txBox="1"/>
          <p:nvPr/>
        </p:nvSpPr>
        <p:spPr>
          <a:xfrm>
            <a:off x="9866376"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ヒートマップ10枚</a:t>
            </a:r>
            <a:endParaRPr lang="en-US" sz="1400" dirty="0"/>
          </a:p>
        </p:txBody>
      </p:sp>
      <p:sp>
        <p:nvSpPr>
          <p:cNvPr id="22" name="Text 19"/>
          <p:cNvSpPr txBox="1"/>
          <p:nvPr/>
        </p:nvSpPr>
        <p:spPr>
          <a:xfrm>
            <a:off x="9866376"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クラスごとの説明</a:t>
            </a:r>
            <a:endParaRPr lang="en-US" sz="1200" dirty="0"/>
          </a:p>
        </p:txBody>
      </p:sp>
      <p:sp>
        <p:nvSpPr>
          <p:cNvPr id="23" name="Shape 20"/>
          <p:cNvSpPr/>
          <p:nvPr/>
        </p:nvSpPr>
        <p:spPr>
          <a:xfrm>
            <a:off x="73152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4" name="Shape 21"/>
          <p:cNvSpPr/>
          <p:nvPr/>
        </p:nvSpPr>
        <p:spPr>
          <a:xfrm>
            <a:off x="84124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25" name="Shape 22"/>
          <p:cNvSpPr/>
          <p:nvPr/>
        </p:nvSpPr>
        <p:spPr>
          <a:xfrm>
            <a:off x="95097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6" name="Shape 23"/>
          <p:cNvSpPr/>
          <p:nvPr/>
        </p:nvSpPr>
        <p:spPr>
          <a:xfrm>
            <a:off x="106070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7" name="Shape 24"/>
          <p:cNvSpPr/>
          <p:nvPr/>
        </p:nvSpPr>
        <p:spPr>
          <a:xfrm>
            <a:off x="73152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8" name="Shape 25"/>
          <p:cNvSpPr/>
          <p:nvPr/>
        </p:nvSpPr>
        <p:spPr>
          <a:xfrm>
            <a:off x="84124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9" name="Shape 26"/>
          <p:cNvSpPr/>
          <p:nvPr/>
        </p:nvSpPr>
        <p:spPr>
          <a:xfrm>
            <a:off x="95097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0" name="Shape 27"/>
          <p:cNvSpPr/>
          <p:nvPr/>
        </p:nvSpPr>
        <p:spPr>
          <a:xfrm>
            <a:off x="106070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1" name="Shape 28"/>
          <p:cNvSpPr/>
          <p:nvPr/>
        </p:nvSpPr>
        <p:spPr>
          <a:xfrm>
            <a:off x="73152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2" name="Shape 29"/>
          <p:cNvSpPr/>
          <p:nvPr/>
        </p:nvSpPr>
        <p:spPr>
          <a:xfrm>
            <a:off x="84124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3" name="Shape 30"/>
          <p:cNvSpPr/>
          <p:nvPr/>
        </p:nvSpPr>
        <p:spPr>
          <a:xfrm>
            <a:off x="95097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4" name="Shape 31"/>
          <p:cNvSpPr/>
          <p:nvPr/>
        </p:nvSpPr>
        <p:spPr>
          <a:xfrm>
            <a:off x="106070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5" name="Shape 32"/>
          <p:cNvSpPr/>
          <p:nvPr/>
        </p:nvSpPr>
        <p:spPr>
          <a:xfrm>
            <a:off x="73152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6" name="Shape 33"/>
          <p:cNvSpPr/>
          <p:nvPr/>
        </p:nvSpPr>
        <p:spPr>
          <a:xfrm>
            <a:off x="84124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7" name="Shape 34"/>
          <p:cNvSpPr/>
          <p:nvPr/>
        </p:nvSpPr>
        <p:spPr>
          <a:xfrm>
            <a:off x="95097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8" name="Shape 35"/>
          <p:cNvSpPr/>
          <p:nvPr/>
        </p:nvSpPr>
        <p:spPr>
          <a:xfrm>
            <a:off x="106070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9" name="Shape 36"/>
          <p:cNvSpPr/>
          <p:nvPr/>
        </p:nvSpPr>
        <p:spPr>
          <a:xfrm>
            <a:off x="1280160"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0" name="Shape 37"/>
          <p:cNvSpPr/>
          <p:nvPr/>
        </p:nvSpPr>
        <p:spPr>
          <a:xfrm>
            <a:off x="1389888"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1" name="Shape 38"/>
          <p:cNvSpPr/>
          <p:nvPr/>
        </p:nvSpPr>
        <p:spPr>
          <a:xfrm>
            <a:off x="1499616"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2" name="Shape 39"/>
          <p:cNvSpPr/>
          <p:nvPr/>
        </p:nvSpPr>
        <p:spPr>
          <a:xfrm>
            <a:off x="1609344"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3" name="Shape 40"/>
          <p:cNvSpPr/>
          <p:nvPr/>
        </p:nvSpPr>
        <p:spPr>
          <a:xfrm>
            <a:off x="1280160"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4" name="Shape 41"/>
          <p:cNvSpPr/>
          <p:nvPr/>
        </p:nvSpPr>
        <p:spPr>
          <a:xfrm>
            <a:off x="1389888"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5" name="Shape 42"/>
          <p:cNvSpPr/>
          <p:nvPr/>
        </p:nvSpPr>
        <p:spPr>
          <a:xfrm>
            <a:off x="1499616"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6" name="Shape 43"/>
          <p:cNvSpPr/>
          <p:nvPr/>
        </p:nvSpPr>
        <p:spPr>
          <a:xfrm>
            <a:off x="1609344"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7" name="Shape 44"/>
          <p:cNvSpPr/>
          <p:nvPr/>
        </p:nvSpPr>
        <p:spPr>
          <a:xfrm>
            <a:off x="1280160"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8" name="Shape 45"/>
          <p:cNvSpPr/>
          <p:nvPr/>
        </p:nvSpPr>
        <p:spPr>
          <a:xfrm>
            <a:off x="1389888"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9" name="Shape 46"/>
          <p:cNvSpPr/>
          <p:nvPr/>
        </p:nvSpPr>
        <p:spPr>
          <a:xfrm>
            <a:off x="1499616"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0" name="Shape 47"/>
          <p:cNvSpPr/>
          <p:nvPr/>
        </p:nvSpPr>
        <p:spPr>
          <a:xfrm>
            <a:off x="1609344"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1" name="Shape 48"/>
          <p:cNvSpPr/>
          <p:nvPr/>
        </p:nvSpPr>
        <p:spPr>
          <a:xfrm>
            <a:off x="1280160"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2" name="Shape 49"/>
          <p:cNvSpPr/>
          <p:nvPr/>
        </p:nvSpPr>
        <p:spPr>
          <a:xfrm>
            <a:off x="1389888"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3" name="Shape 50"/>
          <p:cNvSpPr/>
          <p:nvPr/>
        </p:nvSpPr>
        <p:spPr>
          <a:xfrm>
            <a:off x="1499616"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4" name="Shape 51"/>
          <p:cNvSpPr/>
          <p:nvPr/>
        </p:nvSpPr>
        <p:spPr>
          <a:xfrm>
            <a:off x="1609344"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5" name="Shape 52"/>
          <p:cNvSpPr/>
          <p:nvPr/>
        </p:nvSpPr>
        <p:spPr>
          <a:xfrm>
            <a:off x="182880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6" name="Shape 53"/>
          <p:cNvSpPr/>
          <p:nvPr/>
        </p:nvSpPr>
        <p:spPr>
          <a:xfrm>
            <a:off x="193852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7" name="Shape 54"/>
          <p:cNvSpPr/>
          <p:nvPr/>
        </p:nvSpPr>
        <p:spPr>
          <a:xfrm>
            <a:off x="204825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8" name="Shape 55"/>
          <p:cNvSpPr/>
          <p:nvPr/>
        </p:nvSpPr>
        <p:spPr>
          <a:xfrm>
            <a:off x="215798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9" name="Shape 56"/>
          <p:cNvSpPr/>
          <p:nvPr/>
        </p:nvSpPr>
        <p:spPr>
          <a:xfrm>
            <a:off x="182880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0" name="Shape 57"/>
          <p:cNvSpPr/>
          <p:nvPr/>
        </p:nvSpPr>
        <p:spPr>
          <a:xfrm>
            <a:off x="193852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1" name="Shape 58"/>
          <p:cNvSpPr/>
          <p:nvPr/>
        </p:nvSpPr>
        <p:spPr>
          <a:xfrm>
            <a:off x="204825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2" name="Shape 59"/>
          <p:cNvSpPr/>
          <p:nvPr/>
        </p:nvSpPr>
        <p:spPr>
          <a:xfrm>
            <a:off x="215798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3" name="Shape 60"/>
          <p:cNvSpPr/>
          <p:nvPr/>
        </p:nvSpPr>
        <p:spPr>
          <a:xfrm>
            <a:off x="182880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4" name="Shape 61"/>
          <p:cNvSpPr/>
          <p:nvPr/>
        </p:nvSpPr>
        <p:spPr>
          <a:xfrm>
            <a:off x="193852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5" name="Shape 62"/>
          <p:cNvSpPr/>
          <p:nvPr/>
        </p:nvSpPr>
        <p:spPr>
          <a:xfrm>
            <a:off x="204825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6" name="Shape 63"/>
          <p:cNvSpPr/>
          <p:nvPr/>
        </p:nvSpPr>
        <p:spPr>
          <a:xfrm>
            <a:off x="215798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7" name="Shape 64"/>
          <p:cNvSpPr/>
          <p:nvPr/>
        </p:nvSpPr>
        <p:spPr>
          <a:xfrm>
            <a:off x="182880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8" name="Shape 65"/>
          <p:cNvSpPr/>
          <p:nvPr/>
        </p:nvSpPr>
        <p:spPr>
          <a:xfrm>
            <a:off x="193852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9" name="Shape 66"/>
          <p:cNvSpPr/>
          <p:nvPr/>
        </p:nvSpPr>
        <p:spPr>
          <a:xfrm>
            <a:off x="204825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70" name="Shape 67"/>
          <p:cNvSpPr/>
          <p:nvPr/>
        </p:nvSpPr>
        <p:spPr>
          <a:xfrm>
            <a:off x="215798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71" name="Shape 68"/>
          <p:cNvSpPr/>
          <p:nvPr/>
        </p:nvSpPr>
        <p:spPr>
          <a:xfrm>
            <a:off x="3346704" y="2554592"/>
            <a:ext cx="868680" cy="548640"/>
          </a:xfrm>
          <a:prstGeom prst="roundRect">
            <a:avLst>
              <a:gd name="adj" fmla="val 13333"/>
            </a:avLst>
          </a:prstGeom>
          <a:solidFill>
            <a:schemeClr val="tx1"/>
          </a:solidFill>
          <a:ln w="12700">
            <a:solidFill>
              <a:schemeClr val="tx1"/>
            </a:solidFill>
            <a:prstDash val="solid"/>
          </a:ln>
        </p:spPr>
        <p:txBody>
          <a:bodyPr/>
          <a:lstStyle/>
          <a:p>
            <a:endParaRPr lang="ja-JP" altLang="en-US"/>
          </a:p>
        </p:txBody>
      </p:sp>
      <p:sp>
        <p:nvSpPr>
          <p:cNvPr id="72" name="Text 69"/>
          <p:cNvSpPr txBox="1"/>
          <p:nvPr/>
        </p:nvSpPr>
        <p:spPr>
          <a:xfrm>
            <a:off x="3346704" y="2554592"/>
            <a:ext cx="868680" cy="548640"/>
          </a:xfrm>
          <a:prstGeom prst="rect">
            <a:avLst/>
          </a:prstGeom>
          <a:noFill/>
          <a:ln/>
        </p:spPr>
        <p:txBody>
          <a:bodyPr wrap="square" lIns="0" tIns="0" rIns="0" bIns="0" rtlCol="0" anchor="ctr"/>
          <a:lstStyle/>
          <a:p>
            <a:pPr marL="0" indent="0" algn="ctr">
              <a:buNone/>
            </a:pPr>
            <a:r>
              <a:rPr lang="en-US" sz="1600" b="1" dirty="0">
                <a:solidFill>
                  <a:schemeClr val="bg1"/>
                </a:solidFill>
              </a:rPr>
              <a:t>AI</a:t>
            </a:r>
            <a:endParaRPr lang="en-US" sz="1600" dirty="0"/>
          </a:p>
        </p:txBody>
      </p:sp>
      <p:sp>
        <p:nvSpPr>
          <p:cNvPr id="73" name="Shape 70"/>
          <p:cNvSpPr/>
          <p:nvPr/>
        </p:nvSpPr>
        <p:spPr>
          <a:xfrm>
            <a:off x="5321808" y="2700896"/>
            <a:ext cx="109728" cy="402336"/>
          </a:xfrm>
          <a:prstGeom prst="rect">
            <a:avLst/>
          </a:prstGeom>
          <a:solidFill>
            <a:schemeClr val="accent2"/>
          </a:solidFill>
          <a:ln w="12700">
            <a:solidFill>
              <a:schemeClr val="bg2"/>
            </a:solidFill>
            <a:prstDash val="solid"/>
          </a:ln>
        </p:spPr>
        <p:txBody>
          <a:bodyPr/>
          <a:lstStyle/>
          <a:p>
            <a:endParaRPr lang="ja-JP" altLang="en-US"/>
          </a:p>
        </p:txBody>
      </p:sp>
      <p:sp>
        <p:nvSpPr>
          <p:cNvPr id="74" name="Shape 71"/>
          <p:cNvSpPr/>
          <p:nvPr/>
        </p:nvSpPr>
        <p:spPr>
          <a:xfrm>
            <a:off x="5468112"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5" name="Shape 72"/>
          <p:cNvSpPr/>
          <p:nvPr/>
        </p:nvSpPr>
        <p:spPr>
          <a:xfrm>
            <a:off x="561441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6" name="Shape 73"/>
          <p:cNvSpPr/>
          <p:nvPr/>
        </p:nvSpPr>
        <p:spPr>
          <a:xfrm>
            <a:off x="576072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7" name="Shape 74"/>
          <p:cNvSpPr/>
          <p:nvPr/>
        </p:nvSpPr>
        <p:spPr>
          <a:xfrm>
            <a:off x="5907024"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8" name="Shape 75"/>
          <p:cNvSpPr/>
          <p:nvPr/>
        </p:nvSpPr>
        <p:spPr>
          <a:xfrm>
            <a:off x="6053328"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9" name="Shape 76"/>
          <p:cNvSpPr/>
          <p:nvPr/>
        </p:nvSpPr>
        <p:spPr>
          <a:xfrm>
            <a:off x="6199632" y="2600312"/>
            <a:ext cx="109728" cy="502920"/>
          </a:xfrm>
          <a:prstGeom prst="rect">
            <a:avLst/>
          </a:prstGeom>
          <a:solidFill>
            <a:schemeClr val="accent1"/>
          </a:solidFill>
          <a:ln w="12700">
            <a:solidFill>
              <a:schemeClr val="bg2"/>
            </a:solidFill>
            <a:prstDash val="solid"/>
          </a:ln>
        </p:spPr>
        <p:txBody>
          <a:bodyPr/>
          <a:lstStyle/>
          <a:p>
            <a:endParaRPr lang="ja-JP" altLang="en-US"/>
          </a:p>
        </p:txBody>
      </p:sp>
      <p:sp>
        <p:nvSpPr>
          <p:cNvPr id="80" name="Shape 77"/>
          <p:cNvSpPr/>
          <p:nvPr/>
        </p:nvSpPr>
        <p:spPr>
          <a:xfrm>
            <a:off x="634593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1" name="Shape 78"/>
          <p:cNvSpPr/>
          <p:nvPr/>
        </p:nvSpPr>
        <p:spPr>
          <a:xfrm>
            <a:off x="649224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2" name="Shape 79"/>
          <p:cNvSpPr/>
          <p:nvPr/>
        </p:nvSpPr>
        <p:spPr>
          <a:xfrm>
            <a:off x="6638544" y="3002648"/>
            <a:ext cx="109728" cy="100584"/>
          </a:xfrm>
          <a:prstGeom prst="rect">
            <a:avLst/>
          </a:prstGeom>
          <a:solidFill>
            <a:schemeClr val="accent5"/>
          </a:solidFill>
          <a:ln w="12700">
            <a:solidFill>
              <a:schemeClr val="bg2"/>
            </a:solidFill>
            <a:prstDash val="solid"/>
          </a:ln>
        </p:spPr>
        <p:txBody>
          <a:bodyPr/>
          <a:lstStyle/>
          <a:p>
            <a:endParaRPr lang="ja-JP" altLang="en-US"/>
          </a:p>
        </p:txBody>
      </p:sp>
      <p:sp>
        <p:nvSpPr>
          <p:cNvPr id="83" name="Text 80"/>
          <p:cNvSpPr txBox="1"/>
          <p:nvPr/>
        </p:nvSpPr>
        <p:spPr>
          <a:xfrm>
            <a:off x="7616952" y="2481440"/>
            <a:ext cx="1554480" cy="731520"/>
          </a:xfrm>
          <a:prstGeom prst="rect">
            <a:avLst/>
          </a:prstGeom>
          <a:noFill/>
          <a:ln/>
        </p:spPr>
        <p:txBody>
          <a:bodyPr wrap="square" lIns="0" tIns="0" rIns="0" bIns="0" rtlCol="0" anchor="t"/>
          <a:lstStyle/>
          <a:p>
            <a:pPr marL="0" indent="0">
              <a:buNone/>
            </a:pPr>
            <a:r>
              <a:rPr lang="en-US" sz="1200" dirty="0">
                <a:solidFill>
                  <a:schemeClr val="tx1"/>
                </a:solidFill>
              </a:rPr>
              <a:t>p₀ ≈ β₀ᵀz</a:t>
            </a:r>
            <a:endParaRPr lang="en-US" sz="1200" dirty="0"/>
          </a:p>
          <a:p>
            <a:pPr marL="0" indent="0">
              <a:buNone/>
            </a:pPr>
            <a:r>
              <a:rPr lang="en-US" sz="1200" dirty="0">
                <a:solidFill>
                  <a:schemeClr val="tx1"/>
                </a:solidFill>
              </a:rPr>
              <a:t>p₁ ≈ β₁ᵀz</a:t>
            </a:r>
            <a:endParaRPr lang="en-US" sz="1200" dirty="0"/>
          </a:p>
          <a:p>
            <a:pPr marL="0" indent="0">
              <a:buNone/>
            </a:pPr>
            <a:r>
              <a:rPr lang="en-US" sz="1200" dirty="0">
                <a:solidFill>
                  <a:schemeClr val="tx1"/>
                </a:solidFill>
              </a:rPr>
              <a:t>…</a:t>
            </a:r>
            <a:endParaRPr lang="en-US" sz="1200" dirty="0"/>
          </a:p>
          <a:p>
            <a:pPr marL="0" indent="0">
              <a:buNone/>
            </a:pPr>
            <a:r>
              <a:rPr lang="en-US" sz="1200" dirty="0">
                <a:solidFill>
                  <a:schemeClr val="tx1"/>
                </a:solidFill>
              </a:rPr>
              <a:t>p₉ ≈ β₉ᵀz</a:t>
            </a:r>
            <a:endParaRPr lang="en-US" sz="1200" dirty="0"/>
          </a:p>
        </p:txBody>
      </p:sp>
      <p:sp>
        <p:nvSpPr>
          <p:cNvPr id="84" name="Shape 81"/>
          <p:cNvSpPr/>
          <p:nvPr/>
        </p:nvSpPr>
        <p:spPr>
          <a:xfrm>
            <a:off x="98663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5" name="Shape 82"/>
          <p:cNvSpPr/>
          <p:nvPr/>
        </p:nvSpPr>
        <p:spPr>
          <a:xfrm>
            <a:off x="9944100"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86" name="Shape 83"/>
          <p:cNvSpPr/>
          <p:nvPr/>
        </p:nvSpPr>
        <p:spPr>
          <a:xfrm>
            <a:off x="1002182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7" name="Shape 84"/>
          <p:cNvSpPr/>
          <p:nvPr/>
        </p:nvSpPr>
        <p:spPr>
          <a:xfrm>
            <a:off x="1009954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8" name="Shape 85"/>
          <p:cNvSpPr/>
          <p:nvPr/>
        </p:nvSpPr>
        <p:spPr>
          <a:xfrm>
            <a:off x="98663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9" name="Shape 86"/>
          <p:cNvSpPr/>
          <p:nvPr/>
        </p:nvSpPr>
        <p:spPr>
          <a:xfrm>
            <a:off x="994410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0" name="Shape 87"/>
          <p:cNvSpPr/>
          <p:nvPr/>
        </p:nvSpPr>
        <p:spPr>
          <a:xfrm>
            <a:off x="10021824"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1" name="Shape 88"/>
          <p:cNvSpPr/>
          <p:nvPr/>
        </p:nvSpPr>
        <p:spPr>
          <a:xfrm>
            <a:off x="1009954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2" name="Shape 89"/>
          <p:cNvSpPr/>
          <p:nvPr/>
        </p:nvSpPr>
        <p:spPr>
          <a:xfrm>
            <a:off x="9866376"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3" name="Shape 90"/>
          <p:cNvSpPr/>
          <p:nvPr/>
        </p:nvSpPr>
        <p:spPr>
          <a:xfrm>
            <a:off x="994410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4" name="Shape 91"/>
          <p:cNvSpPr/>
          <p:nvPr/>
        </p:nvSpPr>
        <p:spPr>
          <a:xfrm>
            <a:off x="1002182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5" name="Shape 92"/>
          <p:cNvSpPr/>
          <p:nvPr/>
        </p:nvSpPr>
        <p:spPr>
          <a:xfrm>
            <a:off x="1009954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6" name="Shape 93"/>
          <p:cNvSpPr/>
          <p:nvPr/>
        </p:nvSpPr>
        <p:spPr>
          <a:xfrm>
            <a:off x="986637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7" name="Shape 94"/>
          <p:cNvSpPr/>
          <p:nvPr/>
        </p:nvSpPr>
        <p:spPr>
          <a:xfrm>
            <a:off x="994410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8" name="Shape 95"/>
          <p:cNvSpPr/>
          <p:nvPr/>
        </p:nvSpPr>
        <p:spPr>
          <a:xfrm>
            <a:off x="1002182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9" name="Shape 96"/>
          <p:cNvSpPr/>
          <p:nvPr/>
        </p:nvSpPr>
        <p:spPr>
          <a:xfrm>
            <a:off x="10099548"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0" name="Shape 97"/>
          <p:cNvSpPr/>
          <p:nvPr/>
        </p:nvSpPr>
        <p:spPr>
          <a:xfrm>
            <a:off x="102047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1" name="Shape 98"/>
          <p:cNvSpPr/>
          <p:nvPr/>
        </p:nvSpPr>
        <p:spPr>
          <a:xfrm>
            <a:off x="10282428"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2" name="Shape 99"/>
          <p:cNvSpPr/>
          <p:nvPr/>
        </p:nvSpPr>
        <p:spPr>
          <a:xfrm>
            <a:off x="1036015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3" name="Shape 100"/>
          <p:cNvSpPr/>
          <p:nvPr/>
        </p:nvSpPr>
        <p:spPr>
          <a:xfrm>
            <a:off x="104378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4" name="Shape 101"/>
          <p:cNvSpPr/>
          <p:nvPr/>
        </p:nvSpPr>
        <p:spPr>
          <a:xfrm>
            <a:off x="102047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5" name="Shape 102"/>
          <p:cNvSpPr/>
          <p:nvPr/>
        </p:nvSpPr>
        <p:spPr>
          <a:xfrm>
            <a:off x="1028242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6" name="Shape 103"/>
          <p:cNvSpPr/>
          <p:nvPr/>
        </p:nvSpPr>
        <p:spPr>
          <a:xfrm>
            <a:off x="10360152"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7" name="Shape 104"/>
          <p:cNvSpPr/>
          <p:nvPr/>
        </p:nvSpPr>
        <p:spPr>
          <a:xfrm>
            <a:off x="104378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8" name="Shape 105"/>
          <p:cNvSpPr/>
          <p:nvPr/>
        </p:nvSpPr>
        <p:spPr>
          <a:xfrm>
            <a:off x="10204704"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9" name="Shape 106"/>
          <p:cNvSpPr/>
          <p:nvPr/>
        </p:nvSpPr>
        <p:spPr>
          <a:xfrm>
            <a:off x="1028242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0" name="Shape 107"/>
          <p:cNvSpPr/>
          <p:nvPr/>
        </p:nvSpPr>
        <p:spPr>
          <a:xfrm>
            <a:off x="1036015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1" name="Shape 108"/>
          <p:cNvSpPr/>
          <p:nvPr/>
        </p:nvSpPr>
        <p:spPr>
          <a:xfrm>
            <a:off x="1043787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2" name="Shape 109"/>
          <p:cNvSpPr/>
          <p:nvPr/>
        </p:nvSpPr>
        <p:spPr>
          <a:xfrm>
            <a:off x="1020470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3" name="Shape 110"/>
          <p:cNvSpPr/>
          <p:nvPr/>
        </p:nvSpPr>
        <p:spPr>
          <a:xfrm>
            <a:off x="1028242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4" name="Shape 111"/>
          <p:cNvSpPr/>
          <p:nvPr/>
        </p:nvSpPr>
        <p:spPr>
          <a:xfrm>
            <a:off x="1036015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5" name="Shape 112"/>
          <p:cNvSpPr/>
          <p:nvPr/>
        </p:nvSpPr>
        <p:spPr>
          <a:xfrm>
            <a:off x="10437876"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6" name="Shape 113"/>
          <p:cNvSpPr/>
          <p:nvPr/>
        </p:nvSpPr>
        <p:spPr>
          <a:xfrm>
            <a:off x="105430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7" name="Shape 114"/>
          <p:cNvSpPr/>
          <p:nvPr/>
        </p:nvSpPr>
        <p:spPr>
          <a:xfrm>
            <a:off x="10620756"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8" name="Shape 115"/>
          <p:cNvSpPr/>
          <p:nvPr/>
        </p:nvSpPr>
        <p:spPr>
          <a:xfrm>
            <a:off x="1069848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9" name="Shape 116"/>
          <p:cNvSpPr/>
          <p:nvPr/>
        </p:nvSpPr>
        <p:spPr>
          <a:xfrm>
            <a:off x="107762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0" name="Shape 117"/>
          <p:cNvSpPr/>
          <p:nvPr/>
        </p:nvSpPr>
        <p:spPr>
          <a:xfrm>
            <a:off x="105430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1" name="Shape 118"/>
          <p:cNvSpPr/>
          <p:nvPr/>
        </p:nvSpPr>
        <p:spPr>
          <a:xfrm>
            <a:off x="1062075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2" name="Shape 119"/>
          <p:cNvSpPr/>
          <p:nvPr/>
        </p:nvSpPr>
        <p:spPr>
          <a:xfrm>
            <a:off x="10698480"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3" name="Shape 120"/>
          <p:cNvSpPr/>
          <p:nvPr/>
        </p:nvSpPr>
        <p:spPr>
          <a:xfrm>
            <a:off x="107762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4" name="Shape 121"/>
          <p:cNvSpPr/>
          <p:nvPr/>
        </p:nvSpPr>
        <p:spPr>
          <a:xfrm>
            <a:off x="10543032"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5" name="Shape 122"/>
          <p:cNvSpPr/>
          <p:nvPr/>
        </p:nvSpPr>
        <p:spPr>
          <a:xfrm>
            <a:off x="1062075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6" name="Shape 123"/>
          <p:cNvSpPr/>
          <p:nvPr/>
        </p:nvSpPr>
        <p:spPr>
          <a:xfrm>
            <a:off x="1069848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7" name="Shape 124"/>
          <p:cNvSpPr/>
          <p:nvPr/>
        </p:nvSpPr>
        <p:spPr>
          <a:xfrm>
            <a:off x="1077620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8" name="Shape 125"/>
          <p:cNvSpPr/>
          <p:nvPr/>
        </p:nvSpPr>
        <p:spPr>
          <a:xfrm>
            <a:off x="1054303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9" name="Shape 126"/>
          <p:cNvSpPr/>
          <p:nvPr/>
        </p:nvSpPr>
        <p:spPr>
          <a:xfrm>
            <a:off x="1062075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0" name="Shape 127"/>
          <p:cNvSpPr/>
          <p:nvPr/>
        </p:nvSpPr>
        <p:spPr>
          <a:xfrm>
            <a:off x="1069848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1" name="Shape 128"/>
          <p:cNvSpPr/>
          <p:nvPr/>
        </p:nvSpPr>
        <p:spPr>
          <a:xfrm>
            <a:off x="10776204"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2" name="Shape 129"/>
          <p:cNvSpPr/>
          <p:nvPr/>
        </p:nvSpPr>
        <p:spPr>
          <a:xfrm>
            <a:off x="108813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3" name="Shape 130"/>
          <p:cNvSpPr/>
          <p:nvPr/>
        </p:nvSpPr>
        <p:spPr>
          <a:xfrm>
            <a:off x="10959084"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4" name="Shape 131"/>
          <p:cNvSpPr/>
          <p:nvPr/>
        </p:nvSpPr>
        <p:spPr>
          <a:xfrm>
            <a:off x="1103680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5" name="Shape 132"/>
          <p:cNvSpPr/>
          <p:nvPr/>
        </p:nvSpPr>
        <p:spPr>
          <a:xfrm>
            <a:off x="111145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6" name="Shape 133"/>
          <p:cNvSpPr/>
          <p:nvPr/>
        </p:nvSpPr>
        <p:spPr>
          <a:xfrm>
            <a:off x="108813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7" name="Shape 134"/>
          <p:cNvSpPr/>
          <p:nvPr/>
        </p:nvSpPr>
        <p:spPr>
          <a:xfrm>
            <a:off x="1095908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8" name="Shape 135"/>
          <p:cNvSpPr/>
          <p:nvPr/>
        </p:nvSpPr>
        <p:spPr>
          <a:xfrm>
            <a:off x="11036808"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9" name="Shape 136"/>
          <p:cNvSpPr/>
          <p:nvPr/>
        </p:nvSpPr>
        <p:spPr>
          <a:xfrm>
            <a:off x="111145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0" name="Shape 137"/>
          <p:cNvSpPr/>
          <p:nvPr/>
        </p:nvSpPr>
        <p:spPr>
          <a:xfrm>
            <a:off x="10881360"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1095908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2" name="Shape 139"/>
          <p:cNvSpPr/>
          <p:nvPr/>
        </p:nvSpPr>
        <p:spPr>
          <a:xfrm>
            <a:off x="1103680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3" name="Shape 140"/>
          <p:cNvSpPr/>
          <p:nvPr/>
        </p:nvSpPr>
        <p:spPr>
          <a:xfrm>
            <a:off x="1111453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4" name="Shape 141"/>
          <p:cNvSpPr/>
          <p:nvPr/>
        </p:nvSpPr>
        <p:spPr>
          <a:xfrm>
            <a:off x="1088136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5" name="Shape 142"/>
          <p:cNvSpPr/>
          <p:nvPr/>
        </p:nvSpPr>
        <p:spPr>
          <a:xfrm>
            <a:off x="1095908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6" name="Shape 143"/>
          <p:cNvSpPr/>
          <p:nvPr/>
        </p:nvSpPr>
        <p:spPr>
          <a:xfrm>
            <a:off x="1103680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7" name="Shape 144"/>
          <p:cNvSpPr/>
          <p:nvPr/>
        </p:nvSpPr>
        <p:spPr>
          <a:xfrm>
            <a:off x="11114532"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8" name="Shape 145"/>
          <p:cNvSpPr/>
          <p:nvPr/>
        </p:nvSpPr>
        <p:spPr>
          <a:xfrm>
            <a:off x="1121968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9" name="Shape 146"/>
          <p:cNvSpPr/>
          <p:nvPr/>
        </p:nvSpPr>
        <p:spPr>
          <a:xfrm>
            <a:off x="11297412"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0" name="Shape 147"/>
          <p:cNvSpPr/>
          <p:nvPr/>
        </p:nvSpPr>
        <p:spPr>
          <a:xfrm>
            <a:off x="1137513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1" name="Shape 148"/>
          <p:cNvSpPr/>
          <p:nvPr/>
        </p:nvSpPr>
        <p:spPr>
          <a:xfrm>
            <a:off x="114528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2" name="Shape 149"/>
          <p:cNvSpPr/>
          <p:nvPr/>
        </p:nvSpPr>
        <p:spPr>
          <a:xfrm>
            <a:off x="1121968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3" name="Shape 150"/>
          <p:cNvSpPr/>
          <p:nvPr/>
        </p:nvSpPr>
        <p:spPr>
          <a:xfrm>
            <a:off x="1129741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4" name="Shape 151"/>
          <p:cNvSpPr/>
          <p:nvPr/>
        </p:nvSpPr>
        <p:spPr>
          <a:xfrm>
            <a:off x="11375136"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5" name="Shape 152"/>
          <p:cNvSpPr/>
          <p:nvPr/>
        </p:nvSpPr>
        <p:spPr>
          <a:xfrm>
            <a:off x="114528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6" name="Shape 153"/>
          <p:cNvSpPr/>
          <p:nvPr/>
        </p:nvSpPr>
        <p:spPr>
          <a:xfrm>
            <a:off x="11219688"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7" name="Shape 154"/>
          <p:cNvSpPr/>
          <p:nvPr/>
        </p:nvSpPr>
        <p:spPr>
          <a:xfrm>
            <a:off x="1129741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8" name="Shape 155"/>
          <p:cNvSpPr/>
          <p:nvPr/>
        </p:nvSpPr>
        <p:spPr>
          <a:xfrm>
            <a:off x="1137513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9" name="Shape 156"/>
          <p:cNvSpPr/>
          <p:nvPr/>
        </p:nvSpPr>
        <p:spPr>
          <a:xfrm>
            <a:off x="1145286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0" name="Shape 157"/>
          <p:cNvSpPr/>
          <p:nvPr/>
        </p:nvSpPr>
        <p:spPr>
          <a:xfrm>
            <a:off x="1121968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1" name="Shape 158"/>
          <p:cNvSpPr/>
          <p:nvPr/>
        </p:nvSpPr>
        <p:spPr>
          <a:xfrm>
            <a:off x="1129741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2" name="Shape 159"/>
          <p:cNvSpPr/>
          <p:nvPr/>
        </p:nvSpPr>
        <p:spPr>
          <a:xfrm>
            <a:off x="1137513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3" name="Shape 160"/>
          <p:cNvSpPr/>
          <p:nvPr/>
        </p:nvSpPr>
        <p:spPr>
          <a:xfrm>
            <a:off x="11452860"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4" name="Shape 161"/>
          <p:cNvSpPr/>
          <p:nvPr/>
        </p:nvSpPr>
        <p:spPr>
          <a:xfrm>
            <a:off x="986637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5" name="Shape 162"/>
          <p:cNvSpPr/>
          <p:nvPr/>
        </p:nvSpPr>
        <p:spPr>
          <a:xfrm>
            <a:off x="9944100"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6" name="Shape 163"/>
          <p:cNvSpPr/>
          <p:nvPr/>
        </p:nvSpPr>
        <p:spPr>
          <a:xfrm>
            <a:off x="1002182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7" name="Shape 164"/>
          <p:cNvSpPr/>
          <p:nvPr/>
        </p:nvSpPr>
        <p:spPr>
          <a:xfrm>
            <a:off x="1009954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8" name="Shape 165"/>
          <p:cNvSpPr/>
          <p:nvPr/>
        </p:nvSpPr>
        <p:spPr>
          <a:xfrm>
            <a:off x="986637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9" name="Shape 166"/>
          <p:cNvSpPr/>
          <p:nvPr/>
        </p:nvSpPr>
        <p:spPr>
          <a:xfrm>
            <a:off x="994410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0" name="Shape 167"/>
          <p:cNvSpPr/>
          <p:nvPr/>
        </p:nvSpPr>
        <p:spPr>
          <a:xfrm>
            <a:off x="10021824"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1" name="Shape 168"/>
          <p:cNvSpPr/>
          <p:nvPr/>
        </p:nvSpPr>
        <p:spPr>
          <a:xfrm>
            <a:off x="1009954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2" name="Shape 169"/>
          <p:cNvSpPr/>
          <p:nvPr/>
        </p:nvSpPr>
        <p:spPr>
          <a:xfrm>
            <a:off x="9866376"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3" name="Shape 170"/>
          <p:cNvSpPr/>
          <p:nvPr/>
        </p:nvSpPr>
        <p:spPr>
          <a:xfrm>
            <a:off x="994410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4" name="Shape 171"/>
          <p:cNvSpPr/>
          <p:nvPr/>
        </p:nvSpPr>
        <p:spPr>
          <a:xfrm>
            <a:off x="1002182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5" name="Shape 172"/>
          <p:cNvSpPr/>
          <p:nvPr/>
        </p:nvSpPr>
        <p:spPr>
          <a:xfrm>
            <a:off x="1009954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6" name="Shape 173"/>
          <p:cNvSpPr/>
          <p:nvPr/>
        </p:nvSpPr>
        <p:spPr>
          <a:xfrm>
            <a:off x="986637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7" name="Shape 174"/>
          <p:cNvSpPr/>
          <p:nvPr/>
        </p:nvSpPr>
        <p:spPr>
          <a:xfrm>
            <a:off x="994410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8" name="Shape 175"/>
          <p:cNvSpPr/>
          <p:nvPr/>
        </p:nvSpPr>
        <p:spPr>
          <a:xfrm>
            <a:off x="1002182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9" name="Shape 176"/>
          <p:cNvSpPr/>
          <p:nvPr/>
        </p:nvSpPr>
        <p:spPr>
          <a:xfrm>
            <a:off x="10099548"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80" name="Shape 177"/>
          <p:cNvSpPr/>
          <p:nvPr/>
        </p:nvSpPr>
        <p:spPr>
          <a:xfrm>
            <a:off x="10204704"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1" name="Shape 178"/>
          <p:cNvSpPr/>
          <p:nvPr/>
        </p:nvSpPr>
        <p:spPr>
          <a:xfrm>
            <a:off x="10282428" y="2828912"/>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2" name="Shape 179"/>
          <p:cNvSpPr/>
          <p:nvPr/>
        </p:nvSpPr>
        <p:spPr>
          <a:xfrm>
            <a:off x="10360152"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3" name="Shape 180"/>
          <p:cNvSpPr/>
          <p:nvPr/>
        </p:nvSpPr>
        <p:spPr>
          <a:xfrm>
            <a:off x="10437876"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4" name="Shape 181"/>
          <p:cNvSpPr/>
          <p:nvPr/>
        </p:nvSpPr>
        <p:spPr>
          <a:xfrm>
            <a:off x="10204704"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5" name="Shape 182"/>
          <p:cNvSpPr/>
          <p:nvPr/>
        </p:nvSpPr>
        <p:spPr>
          <a:xfrm>
            <a:off x="10282428"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6" name="Shape 183"/>
          <p:cNvSpPr/>
          <p:nvPr/>
        </p:nvSpPr>
        <p:spPr>
          <a:xfrm>
            <a:off x="10360152" y="2906636"/>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7" name="Shape 184"/>
          <p:cNvSpPr/>
          <p:nvPr/>
        </p:nvSpPr>
        <p:spPr>
          <a:xfrm>
            <a:off x="10437876"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8" name="Shape 185"/>
          <p:cNvSpPr/>
          <p:nvPr/>
        </p:nvSpPr>
        <p:spPr>
          <a:xfrm>
            <a:off x="10204704" y="2984360"/>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9" name="Shape 186"/>
          <p:cNvSpPr/>
          <p:nvPr/>
        </p:nvSpPr>
        <p:spPr>
          <a:xfrm>
            <a:off x="10282428"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0" name="Shape 187"/>
          <p:cNvSpPr/>
          <p:nvPr/>
        </p:nvSpPr>
        <p:spPr>
          <a:xfrm>
            <a:off x="10360152"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1" name="Shape 188"/>
          <p:cNvSpPr/>
          <p:nvPr/>
        </p:nvSpPr>
        <p:spPr>
          <a:xfrm>
            <a:off x="10437876"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2" name="Shape 189"/>
          <p:cNvSpPr/>
          <p:nvPr/>
        </p:nvSpPr>
        <p:spPr>
          <a:xfrm>
            <a:off x="10204704"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3" name="Shape 190"/>
          <p:cNvSpPr/>
          <p:nvPr/>
        </p:nvSpPr>
        <p:spPr>
          <a:xfrm>
            <a:off x="10282428"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4" name="Shape 191"/>
          <p:cNvSpPr/>
          <p:nvPr/>
        </p:nvSpPr>
        <p:spPr>
          <a:xfrm>
            <a:off x="10360152"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5" name="Shape 192"/>
          <p:cNvSpPr/>
          <p:nvPr/>
        </p:nvSpPr>
        <p:spPr>
          <a:xfrm>
            <a:off x="10437876" y="3062084"/>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96" name="Shape 193"/>
          <p:cNvSpPr/>
          <p:nvPr/>
        </p:nvSpPr>
        <p:spPr>
          <a:xfrm>
            <a:off x="105430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7" name="Shape 194"/>
          <p:cNvSpPr/>
          <p:nvPr/>
        </p:nvSpPr>
        <p:spPr>
          <a:xfrm>
            <a:off x="10620756"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98" name="Shape 195"/>
          <p:cNvSpPr/>
          <p:nvPr/>
        </p:nvSpPr>
        <p:spPr>
          <a:xfrm>
            <a:off x="1069848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9" name="Shape 196"/>
          <p:cNvSpPr/>
          <p:nvPr/>
        </p:nvSpPr>
        <p:spPr>
          <a:xfrm>
            <a:off x="1077620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0" name="Shape 197"/>
          <p:cNvSpPr/>
          <p:nvPr/>
        </p:nvSpPr>
        <p:spPr>
          <a:xfrm>
            <a:off x="105430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1" name="Shape 198"/>
          <p:cNvSpPr/>
          <p:nvPr/>
        </p:nvSpPr>
        <p:spPr>
          <a:xfrm>
            <a:off x="1062075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2" name="Shape 199"/>
          <p:cNvSpPr/>
          <p:nvPr/>
        </p:nvSpPr>
        <p:spPr>
          <a:xfrm>
            <a:off x="10698480"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3" name="Shape 200"/>
          <p:cNvSpPr/>
          <p:nvPr/>
        </p:nvSpPr>
        <p:spPr>
          <a:xfrm>
            <a:off x="1077620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4" name="Shape 201"/>
          <p:cNvSpPr/>
          <p:nvPr/>
        </p:nvSpPr>
        <p:spPr>
          <a:xfrm>
            <a:off x="10543032"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5" name="Shape 202"/>
          <p:cNvSpPr/>
          <p:nvPr/>
        </p:nvSpPr>
        <p:spPr>
          <a:xfrm>
            <a:off x="1062075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6" name="Shape 203"/>
          <p:cNvSpPr/>
          <p:nvPr/>
        </p:nvSpPr>
        <p:spPr>
          <a:xfrm>
            <a:off x="1069848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7" name="Shape 204"/>
          <p:cNvSpPr/>
          <p:nvPr/>
        </p:nvSpPr>
        <p:spPr>
          <a:xfrm>
            <a:off x="1077620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8" name="Shape 205"/>
          <p:cNvSpPr/>
          <p:nvPr/>
        </p:nvSpPr>
        <p:spPr>
          <a:xfrm>
            <a:off x="1054303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9" name="Shape 206"/>
          <p:cNvSpPr/>
          <p:nvPr/>
        </p:nvSpPr>
        <p:spPr>
          <a:xfrm>
            <a:off x="1062075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0" name="Shape 207"/>
          <p:cNvSpPr/>
          <p:nvPr/>
        </p:nvSpPr>
        <p:spPr>
          <a:xfrm>
            <a:off x="1069848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1" name="Shape 208"/>
          <p:cNvSpPr/>
          <p:nvPr/>
        </p:nvSpPr>
        <p:spPr>
          <a:xfrm>
            <a:off x="10776204"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2" name="Shape 209"/>
          <p:cNvSpPr/>
          <p:nvPr/>
        </p:nvSpPr>
        <p:spPr>
          <a:xfrm>
            <a:off x="108813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3" name="Shape 210"/>
          <p:cNvSpPr/>
          <p:nvPr/>
        </p:nvSpPr>
        <p:spPr>
          <a:xfrm>
            <a:off x="10959084"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4" name="Shape 211"/>
          <p:cNvSpPr/>
          <p:nvPr/>
        </p:nvSpPr>
        <p:spPr>
          <a:xfrm>
            <a:off x="1103680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5" name="Shape 212"/>
          <p:cNvSpPr/>
          <p:nvPr/>
        </p:nvSpPr>
        <p:spPr>
          <a:xfrm>
            <a:off x="111145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6" name="Shape 213"/>
          <p:cNvSpPr/>
          <p:nvPr/>
        </p:nvSpPr>
        <p:spPr>
          <a:xfrm>
            <a:off x="108813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7" name="Shape 214"/>
          <p:cNvSpPr/>
          <p:nvPr/>
        </p:nvSpPr>
        <p:spPr>
          <a:xfrm>
            <a:off x="1095908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8" name="Shape 215"/>
          <p:cNvSpPr/>
          <p:nvPr/>
        </p:nvSpPr>
        <p:spPr>
          <a:xfrm>
            <a:off x="11036808"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9" name="Shape 216"/>
          <p:cNvSpPr/>
          <p:nvPr/>
        </p:nvSpPr>
        <p:spPr>
          <a:xfrm>
            <a:off x="111145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0" name="Shape 217"/>
          <p:cNvSpPr/>
          <p:nvPr/>
        </p:nvSpPr>
        <p:spPr>
          <a:xfrm>
            <a:off x="10881360"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1" name="Shape 218"/>
          <p:cNvSpPr/>
          <p:nvPr/>
        </p:nvSpPr>
        <p:spPr>
          <a:xfrm>
            <a:off x="1095908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2" name="Shape 219"/>
          <p:cNvSpPr/>
          <p:nvPr/>
        </p:nvSpPr>
        <p:spPr>
          <a:xfrm>
            <a:off x="1103680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3" name="Shape 220"/>
          <p:cNvSpPr/>
          <p:nvPr/>
        </p:nvSpPr>
        <p:spPr>
          <a:xfrm>
            <a:off x="1111453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4" name="Shape 221"/>
          <p:cNvSpPr/>
          <p:nvPr/>
        </p:nvSpPr>
        <p:spPr>
          <a:xfrm>
            <a:off x="1088136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5" name="Shape 222"/>
          <p:cNvSpPr/>
          <p:nvPr/>
        </p:nvSpPr>
        <p:spPr>
          <a:xfrm>
            <a:off x="1095908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6" name="Shape 223"/>
          <p:cNvSpPr/>
          <p:nvPr/>
        </p:nvSpPr>
        <p:spPr>
          <a:xfrm>
            <a:off x="1103680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7" name="Shape 224"/>
          <p:cNvSpPr/>
          <p:nvPr/>
        </p:nvSpPr>
        <p:spPr>
          <a:xfrm>
            <a:off x="11114532"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8" name="Shape 225"/>
          <p:cNvSpPr/>
          <p:nvPr/>
        </p:nvSpPr>
        <p:spPr>
          <a:xfrm>
            <a:off x="1121968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9" name="Shape 226"/>
          <p:cNvSpPr/>
          <p:nvPr/>
        </p:nvSpPr>
        <p:spPr>
          <a:xfrm>
            <a:off x="11297412"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0" name="Shape 227"/>
          <p:cNvSpPr/>
          <p:nvPr/>
        </p:nvSpPr>
        <p:spPr>
          <a:xfrm>
            <a:off x="1137513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1" name="Shape 228"/>
          <p:cNvSpPr/>
          <p:nvPr/>
        </p:nvSpPr>
        <p:spPr>
          <a:xfrm>
            <a:off x="114528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2" name="Shape 229"/>
          <p:cNvSpPr/>
          <p:nvPr/>
        </p:nvSpPr>
        <p:spPr>
          <a:xfrm>
            <a:off x="1121968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3" name="Shape 230"/>
          <p:cNvSpPr/>
          <p:nvPr/>
        </p:nvSpPr>
        <p:spPr>
          <a:xfrm>
            <a:off x="1129741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4" name="Shape 231"/>
          <p:cNvSpPr/>
          <p:nvPr/>
        </p:nvSpPr>
        <p:spPr>
          <a:xfrm>
            <a:off x="11375136"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5" name="Shape 232"/>
          <p:cNvSpPr/>
          <p:nvPr/>
        </p:nvSpPr>
        <p:spPr>
          <a:xfrm>
            <a:off x="114528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6" name="Shape 233"/>
          <p:cNvSpPr/>
          <p:nvPr/>
        </p:nvSpPr>
        <p:spPr>
          <a:xfrm>
            <a:off x="11219688"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7" name="Shape 234"/>
          <p:cNvSpPr/>
          <p:nvPr/>
        </p:nvSpPr>
        <p:spPr>
          <a:xfrm>
            <a:off x="1129741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8" name="Shape 235"/>
          <p:cNvSpPr/>
          <p:nvPr/>
        </p:nvSpPr>
        <p:spPr>
          <a:xfrm>
            <a:off x="1137513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9" name="Shape 236"/>
          <p:cNvSpPr/>
          <p:nvPr/>
        </p:nvSpPr>
        <p:spPr>
          <a:xfrm>
            <a:off x="1145286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0" name="Shape 237"/>
          <p:cNvSpPr/>
          <p:nvPr/>
        </p:nvSpPr>
        <p:spPr>
          <a:xfrm>
            <a:off x="1121968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1" name="Shape 238"/>
          <p:cNvSpPr/>
          <p:nvPr/>
        </p:nvSpPr>
        <p:spPr>
          <a:xfrm>
            <a:off x="1129741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2" name="Shape 239"/>
          <p:cNvSpPr/>
          <p:nvPr/>
        </p:nvSpPr>
        <p:spPr>
          <a:xfrm>
            <a:off x="1137513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3" name="Shape 240"/>
          <p:cNvSpPr/>
          <p:nvPr/>
        </p:nvSpPr>
        <p:spPr>
          <a:xfrm>
            <a:off x="11452860"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44" name="Text 241"/>
          <p:cNvSpPr txBox="1"/>
          <p:nvPr/>
        </p:nvSpPr>
        <p:spPr>
          <a:xfrm>
            <a:off x="2916936" y="4424540"/>
            <a:ext cx="6949440" cy="16459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2000" dirty="0" err="1">
                <a:solidFill>
                  <a:schemeClr val="tx1"/>
                </a:solidFill>
              </a:rPr>
              <a:t>各クラスに対する説明が個別で出力される</a:t>
            </a:r>
            <a:br>
              <a:rPr lang="en-US" sz="2000" dirty="0">
                <a:solidFill>
                  <a:schemeClr val="tx1"/>
                </a:solidFill>
              </a:rPr>
            </a:br>
            <a:r>
              <a:rPr lang="en-US" dirty="0">
                <a:solidFill>
                  <a:schemeClr val="tx2"/>
                </a:solidFill>
              </a:rPr>
              <a:t>0の確率，1の確率，…，9の確率をそれぞれ線形回帰する</a:t>
            </a:r>
            <a:endParaRPr lang="en-US" sz="2000" dirty="0"/>
          </a:p>
          <a:p>
            <a:pPr marL="342900" indent="-342900">
              <a:spcAft>
                <a:spcPts val="600"/>
              </a:spcAft>
              <a:buSzPct val="100000"/>
              <a:buFont typeface="Wingdings" pitchFamily="2" charset="2"/>
              <a:buChar char="Ø"/>
            </a:pPr>
            <a:r>
              <a:rPr lang="en-US" sz="2000" dirty="0">
                <a:solidFill>
                  <a:schemeClr val="tx1"/>
                </a:solidFill>
              </a:rPr>
              <a:t>結果として，クラスごとのヒートマップが10枚できる</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問題点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
        <p:nvSpPr>
          <p:cNvPr id="4" name="Shape 1"/>
          <p:cNvSpPr/>
          <p:nvPr/>
        </p:nvSpPr>
        <p:spPr>
          <a:xfrm>
            <a:off x="548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Shape 2"/>
          <p:cNvSpPr/>
          <p:nvPr/>
        </p:nvSpPr>
        <p:spPr>
          <a:xfrm>
            <a:off x="6263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7" name="Text 4"/>
          <p:cNvSpPr txBox="1"/>
          <p:nvPr/>
        </p:nvSpPr>
        <p:spPr>
          <a:xfrm>
            <a:off x="777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3703321"/>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err="1">
                <a:solidFill>
                  <a:schemeClr val="tx1"/>
                </a:solidFill>
              </a:rPr>
              <a:t>確率は高くても，近傍ではほとんど動かないクラスを選んでしまうこともある</a:t>
            </a:r>
            <a:br>
              <a:rPr lang="en-US" sz="1600" dirty="0">
                <a:solidFill>
                  <a:schemeClr val="tx1"/>
                </a:solidFill>
              </a:rPr>
            </a:br>
            <a:r>
              <a:rPr lang="en-US" sz="1600" dirty="0">
                <a:solidFill>
                  <a:schemeClr val="accent1"/>
                </a:solidFill>
              </a:rPr>
              <a:t>[1, 2]</a:t>
            </a:r>
            <a:endParaRPr lang="en-US" sz="16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20" name="Text 17"/>
          <p:cNvSpPr txBox="1"/>
          <p:nvPr/>
        </p:nvSpPr>
        <p:spPr>
          <a:xfrm>
            <a:off x="6492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3383280"/>
            <a:ext cx="4800600"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「0ではなくて6である理由」を知りたくても</a:t>
            </a:r>
            <a:br>
              <a:rPr lang="en-US" sz="1600" dirty="0">
                <a:solidFill>
                  <a:schemeClr val="tx1"/>
                </a:solidFill>
              </a:rPr>
            </a:br>
            <a:r>
              <a:rPr lang="en-US" sz="1600" dirty="0">
                <a:solidFill>
                  <a:schemeClr val="tx1"/>
                </a:solidFill>
              </a:rPr>
              <a:t>「6かそれ以外かの理由」でしかない</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r>
              <a:rPr>
                <a:solidFill>
                  <a:schemeClr val="accent1"/>
                </a:solidFill>
              </a:rPr>
              <a:t> [2, 3]</a:t>
            </a:r>
            <a:endParaRPr lang="en-US" sz="1600" dirty="0"/>
          </a:p>
        </p:txBody>
      </p:sp>
      <p:sp>
        <p:nvSpPr>
          <p:cNvPr id="23" name="Shape 20"/>
          <p:cNvSpPr/>
          <p:nvPr/>
        </p:nvSpPr>
        <p:spPr>
          <a:xfrm>
            <a:off x="759806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4" name="Shape 21"/>
          <p:cNvSpPr/>
          <p:nvPr/>
        </p:nvSpPr>
        <p:spPr>
          <a:xfrm>
            <a:off x="77352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5" name="Shape 22"/>
          <p:cNvSpPr/>
          <p:nvPr/>
        </p:nvSpPr>
        <p:spPr>
          <a:xfrm>
            <a:off x="7872389" y="452628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26" name="Shape 23"/>
          <p:cNvSpPr/>
          <p:nvPr/>
        </p:nvSpPr>
        <p:spPr>
          <a:xfrm>
            <a:off x="8009549" y="4526280"/>
            <a:ext cx="128016" cy="128016"/>
          </a:xfrm>
          <a:prstGeom prst="rect">
            <a:avLst/>
          </a:prstGeom>
          <a:solidFill>
            <a:schemeClr val="accent1">
              <a:alpha val="69000"/>
            </a:schemeClr>
          </a:solidFill>
          <a:ln w="6350">
            <a:solidFill>
              <a:schemeClr val="bg1"/>
            </a:solidFill>
            <a:prstDash val="solid"/>
          </a:ln>
        </p:spPr>
        <p:txBody>
          <a:bodyPr/>
          <a:lstStyle/>
          <a:p>
            <a:endParaRPr lang="ja-JP" altLang="en-US"/>
          </a:p>
        </p:txBody>
      </p:sp>
      <p:sp>
        <p:nvSpPr>
          <p:cNvPr id="27" name="Shape 24"/>
          <p:cNvSpPr/>
          <p:nvPr/>
        </p:nvSpPr>
        <p:spPr>
          <a:xfrm>
            <a:off x="8146709" y="452628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28" name="Shape 25"/>
          <p:cNvSpPr/>
          <p:nvPr/>
        </p:nvSpPr>
        <p:spPr>
          <a:xfrm>
            <a:off x="8283869" y="45262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29" name="Shape 26"/>
          <p:cNvSpPr/>
          <p:nvPr/>
        </p:nvSpPr>
        <p:spPr>
          <a:xfrm>
            <a:off x="84210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0" name="Shape 27"/>
          <p:cNvSpPr/>
          <p:nvPr/>
        </p:nvSpPr>
        <p:spPr>
          <a:xfrm>
            <a:off x="855818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1" name="Shape 28"/>
          <p:cNvSpPr/>
          <p:nvPr/>
        </p:nvSpPr>
        <p:spPr>
          <a:xfrm>
            <a:off x="759806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2" name="Shape 29"/>
          <p:cNvSpPr/>
          <p:nvPr/>
        </p:nvSpPr>
        <p:spPr>
          <a:xfrm>
            <a:off x="77352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3" name="Shape 30"/>
          <p:cNvSpPr/>
          <p:nvPr/>
        </p:nvSpPr>
        <p:spPr>
          <a:xfrm>
            <a:off x="7872389" y="46634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34" name="Shape 31"/>
          <p:cNvSpPr/>
          <p:nvPr/>
        </p:nvSpPr>
        <p:spPr>
          <a:xfrm>
            <a:off x="8009549" y="46634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35" name="Shape 32"/>
          <p:cNvSpPr/>
          <p:nvPr/>
        </p:nvSpPr>
        <p:spPr>
          <a:xfrm>
            <a:off x="8146709" y="46634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36" name="Shape 33"/>
          <p:cNvSpPr/>
          <p:nvPr/>
        </p:nvSpPr>
        <p:spPr>
          <a:xfrm>
            <a:off x="8283869" y="4663440"/>
            <a:ext cx="128016" cy="128016"/>
          </a:xfrm>
          <a:prstGeom prst="rect">
            <a:avLst/>
          </a:prstGeom>
          <a:solidFill>
            <a:schemeClr val="accent1">
              <a:alpha val="28000"/>
            </a:schemeClr>
          </a:solidFill>
          <a:ln w="6350">
            <a:solidFill>
              <a:schemeClr val="bg1"/>
            </a:solidFill>
            <a:prstDash val="solid"/>
          </a:ln>
        </p:spPr>
        <p:txBody>
          <a:bodyPr/>
          <a:lstStyle/>
          <a:p>
            <a:endParaRPr lang="ja-JP" altLang="en-US"/>
          </a:p>
        </p:txBody>
      </p:sp>
      <p:sp>
        <p:nvSpPr>
          <p:cNvPr id="37" name="Shape 34"/>
          <p:cNvSpPr/>
          <p:nvPr/>
        </p:nvSpPr>
        <p:spPr>
          <a:xfrm>
            <a:off x="84210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8" name="Shape 35"/>
          <p:cNvSpPr/>
          <p:nvPr/>
        </p:nvSpPr>
        <p:spPr>
          <a:xfrm>
            <a:off x="855818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9" name="Shape 36"/>
          <p:cNvSpPr/>
          <p:nvPr/>
        </p:nvSpPr>
        <p:spPr>
          <a:xfrm>
            <a:off x="759806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0" name="Shape 37"/>
          <p:cNvSpPr/>
          <p:nvPr/>
        </p:nvSpPr>
        <p:spPr>
          <a:xfrm>
            <a:off x="77352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1" name="Shape 38"/>
          <p:cNvSpPr/>
          <p:nvPr/>
        </p:nvSpPr>
        <p:spPr>
          <a:xfrm>
            <a:off x="7872389" y="480060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42" name="Shape 39"/>
          <p:cNvSpPr/>
          <p:nvPr/>
        </p:nvSpPr>
        <p:spPr>
          <a:xfrm>
            <a:off x="8009549" y="4800600"/>
            <a:ext cx="128016" cy="128016"/>
          </a:xfrm>
          <a:prstGeom prst="rect">
            <a:avLst/>
          </a:prstGeom>
          <a:solidFill>
            <a:schemeClr val="accent1">
              <a:alpha val="56000"/>
            </a:schemeClr>
          </a:solidFill>
          <a:ln w="6350">
            <a:solidFill>
              <a:schemeClr val="bg1"/>
            </a:solidFill>
            <a:prstDash val="solid"/>
          </a:ln>
        </p:spPr>
        <p:txBody>
          <a:bodyPr/>
          <a:lstStyle/>
          <a:p>
            <a:endParaRPr lang="ja-JP" altLang="en-US"/>
          </a:p>
        </p:txBody>
      </p:sp>
      <p:sp>
        <p:nvSpPr>
          <p:cNvPr id="43" name="Shape 40"/>
          <p:cNvSpPr/>
          <p:nvPr/>
        </p:nvSpPr>
        <p:spPr>
          <a:xfrm>
            <a:off x="8146709" y="480060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44" name="Shape 41"/>
          <p:cNvSpPr/>
          <p:nvPr/>
        </p:nvSpPr>
        <p:spPr>
          <a:xfrm>
            <a:off x="8283869" y="4800600"/>
            <a:ext cx="128016" cy="128016"/>
          </a:xfrm>
          <a:prstGeom prst="rect">
            <a:avLst/>
          </a:prstGeom>
          <a:solidFill>
            <a:schemeClr val="accent1">
              <a:alpha val="6000"/>
            </a:schemeClr>
          </a:solidFill>
          <a:ln w="6350">
            <a:solidFill>
              <a:schemeClr val="bg1"/>
            </a:solidFill>
            <a:prstDash val="solid"/>
          </a:ln>
        </p:spPr>
        <p:txBody>
          <a:bodyPr/>
          <a:lstStyle/>
          <a:p>
            <a:endParaRPr lang="ja-JP" altLang="en-US"/>
          </a:p>
        </p:txBody>
      </p:sp>
      <p:sp>
        <p:nvSpPr>
          <p:cNvPr id="45" name="Shape 42"/>
          <p:cNvSpPr/>
          <p:nvPr/>
        </p:nvSpPr>
        <p:spPr>
          <a:xfrm>
            <a:off x="84210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6" name="Shape 43"/>
          <p:cNvSpPr/>
          <p:nvPr/>
        </p:nvSpPr>
        <p:spPr>
          <a:xfrm>
            <a:off x="855818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7" name="Shape 44"/>
          <p:cNvSpPr/>
          <p:nvPr/>
        </p:nvSpPr>
        <p:spPr>
          <a:xfrm>
            <a:off x="759806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8" name="Shape 45"/>
          <p:cNvSpPr/>
          <p:nvPr/>
        </p:nvSpPr>
        <p:spPr>
          <a:xfrm>
            <a:off x="7735229" y="4937760"/>
            <a:ext cx="128016" cy="128016"/>
          </a:xfrm>
          <a:prstGeom prst="rect">
            <a:avLst/>
          </a:prstGeom>
          <a:solidFill>
            <a:schemeClr val="accent1">
              <a:alpha val="25000"/>
            </a:schemeClr>
          </a:solidFill>
          <a:ln w="6350">
            <a:solidFill>
              <a:schemeClr val="bg1"/>
            </a:solidFill>
            <a:prstDash val="solid"/>
          </a:ln>
        </p:spPr>
        <p:txBody>
          <a:bodyPr/>
          <a:lstStyle/>
          <a:p>
            <a:endParaRPr lang="ja-JP" altLang="en-US"/>
          </a:p>
        </p:txBody>
      </p:sp>
      <p:sp>
        <p:nvSpPr>
          <p:cNvPr id="49" name="Shape 46"/>
          <p:cNvSpPr/>
          <p:nvPr/>
        </p:nvSpPr>
        <p:spPr>
          <a:xfrm>
            <a:off x="7872389" y="493776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0" name="Shape 47"/>
          <p:cNvSpPr/>
          <p:nvPr/>
        </p:nvSpPr>
        <p:spPr>
          <a:xfrm>
            <a:off x="8009549" y="4937760"/>
            <a:ext cx="128016" cy="128016"/>
          </a:xfrm>
          <a:prstGeom prst="rect">
            <a:avLst/>
          </a:prstGeom>
          <a:solidFill>
            <a:schemeClr val="accent1">
              <a:alpha val="37000"/>
            </a:schemeClr>
          </a:solidFill>
          <a:ln w="6350">
            <a:solidFill>
              <a:schemeClr val="bg1"/>
            </a:solidFill>
            <a:prstDash val="solid"/>
          </a:ln>
        </p:spPr>
        <p:txBody>
          <a:bodyPr/>
          <a:lstStyle/>
          <a:p>
            <a:endParaRPr lang="ja-JP" altLang="en-US"/>
          </a:p>
        </p:txBody>
      </p:sp>
      <p:sp>
        <p:nvSpPr>
          <p:cNvPr id="51" name="Shape 48"/>
          <p:cNvSpPr/>
          <p:nvPr/>
        </p:nvSpPr>
        <p:spPr>
          <a:xfrm>
            <a:off x="8146709" y="4937760"/>
            <a:ext cx="128016" cy="128016"/>
          </a:xfrm>
          <a:prstGeom prst="rect">
            <a:avLst/>
          </a:prstGeom>
          <a:solidFill>
            <a:schemeClr val="accent1">
              <a:alpha val="26000"/>
            </a:schemeClr>
          </a:solidFill>
          <a:ln w="6350">
            <a:solidFill>
              <a:schemeClr val="bg1"/>
            </a:solidFill>
            <a:prstDash val="solid"/>
          </a:ln>
        </p:spPr>
        <p:txBody>
          <a:bodyPr/>
          <a:lstStyle/>
          <a:p>
            <a:endParaRPr lang="ja-JP" altLang="en-US"/>
          </a:p>
        </p:txBody>
      </p:sp>
      <p:sp>
        <p:nvSpPr>
          <p:cNvPr id="52" name="Shape 49"/>
          <p:cNvSpPr/>
          <p:nvPr/>
        </p:nvSpPr>
        <p:spPr>
          <a:xfrm>
            <a:off x="8283869" y="4937760"/>
            <a:ext cx="128016" cy="128016"/>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53" name="Shape 50"/>
          <p:cNvSpPr/>
          <p:nvPr/>
        </p:nvSpPr>
        <p:spPr>
          <a:xfrm>
            <a:off x="8421029" y="493776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54" name="Shape 51"/>
          <p:cNvSpPr/>
          <p:nvPr/>
        </p:nvSpPr>
        <p:spPr>
          <a:xfrm>
            <a:off x="855818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5" name="Shape 52"/>
          <p:cNvSpPr/>
          <p:nvPr/>
        </p:nvSpPr>
        <p:spPr>
          <a:xfrm>
            <a:off x="759806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6" name="Shape 53"/>
          <p:cNvSpPr/>
          <p:nvPr/>
        </p:nvSpPr>
        <p:spPr>
          <a:xfrm>
            <a:off x="7735229" y="5074920"/>
            <a:ext cx="128016" cy="128016"/>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57" name="Shape 54"/>
          <p:cNvSpPr/>
          <p:nvPr/>
        </p:nvSpPr>
        <p:spPr>
          <a:xfrm>
            <a:off x="787238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8" name="Shape 55"/>
          <p:cNvSpPr/>
          <p:nvPr/>
        </p:nvSpPr>
        <p:spPr>
          <a:xfrm>
            <a:off x="800954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9" name="Shape 56"/>
          <p:cNvSpPr/>
          <p:nvPr/>
        </p:nvSpPr>
        <p:spPr>
          <a:xfrm>
            <a:off x="814670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0" name="Shape 57"/>
          <p:cNvSpPr/>
          <p:nvPr/>
        </p:nvSpPr>
        <p:spPr>
          <a:xfrm>
            <a:off x="828386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1" name="Shape 58"/>
          <p:cNvSpPr/>
          <p:nvPr/>
        </p:nvSpPr>
        <p:spPr>
          <a:xfrm>
            <a:off x="8421029" y="5074920"/>
            <a:ext cx="128016" cy="128016"/>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2" name="Shape 59"/>
          <p:cNvSpPr/>
          <p:nvPr/>
        </p:nvSpPr>
        <p:spPr>
          <a:xfrm>
            <a:off x="855818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3" name="Shape 60"/>
          <p:cNvSpPr/>
          <p:nvPr/>
        </p:nvSpPr>
        <p:spPr>
          <a:xfrm>
            <a:off x="759806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4" name="Shape 61"/>
          <p:cNvSpPr/>
          <p:nvPr/>
        </p:nvSpPr>
        <p:spPr>
          <a:xfrm>
            <a:off x="7735229" y="521208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65" name="Shape 62"/>
          <p:cNvSpPr/>
          <p:nvPr/>
        </p:nvSpPr>
        <p:spPr>
          <a:xfrm>
            <a:off x="7872389" y="521208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66" name="Shape 63"/>
          <p:cNvSpPr/>
          <p:nvPr/>
        </p:nvSpPr>
        <p:spPr>
          <a:xfrm>
            <a:off x="8009549" y="5212080"/>
            <a:ext cx="128016" cy="128016"/>
          </a:xfrm>
          <a:prstGeom prst="rect">
            <a:avLst/>
          </a:prstGeom>
          <a:solidFill>
            <a:schemeClr val="accent1">
              <a:alpha val="87000"/>
            </a:schemeClr>
          </a:solidFill>
          <a:ln w="6350">
            <a:solidFill>
              <a:schemeClr val="bg1"/>
            </a:solidFill>
            <a:prstDash val="solid"/>
          </a:ln>
        </p:spPr>
        <p:txBody>
          <a:bodyPr/>
          <a:lstStyle/>
          <a:p>
            <a:endParaRPr lang="ja-JP" altLang="en-US"/>
          </a:p>
        </p:txBody>
      </p:sp>
      <p:sp>
        <p:nvSpPr>
          <p:cNvPr id="67" name="Shape 64"/>
          <p:cNvSpPr/>
          <p:nvPr/>
        </p:nvSpPr>
        <p:spPr>
          <a:xfrm>
            <a:off x="8146709" y="52120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 name="Shape 65"/>
          <p:cNvSpPr/>
          <p:nvPr/>
        </p:nvSpPr>
        <p:spPr>
          <a:xfrm>
            <a:off x="8283869" y="521208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9" name="Shape 66"/>
          <p:cNvSpPr/>
          <p:nvPr/>
        </p:nvSpPr>
        <p:spPr>
          <a:xfrm>
            <a:off x="8421029" y="5212080"/>
            <a:ext cx="128016" cy="128016"/>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70" name="Shape 67"/>
          <p:cNvSpPr/>
          <p:nvPr/>
        </p:nvSpPr>
        <p:spPr>
          <a:xfrm>
            <a:off x="855818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1" name="Shape 68"/>
          <p:cNvSpPr/>
          <p:nvPr/>
        </p:nvSpPr>
        <p:spPr>
          <a:xfrm>
            <a:off x="759806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2" name="Shape 69"/>
          <p:cNvSpPr/>
          <p:nvPr/>
        </p:nvSpPr>
        <p:spPr>
          <a:xfrm>
            <a:off x="773522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3" name="Shape 70"/>
          <p:cNvSpPr/>
          <p:nvPr/>
        </p:nvSpPr>
        <p:spPr>
          <a:xfrm>
            <a:off x="7872389" y="53492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74" name="Shape 71"/>
          <p:cNvSpPr/>
          <p:nvPr/>
        </p:nvSpPr>
        <p:spPr>
          <a:xfrm>
            <a:off x="8009549" y="53492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75" name="Shape 72"/>
          <p:cNvSpPr/>
          <p:nvPr/>
        </p:nvSpPr>
        <p:spPr>
          <a:xfrm>
            <a:off x="8146709" y="53492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76" name="Shape 73"/>
          <p:cNvSpPr/>
          <p:nvPr/>
        </p:nvSpPr>
        <p:spPr>
          <a:xfrm>
            <a:off x="8283869" y="534924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77" name="Shape 74"/>
          <p:cNvSpPr/>
          <p:nvPr/>
        </p:nvSpPr>
        <p:spPr>
          <a:xfrm>
            <a:off x="8421029" y="534924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78" name="Shape 75"/>
          <p:cNvSpPr/>
          <p:nvPr/>
        </p:nvSpPr>
        <p:spPr>
          <a:xfrm>
            <a:off x="855818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9" name="Shape 76"/>
          <p:cNvSpPr/>
          <p:nvPr/>
        </p:nvSpPr>
        <p:spPr>
          <a:xfrm>
            <a:off x="759806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0" name="Shape 77"/>
          <p:cNvSpPr/>
          <p:nvPr/>
        </p:nvSpPr>
        <p:spPr>
          <a:xfrm>
            <a:off x="77352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1" name="Shape 78"/>
          <p:cNvSpPr/>
          <p:nvPr/>
        </p:nvSpPr>
        <p:spPr>
          <a:xfrm>
            <a:off x="7872389" y="548640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82" name="Shape 79"/>
          <p:cNvSpPr/>
          <p:nvPr/>
        </p:nvSpPr>
        <p:spPr>
          <a:xfrm>
            <a:off x="8009549" y="5486400"/>
            <a:ext cx="128016" cy="128016"/>
          </a:xfrm>
          <a:prstGeom prst="rect">
            <a:avLst/>
          </a:prstGeom>
          <a:solidFill>
            <a:schemeClr val="accent1">
              <a:alpha val="62000"/>
            </a:schemeClr>
          </a:solidFill>
          <a:ln w="6350">
            <a:solidFill>
              <a:schemeClr val="bg1"/>
            </a:solidFill>
            <a:prstDash val="solid"/>
          </a:ln>
        </p:spPr>
        <p:txBody>
          <a:bodyPr/>
          <a:lstStyle/>
          <a:p>
            <a:endParaRPr lang="ja-JP" altLang="en-US"/>
          </a:p>
        </p:txBody>
      </p:sp>
      <p:sp>
        <p:nvSpPr>
          <p:cNvPr id="83" name="Shape 80"/>
          <p:cNvSpPr/>
          <p:nvPr/>
        </p:nvSpPr>
        <p:spPr>
          <a:xfrm>
            <a:off x="8146709" y="548640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84" name="Shape 81"/>
          <p:cNvSpPr/>
          <p:nvPr/>
        </p:nvSpPr>
        <p:spPr>
          <a:xfrm>
            <a:off x="8283869" y="5486400"/>
            <a:ext cx="128016" cy="128016"/>
          </a:xfrm>
          <a:prstGeom prst="rect">
            <a:avLst/>
          </a:prstGeom>
          <a:solidFill>
            <a:schemeClr val="accent1">
              <a:alpha val="13000"/>
            </a:schemeClr>
          </a:solidFill>
          <a:ln w="6350">
            <a:solidFill>
              <a:schemeClr val="bg1"/>
            </a:solidFill>
            <a:prstDash val="solid"/>
          </a:ln>
        </p:spPr>
        <p:txBody>
          <a:bodyPr/>
          <a:lstStyle/>
          <a:p>
            <a:endParaRPr lang="ja-JP" altLang="en-US"/>
          </a:p>
        </p:txBody>
      </p:sp>
      <p:sp>
        <p:nvSpPr>
          <p:cNvPr id="85" name="Shape 82"/>
          <p:cNvSpPr/>
          <p:nvPr/>
        </p:nvSpPr>
        <p:spPr>
          <a:xfrm>
            <a:off x="84210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6" name="Shape 83"/>
          <p:cNvSpPr/>
          <p:nvPr/>
        </p:nvSpPr>
        <p:spPr>
          <a:xfrm>
            <a:off x="855818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7" name="Text 84"/>
          <p:cNvSpPr txBox="1"/>
          <p:nvPr/>
        </p:nvSpPr>
        <p:spPr>
          <a:xfrm>
            <a:off x="750662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6のマップ</a:t>
            </a:r>
            <a:endParaRPr lang="en-US" sz="1200" dirty="0"/>
          </a:p>
        </p:txBody>
      </p:sp>
      <p:sp>
        <p:nvSpPr>
          <p:cNvPr id="88" name="Text 85"/>
          <p:cNvSpPr txBox="1"/>
          <p:nvPr/>
        </p:nvSpPr>
        <p:spPr>
          <a:xfrm>
            <a:off x="8786789" y="4754880"/>
            <a:ext cx="548640" cy="640080"/>
          </a:xfrm>
          <a:prstGeom prst="rect">
            <a:avLst/>
          </a:prstGeom>
          <a:noFill/>
          <a:ln/>
        </p:spPr>
        <p:txBody>
          <a:bodyPr wrap="square" lIns="0" tIns="0" rIns="0" bIns="0" rtlCol="0" anchor="t"/>
          <a:lstStyle/>
          <a:p>
            <a:pPr marL="0" indent="0" algn="ctr">
              <a:buNone/>
            </a:pPr>
            <a:r>
              <a:rPr lang="en-US" sz="3600" b="1" dirty="0">
                <a:solidFill>
                  <a:schemeClr val="tx1"/>
                </a:solidFill>
              </a:rPr>
              <a:t>−</a:t>
            </a:r>
            <a:endParaRPr lang="en-US" sz="3600" dirty="0"/>
          </a:p>
        </p:txBody>
      </p:sp>
      <p:sp>
        <p:nvSpPr>
          <p:cNvPr id="89" name="Shape 86"/>
          <p:cNvSpPr/>
          <p:nvPr/>
        </p:nvSpPr>
        <p:spPr>
          <a:xfrm>
            <a:off x="938114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0" name="Shape 87"/>
          <p:cNvSpPr/>
          <p:nvPr/>
        </p:nvSpPr>
        <p:spPr>
          <a:xfrm>
            <a:off x="95183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1" name="Shape 88"/>
          <p:cNvSpPr/>
          <p:nvPr/>
        </p:nvSpPr>
        <p:spPr>
          <a:xfrm>
            <a:off x="9655469" y="452628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92" name="Shape 89"/>
          <p:cNvSpPr/>
          <p:nvPr/>
        </p:nvSpPr>
        <p:spPr>
          <a:xfrm>
            <a:off x="9792629" y="4526280"/>
            <a:ext cx="128016" cy="128016"/>
          </a:xfrm>
          <a:prstGeom prst="rect">
            <a:avLst/>
          </a:prstGeom>
          <a:solidFill>
            <a:schemeClr val="accent2">
              <a:alpha val="69000"/>
            </a:schemeClr>
          </a:solidFill>
          <a:ln w="6350">
            <a:solidFill>
              <a:schemeClr val="bg1"/>
            </a:solidFill>
            <a:prstDash val="solid"/>
          </a:ln>
        </p:spPr>
        <p:txBody>
          <a:bodyPr/>
          <a:lstStyle/>
          <a:p>
            <a:endParaRPr lang="ja-JP" altLang="en-US"/>
          </a:p>
        </p:txBody>
      </p:sp>
      <p:sp>
        <p:nvSpPr>
          <p:cNvPr id="93" name="Shape 90"/>
          <p:cNvSpPr/>
          <p:nvPr/>
        </p:nvSpPr>
        <p:spPr>
          <a:xfrm>
            <a:off x="9929789" y="452628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94" name="Shape 91"/>
          <p:cNvSpPr/>
          <p:nvPr/>
        </p:nvSpPr>
        <p:spPr>
          <a:xfrm>
            <a:off x="10066949" y="45262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95" name="Shape 92"/>
          <p:cNvSpPr/>
          <p:nvPr/>
        </p:nvSpPr>
        <p:spPr>
          <a:xfrm>
            <a:off x="102041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6" name="Shape 93"/>
          <p:cNvSpPr/>
          <p:nvPr/>
        </p:nvSpPr>
        <p:spPr>
          <a:xfrm>
            <a:off x="1034126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7" name="Shape 94"/>
          <p:cNvSpPr/>
          <p:nvPr/>
        </p:nvSpPr>
        <p:spPr>
          <a:xfrm>
            <a:off x="938114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8" name="Shape 95"/>
          <p:cNvSpPr/>
          <p:nvPr/>
        </p:nvSpPr>
        <p:spPr>
          <a:xfrm>
            <a:off x="95183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9" name="Shape 96"/>
          <p:cNvSpPr/>
          <p:nvPr/>
        </p:nvSpPr>
        <p:spPr>
          <a:xfrm>
            <a:off x="9655469" y="4663440"/>
            <a:ext cx="128016" cy="128016"/>
          </a:xfrm>
          <a:prstGeom prst="rect">
            <a:avLst/>
          </a:prstGeom>
          <a:solidFill>
            <a:schemeClr val="accent2">
              <a:alpha val="75000"/>
            </a:schemeClr>
          </a:solidFill>
          <a:ln w="6350">
            <a:solidFill>
              <a:schemeClr val="bg1"/>
            </a:solidFill>
            <a:prstDash val="solid"/>
          </a:ln>
        </p:spPr>
        <p:txBody>
          <a:bodyPr/>
          <a:lstStyle/>
          <a:p>
            <a:endParaRPr lang="ja-JP" altLang="en-US"/>
          </a:p>
        </p:txBody>
      </p:sp>
      <p:sp>
        <p:nvSpPr>
          <p:cNvPr id="100" name="Shape 97"/>
          <p:cNvSpPr/>
          <p:nvPr/>
        </p:nvSpPr>
        <p:spPr>
          <a:xfrm>
            <a:off x="9792629" y="46634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1" name="Shape 98"/>
          <p:cNvSpPr/>
          <p:nvPr/>
        </p:nvSpPr>
        <p:spPr>
          <a:xfrm>
            <a:off x="9929789" y="46634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02" name="Shape 99"/>
          <p:cNvSpPr/>
          <p:nvPr/>
        </p:nvSpPr>
        <p:spPr>
          <a:xfrm>
            <a:off x="10066949" y="4663440"/>
            <a:ext cx="128016" cy="128016"/>
          </a:xfrm>
          <a:prstGeom prst="rect">
            <a:avLst/>
          </a:prstGeom>
          <a:solidFill>
            <a:schemeClr val="accent2">
              <a:alpha val="94000"/>
            </a:schemeClr>
          </a:solidFill>
          <a:ln w="6350">
            <a:solidFill>
              <a:schemeClr val="bg1"/>
            </a:solidFill>
            <a:prstDash val="solid"/>
          </a:ln>
        </p:spPr>
        <p:txBody>
          <a:bodyPr/>
          <a:lstStyle/>
          <a:p>
            <a:endParaRPr lang="ja-JP" altLang="en-US"/>
          </a:p>
        </p:txBody>
      </p:sp>
      <p:sp>
        <p:nvSpPr>
          <p:cNvPr id="103" name="Shape 100"/>
          <p:cNvSpPr/>
          <p:nvPr/>
        </p:nvSpPr>
        <p:spPr>
          <a:xfrm>
            <a:off x="102041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4" name="Shape 101"/>
          <p:cNvSpPr/>
          <p:nvPr/>
        </p:nvSpPr>
        <p:spPr>
          <a:xfrm>
            <a:off x="1034126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5" name="Shape 102"/>
          <p:cNvSpPr/>
          <p:nvPr/>
        </p:nvSpPr>
        <p:spPr>
          <a:xfrm>
            <a:off x="938114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6" name="Shape 103"/>
          <p:cNvSpPr/>
          <p:nvPr/>
        </p:nvSpPr>
        <p:spPr>
          <a:xfrm>
            <a:off x="95183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7" name="Shape 104"/>
          <p:cNvSpPr/>
          <p:nvPr/>
        </p:nvSpPr>
        <p:spPr>
          <a:xfrm>
            <a:off x="9655469" y="48006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8" name="Shape 105"/>
          <p:cNvSpPr/>
          <p:nvPr/>
        </p:nvSpPr>
        <p:spPr>
          <a:xfrm>
            <a:off x="9792629" y="480060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09" name="Shape 106"/>
          <p:cNvSpPr/>
          <p:nvPr/>
        </p:nvSpPr>
        <p:spPr>
          <a:xfrm>
            <a:off x="9929789" y="480060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10" name="Shape 107"/>
          <p:cNvSpPr/>
          <p:nvPr/>
        </p:nvSpPr>
        <p:spPr>
          <a:xfrm>
            <a:off x="10066949" y="48006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11" name="Shape 108"/>
          <p:cNvSpPr/>
          <p:nvPr/>
        </p:nvSpPr>
        <p:spPr>
          <a:xfrm>
            <a:off x="102041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2" name="Shape 109"/>
          <p:cNvSpPr/>
          <p:nvPr/>
        </p:nvSpPr>
        <p:spPr>
          <a:xfrm>
            <a:off x="1034126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3" name="Shape 110"/>
          <p:cNvSpPr/>
          <p:nvPr/>
        </p:nvSpPr>
        <p:spPr>
          <a:xfrm>
            <a:off x="938114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4" name="Shape 111"/>
          <p:cNvSpPr/>
          <p:nvPr/>
        </p:nvSpPr>
        <p:spPr>
          <a:xfrm>
            <a:off x="9518309" y="4937760"/>
            <a:ext cx="128016" cy="128016"/>
          </a:xfrm>
          <a:prstGeom prst="rect">
            <a:avLst/>
          </a:prstGeom>
          <a:solidFill>
            <a:schemeClr val="accent2">
              <a:alpha val="7000"/>
            </a:schemeClr>
          </a:solidFill>
          <a:ln w="6350">
            <a:solidFill>
              <a:schemeClr val="bg1"/>
            </a:solidFill>
            <a:prstDash val="solid"/>
          </a:ln>
        </p:spPr>
        <p:txBody>
          <a:bodyPr/>
          <a:lstStyle/>
          <a:p>
            <a:endParaRPr lang="ja-JP" altLang="en-US"/>
          </a:p>
        </p:txBody>
      </p:sp>
      <p:sp>
        <p:nvSpPr>
          <p:cNvPr id="115" name="Shape 112"/>
          <p:cNvSpPr/>
          <p:nvPr/>
        </p:nvSpPr>
        <p:spPr>
          <a:xfrm>
            <a:off x="9655469" y="493776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16" name="Shape 113"/>
          <p:cNvSpPr/>
          <p:nvPr/>
        </p:nvSpPr>
        <p:spPr>
          <a:xfrm>
            <a:off x="9792629" y="4937760"/>
            <a:ext cx="128016" cy="128016"/>
          </a:xfrm>
          <a:prstGeom prst="rect">
            <a:avLst/>
          </a:prstGeom>
          <a:solidFill>
            <a:schemeClr val="accent2">
              <a:alpha val="11000"/>
            </a:schemeClr>
          </a:solidFill>
          <a:ln w="6350">
            <a:solidFill>
              <a:schemeClr val="bg1"/>
            </a:solidFill>
            <a:prstDash val="solid"/>
          </a:ln>
        </p:spPr>
        <p:txBody>
          <a:bodyPr/>
          <a:lstStyle/>
          <a:p>
            <a:endParaRPr lang="ja-JP" altLang="en-US"/>
          </a:p>
        </p:txBody>
      </p:sp>
      <p:sp>
        <p:nvSpPr>
          <p:cNvPr id="117" name="Shape 114"/>
          <p:cNvSpPr/>
          <p:nvPr/>
        </p:nvSpPr>
        <p:spPr>
          <a:xfrm>
            <a:off x="9929789" y="4937760"/>
            <a:ext cx="128016" cy="128016"/>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118" name="Shape 115"/>
          <p:cNvSpPr/>
          <p:nvPr/>
        </p:nvSpPr>
        <p:spPr>
          <a:xfrm>
            <a:off x="10066949" y="493776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19" name="Shape 116"/>
          <p:cNvSpPr/>
          <p:nvPr/>
        </p:nvSpPr>
        <p:spPr>
          <a:xfrm>
            <a:off x="10204109" y="493776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20" name="Shape 117"/>
          <p:cNvSpPr/>
          <p:nvPr/>
        </p:nvSpPr>
        <p:spPr>
          <a:xfrm>
            <a:off x="1034126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1" name="Shape 118"/>
          <p:cNvSpPr/>
          <p:nvPr/>
        </p:nvSpPr>
        <p:spPr>
          <a:xfrm>
            <a:off x="938114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2" name="Shape 119"/>
          <p:cNvSpPr/>
          <p:nvPr/>
        </p:nvSpPr>
        <p:spPr>
          <a:xfrm>
            <a:off x="9518309" y="5074920"/>
            <a:ext cx="128016" cy="128016"/>
          </a:xfrm>
          <a:prstGeom prst="rect">
            <a:avLst/>
          </a:prstGeom>
          <a:solidFill>
            <a:schemeClr val="accent2">
              <a:alpha val="13000"/>
            </a:schemeClr>
          </a:solidFill>
          <a:ln w="6350">
            <a:solidFill>
              <a:schemeClr val="bg1"/>
            </a:solidFill>
            <a:prstDash val="solid"/>
          </a:ln>
        </p:spPr>
        <p:txBody>
          <a:bodyPr/>
          <a:lstStyle/>
          <a:p>
            <a:endParaRPr lang="ja-JP" altLang="en-US"/>
          </a:p>
        </p:txBody>
      </p:sp>
      <p:sp>
        <p:nvSpPr>
          <p:cNvPr id="123" name="Shape 120"/>
          <p:cNvSpPr/>
          <p:nvPr/>
        </p:nvSpPr>
        <p:spPr>
          <a:xfrm>
            <a:off x="965546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4" name="Shape 121"/>
          <p:cNvSpPr/>
          <p:nvPr/>
        </p:nvSpPr>
        <p:spPr>
          <a:xfrm>
            <a:off x="979262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5" name="Shape 122"/>
          <p:cNvSpPr/>
          <p:nvPr/>
        </p:nvSpPr>
        <p:spPr>
          <a:xfrm>
            <a:off x="992978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6" name="Shape 123"/>
          <p:cNvSpPr/>
          <p:nvPr/>
        </p:nvSpPr>
        <p:spPr>
          <a:xfrm>
            <a:off x="1006694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7" name="Shape 124"/>
          <p:cNvSpPr/>
          <p:nvPr/>
        </p:nvSpPr>
        <p:spPr>
          <a:xfrm>
            <a:off x="10204109" y="5074920"/>
            <a:ext cx="128016" cy="128016"/>
          </a:xfrm>
          <a:prstGeom prst="rect">
            <a:avLst/>
          </a:prstGeom>
          <a:solidFill>
            <a:schemeClr val="accent2">
              <a:alpha val="37000"/>
            </a:schemeClr>
          </a:solidFill>
          <a:ln w="6350">
            <a:solidFill>
              <a:schemeClr val="bg1"/>
            </a:solidFill>
            <a:prstDash val="solid"/>
          </a:ln>
        </p:spPr>
        <p:txBody>
          <a:bodyPr/>
          <a:lstStyle/>
          <a:p>
            <a:endParaRPr lang="ja-JP" altLang="en-US"/>
          </a:p>
        </p:txBody>
      </p:sp>
      <p:sp>
        <p:nvSpPr>
          <p:cNvPr id="128" name="Shape 125"/>
          <p:cNvSpPr/>
          <p:nvPr/>
        </p:nvSpPr>
        <p:spPr>
          <a:xfrm>
            <a:off x="1034126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9" name="Shape 126"/>
          <p:cNvSpPr/>
          <p:nvPr/>
        </p:nvSpPr>
        <p:spPr>
          <a:xfrm>
            <a:off x="938114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0" name="Shape 127"/>
          <p:cNvSpPr/>
          <p:nvPr/>
        </p:nvSpPr>
        <p:spPr>
          <a:xfrm>
            <a:off x="9518309" y="521208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31" name="Shape 128"/>
          <p:cNvSpPr/>
          <p:nvPr/>
        </p:nvSpPr>
        <p:spPr>
          <a:xfrm>
            <a:off x="9655469" y="521208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32" name="Shape 129"/>
          <p:cNvSpPr/>
          <p:nvPr/>
        </p:nvSpPr>
        <p:spPr>
          <a:xfrm>
            <a:off x="9792629" y="5212080"/>
            <a:ext cx="128016" cy="128016"/>
          </a:xfrm>
          <a:prstGeom prst="rect">
            <a:avLst/>
          </a:prstGeom>
          <a:solidFill>
            <a:schemeClr val="accent2">
              <a:alpha val="26000"/>
            </a:schemeClr>
          </a:solidFill>
          <a:ln w="6350">
            <a:solidFill>
              <a:schemeClr val="bg1"/>
            </a:solidFill>
            <a:prstDash val="solid"/>
          </a:ln>
        </p:spPr>
        <p:txBody>
          <a:bodyPr/>
          <a:lstStyle/>
          <a:p>
            <a:endParaRPr lang="ja-JP" altLang="en-US"/>
          </a:p>
        </p:txBody>
      </p:sp>
      <p:sp>
        <p:nvSpPr>
          <p:cNvPr id="133" name="Shape 130"/>
          <p:cNvSpPr/>
          <p:nvPr/>
        </p:nvSpPr>
        <p:spPr>
          <a:xfrm>
            <a:off x="9929789" y="52120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134" name="Shape 131"/>
          <p:cNvSpPr/>
          <p:nvPr/>
        </p:nvSpPr>
        <p:spPr>
          <a:xfrm>
            <a:off x="10066949" y="521208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35" name="Shape 132"/>
          <p:cNvSpPr/>
          <p:nvPr/>
        </p:nvSpPr>
        <p:spPr>
          <a:xfrm>
            <a:off x="10204109" y="5212080"/>
            <a:ext cx="128016" cy="128016"/>
          </a:xfrm>
          <a:prstGeom prst="rect">
            <a:avLst/>
          </a:prstGeom>
          <a:solidFill>
            <a:schemeClr val="accent2">
              <a:alpha val="50000"/>
            </a:schemeClr>
          </a:solidFill>
          <a:ln w="6350">
            <a:solidFill>
              <a:schemeClr val="bg1"/>
            </a:solidFill>
            <a:prstDash val="solid"/>
          </a:ln>
        </p:spPr>
        <p:txBody>
          <a:bodyPr/>
          <a:lstStyle/>
          <a:p>
            <a:endParaRPr lang="ja-JP" altLang="en-US"/>
          </a:p>
        </p:txBody>
      </p:sp>
      <p:sp>
        <p:nvSpPr>
          <p:cNvPr id="136" name="Shape 133"/>
          <p:cNvSpPr/>
          <p:nvPr/>
        </p:nvSpPr>
        <p:spPr>
          <a:xfrm>
            <a:off x="1034126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7" name="Shape 134"/>
          <p:cNvSpPr/>
          <p:nvPr/>
        </p:nvSpPr>
        <p:spPr>
          <a:xfrm>
            <a:off x="938114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8" name="Shape 135"/>
          <p:cNvSpPr/>
          <p:nvPr/>
        </p:nvSpPr>
        <p:spPr>
          <a:xfrm>
            <a:off x="951830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9" name="Shape 136"/>
          <p:cNvSpPr/>
          <p:nvPr/>
        </p:nvSpPr>
        <p:spPr>
          <a:xfrm>
            <a:off x="9655469" y="5349240"/>
            <a:ext cx="128016" cy="128016"/>
          </a:xfrm>
          <a:prstGeom prst="rect">
            <a:avLst/>
          </a:prstGeom>
          <a:solidFill>
            <a:schemeClr val="accent2">
              <a:alpha val="22000"/>
            </a:schemeClr>
          </a:solidFill>
          <a:ln w="6350">
            <a:solidFill>
              <a:schemeClr val="bg1"/>
            </a:solidFill>
            <a:prstDash val="solid"/>
          </a:ln>
        </p:spPr>
        <p:txBody>
          <a:bodyPr/>
          <a:lstStyle/>
          <a:p>
            <a:endParaRPr lang="ja-JP" altLang="en-US"/>
          </a:p>
        </p:txBody>
      </p:sp>
      <p:sp>
        <p:nvSpPr>
          <p:cNvPr id="140" name="Shape 137"/>
          <p:cNvSpPr/>
          <p:nvPr/>
        </p:nvSpPr>
        <p:spPr>
          <a:xfrm>
            <a:off x="9792629" y="534924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41" name="Shape 138"/>
          <p:cNvSpPr/>
          <p:nvPr/>
        </p:nvSpPr>
        <p:spPr>
          <a:xfrm>
            <a:off x="9929789" y="53492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42" name="Shape 139"/>
          <p:cNvSpPr/>
          <p:nvPr/>
        </p:nvSpPr>
        <p:spPr>
          <a:xfrm>
            <a:off x="10066949" y="53492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43" name="Shape 140"/>
          <p:cNvSpPr/>
          <p:nvPr/>
        </p:nvSpPr>
        <p:spPr>
          <a:xfrm>
            <a:off x="10204109" y="534924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4" name="Shape 141"/>
          <p:cNvSpPr/>
          <p:nvPr/>
        </p:nvSpPr>
        <p:spPr>
          <a:xfrm>
            <a:off x="1034126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5" name="Shape 142"/>
          <p:cNvSpPr/>
          <p:nvPr/>
        </p:nvSpPr>
        <p:spPr>
          <a:xfrm>
            <a:off x="938114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6" name="Shape 143"/>
          <p:cNvSpPr/>
          <p:nvPr/>
        </p:nvSpPr>
        <p:spPr>
          <a:xfrm>
            <a:off x="95183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7" name="Shape 144"/>
          <p:cNvSpPr/>
          <p:nvPr/>
        </p:nvSpPr>
        <p:spPr>
          <a:xfrm>
            <a:off x="9655469" y="548640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8" name="Shape 145"/>
          <p:cNvSpPr/>
          <p:nvPr/>
        </p:nvSpPr>
        <p:spPr>
          <a:xfrm>
            <a:off x="9792629" y="54864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49" name="Shape 146"/>
          <p:cNvSpPr/>
          <p:nvPr/>
        </p:nvSpPr>
        <p:spPr>
          <a:xfrm>
            <a:off x="9929789" y="54864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50" name="Shape 147"/>
          <p:cNvSpPr/>
          <p:nvPr/>
        </p:nvSpPr>
        <p:spPr>
          <a:xfrm>
            <a:off x="10066949" y="5486400"/>
            <a:ext cx="128016" cy="128016"/>
          </a:xfrm>
          <a:prstGeom prst="rect">
            <a:avLst/>
          </a:prstGeom>
          <a:solidFill>
            <a:schemeClr val="accent2">
              <a:alpha val="44000"/>
            </a:schemeClr>
          </a:solidFill>
          <a:ln w="6350">
            <a:solidFill>
              <a:schemeClr val="bg1"/>
            </a:solidFill>
            <a:prstDash val="solid"/>
          </a:ln>
        </p:spPr>
        <p:txBody>
          <a:bodyPr/>
          <a:lstStyle/>
          <a:p>
            <a:endParaRPr lang="ja-JP" altLang="en-US"/>
          </a:p>
        </p:txBody>
      </p:sp>
      <p:sp>
        <p:nvSpPr>
          <p:cNvPr id="151" name="Shape 148"/>
          <p:cNvSpPr/>
          <p:nvPr/>
        </p:nvSpPr>
        <p:spPr>
          <a:xfrm>
            <a:off x="102041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2" name="Shape 149"/>
          <p:cNvSpPr/>
          <p:nvPr/>
        </p:nvSpPr>
        <p:spPr>
          <a:xfrm>
            <a:off x="1034126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3" name="Text 150"/>
          <p:cNvSpPr txBox="1"/>
          <p:nvPr/>
        </p:nvSpPr>
        <p:spPr>
          <a:xfrm>
            <a:off x="928970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0のマップ</a:t>
            </a:r>
            <a:endParaRPr lang="en-US" sz="1200" dirty="0"/>
          </a:p>
        </p:txBody>
      </p:sp>
      <p:graphicFrame>
        <p:nvGraphicFramePr>
          <p:cNvPr id="155" name="Chart 0">
            <a:extLst>
              <a:ext uri="{FF2B5EF4-FFF2-40B4-BE49-F238E27FC236}">
                <a16:creationId xmlns:a16="http://schemas.microsoft.com/office/drawing/2014/main" id="{FDC15218-2FD6-B821-330B-3CA79754680E}"/>
              </a:ext>
            </a:extLst>
          </p:cNvPr>
          <p:cNvGraphicFramePr/>
          <p:nvPr>
            <p:extLst>
              <p:ext uri="{D42A27DB-BD31-4B8C-83A1-F6EECF244321}">
                <p14:modId xmlns:p14="http://schemas.microsoft.com/office/powerpoint/2010/main" val="1025046532"/>
              </p:ext>
            </p:extLst>
          </p:nvPr>
        </p:nvGraphicFramePr>
        <p:xfrm>
          <a:off x="1551530" y="1952245"/>
          <a:ext cx="3343459" cy="1581912"/>
        </p:xfrm>
        <a:graphic>
          <a:graphicData uri="http://schemas.openxmlformats.org/drawingml/2006/chart">
            <c:chart xmlns:c="http://schemas.openxmlformats.org/drawingml/2006/chart" xmlns:r="http://schemas.openxmlformats.org/officeDocument/2006/relationships" r:id="rId3"/>
          </a:graphicData>
        </a:graphic>
      </p:graphicFrame>
      <p:grpSp>
        <p:nvGrpSpPr>
          <p:cNvPr id="156" name="グループ化 155">
            <a:extLst>
              <a:ext uri="{FF2B5EF4-FFF2-40B4-BE49-F238E27FC236}">
                <a16:creationId xmlns:a16="http://schemas.microsoft.com/office/drawing/2014/main" id="{3B390D40-666A-7278-11AF-3D58FEAB2377}"/>
              </a:ext>
            </a:extLst>
          </p:cNvPr>
          <p:cNvGrpSpPr/>
          <p:nvPr/>
        </p:nvGrpSpPr>
        <p:grpSpPr>
          <a:xfrm>
            <a:off x="8285028" y="1998528"/>
            <a:ext cx="1306463" cy="1306463"/>
            <a:chOff x="3688324" y="3016341"/>
            <a:chExt cx="3803904" cy="3803904"/>
          </a:xfrm>
        </p:grpSpPr>
        <p:sp>
          <p:nvSpPr>
            <p:cNvPr id="157" name="Shape 11">
              <a:extLst>
                <a:ext uri="{FF2B5EF4-FFF2-40B4-BE49-F238E27FC236}">
                  <a16:creationId xmlns:a16="http://schemas.microsoft.com/office/drawing/2014/main" id="{B34B1BD7-2582-2D3D-B2C4-96CD9271C669}"/>
                </a:ext>
              </a:extLst>
            </p:cNvPr>
            <p:cNvSpPr/>
            <p:nvPr/>
          </p:nvSpPr>
          <p:spPr>
            <a:xfrm>
              <a:off x="3688324"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12">
              <a:extLst>
                <a:ext uri="{FF2B5EF4-FFF2-40B4-BE49-F238E27FC236}">
                  <a16:creationId xmlns:a16="http://schemas.microsoft.com/office/drawing/2014/main" id="{BB2E47B7-BA5D-EB0B-5CF0-FCB53CA57D2F}"/>
                </a:ext>
              </a:extLst>
            </p:cNvPr>
            <p:cNvSpPr/>
            <p:nvPr/>
          </p:nvSpPr>
          <p:spPr>
            <a:xfrm>
              <a:off x="4163812"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9" name="Shape 13">
              <a:extLst>
                <a:ext uri="{FF2B5EF4-FFF2-40B4-BE49-F238E27FC236}">
                  <a16:creationId xmlns:a16="http://schemas.microsoft.com/office/drawing/2014/main" id="{F8DA3228-12CF-6C9E-7A0A-11187C3A1F79}"/>
                </a:ext>
              </a:extLst>
            </p:cNvPr>
            <p:cNvSpPr/>
            <p:nvPr/>
          </p:nvSpPr>
          <p:spPr>
            <a:xfrm>
              <a:off x="4639300"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14">
              <a:extLst>
                <a:ext uri="{FF2B5EF4-FFF2-40B4-BE49-F238E27FC236}">
                  <a16:creationId xmlns:a16="http://schemas.microsoft.com/office/drawing/2014/main" id="{738E9C81-F926-E6BA-7A20-F41439CBC40B}"/>
                </a:ext>
              </a:extLst>
            </p:cNvPr>
            <p:cNvSpPr/>
            <p:nvPr/>
          </p:nvSpPr>
          <p:spPr>
            <a:xfrm>
              <a:off x="4724888" y="3101929"/>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61" name="Shape 15">
              <a:extLst>
                <a:ext uri="{FF2B5EF4-FFF2-40B4-BE49-F238E27FC236}">
                  <a16:creationId xmlns:a16="http://schemas.microsoft.com/office/drawing/2014/main" id="{903851DF-2157-E19A-0D71-ABD7F2A97FCD}"/>
                </a:ext>
              </a:extLst>
            </p:cNvPr>
            <p:cNvSpPr/>
            <p:nvPr/>
          </p:nvSpPr>
          <p:spPr>
            <a:xfrm>
              <a:off x="5114788"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2" name="Shape 16">
              <a:extLst>
                <a:ext uri="{FF2B5EF4-FFF2-40B4-BE49-F238E27FC236}">
                  <a16:creationId xmlns:a16="http://schemas.microsoft.com/office/drawing/2014/main" id="{1440EF8B-5647-BDD3-B20D-8091DE954045}"/>
                </a:ext>
              </a:extLst>
            </p:cNvPr>
            <p:cNvSpPr/>
            <p:nvPr/>
          </p:nvSpPr>
          <p:spPr>
            <a:xfrm>
              <a:off x="5200376" y="3101929"/>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63" name="Shape 17">
              <a:extLst>
                <a:ext uri="{FF2B5EF4-FFF2-40B4-BE49-F238E27FC236}">
                  <a16:creationId xmlns:a16="http://schemas.microsoft.com/office/drawing/2014/main" id="{BA0CB392-6577-0612-7A2B-715996953AE5}"/>
                </a:ext>
              </a:extLst>
            </p:cNvPr>
            <p:cNvSpPr/>
            <p:nvPr/>
          </p:nvSpPr>
          <p:spPr>
            <a:xfrm>
              <a:off x="5590276"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4" name="Shape 18">
              <a:extLst>
                <a:ext uri="{FF2B5EF4-FFF2-40B4-BE49-F238E27FC236}">
                  <a16:creationId xmlns:a16="http://schemas.microsoft.com/office/drawing/2014/main" id="{687D209F-25B2-3503-EC6E-08755036BFDA}"/>
                </a:ext>
              </a:extLst>
            </p:cNvPr>
            <p:cNvSpPr/>
            <p:nvPr/>
          </p:nvSpPr>
          <p:spPr>
            <a:xfrm>
              <a:off x="5675864" y="3101929"/>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65" name="Shape 19">
              <a:extLst>
                <a:ext uri="{FF2B5EF4-FFF2-40B4-BE49-F238E27FC236}">
                  <a16:creationId xmlns:a16="http://schemas.microsoft.com/office/drawing/2014/main" id="{4F2A829C-DAC6-9FB9-81C3-D42B87601A93}"/>
                </a:ext>
              </a:extLst>
            </p:cNvPr>
            <p:cNvSpPr/>
            <p:nvPr/>
          </p:nvSpPr>
          <p:spPr>
            <a:xfrm>
              <a:off x="6065764"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6" name="Shape 20">
              <a:extLst>
                <a:ext uri="{FF2B5EF4-FFF2-40B4-BE49-F238E27FC236}">
                  <a16:creationId xmlns:a16="http://schemas.microsoft.com/office/drawing/2014/main" id="{E0DEE162-CD26-AB62-E428-CA0507858CB6}"/>
                </a:ext>
              </a:extLst>
            </p:cNvPr>
            <p:cNvSpPr/>
            <p:nvPr/>
          </p:nvSpPr>
          <p:spPr>
            <a:xfrm>
              <a:off x="6151352" y="310192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7" name="Shape 21">
              <a:extLst>
                <a:ext uri="{FF2B5EF4-FFF2-40B4-BE49-F238E27FC236}">
                  <a16:creationId xmlns:a16="http://schemas.microsoft.com/office/drawing/2014/main" id="{7D27D181-75EE-2631-7609-7B5E7314FD74}"/>
                </a:ext>
              </a:extLst>
            </p:cNvPr>
            <p:cNvSpPr/>
            <p:nvPr/>
          </p:nvSpPr>
          <p:spPr>
            <a:xfrm>
              <a:off x="6541252"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8" name="Shape 22">
              <a:extLst>
                <a:ext uri="{FF2B5EF4-FFF2-40B4-BE49-F238E27FC236}">
                  <a16:creationId xmlns:a16="http://schemas.microsoft.com/office/drawing/2014/main" id="{7F2ABDFB-AE59-1062-ADA8-4E5F81D6BE1E}"/>
                </a:ext>
              </a:extLst>
            </p:cNvPr>
            <p:cNvSpPr/>
            <p:nvPr/>
          </p:nvSpPr>
          <p:spPr>
            <a:xfrm>
              <a:off x="7016740"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9" name="Shape 23">
              <a:extLst>
                <a:ext uri="{FF2B5EF4-FFF2-40B4-BE49-F238E27FC236}">
                  <a16:creationId xmlns:a16="http://schemas.microsoft.com/office/drawing/2014/main" id="{68C67175-C361-7E54-2B47-FB06C0F58B5E}"/>
                </a:ext>
              </a:extLst>
            </p:cNvPr>
            <p:cNvSpPr/>
            <p:nvPr/>
          </p:nvSpPr>
          <p:spPr>
            <a:xfrm>
              <a:off x="3688324"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0" name="Shape 24">
              <a:extLst>
                <a:ext uri="{FF2B5EF4-FFF2-40B4-BE49-F238E27FC236}">
                  <a16:creationId xmlns:a16="http://schemas.microsoft.com/office/drawing/2014/main" id="{DDED7D4F-0B72-F369-26C2-33C85960A64C}"/>
                </a:ext>
              </a:extLst>
            </p:cNvPr>
            <p:cNvSpPr/>
            <p:nvPr/>
          </p:nvSpPr>
          <p:spPr>
            <a:xfrm>
              <a:off x="4163812"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25">
              <a:extLst>
                <a:ext uri="{FF2B5EF4-FFF2-40B4-BE49-F238E27FC236}">
                  <a16:creationId xmlns:a16="http://schemas.microsoft.com/office/drawing/2014/main" id="{CA914843-4A90-968C-6627-3505B57846C7}"/>
                </a:ext>
              </a:extLst>
            </p:cNvPr>
            <p:cNvSpPr/>
            <p:nvPr/>
          </p:nvSpPr>
          <p:spPr>
            <a:xfrm>
              <a:off x="4639300"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26">
              <a:extLst>
                <a:ext uri="{FF2B5EF4-FFF2-40B4-BE49-F238E27FC236}">
                  <a16:creationId xmlns:a16="http://schemas.microsoft.com/office/drawing/2014/main" id="{16A686FC-5B52-B040-104E-40AAE82E0BF6}"/>
                </a:ext>
              </a:extLst>
            </p:cNvPr>
            <p:cNvSpPr/>
            <p:nvPr/>
          </p:nvSpPr>
          <p:spPr>
            <a:xfrm>
              <a:off x="4724888" y="357741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73" name="Shape 27">
              <a:extLst>
                <a:ext uri="{FF2B5EF4-FFF2-40B4-BE49-F238E27FC236}">
                  <a16:creationId xmlns:a16="http://schemas.microsoft.com/office/drawing/2014/main" id="{ED202108-E84D-D31F-6BBF-1B47A4C3B913}"/>
                </a:ext>
              </a:extLst>
            </p:cNvPr>
            <p:cNvSpPr/>
            <p:nvPr/>
          </p:nvSpPr>
          <p:spPr>
            <a:xfrm>
              <a:off x="5114788"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4" name="Shape 28">
              <a:extLst>
                <a:ext uri="{FF2B5EF4-FFF2-40B4-BE49-F238E27FC236}">
                  <a16:creationId xmlns:a16="http://schemas.microsoft.com/office/drawing/2014/main" id="{73CD5EE8-D2B4-7FB1-8010-2B06E24C1A12}"/>
                </a:ext>
              </a:extLst>
            </p:cNvPr>
            <p:cNvSpPr/>
            <p:nvPr/>
          </p:nvSpPr>
          <p:spPr>
            <a:xfrm>
              <a:off x="5200376" y="357741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29">
              <a:extLst>
                <a:ext uri="{FF2B5EF4-FFF2-40B4-BE49-F238E27FC236}">
                  <a16:creationId xmlns:a16="http://schemas.microsoft.com/office/drawing/2014/main" id="{E6999F1B-AB21-CF27-9C38-B10C26AA9F2C}"/>
                </a:ext>
              </a:extLst>
            </p:cNvPr>
            <p:cNvSpPr/>
            <p:nvPr/>
          </p:nvSpPr>
          <p:spPr>
            <a:xfrm>
              <a:off x="5590276"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6" name="Shape 30">
              <a:extLst>
                <a:ext uri="{FF2B5EF4-FFF2-40B4-BE49-F238E27FC236}">
                  <a16:creationId xmlns:a16="http://schemas.microsoft.com/office/drawing/2014/main" id="{1EC55F77-5A9A-1995-883A-76C2EEBCA150}"/>
                </a:ext>
              </a:extLst>
            </p:cNvPr>
            <p:cNvSpPr/>
            <p:nvPr/>
          </p:nvSpPr>
          <p:spPr>
            <a:xfrm>
              <a:off x="5675864" y="357741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77" name="Shape 31">
              <a:extLst>
                <a:ext uri="{FF2B5EF4-FFF2-40B4-BE49-F238E27FC236}">
                  <a16:creationId xmlns:a16="http://schemas.microsoft.com/office/drawing/2014/main" id="{654B34ED-9D8E-9C41-B33F-23FF2D1EAF38}"/>
                </a:ext>
              </a:extLst>
            </p:cNvPr>
            <p:cNvSpPr/>
            <p:nvPr/>
          </p:nvSpPr>
          <p:spPr>
            <a:xfrm>
              <a:off x="6065764"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8" name="Shape 32">
              <a:extLst>
                <a:ext uri="{FF2B5EF4-FFF2-40B4-BE49-F238E27FC236}">
                  <a16:creationId xmlns:a16="http://schemas.microsoft.com/office/drawing/2014/main" id="{6D4647D5-E1E2-5A56-21DE-9099C99C488A}"/>
                </a:ext>
              </a:extLst>
            </p:cNvPr>
            <p:cNvSpPr/>
            <p:nvPr/>
          </p:nvSpPr>
          <p:spPr>
            <a:xfrm>
              <a:off x="6151352" y="3577417"/>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79" name="Shape 33">
              <a:extLst>
                <a:ext uri="{FF2B5EF4-FFF2-40B4-BE49-F238E27FC236}">
                  <a16:creationId xmlns:a16="http://schemas.microsoft.com/office/drawing/2014/main" id="{1EE0D42B-5998-166F-75FB-8A9DEE6A69F6}"/>
                </a:ext>
              </a:extLst>
            </p:cNvPr>
            <p:cNvSpPr/>
            <p:nvPr/>
          </p:nvSpPr>
          <p:spPr>
            <a:xfrm>
              <a:off x="6541252"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0" name="Shape 34">
              <a:extLst>
                <a:ext uri="{FF2B5EF4-FFF2-40B4-BE49-F238E27FC236}">
                  <a16:creationId xmlns:a16="http://schemas.microsoft.com/office/drawing/2014/main" id="{AFF561B0-E384-C487-E777-33D5EF4A2D76}"/>
                </a:ext>
              </a:extLst>
            </p:cNvPr>
            <p:cNvSpPr/>
            <p:nvPr/>
          </p:nvSpPr>
          <p:spPr>
            <a:xfrm>
              <a:off x="7016740"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1" name="Shape 35">
              <a:extLst>
                <a:ext uri="{FF2B5EF4-FFF2-40B4-BE49-F238E27FC236}">
                  <a16:creationId xmlns:a16="http://schemas.microsoft.com/office/drawing/2014/main" id="{3AA15098-2BE7-24B3-995A-2A832979D3CC}"/>
                </a:ext>
              </a:extLst>
            </p:cNvPr>
            <p:cNvSpPr/>
            <p:nvPr/>
          </p:nvSpPr>
          <p:spPr>
            <a:xfrm>
              <a:off x="3688324"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2" name="Shape 36">
              <a:extLst>
                <a:ext uri="{FF2B5EF4-FFF2-40B4-BE49-F238E27FC236}">
                  <a16:creationId xmlns:a16="http://schemas.microsoft.com/office/drawing/2014/main" id="{70DEC68E-B45D-55BE-7454-3094B9565D25}"/>
                </a:ext>
              </a:extLst>
            </p:cNvPr>
            <p:cNvSpPr/>
            <p:nvPr/>
          </p:nvSpPr>
          <p:spPr>
            <a:xfrm>
              <a:off x="4163812"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3" name="Shape 37">
              <a:extLst>
                <a:ext uri="{FF2B5EF4-FFF2-40B4-BE49-F238E27FC236}">
                  <a16:creationId xmlns:a16="http://schemas.microsoft.com/office/drawing/2014/main" id="{DAD6CF34-8D89-B82E-2DE7-C33C78A8A5AE}"/>
                </a:ext>
              </a:extLst>
            </p:cNvPr>
            <p:cNvSpPr/>
            <p:nvPr/>
          </p:nvSpPr>
          <p:spPr>
            <a:xfrm>
              <a:off x="4639300"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4" name="Shape 38">
              <a:extLst>
                <a:ext uri="{FF2B5EF4-FFF2-40B4-BE49-F238E27FC236}">
                  <a16:creationId xmlns:a16="http://schemas.microsoft.com/office/drawing/2014/main" id="{05EB6AD4-A5FB-F199-B064-64495ACD30D3}"/>
                </a:ext>
              </a:extLst>
            </p:cNvPr>
            <p:cNvSpPr/>
            <p:nvPr/>
          </p:nvSpPr>
          <p:spPr>
            <a:xfrm>
              <a:off x="4724888" y="405290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39">
              <a:extLst>
                <a:ext uri="{FF2B5EF4-FFF2-40B4-BE49-F238E27FC236}">
                  <a16:creationId xmlns:a16="http://schemas.microsoft.com/office/drawing/2014/main" id="{5D3A26FE-3FDD-E2CB-FB92-454E0D01E98C}"/>
                </a:ext>
              </a:extLst>
            </p:cNvPr>
            <p:cNvSpPr/>
            <p:nvPr/>
          </p:nvSpPr>
          <p:spPr>
            <a:xfrm>
              <a:off x="5114788"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6" name="Shape 40">
              <a:extLst>
                <a:ext uri="{FF2B5EF4-FFF2-40B4-BE49-F238E27FC236}">
                  <a16:creationId xmlns:a16="http://schemas.microsoft.com/office/drawing/2014/main" id="{291FBB68-1DCA-68A9-DF97-576AD9949EAC}"/>
                </a:ext>
              </a:extLst>
            </p:cNvPr>
            <p:cNvSpPr/>
            <p:nvPr/>
          </p:nvSpPr>
          <p:spPr>
            <a:xfrm>
              <a:off x="5200376" y="4052905"/>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87" name="Shape 41">
              <a:extLst>
                <a:ext uri="{FF2B5EF4-FFF2-40B4-BE49-F238E27FC236}">
                  <a16:creationId xmlns:a16="http://schemas.microsoft.com/office/drawing/2014/main" id="{993941FE-6BAF-C49A-F439-E44B534D5B2D}"/>
                </a:ext>
              </a:extLst>
            </p:cNvPr>
            <p:cNvSpPr/>
            <p:nvPr/>
          </p:nvSpPr>
          <p:spPr>
            <a:xfrm>
              <a:off x="5590276"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8" name="Shape 42">
              <a:extLst>
                <a:ext uri="{FF2B5EF4-FFF2-40B4-BE49-F238E27FC236}">
                  <a16:creationId xmlns:a16="http://schemas.microsoft.com/office/drawing/2014/main" id="{0153275E-F31C-B721-C8B4-90E85D1944F3}"/>
                </a:ext>
              </a:extLst>
            </p:cNvPr>
            <p:cNvSpPr/>
            <p:nvPr/>
          </p:nvSpPr>
          <p:spPr>
            <a:xfrm>
              <a:off x="5675864" y="4052905"/>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89" name="Shape 43">
              <a:extLst>
                <a:ext uri="{FF2B5EF4-FFF2-40B4-BE49-F238E27FC236}">
                  <a16:creationId xmlns:a16="http://schemas.microsoft.com/office/drawing/2014/main" id="{D5BF38E1-0F84-2FD3-F8CC-DCCF211871DB}"/>
                </a:ext>
              </a:extLst>
            </p:cNvPr>
            <p:cNvSpPr/>
            <p:nvPr/>
          </p:nvSpPr>
          <p:spPr>
            <a:xfrm>
              <a:off x="6065764"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0" name="Shape 44">
              <a:extLst>
                <a:ext uri="{FF2B5EF4-FFF2-40B4-BE49-F238E27FC236}">
                  <a16:creationId xmlns:a16="http://schemas.microsoft.com/office/drawing/2014/main" id="{4FA5F2B8-6E2C-5088-6220-51E4D31A5A9A}"/>
                </a:ext>
              </a:extLst>
            </p:cNvPr>
            <p:cNvSpPr/>
            <p:nvPr/>
          </p:nvSpPr>
          <p:spPr>
            <a:xfrm>
              <a:off x="6151352" y="4052905"/>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91" name="Shape 45">
              <a:extLst>
                <a:ext uri="{FF2B5EF4-FFF2-40B4-BE49-F238E27FC236}">
                  <a16:creationId xmlns:a16="http://schemas.microsoft.com/office/drawing/2014/main" id="{68939F43-B257-79A2-1505-BC65501AD601}"/>
                </a:ext>
              </a:extLst>
            </p:cNvPr>
            <p:cNvSpPr/>
            <p:nvPr/>
          </p:nvSpPr>
          <p:spPr>
            <a:xfrm>
              <a:off x="6541252"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2" name="Shape 46">
              <a:extLst>
                <a:ext uri="{FF2B5EF4-FFF2-40B4-BE49-F238E27FC236}">
                  <a16:creationId xmlns:a16="http://schemas.microsoft.com/office/drawing/2014/main" id="{1FBDA80F-1433-F1C2-B228-04DD46CFE7F6}"/>
                </a:ext>
              </a:extLst>
            </p:cNvPr>
            <p:cNvSpPr/>
            <p:nvPr/>
          </p:nvSpPr>
          <p:spPr>
            <a:xfrm>
              <a:off x="7016740"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3" name="Shape 47">
              <a:extLst>
                <a:ext uri="{FF2B5EF4-FFF2-40B4-BE49-F238E27FC236}">
                  <a16:creationId xmlns:a16="http://schemas.microsoft.com/office/drawing/2014/main" id="{B1668469-57B6-D218-AB12-0CAEA3CCAA4B}"/>
                </a:ext>
              </a:extLst>
            </p:cNvPr>
            <p:cNvSpPr/>
            <p:nvPr/>
          </p:nvSpPr>
          <p:spPr>
            <a:xfrm>
              <a:off x="3688324"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4" name="Shape 48">
              <a:extLst>
                <a:ext uri="{FF2B5EF4-FFF2-40B4-BE49-F238E27FC236}">
                  <a16:creationId xmlns:a16="http://schemas.microsoft.com/office/drawing/2014/main" id="{57C59E30-7B7D-F596-365D-5C0C10A8F38E}"/>
                </a:ext>
              </a:extLst>
            </p:cNvPr>
            <p:cNvSpPr/>
            <p:nvPr/>
          </p:nvSpPr>
          <p:spPr>
            <a:xfrm>
              <a:off x="4163812"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5" name="Shape 49">
              <a:extLst>
                <a:ext uri="{FF2B5EF4-FFF2-40B4-BE49-F238E27FC236}">
                  <a16:creationId xmlns:a16="http://schemas.microsoft.com/office/drawing/2014/main" id="{70F01BA2-9F44-0024-8131-142FF2D528D0}"/>
                </a:ext>
              </a:extLst>
            </p:cNvPr>
            <p:cNvSpPr/>
            <p:nvPr/>
          </p:nvSpPr>
          <p:spPr>
            <a:xfrm>
              <a:off x="4249400" y="4528393"/>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6" name="Shape 50">
              <a:extLst>
                <a:ext uri="{FF2B5EF4-FFF2-40B4-BE49-F238E27FC236}">
                  <a16:creationId xmlns:a16="http://schemas.microsoft.com/office/drawing/2014/main" id="{9AB63941-327D-A82B-15DF-C9CD0F9717E4}"/>
                </a:ext>
              </a:extLst>
            </p:cNvPr>
            <p:cNvSpPr/>
            <p:nvPr/>
          </p:nvSpPr>
          <p:spPr>
            <a:xfrm>
              <a:off x="4639300"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7" name="Shape 51">
              <a:extLst>
                <a:ext uri="{FF2B5EF4-FFF2-40B4-BE49-F238E27FC236}">
                  <a16:creationId xmlns:a16="http://schemas.microsoft.com/office/drawing/2014/main" id="{EE68A138-9E09-2AA7-6F7A-6753BDF9243A}"/>
                </a:ext>
              </a:extLst>
            </p:cNvPr>
            <p:cNvSpPr/>
            <p:nvPr/>
          </p:nvSpPr>
          <p:spPr>
            <a:xfrm>
              <a:off x="4724888" y="4528393"/>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8" name="Shape 52">
              <a:extLst>
                <a:ext uri="{FF2B5EF4-FFF2-40B4-BE49-F238E27FC236}">
                  <a16:creationId xmlns:a16="http://schemas.microsoft.com/office/drawing/2014/main" id="{DFCBC226-1FE7-1476-ADC7-10D00490BF08}"/>
                </a:ext>
              </a:extLst>
            </p:cNvPr>
            <p:cNvSpPr/>
            <p:nvPr/>
          </p:nvSpPr>
          <p:spPr>
            <a:xfrm>
              <a:off x="5114788"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9" name="Shape 53">
              <a:extLst>
                <a:ext uri="{FF2B5EF4-FFF2-40B4-BE49-F238E27FC236}">
                  <a16:creationId xmlns:a16="http://schemas.microsoft.com/office/drawing/2014/main" id="{FE32CD8E-DFDD-5CA3-A80F-DDB10D28FF82}"/>
                </a:ext>
              </a:extLst>
            </p:cNvPr>
            <p:cNvSpPr/>
            <p:nvPr/>
          </p:nvSpPr>
          <p:spPr>
            <a:xfrm>
              <a:off x="5200376" y="4528393"/>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00" name="Shape 54">
              <a:extLst>
                <a:ext uri="{FF2B5EF4-FFF2-40B4-BE49-F238E27FC236}">
                  <a16:creationId xmlns:a16="http://schemas.microsoft.com/office/drawing/2014/main" id="{4DE70724-8833-D71E-7942-561EFC909A07}"/>
                </a:ext>
              </a:extLst>
            </p:cNvPr>
            <p:cNvSpPr/>
            <p:nvPr/>
          </p:nvSpPr>
          <p:spPr>
            <a:xfrm>
              <a:off x="5590276"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1" name="Shape 55">
              <a:extLst>
                <a:ext uri="{FF2B5EF4-FFF2-40B4-BE49-F238E27FC236}">
                  <a16:creationId xmlns:a16="http://schemas.microsoft.com/office/drawing/2014/main" id="{4C9F3EC9-D00C-1688-F7A5-185B015248AE}"/>
                </a:ext>
              </a:extLst>
            </p:cNvPr>
            <p:cNvSpPr/>
            <p:nvPr/>
          </p:nvSpPr>
          <p:spPr>
            <a:xfrm>
              <a:off x="5675864" y="4528393"/>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02" name="Shape 56">
              <a:extLst>
                <a:ext uri="{FF2B5EF4-FFF2-40B4-BE49-F238E27FC236}">
                  <a16:creationId xmlns:a16="http://schemas.microsoft.com/office/drawing/2014/main" id="{CB248D06-DF1E-7790-9633-E2BCFB388534}"/>
                </a:ext>
              </a:extLst>
            </p:cNvPr>
            <p:cNvSpPr/>
            <p:nvPr/>
          </p:nvSpPr>
          <p:spPr>
            <a:xfrm>
              <a:off x="6065764"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3" name="Shape 57">
              <a:extLst>
                <a:ext uri="{FF2B5EF4-FFF2-40B4-BE49-F238E27FC236}">
                  <a16:creationId xmlns:a16="http://schemas.microsoft.com/office/drawing/2014/main" id="{177BF622-7AAD-CFEA-7BAD-6B08C513205C}"/>
                </a:ext>
              </a:extLst>
            </p:cNvPr>
            <p:cNvSpPr/>
            <p:nvPr/>
          </p:nvSpPr>
          <p:spPr>
            <a:xfrm>
              <a:off x="6151352" y="4528393"/>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04" name="Shape 58">
              <a:extLst>
                <a:ext uri="{FF2B5EF4-FFF2-40B4-BE49-F238E27FC236}">
                  <a16:creationId xmlns:a16="http://schemas.microsoft.com/office/drawing/2014/main" id="{CE985A99-B1F4-E349-9634-A71BDB0FFCCD}"/>
                </a:ext>
              </a:extLst>
            </p:cNvPr>
            <p:cNvSpPr/>
            <p:nvPr/>
          </p:nvSpPr>
          <p:spPr>
            <a:xfrm>
              <a:off x="6541252"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5" name="Shape 59">
              <a:extLst>
                <a:ext uri="{FF2B5EF4-FFF2-40B4-BE49-F238E27FC236}">
                  <a16:creationId xmlns:a16="http://schemas.microsoft.com/office/drawing/2014/main" id="{6BAA16C7-A374-860D-4BA9-EF375F54519E}"/>
                </a:ext>
              </a:extLst>
            </p:cNvPr>
            <p:cNvSpPr/>
            <p:nvPr/>
          </p:nvSpPr>
          <p:spPr>
            <a:xfrm>
              <a:off x="6626840" y="4528393"/>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06" name="Shape 60">
              <a:extLst>
                <a:ext uri="{FF2B5EF4-FFF2-40B4-BE49-F238E27FC236}">
                  <a16:creationId xmlns:a16="http://schemas.microsoft.com/office/drawing/2014/main" id="{C51406D7-B385-63D7-AC60-0F7D5C364965}"/>
                </a:ext>
              </a:extLst>
            </p:cNvPr>
            <p:cNvSpPr/>
            <p:nvPr/>
          </p:nvSpPr>
          <p:spPr>
            <a:xfrm>
              <a:off x="7016740"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7" name="Shape 61">
              <a:extLst>
                <a:ext uri="{FF2B5EF4-FFF2-40B4-BE49-F238E27FC236}">
                  <a16:creationId xmlns:a16="http://schemas.microsoft.com/office/drawing/2014/main" id="{2399F7EC-ACA4-8B5C-6A99-CB75AAE915FD}"/>
                </a:ext>
              </a:extLst>
            </p:cNvPr>
            <p:cNvSpPr/>
            <p:nvPr/>
          </p:nvSpPr>
          <p:spPr>
            <a:xfrm>
              <a:off x="3688324"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8" name="Shape 62">
              <a:extLst>
                <a:ext uri="{FF2B5EF4-FFF2-40B4-BE49-F238E27FC236}">
                  <a16:creationId xmlns:a16="http://schemas.microsoft.com/office/drawing/2014/main" id="{51D8AE7A-3BF8-BE45-34C7-0D3365C4A467}"/>
                </a:ext>
              </a:extLst>
            </p:cNvPr>
            <p:cNvSpPr/>
            <p:nvPr/>
          </p:nvSpPr>
          <p:spPr>
            <a:xfrm>
              <a:off x="4163812"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9" name="Shape 63">
              <a:extLst>
                <a:ext uri="{FF2B5EF4-FFF2-40B4-BE49-F238E27FC236}">
                  <a16:creationId xmlns:a16="http://schemas.microsoft.com/office/drawing/2014/main" id="{2C248682-E085-7367-72E5-6B81066FA19D}"/>
                </a:ext>
              </a:extLst>
            </p:cNvPr>
            <p:cNvSpPr/>
            <p:nvPr/>
          </p:nvSpPr>
          <p:spPr>
            <a:xfrm>
              <a:off x="4249400" y="5003881"/>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10" name="Shape 64">
              <a:extLst>
                <a:ext uri="{FF2B5EF4-FFF2-40B4-BE49-F238E27FC236}">
                  <a16:creationId xmlns:a16="http://schemas.microsoft.com/office/drawing/2014/main" id="{7E6BC4C7-C770-5DC9-BAD0-41242043A826}"/>
                </a:ext>
              </a:extLst>
            </p:cNvPr>
            <p:cNvSpPr/>
            <p:nvPr/>
          </p:nvSpPr>
          <p:spPr>
            <a:xfrm>
              <a:off x="4639300"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11" name="Shape 65">
              <a:extLst>
                <a:ext uri="{FF2B5EF4-FFF2-40B4-BE49-F238E27FC236}">
                  <a16:creationId xmlns:a16="http://schemas.microsoft.com/office/drawing/2014/main" id="{B4189CA9-6A9A-3CA0-4D4D-ED2546442BB4}"/>
                </a:ext>
              </a:extLst>
            </p:cNvPr>
            <p:cNvSpPr/>
            <p:nvPr/>
          </p:nvSpPr>
          <p:spPr>
            <a:xfrm>
              <a:off x="4724888"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2" name="Shape 66">
              <a:extLst>
                <a:ext uri="{FF2B5EF4-FFF2-40B4-BE49-F238E27FC236}">
                  <a16:creationId xmlns:a16="http://schemas.microsoft.com/office/drawing/2014/main" id="{B4359699-DBA1-0D5D-5234-1B5E383F24D7}"/>
                </a:ext>
              </a:extLst>
            </p:cNvPr>
            <p:cNvSpPr/>
            <p:nvPr/>
          </p:nvSpPr>
          <p:spPr>
            <a:xfrm>
              <a:off x="5114788"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3" name="Shape 67">
              <a:extLst>
                <a:ext uri="{FF2B5EF4-FFF2-40B4-BE49-F238E27FC236}">
                  <a16:creationId xmlns:a16="http://schemas.microsoft.com/office/drawing/2014/main" id="{F05FC827-5E5F-440D-6876-54E6A2AFBB12}"/>
                </a:ext>
              </a:extLst>
            </p:cNvPr>
            <p:cNvSpPr/>
            <p:nvPr/>
          </p:nvSpPr>
          <p:spPr>
            <a:xfrm>
              <a:off x="5200376"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68">
              <a:extLst>
                <a:ext uri="{FF2B5EF4-FFF2-40B4-BE49-F238E27FC236}">
                  <a16:creationId xmlns:a16="http://schemas.microsoft.com/office/drawing/2014/main" id="{3FFF9573-0669-9D7D-67AB-69B1180DF237}"/>
                </a:ext>
              </a:extLst>
            </p:cNvPr>
            <p:cNvSpPr/>
            <p:nvPr/>
          </p:nvSpPr>
          <p:spPr>
            <a:xfrm>
              <a:off x="5590276"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5" name="Shape 69">
              <a:extLst>
                <a:ext uri="{FF2B5EF4-FFF2-40B4-BE49-F238E27FC236}">
                  <a16:creationId xmlns:a16="http://schemas.microsoft.com/office/drawing/2014/main" id="{BD25EF50-F414-C93F-D03D-3D2730E2D3A5}"/>
                </a:ext>
              </a:extLst>
            </p:cNvPr>
            <p:cNvSpPr/>
            <p:nvPr/>
          </p:nvSpPr>
          <p:spPr>
            <a:xfrm>
              <a:off x="5675864"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6" name="Shape 70">
              <a:extLst>
                <a:ext uri="{FF2B5EF4-FFF2-40B4-BE49-F238E27FC236}">
                  <a16:creationId xmlns:a16="http://schemas.microsoft.com/office/drawing/2014/main" id="{B32D09EA-111F-4B1B-8DE5-0B583396C696}"/>
                </a:ext>
              </a:extLst>
            </p:cNvPr>
            <p:cNvSpPr/>
            <p:nvPr/>
          </p:nvSpPr>
          <p:spPr>
            <a:xfrm>
              <a:off x="6065764"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7" name="Shape 71">
              <a:extLst>
                <a:ext uri="{FF2B5EF4-FFF2-40B4-BE49-F238E27FC236}">
                  <a16:creationId xmlns:a16="http://schemas.microsoft.com/office/drawing/2014/main" id="{D7A9CDF8-9056-931F-7379-88DFCBF47413}"/>
                </a:ext>
              </a:extLst>
            </p:cNvPr>
            <p:cNvSpPr/>
            <p:nvPr/>
          </p:nvSpPr>
          <p:spPr>
            <a:xfrm>
              <a:off x="6151352"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8" name="Shape 72">
              <a:extLst>
                <a:ext uri="{FF2B5EF4-FFF2-40B4-BE49-F238E27FC236}">
                  <a16:creationId xmlns:a16="http://schemas.microsoft.com/office/drawing/2014/main" id="{B6543F1A-0AE1-DB9A-DF05-82597F592FEF}"/>
                </a:ext>
              </a:extLst>
            </p:cNvPr>
            <p:cNvSpPr/>
            <p:nvPr/>
          </p:nvSpPr>
          <p:spPr>
            <a:xfrm>
              <a:off x="6541252"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9" name="Shape 73">
              <a:extLst>
                <a:ext uri="{FF2B5EF4-FFF2-40B4-BE49-F238E27FC236}">
                  <a16:creationId xmlns:a16="http://schemas.microsoft.com/office/drawing/2014/main" id="{7FA75B0D-C8C5-E06E-B61B-B7E31AD99952}"/>
                </a:ext>
              </a:extLst>
            </p:cNvPr>
            <p:cNvSpPr/>
            <p:nvPr/>
          </p:nvSpPr>
          <p:spPr>
            <a:xfrm>
              <a:off x="6626840" y="5003881"/>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20" name="Shape 74">
              <a:extLst>
                <a:ext uri="{FF2B5EF4-FFF2-40B4-BE49-F238E27FC236}">
                  <a16:creationId xmlns:a16="http://schemas.microsoft.com/office/drawing/2014/main" id="{C4E7756B-BD14-F626-DBDD-1E8AECC63CA1}"/>
                </a:ext>
              </a:extLst>
            </p:cNvPr>
            <p:cNvSpPr/>
            <p:nvPr/>
          </p:nvSpPr>
          <p:spPr>
            <a:xfrm>
              <a:off x="7016740"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1" name="Shape 75">
              <a:extLst>
                <a:ext uri="{FF2B5EF4-FFF2-40B4-BE49-F238E27FC236}">
                  <a16:creationId xmlns:a16="http://schemas.microsoft.com/office/drawing/2014/main" id="{238A9B61-098E-B9C2-2531-D3B7E10E7FE8}"/>
                </a:ext>
              </a:extLst>
            </p:cNvPr>
            <p:cNvSpPr/>
            <p:nvPr/>
          </p:nvSpPr>
          <p:spPr>
            <a:xfrm>
              <a:off x="3688324"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2" name="Shape 76">
              <a:extLst>
                <a:ext uri="{FF2B5EF4-FFF2-40B4-BE49-F238E27FC236}">
                  <a16:creationId xmlns:a16="http://schemas.microsoft.com/office/drawing/2014/main" id="{C62D3474-9E00-9FB2-DE7A-90786E6432B4}"/>
                </a:ext>
              </a:extLst>
            </p:cNvPr>
            <p:cNvSpPr/>
            <p:nvPr/>
          </p:nvSpPr>
          <p:spPr>
            <a:xfrm>
              <a:off x="4163812"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3" name="Shape 77">
              <a:extLst>
                <a:ext uri="{FF2B5EF4-FFF2-40B4-BE49-F238E27FC236}">
                  <a16:creationId xmlns:a16="http://schemas.microsoft.com/office/drawing/2014/main" id="{C1912EE1-38D8-21BE-B93E-A43D83DBB097}"/>
                </a:ext>
              </a:extLst>
            </p:cNvPr>
            <p:cNvSpPr/>
            <p:nvPr/>
          </p:nvSpPr>
          <p:spPr>
            <a:xfrm>
              <a:off x="4249400" y="5479369"/>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24" name="Shape 78">
              <a:extLst>
                <a:ext uri="{FF2B5EF4-FFF2-40B4-BE49-F238E27FC236}">
                  <a16:creationId xmlns:a16="http://schemas.microsoft.com/office/drawing/2014/main" id="{07EF4994-082E-B6AE-1486-2C6245CA979D}"/>
                </a:ext>
              </a:extLst>
            </p:cNvPr>
            <p:cNvSpPr/>
            <p:nvPr/>
          </p:nvSpPr>
          <p:spPr>
            <a:xfrm>
              <a:off x="4639300"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5" name="Shape 79">
              <a:extLst>
                <a:ext uri="{FF2B5EF4-FFF2-40B4-BE49-F238E27FC236}">
                  <a16:creationId xmlns:a16="http://schemas.microsoft.com/office/drawing/2014/main" id="{47501EB1-418A-486E-C484-3C78F6EFD32D}"/>
                </a:ext>
              </a:extLst>
            </p:cNvPr>
            <p:cNvSpPr/>
            <p:nvPr/>
          </p:nvSpPr>
          <p:spPr>
            <a:xfrm>
              <a:off x="4724888"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6" name="Shape 80">
              <a:extLst>
                <a:ext uri="{FF2B5EF4-FFF2-40B4-BE49-F238E27FC236}">
                  <a16:creationId xmlns:a16="http://schemas.microsoft.com/office/drawing/2014/main" id="{23640DEA-A4F0-7553-3D56-10DCE5282679}"/>
                </a:ext>
              </a:extLst>
            </p:cNvPr>
            <p:cNvSpPr/>
            <p:nvPr/>
          </p:nvSpPr>
          <p:spPr>
            <a:xfrm>
              <a:off x="5114788"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7" name="Shape 81">
              <a:extLst>
                <a:ext uri="{FF2B5EF4-FFF2-40B4-BE49-F238E27FC236}">
                  <a16:creationId xmlns:a16="http://schemas.microsoft.com/office/drawing/2014/main" id="{37A380F8-5C1A-E558-5D76-ECDE5ED72A28}"/>
                </a:ext>
              </a:extLst>
            </p:cNvPr>
            <p:cNvSpPr/>
            <p:nvPr/>
          </p:nvSpPr>
          <p:spPr>
            <a:xfrm>
              <a:off x="5200376" y="5479369"/>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28" name="Shape 82">
              <a:extLst>
                <a:ext uri="{FF2B5EF4-FFF2-40B4-BE49-F238E27FC236}">
                  <a16:creationId xmlns:a16="http://schemas.microsoft.com/office/drawing/2014/main" id="{E8B34F01-BBB5-0E2F-437B-B21836827FC1}"/>
                </a:ext>
              </a:extLst>
            </p:cNvPr>
            <p:cNvSpPr/>
            <p:nvPr/>
          </p:nvSpPr>
          <p:spPr>
            <a:xfrm>
              <a:off x="5590276"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9" name="Shape 83">
              <a:extLst>
                <a:ext uri="{FF2B5EF4-FFF2-40B4-BE49-F238E27FC236}">
                  <a16:creationId xmlns:a16="http://schemas.microsoft.com/office/drawing/2014/main" id="{CDDEC59A-529B-86D4-BBA9-7FDFA2103160}"/>
                </a:ext>
              </a:extLst>
            </p:cNvPr>
            <p:cNvSpPr/>
            <p:nvPr/>
          </p:nvSpPr>
          <p:spPr>
            <a:xfrm>
              <a:off x="5675864" y="547936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0" name="Shape 84">
              <a:extLst>
                <a:ext uri="{FF2B5EF4-FFF2-40B4-BE49-F238E27FC236}">
                  <a16:creationId xmlns:a16="http://schemas.microsoft.com/office/drawing/2014/main" id="{F99CFE4E-6D5D-087D-3A13-5E3AD17AD53C}"/>
                </a:ext>
              </a:extLst>
            </p:cNvPr>
            <p:cNvSpPr/>
            <p:nvPr/>
          </p:nvSpPr>
          <p:spPr>
            <a:xfrm>
              <a:off x="6065764"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1" name="Shape 85">
              <a:extLst>
                <a:ext uri="{FF2B5EF4-FFF2-40B4-BE49-F238E27FC236}">
                  <a16:creationId xmlns:a16="http://schemas.microsoft.com/office/drawing/2014/main" id="{63D69056-C3AB-BEC9-28A1-995620FF7CC1}"/>
                </a:ext>
              </a:extLst>
            </p:cNvPr>
            <p:cNvSpPr/>
            <p:nvPr/>
          </p:nvSpPr>
          <p:spPr>
            <a:xfrm>
              <a:off x="6151352"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32" name="Shape 86">
              <a:extLst>
                <a:ext uri="{FF2B5EF4-FFF2-40B4-BE49-F238E27FC236}">
                  <a16:creationId xmlns:a16="http://schemas.microsoft.com/office/drawing/2014/main" id="{A1ED4251-362E-3B8D-D1CB-94891138F945}"/>
                </a:ext>
              </a:extLst>
            </p:cNvPr>
            <p:cNvSpPr/>
            <p:nvPr/>
          </p:nvSpPr>
          <p:spPr>
            <a:xfrm>
              <a:off x="6541252"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3" name="Shape 87">
              <a:extLst>
                <a:ext uri="{FF2B5EF4-FFF2-40B4-BE49-F238E27FC236}">
                  <a16:creationId xmlns:a16="http://schemas.microsoft.com/office/drawing/2014/main" id="{0082DF1D-DFA6-0F32-C407-EA462C8C22C3}"/>
                </a:ext>
              </a:extLst>
            </p:cNvPr>
            <p:cNvSpPr/>
            <p:nvPr/>
          </p:nvSpPr>
          <p:spPr>
            <a:xfrm>
              <a:off x="6626840" y="5479369"/>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34" name="Shape 88">
              <a:extLst>
                <a:ext uri="{FF2B5EF4-FFF2-40B4-BE49-F238E27FC236}">
                  <a16:creationId xmlns:a16="http://schemas.microsoft.com/office/drawing/2014/main" id="{3790C5C3-F3F7-BCE9-D66C-EBA6B6805CA4}"/>
                </a:ext>
              </a:extLst>
            </p:cNvPr>
            <p:cNvSpPr/>
            <p:nvPr/>
          </p:nvSpPr>
          <p:spPr>
            <a:xfrm>
              <a:off x="7016740"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5" name="Shape 89">
              <a:extLst>
                <a:ext uri="{FF2B5EF4-FFF2-40B4-BE49-F238E27FC236}">
                  <a16:creationId xmlns:a16="http://schemas.microsoft.com/office/drawing/2014/main" id="{AE0A64DC-C8CF-2441-B658-F666F7A57AFD}"/>
                </a:ext>
              </a:extLst>
            </p:cNvPr>
            <p:cNvSpPr/>
            <p:nvPr/>
          </p:nvSpPr>
          <p:spPr>
            <a:xfrm>
              <a:off x="3688324"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6" name="Shape 90">
              <a:extLst>
                <a:ext uri="{FF2B5EF4-FFF2-40B4-BE49-F238E27FC236}">
                  <a16:creationId xmlns:a16="http://schemas.microsoft.com/office/drawing/2014/main" id="{2B2D80B5-D756-0ECB-7087-3EC3F52D495E}"/>
                </a:ext>
              </a:extLst>
            </p:cNvPr>
            <p:cNvSpPr/>
            <p:nvPr/>
          </p:nvSpPr>
          <p:spPr>
            <a:xfrm>
              <a:off x="4163812"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7" name="Shape 91">
              <a:extLst>
                <a:ext uri="{FF2B5EF4-FFF2-40B4-BE49-F238E27FC236}">
                  <a16:creationId xmlns:a16="http://schemas.microsoft.com/office/drawing/2014/main" id="{F461593C-3BA5-1CFD-0F16-6F90110A42AD}"/>
                </a:ext>
              </a:extLst>
            </p:cNvPr>
            <p:cNvSpPr/>
            <p:nvPr/>
          </p:nvSpPr>
          <p:spPr>
            <a:xfrm>
              <a:off x="4639300"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8" name="Shape 92">
              <a:extLst>
                <a:ext uri="{FF2B5EF4-FFF2-40B4-BE49-F238E27FC236}">
                  <a16:creationId xmlns:a16="http://schemas.microsoft.com/office/drawing/2014/main" id="{A5DBDE10-ED65-A01A-F2CE-FB47945A94AC}"/>
                </a:ext>
              </a:extLst>
            </p:cNvPr>
            <p:cNvSpPr/>
            <p:nvPr/>
          </p:nvSpPr>
          <p:spPr>
            <a:xfrm>
              <a:off x="4724888" y="595485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39" name="Shape 93">
              <a:extLst>
                <a:ext uri="{FF2B5EF4-FFF2-40B4-BE49-F238E27FC236}">
                  <a16:creationId xmlns:a16="http://schemas.microsoft.com/office/drawing/2014/main" id="{1B8F8EF7-FF99-A3C5-86B2-6F08FC4F06C2}"/>
                </a:ext>
              </a:extLst>
            </p:cNvPr>
            <p:cNvSpPr/>
            <p:nvPr/>
          </p:nvSpPr>
          <p:spPr>
            <a:xfrm>
              <a:off x="5114788"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0" name="Shape 94">
              <a:extLst>
                <a:ext uri="{FF2B5EF4-FFF2-40B4-BE49-F238E27FC236}">
                  <a16:creationId xmlns:a16="http://schemas.microsoft.com/office/drawing/2014/main" id="{3C4DB0AC-99FB-4060-BAA5-9D98F6C1AC09}"/>
                </a:ext>
              </a:extLst>
            </p:cNvPr>
            <p:cNvSpPr/>
            <p:nvPr/>
          </p:nvSpPr>
          <p:spPr>
            <a:xfrm>
              <a:off x="5200376"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1" name="Shape 95">
              <a:extLst>
                <a:ext uri="{FF2B5EF4-FFF2-40B4-BE49-F238E27FC236}">
                  <a16:creationId xmlns:a16="http://schemas.microsoft.com/office/drawing/2014/main" id="{1310A7EE-F809-6E04-E9C0-3DD88761BC6B}"/>
                </a:ext>
              </a:extLst>
            </p:cNvPr>
            <p:cNvSpPr/>
            <p:nvPr/>
          </p:nvSpPr>
          <p:spPr>
            <a:xfrm>
              <a:off x="5590276"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2" name="Shape 96">
              <a:extLst>
                <a:ext uri="{FF2B5EF4-FFF2-40B4-BE49-F238E27FC236}">
                  <a16:creationId xmlns:a16="http://schemas.microsoft.com/office/drawing/2014/main" id="{6A0DB439-9220-B7E7-C08F-3FBB816940EA}"/>
                </a:ext>
              </a:extLst>
            </p:cNvPr>
            <p:cNvSpPr/>
            <p:nvPr/>
          </p:nvSpPr>
          <p:spPr>
            <a:xfrm>
              <a:off x="5675864" y="595485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3" name="Shape 97">
              <a:extLst>
                <a:ext uri="{FF2B5EF4-FFF2-40B4-BE49-F238E27FC236}">
                  <a16:creationId xmlns:a16="http://schemas.microsoft.com/office/drawing/2014/main" id="{60E3004D-D1F2-A0AD-F552-4675CE414493}"/>
                </a:ext>
              </a:extLst>
            </p:cNvPr>
            <p:cNvSpPr/>
            <p:nvPr/>
          </p:nvSpPr>
          <p:spPr>
            <a:xfrm>
              <a:off x="6065764"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4" name="Shape 98">
              <a:extLst>
                <a:ext uri="{FF2B5EF4-FFF2-40B4-BE49-F238E27FC236}">
                  <a16:creationId xmlns:a16="http://schemas.microsoft.com/office/drawing/2014/main" id="{2B525248-41D8-BB61-9AF9-4AB0E69C3199}"/>
                </a:ext>
              </a:extLst>
            </p:cNvPr>
            <p:cNvSpPr/>
            <p:nvPr/>
          </p:nvSpPr>
          <p:spPr>
            <a:xfrm>
              <a:off x="6151352"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5" name="Shape 99">
              <a:extLst>
                <a:ext uri="{FF2B5EF4-FFF2-40B4-BE49-F238E27FC236}">
                  <a16:creationId xmlns:a16="http://schemas.microsoft.com/office/drawing/2014/main" id="{5D46BFB1-4143-0B1A-BF33-D6B8634161EF}"/>
                </a:ext>
              </a:extLst>
            </p:cNvPr>
            <p:cNvSpPr/>
            <p:nvPr/>
          </p:nvSpPr>
          <p:spPr>
            <a:xfrm>
              <a:off x="6541252"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6" name="Shape 100">
              <a:extLst>
                <a:ext uri="{FF2B5EF4-FFF2-40B4-BE49-F238E27FC236}">
                  <a16:creationId xmlns:a16="http://schemas.microsoft.com/office/drawing/2014/main" id="{76D5ACCC-276E-A4FB-70A5-D5F7A6445F8D}"/>
                </a:ext>
              </a:extLst>
            </p:cNvPr>
            <p:cNvSpPr/>
            <p:nvPr/>
          </p:nvSpPr>
          <p:spPr>
            <a:xfrm>
              <a:off x="6626840" y="5954857"/>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47" name="Shape 101">
              <a:extLst>
                <a:ext uri="{FF2B5EF4-FFF2-40B4-BE49-F238E27FC236}">
                  <a16:creationId xmlns:a16="http://schemas.microsoft.com/office/drawing/2014/main" id="{78DE1384-E5C8-54DB-138A-8A3687163627}"/>
                </a:ext>
              </a:extLst>
            </p:cNvPr>
            <p:cNvSpPr/>
            <p:nvPr/>
          </p:nvSpPr>
          <p:spPr>
            <a:xfrm>
              <a:off x="7016740"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8" name="Shape 102">
              <a:extLst>
                <a:ext uri="{FF2B5EF4-FFF2-40B4-BE49-F238E27FC236}">
                  <a16:creationId xmlns:a16="http://schemas.microsoft.com/office/drawing/2014/main" id="{B665CF26-ED9A-D1ED-68D3-FA0173051C0F}"/>
                </a:ext>
              </a:extLst>
            </p:cNvPr>
            <p:cNvSpPr/>
            <p:nvPr/>
          </p:nvSpPr>
          <p:spPr>
            <a:xfrm>
              <a:off x="3688324"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49" name="Shape 103">
              <a:extLst>
                <a:ext uri="{FF2B5EF4-FFF2-40B4-BE49-F238E27FC236}">
                  <a16:creationId xmlns:a16="http://schemas.microsoft.com/office/drawing/2014/main" id="{B94D8F6F-BE90-55E1-F18A-389FEFBD3C9B}"/>
                </a:ext>
              </a:extLst>
            </p:cNvPr>
            <p:cNvSpPr/>
            <p:nvPr/>
          </p:nvSpPr>
          <p:spPr>
            <a:xfrm>
              <a:off x="4163812"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0" name="Shape 104">
              <a:extLst>
                <a:ext uri="{FF2B5EF4-FFF2-40B4-BE49-F238E27FC236}">
                  <a16:creationId xmlns:a16="http://schemas.microsoft.com/office/drawing/2014/main" id="{8E812470-9726-78B8-865B-3EADFD16F03B}"/>
                </a:ext>
              </a:extLst>
            </p:cNvPr>
            <p:cNvSpPr/>
            <p:nvPr/>
          </p:nvSpPr>
          <p:spPr>
            <a:xfrm>
              <a:off x="4639300"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1" name="Shape 105">
              <a:extLst>
                <a:ext uri="{FF2B5EF4-FFF2-40B4-BE49-F238E27FC236}">
                  <a16:creationId xmlns:a16="http://schemas.microsoft.com/office/drawing/2014/main" id="{3B38628A-7F4B-0830-668D-DBCE633AD7A4}"/>
                </a:ext>
              </a:extLst>
            </p:cNvPr>
            <p:cNvSpPr/>
            <p:nvPr/>
          </p:nvSpPr>
          <p:spPr>
            <a:xfrm>
              <a:off x="4724888" y="6430345"/>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52" name="Shape 106">
              <a:extLst>
                <a:ext uri="{FF2B5EF4-FFF2-40B4-BE49-F238E27FC236}">
                  <a16:creationId xmlns:a16="http://schemas.microsoft.com/office/drawing/2014/main" id="{FCFCF07A-2E7E-C264-6652-50C0C6388016}"/>
                </a:ext>
              </a:extLst>
            </p:cNvPr>
            <p:cNvSpPr/>
            <p:nvPr/>
          </p:nvSpPr>
          <p:spPr>
            <a:xfrm>
              <a:off x="5114788"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3" name="Shape 107">
              <a:extLst>
                <a:ext uri="{FF2B5EF4-FFF2-40B4-BE49-F238E27FC236}">
                  <a16:creationId xmlns:a16="http://schemas.microsoft.com/office/drawing/2014/main" id="{7182869D-E0DD-3E0F-B744-39AC44383EA2}"/>
                </a:ext>
              </a:extLst>
            </p:cNvPr>
            <p:cNvSpPr/>
            <p:nvPr/>
          </p:nvSpPr>
          <p:spPr>
            <a:xfrm>
              <a:off x="5200376" y="6430345"/>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54" name="Shape 108">
              <a:extLst>
                <a:ext uri="{FF2B5EF4-FFF2-40B4-BE49-F238E27FC236}">
                  <a16:creationId xmlns:a16="http://schemas.microsoft.com/office/drawing/2014/main" id="{8ED528F8-9D6D-2C9A-718F-346E0ED0CFD3}"/>
                </a:ext>
              </a:extLst>
            </p:cNvPr>
            <p:cNvSpPr/>
            <p:nvPr/>
          </p:nvSpPr>
          <p:spPr>
            <a:xfrm>
              <a:off x="5590276"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5" name="Shape 109">
              <a:extLst>
                <a:ext uri="{FF2B5EF4-FFF2-40B4-BE49-F238E27FC236}">
                  <a16:creationId xmlns:a16="http://schemas.microsoft.com/office/drawing/2014/main" id="{2309CB43-2BF8-5D8A-84DE-35E28087C9D6}"/>
                </a:ext>
              </a:extLst>
            </p:cNvPr>
            <p:cNvSpPr/>
            <p:nvPr/>
          </p:nvSpPr>
          <p:spPr>
            <a:xfrm>
              <a:off x="5675864" y="643034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56" name="Shape 110">
              <a:extLst>
                <a:ext uri="{FF2B5EF4-FFF2-40B4-BE49-F238E27FC236}">
                  <a16:creationId xmlns:a16="http://schemas.microsoft.com/office/drawing/2014/main" id="{A3D3C37F-57F9-954D-0EBF-A17130D58538}"/>
                </a:ext>
              </a:extLst>
            </p:cNvPr>
            <p:cNvSpPr/>
            <p:nvPr/>
          </p:nvSpPr>
          <p:spPr>
            <a:xfrm>
              <a:off x="6065764"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7" name="Shape 111">
              <a:extLst>
                <a:ext uri="{FF2B5EF4-FFF2-40B4-BE49-F238E27FC236}">
                  <a16:creationId xmlns:a16="http://schemas.microsoft.com/office/drawing/2014/main" id="{87FB547E-DF63-9F34-7FBA-94FDFCD9D6AD}"/>
                </a:ext>
              </a:extLst>
            </p:cNvPr>
            <p:cNvSpPr/>
            <p:nvPr/>
          </p:nvSpPr>
          <p:spPr>
            <a:xfrm>
              <a:off x="6151352" y="6430345"/>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58" name="Shape 112">
              <a:extLst>
                <a:ext uri="{FF2B5EF4-FFF2-40B4-BE49-F238E27FC236}">
                  <a16:creationId xmlns:a16="http://schemas.microsoft.com/office/drawing/2014/main" id="{D6087C56-294B-A3F3-6E94-3DEBB23CA67D}"/>
                </a:ext>
              </a:extLst>
            </p:cNvPr>
            <p:cNvSpPr/>
            <p:nvPr/>
          </p:nvSpPr>
          <p:spPr>
            <a:xfrm>
              <a:off x="6541252"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9" name="Shape 113">
              <a:extLst>
                <a:ext uri="{FF2B5EF4-FFF2-40B4-BE49-F238E27FC236}">
                  <a16:creationId xmlns:a16="http://schemas.microsoft.com/office/drawing/2014/main" id="{901DB2E5-C6A2-8F0B-2F74-F0A44AD1565A}"/>
                </a:ext>
              </a:extLst>
            </p:cNvPr>
            <p:cNvSpPr/>
            <p:nvPr/>
          </p:nvSpPr>
          <p:spPr>
            <a:xfrm>
              <a:off x="7016740"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60" name="Shape 114">
              <a:extLst>
                <a:ext uri="{FF2B5EF4-FFF2-40B4-BE49-F238E27FC236}">
                  <a16:creationId xmlns:a16="http://schemas.microsoft.com/office/drawing/2014/main" id="{B1866134-A86F-B775-0F64-7280AE33BC30}"/>
                </a:ext>
              </a:extLst>
            </p:cNvPr>
            <p:cNvSpPr/>
            <p:nvPr/>
          </p:nvSpPr>
          <p:spPr>
            <a:xfrm>
              <a:off x="4163812" y="4680549"/>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1" name="Text 115">
              <a:extLst>
                <a:ext uri="{FF2B5EF4-FFF2-40B4-BE49-F238E27FC236}">
                  <a16:creationId xmlns:a16="http://schemas.microsoft.com/office/drawing/2014/main" id="{9F69C524-26BD-6C0D-12BB-D7C9629DF0CE}"/>
                </a:ext>
              </a:extLst>
            </p:cNvPr>
            <p:cNvSpPr txBox="1"/>
            <p:nvPr/>
          </p:nvSpPr>
          <p:spPr>
            <a:xfrm>
              <a:off x="4163812" y="4680549"/>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262" name="Shape 116">
              <a:extLst>
                <a:ext uri="{FF2B5EF4-FFF2-40B4-BE49-F238E27FC236}">
                  <a16:creationId xmlns:a16="http://schemas.microsoft.com/office/drawing/2014/main" id="{A4685F9E-53D5-79CD-856A-D42D988C6F4D}"/>
                </a:ext>
              </a:extLst>
            </p:cNvPr>
            <p:cNvSpPr/>
            <p:nvPr/>
          </p:nvSpPr>
          <p:spPr>
            <a:xfrm>
              <a:off x="6065764" y="372957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3" name="Text 117">
              <a:extLst>
                <a:ext uri="{FF2B5EF4-FFF2-40B4-BE49-F238E27FC236}">
                  <a16:creationId xmlns:a16="http://schemas.microsoft.com/office/drawing/2014/main" id="{FD117E6D-B6D6-6799-BF5C-E3A4AE470B42}"/>
                </a:ext>
              </a:extLst>
            </p:cNvPr>
            <p:cNvSpPr txBox="1"/>
            <p:nvPr/>
          </p:nvSpPr>
          <p:spPr>
            <a:xfrm>
              <a:off x="6065764" y="3729573"/>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264" name="Shape 118">
              <a:extLst>
                <a:ext uri="{FF2B5EF4-FFF2-40B4-BE49-F238E27FC236}">
                  <a16:creationId xmlns:a16="http://schemas.microsoft.com/office/drawing/2014/main" id="{BA8BF5D6-7C1C-EC22-E36E-D3D836357ED0}"/>
                </a:ext>
              </a:extLst>
            </p:cNvPr>
            <p:cNvSpPr/>
            <p:nvPr/>
          </p:nvSpPr>
          <p:spPr>
            <a:xfrm>
              <a:off x="6065764" y="5679074"/>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5" name="Text 119">
              <a:extLst>
                <a:ext uri="{FF2B5EF4-FFF2-40B4-BE49-F238E27FC236}">
                  <a16:creationId xmlns:a16="http://schemas.microsoft.com/office/drawing/2014/main" id="{7AECEB0E-5AEB-3194-2E44-873CD26AE617}"/>
                </a:ext>
              </a:extLst>
            </p:cNvPr>
            <p:cNvSpPr txBox="1"/>
            <p:nvPr/>
          </p:nvSpPr>
          <p:spPr>
            <a:xfrm>
              <a:off x="6065764" y="5679074"/>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grpSp>
      <p:sp>
        <p:nvSpPr>
          <p:cNvPr id="266" name="TextBox 265"/>
          <p:cNvSpPr txBox="1"/>
          <p:nvPr/>
        </p:nvSpPr>
        <p:spPr>
          <a:xfrm>
            <a:off x="548640" y="6163056"/>
            <a:ext cx="10424160" cy="603504"/>
          </a:xfrm>
          <a:prstGeom prst="rect">
            <a:avLst/>
          </a:prstGeom>
          <a:noFill/>
        </p:spPr>
        <p:txBody>
          <a:bodyPr wrap="square" lIns="0" rIns="0" tIns="0" bIns="0" anchor="t">
            <a:spAutoFit/>
          </a:bodyPr>
          <a:lstStyle/>
          <a:p>
            <a:pPr algn="l"/>
            <a:r>
              <a:rPr sz="800" b="0">
                <a:solidFill>
                  <a:schemeClr val="tx1"/>
                </a:solidFill>
              </a:rPr>
              <a:t>[1] M. T. Ribeiro, S. Singh, C. Guestrin, “Why Should I Trust You?”: Explaining the Predictions of Any Classifier, KDD 2016.（上位3クラスをクラスごとに別々に説明，Fig. 4）</a:t>
            </a:r>
          </a:p>
          <a:p>
            <a:pPr algn="l"/>
            <a:r>
              <a:rPr sz="800" b="0">
                <a:solidFill>
                  <a:schemeClr val="tx1"/>
                </a:solidFill>
              </a:rPr>
              <a:t>[2] K. Sokol, P. Flach, LIMETREE: Consistent and Faithful Surrogate Explanations of Multiple Classes, Electronics 14, 929, 2025.（各クラスの説明を個別に解釈するしかない，Sec. 3）</a:t>
            </a:r>
          </a:p>
          <a:p>
            <a:pPr algn="l"/>
            <a:r>
              <a:rPr sz="800" b="0">
                <a:solidFill>
                  <a:schemeClr val="tx1"/>
                </a:solidFill>
              </a:rPr>
              <a:t>[3] P. Nanavati, R. Prasad, CLIMAX: An Exploration of Classifier-Based Contrastive Explanations, IEEE CogMI 2023.（既存手法は予測クラスを正当化するが，他のクラスとの違いは保証しない）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説明をまとめる2つの方向</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
        <p:nvSpPr>
          <p:cNvPr id="5" name="Shape 2"/>
          <p:cNvSpPr/>
          <p:nvPr/>
        </p:nvSpPr>
        <p:spPr>
          <a:xfrm>
            <a:off x="1645920" y="2468880"/>
            <a:ext cx="740664" cy="466344"/>
          </a:xfrm>
          <a:prstGeom prst="rect">
            <a:avLst/>
          </a:prstGeom>
          <a:solidFill>
            <a:schemeClr val="tx1"/>
          </a:solidFill>
          <a:ln w="12700">
            <a:solidFill>
              <a:schemeClr val="tx1"/>
            </a:solidFill>
            <a:prstDash val="solid"/>
          </a:ln>
        </p:spPr>
        <p:txBody>
          <a:bodyPr/>
          <a:lstStyle/>
          <a:p>
            <a:endParaRPr lang="ja-JP" altLang="en-US"/>
          </a:p>
        </p:txBody>
      </p:sp>
      <p:sp>
        <p:nvSpPr>
          <p:cNvPr id="6" name="Text 3"/>
          <p:cNvSpPr txBox="1"/>
          <p:nvPr/>
        </p:nvSpPr>
        <p:spPr>
          <a:xfrm>
            <a:off x="1645920" y="2468880"/>
            <a:ext cx="740664" cy="466344"/>
          </a:xfrm>
          <a:prstGeom prst="rect">
            <a:avLst/>
          </a:prstGeom>
          <a:noFill/>
          <a:ln/>
        </p:spPr>
        <p:txBody>
          <a:bodyPr wrap="square" lIns="0" tIns="0" rIns="0" bIns="0" rtlCol="0" anchor="ctr"/>
          <a:lstStyle/>
          <a:p>
            <a:pPr marL="0" indent="0" algn="ctr">
              <a:buNone/>
            </a:pPr>
            <a:r>
              <a:rPr lang="en-US" sz="1200" b="1" dirty="0">
                <a:solidFill>
                  <a:schemeClr val="bg1"/>
                </a:solidFill>
              </a:rPr>
              <a:t>クラス0</a:t>
            </a:r>
            <a:endParaRPr lang="en-US" sz="1200" dirty="0"/>
          </a:p>
        </p:txBody>
      </p:sp>
      <p:sp>
        <p:nvSpPr>
          <p:cNvPr id="7" name="Shape 4"/>
          <p:cNvSpPr/>
          <p:nvPr/>
        </p:nvSpPr>
        <p:spPr>
          <a:xfrm>
            <a:off x="2423160" y="2468880"/>
            <a:ext cx="740664" cy="466344"/>
          </a:xfrm>
          <a:prstGeom prst="rect">
            <a:avLst/>
          </a:prstGeom>
          <a:solidFill>
            <a:schemeClr val="tx1"/>
          </a:solidFill>
          <a:ln w="12700">
            <a:solidFill>
              <a:schemeClr val="tx1"/>
            </a:solidFill>
            <a:prstDash val="solid"/>
          </a:ln>
        </p:spPr>
        <p:txBody>
          <a:bodyPr/>
          <a:lstStyle/>
          <a:p>
            <a:endParaRPr lang="ja-JP" altLang="en-US"/>
          </a:p>
        </p:txBody>
      </p:sp>
      <p:sp>
        <p:nvSpPr>
          <p:cNvPr id="8" name="Text 5"/>
          <p:cNvSpPr txBox="1"/>
          <p:nvPr/>
        </p:nvSpPr>
        <p:spPr>
          <a:xfrm>
            <a:off x="2423160" y="2468880"/>
            <a:ext cx="740664" cy="466344"/>
          </a:xfrm>
          <a:prstGeom prst="rect">
            <a:avLst/>
          </a:prstGeom>
          <a:noFill/>
          <a:ln/>
        </p:spPr>
        <p:txBody>
          <a:bodyPr wrap="square" lIns="0" tIns="0" rIns="0" bIns="0" rtlCol="0" anchor="ctr"/>
          <a:lstStyle/>
          <a:p>
            <a:pPr marL="0" indent="0" algn="ctr">
              <a:buNone/>
            </a:pPr>
            <a:r>
              <a:rPr lang="en-US" sz="1200" b="1" dirty="0">
                <a:solidFill>
                  <a:schemeClr val="bg1"/>
                </a:solidFill>
              </a:rPr>
              <a:t>クラス1</a:t>
            </a:r>
            <a:endParaRPr lang="en-US" sz="1200" dirty="0"/>
          </a:p>
        </p:txBody>
      </p:sp>
      <p:sp>
        <p:nvSpPr>
          <p:cNvPr id="9" name="Shape 6"/>
          <p:cNvSpPr/>
          <p:nvPr/>
        </p:nvSpPr>
        <p:spPr>
          <a:xfrm>
            <a:off x="3200400" y="2468880"/>
            <a:ext cx="740664" cy="466344"/>
          </a:xfrm>
          <a:prstGeom prst="rect">
            <a:avLst/>
          </a:prstGeom>
          <a:solidFill>
            <a:schemeClr val="tx1"/>
          </a:solidFill>
          <a:ln w="12700">
            <a:solidFill>
              <a:schemeClr val="tx1"/>
            </a:solidFill>
            <a:prstDash val="solid"/>
          </a:ln>
        </p:spPr>
        <p:txBody>
          <a:bodyPr/>
          <a:lstStyle/>
          <a:p>
            <a:endParaRPr lang="ja-JP" altLang="en-US"/>
          </a:p>
        </p:txBody>
      </p:sp>
      <p:sp>
        <p:nvSpPr>
          <p:cNvPr id="10" name="Text 7"/>
          <p:cNvSpPr txBox="1"/>
          <p:nvPr/>
        </p:nvSpPr>
        <p:spPr>
          <a:xfrm>
            <a:off x="3200400" y="2468880"/>
            <a:ext cx="740664" cy="466344"/>
          </a:xfrm>
          <a:prstGeom prst="rect">
            <a:avLst/>
          </a:prstGeom>
          <a:noFill/>
          <a:ln/>
        </p:spPr>
        <p:txBody>
          <a:bodyPr wrap="square" lIns="0" tIns="0" rIns="0" bIns="0" rtlCol="0" anchor="ctr"/>
          <a:lstStyle/>
          <a:p>
            <a:pPr marL="0" indent="0" algn="ctr">
              <a:buNone/>
            </a:pPr>
            <a:r>
              <a:rPr lang="en-US" sz="1200" b="1" dirty="0">
                <a:solidFill>
                  <a:schemeClr val="bg1"/>
                </a:solidFill>
              </a:rPr>
              <a:t>…</a:t>
            </a:r>
            <a:endParaRPr lang="en-US" sz="1200" dirty="0"/>
          </a:p>
        </p:txBody>
      </p:sp>
      <p:sp>
        <p:nvSpPr>
          <p:cNvPr id="11" name="Shape 8"/>
          <p:cNvSpPr/>
          <p:nvPr/>
        </p:nvSpPr>
        <p:spPr>
          <a:xfrm>
            <a:off x="3977640" y="2468880"/>
            <a:ext cx="740664" cy="466344"/>
          </a:xfrm>
          <a:prstGeom prst="rect">
            <a:avLst/>
          </a:prstGeom>
          <a:solidFill>
            <a:schemeClr val="tx1"/>
          </a:solidFill>
          <a:ln w="12700">
            <a:solidFill>
              <a:schemeClr val="tx1"/>
            </a:solidFill>
            <a:prstDash val="solid"/>
          </a:ln>
        </p:spPr>
        <p:txBody>
          <a:bodyPr/>
          <a:lstStyle/>
          <a:p>
            <a:endParaRPr lang="ja-JP" altLang="en-US"/>
          </a:p>
        </p:txBody>
      </p:sp>
      <p:sp>
        <p:nvSpPr>
          <p:cNvPr id="12" name="Text 9"/>
          <p:cNvSpPr txBox="1"/>
          <p:nvPr/>
        </p:nvSpPr>
        <p:spPr>
          <a:xfrm>
            <a:off x="3977640" y="2468880"/>
            <a:ext cx="740664" cy="466344"/>
          </a:xfrm>
          <a:prstGeom prst="rect">
            <a:avLst/>
          </a:prstGeom>
          <a:noFill/>
          <a:ln/>
        </p:spPr>
        <p:txBody>
          <a:bodyPr wrap="square" lIns="0" tIns="0" rIns="0" bIns="0" rtlCol="0" anchor="ctr"/>
          <a:lstStyle/>
          <a:p>
            <a:pPr marL="0" indent="0" algn="ctr">
              <a:buNone/>
            </a:pPr>
            <a:r>
              <a:rPr lang="en-US" sz="1200" b="1" dirty="0">
                <a:solidFill>
                  <a:schemeClr val="bg1"/>
                </a:solidFill>
              </a:rPr>
              <a:t>クラス9</a:t>
            </a:r>
            <a:endParaRPr lang="en-US" sz="1200" dirty="0"/>
          </a:p>
        </p:txBody>
      </p:sp>
      <p:sp>
        <p:nvSpPr>
          <p:cNvPr id="13" name="Text 10"/>
          <p:cNvSpPr txBox="1"/>
          <p:nvPr/>
        </p:nvSpPr>
        <p:spPr>
          <a:xfrm>
            <a:off x="777240" y="2971800"/>
            <a:ext cx="777240" cy="466344"/>
          </a:xfrm>
          <a:prstGeom prst="rect">
            <a:avLst/>
          </a:prstGeom>
          <a:noFill/>
          <a:ln/>
        </p:spPr>
        <p:txBody>
          <a:bodyPr wrap="square" lIns="0" tIns="0" rIns="0" bIns="0" rtlCol="0" anchor="ctr"/>
          <a:lstStyle/>
          <a:p>
            <a:pPr marL="0" indent="0" algn="r">
              <a:buNone/>
            </a:pPr>
            <a:r>
              <a:rPr lang="en-US" sz="1200" dirty="0">
                <a:solidFill>
                  <a:schemeClr val="tx2"/>
                </a:solidFill>
              </a:rPr>
              <a:t>領域1</a:t>
            </a:r>
            <a:endParaRPr lang="en-US" sz="1200" dirty="0"/>
          </a:p>
        </p:txBody>
      </p:sp>
      <p:sp>
        <p:nvSpPr>
          <p:cNvPr id="14" name="Shape 11"/>
          <p:cNvSpPr/>
          <p:nvPr/>
        </p:nvSpPr>
        <p:spPr>
          <a:xfrm>
            <a:off x="1645920" y="297180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15" name="Shape 12"/>
          <p:cNvSpPr/>
          <p:nvPr/>
        </p:nvSpPr>
        <p:spPr>
          <a:xfrm>
            <a:off x="2423160" y="297180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16" name="Shape 13"/>
          <p:cNvSpPr/>
          <p:nvPr/>
        </p:nvSpPr>
        <p:spPr>
          <a:xfrm>
            <a:off x="3200400" y="297180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17" name="Shape 14"/>
          <p:cNvSpPr/>
          <p:nvPr/>
        </p:nvSpPr>
        <p:spPr>
          <a:xfrm>
            <a:off x="3977640" y="297180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18" name="Text 15"/>
          <p:cNvSpPr txBox="1"/>
          <p:nvPr/>
        </p:nvSpPr>
        <p:spPr>
          <a:xfrm>
            <a:off x="777240" y="3474720"/>
            <a:ext cx="777240" cy="466344"/>
          </a:xfrm>
          <a:prstGeom prst="rect">
            <a:avLst/>
          </a:prstGeom>
          <a:noFill/>
          <a:ln/>
        </p:spPr>
        <p:txBody>
          <a:bodyPr wrap="square" lIns="0" tIns="0" rIns="0" bIns="0" rtlCol="0" anchor="ctr"/>
          <a:lstStyle/>
          <a:p>
            <a:pPr marL="0" indent="0" algn="r">
              <a:buNone/>
            </a:pPr>
            <a:r>
              <a:rPr lang="en-US" sz="1200" dirty="0">
                <a:solidFill>
                  <a:schemeClr val="tx2"/>
                </a:solidFill>
              </a:rPr>
              <a:t>領域2</a:t>
            </a:r>
            <a:endParaRPr lang="en-US" sz="1200" dirty="0"/>
          </a:p>
        </p:txBody>
      </p:sp>
      <p:sp>
        <p:nvSpPr>
          <p:cNvPr id="19" name="Shape 16"/>
          <p:cNvSpPr/>
          <p:nvPr/>
        </p:nvSpPr>
        <p:spPr>
          <a:xfrm>
            <a:off x="1645920" y="347472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0" name="Shape 17"/>
          <p:cNvSpPr/>
          <p:nvPr/>
        </p:nvSpPr>
        <p:spPr>
          <a:xfrm>
            <a:off x="2423160" y="347472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1" name="Shape 18"/>
          <p:cNvSpPr/>
          <p:nvPr/>
        </p:nvSpPr>
        <p:spPr>
          <a:xfrm>
            <a:off x="3200400" y="347472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2" name="Shape 19"/>
          <p:cNvSpPr/>
          <p:nvPr/>
        </p:nvSpPr>
        <p:spPr>
          <a:xfrm>
            <a:off x="3977640" y="347472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3" name="Text 20"/>
          <p:cNvSpPr txBox="1"/>
          <p:nvPr/>
        </p:nvSpPr>
        <p:spPr>
          <a:xfrm>
            <a:off x="777240" y="3977640"/>
            <a:ext cx="777240" cy="466344"/>
          </a:xfrm>
          <a:prstGeom prst="rect">
            <a:avLst/>
          </a:prstGeom>
          <a:noFill/>
          <a:ln/>
        </p:spPr>
        <p:txBody>
          <a:bodyPr wrap="square" lIns="0" tIns="0" rIns="0" bIns="0" rtlCol="0" anchor="ctr"/>
          <a:lstStyle/>
          <a:p>
            <a:pPr marL="0" indent="0" algn="r">
              <a:buNone/>
            </a:pPr>
            <a:r>
              <a:rPr lang="en-US" sz="1200" dirty="0">
                <a:solidFill>
                  <a:schemeClr val="tx2"/>
                </a:solidFill>
              </a:rPr>
              <a:t>領域3</a:t>
            </a:r>
            <a:endParaRPr lang="en-US" sz="1200" dirty="0"/>
          </a:p>
        </p:txBody>
      </p:sp>
      <p:sp>
        <p:nvSpPr>
          <p:cNvPr id="24" name="Shape 21"/>
          <p:cNvSpPr/>
          <p:nvPr/>
        </p:nvSpPr>
        <p:spPr>
          <a:xfrm>
            <a:off x="1645920" y="397764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5" name="Shape 22"/>
          <p:cNvSpPr/>
          <p:nvPr/>
        </p:nvSpPr>
        <p:spPr>
          <a:xfrm>
            <a:off x="2423160" y="397764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6" name="Shape 23"/>
          <p:cNvSpPr/>
          <p:nvPr/>
        </p:nvSpPr>
        <p:spPr>
          <a:xfrm>
            <a:off x="3200400" y="397764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7" name="Shape 24"/>
          <p:cNvSpPr/>
          <p:nvPr/>
        </p:nvSpPr>
        <p:spPr>
          <a:xfrm>
            <a:off x="3977640" y="397764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28" name="Text 25"/>
          <p:cNvSpPr txBox="1"/>
          <p:nvPr/>
        </p:nvSpPr>
        <p:spPr>
          <a:xfrm>
            <a:off x="777240" y="4480560"/>
            <a:ext cx="777240" cy="466344"/>
          </a:xfrm>
          <a:prstGeom prst="rect">
            <a:avLst/>
          </a:prstGeom>
          <a:noFill/>
          <a:ln/>
        </p:spPr>
        <p:txBody>
          <a:bodyPr wrap="square" lIns="0" tIns="0" rIns="0" bIns="0" rtlCol="0" anchor="ctr"/>
          <a:lstStyle/>
          <a:p>
            <a:pPr marL="0" indent="0" algn="r">
              <a:buNone/>
            </a:pPr>
            <a:r>
              <a:rPr lang="en-US" sz="1200" dirty="0">
                <a:solidFill>
                  <a:schemeClr val="tx2"/>
                </a:solidFill>
              </a:rPr>
              <a:t>…</a:t>
            </a:r>
            <a:endParaRPr lang="en-US" sz="1200" dirty="0"/>
          </a:p>
        </p:txBody>
      </p:sp>
      <p:sp>
        <p:nvSpPr>
          <p:cNvPr id="29" name="Shape 26"/>
          <p:cNvSpPr/>
          <p:nvPr/>
        </p:nvSpPr>
        <p:spPr>
          <a:xfrm>
            <a:off x="1645920" y="448056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30" name="Shape 27"/>
          <p:cNvSpPr/>
          <p:nvPr/>
        </p:nvSpPr>
        <p:spPr>
          <a:xfrm>
            <a:off x="2423160" y="448056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31" name="Shape 28"/>
          <p:cNvSpPr/>
          <p:nvPr/>
        </p:nvSpPr>
        <p:spPr>
          <a:xfrm>
            <a:off x="3200400" y="448056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32" name="Shape 29"/>
          <p:cNvSpPr/>
          <p:nvPr/>
        </p:nvSpPr>
        <p:spPr>
          <a:xfrm>
            <a:off x="3977640" y="4480560"/>
            <a:ext cx="740664" cy="466344"/>
          </a:xfrm>
          <a:prstGeom prst="rect">
            <a:avLst/>
          </a:prstGeom>
          <a:solidFill>
            <a:schemeClr val="bg2"/>
          </a:solidFill>
          <a:ln w="12700">
            <a:solidFill>
              <a:schemeClr val="bg2"/>
            </a:solidFill>
            <a:prstDash val="solid"/>
          </a:ln>
        </p:spPr>
        <p:txBody>
          <a:bodyPr/>
          <a:lstStyle/>
          <a:p>
            <a:endParaRPr lang="ja-JP" altLang="en-US"/>
          </a:p>
        </p:txBody>
      </p:sp>
      <p:sp>
        <p:nvSpPr>
          <p:cNvPr id="33" name="Shape 30"/>
          <p:cNvSpPr/>
          <p:nvPr/>
        </p:nvSpPr>
        <p:spPr>
          <a:xfrm>
            <a:off x="1645920" y="1920240"/>
            <a:ext cx="3072384" cy="384048"/>
          </a:xfrm>
          <a:prstGeom prst="leftRightArrow">
            <a:avLst/>
          </a:prstGeom>
          <a:solidFill>
            <a:schemeClr val="accent1"/>
          </a:solidFill>
          <a:ln w="12700">
            <a:solidFill>
              <a:schemeClr val="accent1"/>
            </a:solidFill>
            <a:prstDash val="solid"/>
          </a:ln>
        </p:spPr>
        <p:txBody>
          <a:bodyPr/>
          <a:lstStyle/>
          <a:p>
            <a:endParaRPr lang="ja-JP" altLang="en-US"/>
          </a:p>
        </p:txBody>
      </p:sp>
      <p:sp>
        <p:nvSpPr>
          <p:cNvPr id="34" name="Shape 31"/>
          <p:cNvSpPr/>
          <p:nvPr/>
        </p:nvSpPr>
        <p:spPr>
          <a:xfrm>
            <a:off x="4937760" y="2971800"/>
            <a:ext cx="384048" cy="1975104"/>
          </a:xfrm>
          <a:prstGeom prst="upDownArrow">
            <a:avLst/>
          </a:prstGeom>
          <a:solidFill>
            <a:schemeClr val="accent5"/>
          </a:solidFill>
          <a:ln w="12700">
            <a:solidFill>
              <a:schemeClr val="accent5"/>
            </a:solidFill>
            <a:prstDash val="solid"/>
          </a:ln>
        </p:spPr>
        <p:txBody>
          <a:bodyPr/>
          <a:lstStyle/>
          <a:p>
            <a:endParaRPr lang="ja-JP" altLang="en-US"/>
          </a:p>
        </p:txBody>
      </p:sp>
      <p:sp>
        <p:nvSpPr>
          <p:cNvPr id="35" name="Shape 32"/>
          <p:cNvSpPr/>
          <p:nvPr/>
        </p:nvSpPr>
        <p:spPr>
          <a:xfrm>
            <a:off x="6400800" y="1783080"/>
            <a:ext cx="5212080" cy="1965960"/>
          </a:xfrm>
          <a:prstGeom prst="roundRect">
            <a:avLst>
              <a:gd name="adj" fmla="val 5581"/>
            </a:avLst>
          </a:prstGeom>
          <a:ln/>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36" name="Text 33"/>
          <p:cNvSpPr txBox="1"/>
          <p:nvPr/>
        </p:nvSpPr>
        <p:spPr>
          <a:xfrm>
            <a:off x="6629400" y="1920240"/>
            <a:ext cx="4846320" cy="411480"/>
          </a:xfrm>
          <a:prstGeom prst="rect">
            <a:avLst/>
          </a:prstGeom>
          <a:noFill/>
          <a:ln/>
        </p:spPr>
        <p:txBody>
          <a:bodyPr wrap="square" lIns="0" tIns="0" rIns="0" bIns="0" rtlCol="0" anchor="t"/>
          <a:lstStyle/>
          <a:p>
            <a:pPr marL="0" indent="0">
              <a:buNone/>
            </a:pPr>
            <a:r>
              <a:rPr lang="en-US" sz="1800" b="1" dirty="0">
                <a:solidFill>
                  <a:schemeClr val="accent1"/>
                </a:solidFill>
              </a:rPr>
              <a:t>列（クラス）をまとめる　この研究</a:t>
            </a:r>
            <a:endParaRPr lang="en-US" sz="1800" dirty="0"/>
          </a:p>
        </p:txBody>
      </p:sp>
      <p:sp>
        <p:nvSpPr>
          <p:cNvPr id="37" name="Text 34"/>
          <p:cNvSpPr txBox="1"/>
          <p:nvPr/>
        </p:nvSpPr>
        <p:spPr>
          <a:xfrm>
            <a:off x="6629400" y="2423160"/>
            <a:ext cx="4846320" cy="640080"/>
          </a:xfrm>
          <a:prstGeom prst="rect">
            <a:avLst/>
          </a:prstGeom>
          <a:noFill/>
          <a:ln/>
        </p:spPr>
        <p:txBody>
          <a:bodyPr wrap="square" lIns="0" tIns="0" rIns="0" bIns="0" rtlCol="0" anchor="t"/>
          <a:lstStyle/>
          <a:p>
            <a:pPr marL="0" indent="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3017520"/>
            <a:ext cx="4846320" cy="640080"/>
          </a:xfrm>
          <a:prstGeom prst="rect">
            <a:avLst/>
          </a:prstGeom>
          <a:noFill/>
          <a:ln/>
        </p:spPr>
        <p:txBody>
          <a:bodyPr wrap="square" lIns="0" tIns="0" rIns="0" bIns="0" rtlCol="0" anchor="t"/>
          <a:lstStyle/>
          <a:p>
            <a:pPr marL="0" indent="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3977640"/>
            <a:ext cx="5212080" cy="1783080"/>
          </a:xfrm>
          <a:prstGeom prst="roundRect">
            <a:avLst>
              <a:gd name="adj" fmla="val 6154"/>
            </a:avLst>
          </a:prstGeom>
          <a:noFill/>
          <a:ln w="12700">
            <a:solidFill>
              <a:schemeClr val="tx1"/>
            </a:solidFill>
            <a:prstDash val="solid"/>
          </a:ln>
        </p:spPr>
        <p:txBody>
          <a:bodyPr/>
          <a:lstStyle/>
          <a:p>
            <a:endParaRPr lang="ja-JP" altLang="en-US"/>
          </a:p>
        </p:txBody>
      </p:sp>
      <p:sp>
        <p:nvSpPr>
          <p:cNvPr id="40" name="Text 37"/>
          <p:cNvSpPr txBox="1"/>
          <p:nvPr/>
        </p:nvSpPr>
        <p:spPr>
          <a:xfrm>
            <a:off x="6629400" y="4114800"/>
            <a:ext cx="4846320" cy="411480"/>
          </a:xfrm>
          <a:prstGeom prst="rect">
            <a:avLst/>
          </a:prstGeom>
          <a:noFill/>
          <a:ln/>
        </p:spPr>
        <p:txBody>
          <a:bodyPr wrap="square" lIns="0" tIns="0" rIns="0" bIns="0" rtlCol="0" anchor="t"/>
          <a:lstStyle/>
          <a:p>
            <a:pPr marL="0" indent="0">
              <a:buNone/>
            </a:pPr>
            <a:r>
              <a:rPr lang="en-US" sz="1800" b="1" dirty="0">
                <a:solidFill>
                  <a:schemeClr val="tx2"/>
                </a:solidFill>
              </a:rPr>
              <a:t>行（特徴）をまとめる　既存の手法が多い</a:t>
            </a:r>
            <a:endParaRPr lang="en-US" sz="1800" dirty="0"/>
          </a:p>
        </p:txBody>
      </p:sp>
      <p:sp>
        <p:nvSpPr>
          <p:cNvPr id="41" name="Text 38"/>
          <p:cNvSpPr txBox="1"/>
          <p:nvPr/>
        </p:nvSpPr>
        <p:spPr>
          <a:xfrm>
            <a:off x="6629400" y="4617720"/>
            <a:ext cx="4846320" cy="914400"/>
          </a:xfrm>
          <a:prstGeom prst="rect">
            <a:avLst/>
          </a:prstGeom>
          <a:noFill/>
          <a:ln/>
        </p:spPr>
        <p:txBody>
          <a:bodyPr wrap="square" lIns="0" tIns="0" rIns="0" bIns="0" rtlCol="0" anchor="t"/>
          <a:lstStyle/>
          <a:p>
            <a:pPr marL="0" indent="0">
              <a:buNone/>
            </a:pPr>
            <a:r>
              <a:rPr lang="en-US" sz="1500" dirty="0">
                <a:solidFill>
                  <a:schemeClr val="tx1"/>
                </a:solidFill>
              </a:rPr>
              <a:t>例　ピクセルをスーパーピクセルにまとめる，科目を「理系科目」にまとめる</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発想</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4" name="Image 0" descr="docs/seminar/region_figure.png"/>
          <p:cNvPicPr>
            <a:picLocks noChangeAspect="1"/>
          </p:cNvPicPr>
          <p:nvPr/>
        </p:nvPicPr>
        <p:blipFill>
          <a:blip r:embed="rId3"/>
          <a:stretch>
            <a:fillRect/>
          </a:stretch>
        </p:blipFill>
        <p:spPr>
          <a:xfrm>
            <a:off x="2301240" y="1005840"/>
            <a:ext cx="7589520" cy="3950208"/>
          </a:xfrm>
          <a:prstGeom prst="rect">
            <a:avLst/>
          </a:prstGeom>
        </p:spPr>
      </p:pic>
      <p:sp>
        <p:nvSpPr>
          <p:cNvPr id="5" name="Text 1"/>
          <p:cNvSpPr txBox="1"/>
          <p:nvPr/>
        </p:nvSpPr>
        <p:spPr>
          <a:xfrm>
            <a:off x="2301240" y="4900946"/>
            <a:ext cx="7589520" cy="274320"/>
          </a:xfrm>
          <a:prstGeom prst="rect">
            <a:avLst/>
          </a:prstGeom>
          <a:noFill/>
          <a:ln/>
        </p:spPr>
        <p:txBody>
          <a:bodyPr wrap="square" lIns="0" tIns="0" rIns="0" bIns="0" rtlCol="0" anchor="t"/>
          <a:lstStyle/>
          <a:p>
            <a:pPr marL="0" indent="0">
              <a:buNone/>
            </a:pPr>
            <a:r>
              <a:rPr lang="en-US" sz="1100" dirty="0">
                <a:solidFill>
                  <a:schemeClr val="tx2"/>
                </a:solidFill>
              </a:rPr>
              <a:t>（説明のためのイメージ）</a:t>
            </a:r>
            <a:endParaRPr lang="en-US" sz="1100" dirty="0"/>
          </a:p>
        </p:txBody>
      </p:sp>
      <p:sp>
        <p:nvSpPr>
          <p:cNvPr id="6" name="Shape 2"/>
          <p:cNvSpPr/>
          <p:nvPr/>
        </p:nvSpPr>
        <p:spPr>
          <a:xfrm>
            <a:off x="2759033" y="5175266"/>
            <a:ext cx="6673933" cy="1518142"/>
          </a:xfrm>
          <a:prstGeom prst="roundRect">
            <a:avLst>
              <a:gd name="adj" fmla="val 3429"/>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2759033" y="5449586"/>
            <a:ext cx="6673933" cy="1243822"/>
          </a:xfrm>
          <a:prstGeom prst="rect">
            <a:avLst/>
          </a:prstGeom>
          <a:noFill/>
          <a:ln/>
        </p:spPr>
        <p:txBody>
          <a:bodyPr wrap="square" lIns="0" tIns="0" rIns="0" bIns="0" rtlCol="0" anchor="t"/>
          <a:lstStyle/>
          <a:p>
            <a:pPr algn="ctr">
              <a:spcAft>
                <a:spcPts val="600"/>
              </a:spcAft>
              <a:buSzPct val="100000"/>
            </a:pPr>
            <a:r>
              <a:rPr lang="en-US" sz="2400" dirty="0"/>
              <a:t>全体は10クラスに分類されていても，</a:t>
            </a:r>
            <a:br>
              <a:rPr lang="en-US" sz="2400" dirty="0"/>
            </a:br>
            <a:r>
              <a:rPr lang="en-US" sz="2400" dirty="0" err="1"/>
              <a:t>局所的には競合クラスが少ない</a:t>
            </a:r>
            <a:r>
              <a:rPr lang="ja-JP" altLang="en-US" sz="2400"/>
              <a:t>なら</a:t>
            </a:r>
            <a:br>
              <a:rPr lang="en-US" altLang="ja-JP" sz="2400" dirty="0"/>
            </a:br>
            <a:r>
              <a:rPr lang="en-US" sz="2400" dirty="0" err="1">
                <a:solidFill>
                  <a:schemeClr val="tx1"/>
                </a:solidFill>
              </a:rPr>
              <a:t>確率の動きは少数の方向で表せるはず</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目標とする説明</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
        <p:nvSpPr>
          <p:cNvPr id="4" name="Shape 1"/>
          <p:cNvSpPr/>
          <p:nvPr/>
        </p:nvSpPr>
        <p:spPr>
          <a:xfrm>
            <a:off x="548640" y="1234440"/>
            <a:ext cx="3291840" cy="3931920"/>
          </a:xfrm>
          <a:prstGeom prst="roundRect">
            <a:avLst>
              <a:gd name="adj" fmla="val 3333"/>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Text 2"/>
          <p:cNvSpPr txBox="1"/>
          <p:nvPr/>
        </p:nvSpPr>
        <p:spPr>
          <a:xfrm>
            <a:off x="777240" y="1371600"/>
            <a:ext cx="2834640" cy="365760"/>
          </a:xfrm>
          <a:prstGeom prst="rect">
            <a:avLst/>
          </a:prstGeom>
          <a:noFill/>
          <a:ln/>
        </p:spPr>
        <p:txBody>
          <a:bodyPr wrap="square" lIns="0" tIns="0" rIns="0" bIns="0" rtlCol="0" anchor="t"/>
          <a:lstStyle/>
          <a:p>
            <a:pPr marL="0" indent="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marL="0" indent="0">
              <a:buNone/>
            </a:pPr>
            <a:r>
              <a:rPr lang="en-US" sz="1300" dirty="0">
                <a:solidFill>
                  <a:schemeClr val="tx2"/>
                </a:solidFill>
              </a:rPr>
              <a:t>クラスごとのヒートマップ10枚</a:t>
            </a:r>
            <a:endParaRPr lang="en-US" sz="1300" dirty="0"/>
          </a:p>
        </p:txBody>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648" name="Shape 645"/>
          <p:cNvSpPr/>
          <p:nvPr/>
        </p:nvSpPr>
        <p:spPr>
          <a:xfrm>
            <a:off x="4572000" y="1234440"/>
            <a:ext cx="7040880" cy="393192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649" name="Text 646"/>
          <p:cNvSpPr txBox="1"/>
          <p:nvPr/>
        </p:nvSpPr>
        <p:spPr>
          <a:xfrm>
            <a:off x="4800600" y="1371600"/>
            <a:ext cx="6583680" cy="365760"/>
          </a:xfrm>
          <a:prstGeom prst="rect">
            <a:avLst/>
          </a:prstGeom>
          <a:noFill/>
          <a:ln/>
        </p:spPr>
        <p:txBody>
          <a:bodyPr wrap="square" lIns="0" tIns="0" rIns="0" bIns="0" rtlCol="0" anchor="t"/>
          <a:lstStyle/>
          <a:p>
            <a:pPr marL="0" indent="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txBody>
          <a:bodyPr/>
          <a:lstStyle/>
          <a:p>
            <a:endParaRPr lang="ja-JP" altLang="en-US"/>
          </a:p>
        </p:txBody>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txBody>
          <a:bodyPr/>
          <a:lstStyle/>
          <a:p>
            <a:endParaRPr lang="ja-JP" altLang="en-US"/>
          </a:p>
        </p:txBody>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txBody>
          <a:bodyPr/>
          <a:lstStyle/>
          <a:p>
            <a:endParaRPr lang="ja-JP" altLang="en-US"/>
          </a:p>
        </p:txBody>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txBody>
          <a:bodyPr/>
          <a:lstStyle/>
          <a:p>
            <a:endParaRPr lang="ja-JP" altLang="en-US"/>
          </a:p>
        </p:txBody>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txBody>
          <a:bodyPr/>
          <a:lstStyle/>
          <a:p>
            <a:endParaRPr lang="ja-JP" altLang="en-US"/>
          </a:p>
        </p:txBody>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txBody>
          <a:bodyPr/>
          <a:lstStyle/>
          <a:p>
            <a:endParaRPr lang="ja-JP" altLang="en-US"/>
          </a:p>
        </p:txBody>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txBody>
          <a:bodyPr/>
          <a:lstStyle/>
          <a:p>
            <a:endParaRPr lang="ja-JP" altLang="en-US"/>
          </a:p>
        </p:txBody>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txBody>
          <a:bodyPr/>
          <a:lstStyle/>
          <a:p>
            <a:endParaRPr lang="ja-JP" altLang="en-US"/>
          </a:p>
        </p:txBody>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txBody>
          <a:bodyPr/>
          <a:lstStyle/>
          <a:p>
            <a:endParaRPr lang="ja-JP" altLang="en-US"/>
          </a:p>
        </p:txBody>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txBody>
          <a:bodyPr/>
          <a:lstStyle/>
          <a:p>
            <a:endParaRPr lang="ja-JP" altLang="en-US"/>
          </a:p>
        </p:txBody>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txBody>
          <a:bodyPr/>
          <a:lstStyle/>
          <a:p>
            <a:endParaRPr lang="ja-JP" altLang="en-US"/>
          </a:p>
        </p:txBody>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txBody>
          <a:bodyPr/>
          <a:lstStyle/>
          <a:p>
            <a:endParaRPr lang="ja-JP" altLang="en-US"/>
          </a:p>
        </p:txBody>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txBody>
          <a:bodyPr/>
          <a:lstStyle/>
          <a:p>
            <a:endParaRPr lang="ja-JP" altLang="en-US"/>
          </a:p>
        </p:txBody>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715" name="Text 712"/>
          <p:cNvSpPr txBox="1"/>
          <p:nvPr/>
        </p:nvSpPr>
        <p:spPr>
          <a:xfrm>
            <a:off x="708660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marL="0" indent="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718" name="Text 715"/>
          <p:cNvSpPr txBox="1"/>
          <p:nvPr/>
        </p:nvSpPr>
        <p:spPr>
          <a:xfrm>
            <a:off x="790956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marL="0" indent="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marL="0" indent="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txBody>
          <a:bodyPr/>
          <a:lstStyle/>
          <a:p>
            <a:endParaRPr lang="ja-JP" altLang="en-US"/>
          </a:p>
        </p:txBody>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txBody>
          <a:bodyPr/>
          <a:lstStyle/>
          <a:p>
            <a:endParaRPr lang="ja-JP" altLang="en-US"/>
          </a:p>
        </p:txBody>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txBody>
          <a:bodyPr/>
          <a:lstStyle/>
          <a:p>
            <a:endParaRPr lang="ja-JP" altLang="en-US"/>
          </a:p>
        </p:txBody>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txBody>
          <a:bodyPr/>
          <a:lstStyle/>
          <a:p>
            <a:endParaRPr lang="ja-JP" altLang="en-US"/>
          </a:p>
        </p:txBody>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txBody>
          <a:bodyPr/>
          <a:lstStyle/>
          <a:p>
            <a:endParaRPr lang="ja-JP" altLang="en-US"/>
          </a:p>
        </p:txBody>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txBody>
          <a:bodyPr/>
          <a:lstStyle/>
          <a:p>
            <a:endParaRPr lang="ja-JP" altLang="en-US"/>
          </a:p>
        </p:txBody>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txBody>
          <a:bodyPr/>
          <a:lstStyle/>
          <a:p>
            <a:endParaRPr lang="ja-JP" altLang="en-US"/>
          </a:p>
        </p:txBody>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txBody>
          <a:bodyPr/>
          <a:lstStyle/>
          <a:p>
            <a:endParaRPr lang="ja-JP" altLang="en-US"/>
          </a:p>
        </p:txBody>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5" name="Text 782"/>
          <p:cNvSpPr txBox="1"/>
          <p:nvPr/>
        </p:nvSpPr>
        <p:spPr>
          <a:xfrm>
            <a:off x="8275320" y="3749040"/>
            <a:ext cx="3200400" cy="914400"/>
          </a:xfrm>
          <a:prstGeom prst="rect">
            <a:avLst/>
          </a:prstGeom>
          <a:noFill/>
          <a:ln/>
        </p:spPr>
        <p:txBody>
          <a:bodyPr wrap="square" lIns="0" tIns="0" rIns="0" bIns="0" rtlCol="0" anchor="t"/>
          <a:lstStyle/>
          <a:p>
            <a:pPr marL="0" indent="0">
              <a:buNone/>
            </a:pPr>
            <a:r>
              <a:rPr lang="en-US" sz="1300" dirty="0">
                <a:solidFill>
                  <a:schemeClr val="tx2"/>
                </a:solidFill>
              </a:rPr>
              <a:t>軸2　0・6 → 9　出力の動きの8%</a:t>
            </a:r>
            <a:endParaRPr lang="en-US" sz="1300" dirty="0"/>
          </a:p>
          <a:p>
            <a:pPr marL="0" indent="0">
              <a:buNone/>
            </a:pPr>
            <a:r>
              <a:rPr lang="en-US" sz="1300" dirty="0">
                <a:solidFill>
                  <a:schemeClr val="tx2"/>
                </a:solidFill>
              </a:rPr>
              <a:t>9らしく見せる領域（黄）</a:t>
            </a:r>
            <a:endParaRPr lang="en-US" sz="1300" dirty="0"/>
          </a:p>
        </p:txBody>
      </p:sp>
      <p:sp>
        <p:nvSpPr>
          <p:cNvPr id="787" name="Shape 784"/>
          <p:cNvSpPr/>
          <p:nvPr/>
        </p:nvSpPr>
        <p:spPr>
          <a:xfrm>
            <a:off x="548640" y="5394960"/>
            <a:ext cx="11064240" cy="731520"/>
          </a:xfrm>
          <a:prstGeom prst="roundRect">
            <a:avLst>
              <a:gd name="adj" fmla="val 14118"/>
            </a:avLst>
          </a:prstGeom>
          <a:ln/>
        </p:spPr>
        <p:style>
          <a:lnRef idx="2">
            <a:schemeClr val="accent2"/>
          </a:lnRef>
          <a:fillRef idx="1">
            <a:schemeClr val="lt1"/>
          </a:fillRef>
          <a:effectRef idx="0">
            <a:schemeClr val="accent2"/>
          </a:effectRef>
          <a:fontRef idx="minor">
            <a:schemeClr val="dk1"/>
          </a:fontRef>
        </p:style>
        <p:txBody>
          <a:bodyPr/>
          <a:lstStyle/>
          <a:p>
            <a:pPr algn="ctr"/>
            <a:r>
              <a:rPr lang="en-US" altLang="ja-JP" sz="2800" b="1" dirty="0"/>
              <a:t>　</a:t>
            </a:r>
            <a:r>
              <a:rPr lang="en-US" altLang="ja-JP" sz="2800" b="1" dirty="0" err="1"/>
              <a:t>LIMEに劣らない忠実さを保ったまま，解釈しやすさを上げる</a:t>
            </a:r>
            <a:endParaRPr lang="en-US" altLang="ja-JP" sz="2800" dirty="0"/>
          </a:p>
        </p:txBody>
      </p:sp>
      <p:pic>
        <p:nvPicPr>
          <p:cNvPr id="788" name="Picture 787" descr="ten_heatmaps.png"/>
          <p:cNvPicPr>
            <a:picLocks noChangeAspect="1"/>
          </p:cNvPicPr>
          <p:nvPr/>
        </p:nvPicPr>
        <p:blipFill>
          <a:blip r:embed="rId3"/>
          <a:stretch>
            <a:fillRect/>
          </a:stretch>
        </p:blipFill>
        <p:spPr>
          <a:xfrm>
            <a:off x="713232" y="2194560"/>
            <a:ext cx="3017520" cy="29201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2"/>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手法</a:t>
            </a:r>
            <a:endParaRPr lang="en-US" sz="3000" dirty="0"/>
          </a:p>
        </p:txBody>
      </p:sp>
      <p:sp>
        <p:nvSpPr>
          <p:cNvPr id="19"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4" name="Shape 1"/>
          <p:cNvSpPr/>
          <p:nvPr/>
        </p:nvSpPr>
        <p:spPr>
          <a:xfrm>
            <a:off x="548640" y="1456509"/>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6509"/>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4079"/>
            <a:ext cx="3474720" cy="822960"/>
          </a:xfrm>
          <a:prstGeom prst="rect">
            <a:avLst/>
          </a:prstGeom>
          <a:noFill/>
          <a:ln/>
        </p:spPr>
        <p:txBody>
          <a:bodyPr wrap="square" lIns="0" tIns="0" rIns="0" bIns="0" rtlCol="0" anchor="t"/>
          <a:lstStyle/>
          <a:p>
            <a:pPr marL="0" indent="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389197"/>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8" name="Text 5"/>
          <p:cNvSpPr txBox="1"/>
          <p:nvPr/>
        </p:nvSpPr>
        <p:spPr>
          <a:xfrm>
            <a:off x="548640" y="2389197"/>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6"/>
          <p:cNvSpPr txBox="1"/>
          <p:nvPr/>
        </p:nvSpPr>
        <p:spPr>
          <a:xfrm>
            <a:off x="1097280" y="2456767"/>
            <a:ext cx="3474720" cy="822960"/>
          </a:xfrm>
          <a:prstGeom prst="rect">
            <a:avLst/>
          </a:prstGeom>
          <a:noFill/>
          <a:ln/>
        </p:spPr>
        <p:txBody>
          <a:bodyPr wrap="square" lIns="0" tIns="0" rIns="0" bIns="0" rtlCol="0" anchor="t"/>
          <a:lstStyle/>
          <a:p>
            <a:pPr marL="0" indent="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321885"/>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1" name="Text 8"/>
          <p:cNvSpPr txBox="1"/>
          <p:nvPr/>
        </p:nvSpPr>
        <p:spPr>
          <a:xfrm>
            <a:off x="548640" y="3321885"/>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2" name="Text 9"/>
          <p:cNvSpPr txBox="1"/>
          <p:nvPr/>
        </p:nvSpPr>
        <p:spPr>
          <a:xfrm>
            <a:off x="1097280" y="3389455"/>
            <a:ext cx="3474720" cy="822960"/>
          </a:xfrm>
          <a:prstGeom prst="rect">
            <a:avLst/>
          </a:prstGeom>
          <a:noFill/>
          <a:ln/>
        </p:spPr>
        <p:txBody>
          <a:bodyPr wrap="square" lIns="0" tIns="0" rIns="0" bIns="0" rtlCol="0" anchor="t"/>
          <a:lstStyle/>
          <a:p>
            <a:pPr marL="0" indent="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25457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4" name="Text 11"/>
          <p:cNvSpPr txBox="1"/>
          <p:nvPr/>
        </p:nvSpPr>
        <p:spPr>
          <a:xfrm>
            <a:off x="548640" y="425457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5" name="Text 12"/>
          <p:cNvSpPr txBox="1"/>
          <p:nvPr/>
        </p:nvSpPr>
        <p:spPr>
          <a:xfrm>
            <a:off x="1097280" y="4322143"/>
            <a:ext cx="3474720" cy="822960"/>
          </a:xfrm>
          <a:prstGeom prst="rect">
            <a:avLst/>
          </a:prstGeom>
          <a:noFill/>
          <a:ln/>
        </p:spPr>
        <p:txBody>
          <a:bodyPr wrap="square" lIns="0" tIns="0" rIns="0" bIns="0" rtlCol="0" anchor="t"/>
          <a:lstStyle/>
          <a:p>
            <a:pPr marL="0" indent="0">
              <a:buNone/>
            </a:pPr>
            <a:r>
              <a:rPr lang="en-US" sz="1500" dirty="0" err="1">
                <a:solidFill>
                  <a:schemeClr val="tx1"/>
                </a:solidFill>
              </a:rPr>
              <a:t>スコアを，領域の有無で線形回帰する</a:t>
            </a:r>
            <a:br>
              <a:rPr lang="en-US" sz="1500" dirty="0">
                <a:solidFill>
                  <a:schemeClr val="tx1"/>
                </a:solidFill>
              </a:rPr>
            </a:br>
            <a:r>
              <a:rPr lang="en-US" sz="1500" dirty="0">
                <a:solidFill>
                  <a:schemeClr val="tx1"/>
                </a:solidFill>
              </a:rPr>
              <a:t>（通常のLIMEと同じ）</a:t>
            </a:r>
            <a:endParaRPr lang="en-US" sz="1500" dirty="0"/>
          </a:p>
        </p:txBody>
      </p:sp>
      <p:sp>
        <p:nvSpPr>
          <p:cNvPr id="16" name="Shape 13"/>
          <p:cNvSpPr/>
          <p:nvPr/>
        </p:nvSpPr>
        <p:spPr>
          <a:xfrm>
            <a:off x="548640" y="5187261"/>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7" name="Text 14"/>
          <p:cNvSpPr txBox="1"/>
          <p:nvPr/>
        </p:nvSpPr>
        <p:spPr>
          <a:xfrm>
            <a:off x="548640" y="5187261"/>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18" name="Text 15"/>
          <p:cNvSpPr txBox="1"/>
          <p:nvPr/>
        </p:nvSpPr>
        <p:spPr>
          <a:xfrm>
            <a:off x="1097280" y="5254831"/>
            <a:ext cx="3474720" cy="822960"/>
          </a:xfrm>
          <a:prstGeom prst="rect">
            <a:avLst/>
          </a:prstGeom>
          <a:noFill/>
          <a:ln/>
        </p:spPr>
        <p:txBody>
          <a:bodyPr wrap="square" lIns="0" tIns="0" rIns="0" bIns="0" rtlCol="0" anchor="t"/>
          <a:lstStyle/>
          <a:p>
            <a:pPr marL="0" indent="0">
              <a:buNone/>
            </a:pPr>
            <a:r>
              <a:rPr lang="en-US" sz="1500" dirty="0">
                <a:solidFill>
                  <a:schemeClr val="tx1"/>
                </a:solidFill>
              </a:rPr>
              <a:t>回帰係数をヒートマップにする</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2057400"/>
        </p:xfrm>
        <a:graphic>
          <a:graphicData uri="http://schemas.openxmlformats.org/drawingml/2006/table">
            <a:tbl>
              <a:tblPr/>
              <a:tblGrid>
                <a:gridCol w="1143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6916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11480">
                <a:tc>
                  <a:txBody>
                    <a:bodyPr/>
                    <a:lstStyle/>
                    <a:p>
                      <a:pPr marL="0" indent="0" algn="l">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11480">
                <a:tc>
                  <a:txBody>
                    <a:bodyPr/>
                    <a:lstStyle/>
                    <a:p>
                      <a:pPr marL="0" indent="0" algn="l">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11480">
                <a:tc>
                  <a:txBody>
                    <a:bodyPr/>
                    <a:lstStyle/>
                    <a:p>
                      <a:pPr marL="0" indent="0" algn="l">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11480">
                <a:tc>
                  <a:txBody>
                    <a:bodyPr/>
                    <a:lstStyle/>
                    <a:p>
                      <a:pPr marL="0" indent="0" algn="l">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0" name="Shape 16"/>
          <p:cNvSpPr/>
          <p:nvPr/>
        </p:nvSpPr>
        <p:spPr>
          <a:xfrm>
            <a:off x="4937760" y="3657600"/>
            <a:ext cx="6675120" cy="2514600"/>
          </a:xfrm>
          <a:prstGeom prst="roundRect">
            <a:avLst>
              <a:gd name="adj" fmla="val 4364"/>
            </a:avLst>
          </a:prstGeom>
          <a:noFill/>
          <a:ln w="28575">
            <a:solidFill>
              <a:schemeClr val="tx1"/>
            </a:solidFill>
            <a:prstDash val="solid"/>
          </a:ln>
        </p:spPr>
        <p:txBody>
          <a:bodyPr/>
          <a:lstStyle/>
          <a:p>
            <a:endParaRPr lang="ja-JP" altLang="en-US"/>
          </a:p>
        </p:txBody>
      </p:sp>
      <p:sp>
        <p:nvSpPr>
          <p:cNvPr id="21" name="Text 17"/>
          <p:cNvSpPr txBox="1"/>
          <p:nvPr/>
        </p:nvSpPr>
        <p:spPr>
          <a:xfrm>
            <a:off x="5166360" y="3794760"/>
            <a:ext cx="2743200" cy="320040"/>
          </a:xfrm>
          <a:prstGeom prst="rect">
            <a:avLst/>
          </a:prstGeom>
          <a:noFill/>
          <a:ln/>
        </p:spPr>
        <p:txBody>
          <a:bodyPr wrap="square" lIns="0" tIns="0" rIns="0" bIns="0" rtlCol="0" anchor="t"/>
          <a:lstStyle/>
          <a:p>
            <a:pPr marL="0" indent="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marL="0" indent="0">
              <a:buNone/>
            </a:pPr>
            <a:r>
              <a:rPr lang="en-US" sz="2000" dirty="0">
                <a:solidFill>
                  <a:schemeClr val="tx1"/>
                </a:solidFill>
              </a:rPr>
              <a:t>スコア ≈ −0.05 ＋ </a:t>
            </a:r>
            <a:r>
              <a:rPr lang="en-US" sz="2000" b="1" dirty="0">
                <a:solidFill>
                  <a:schemeClr val="accent1"/>
                </a:solidFill>
              </a:rPr>
              <a:t>0.60A</a:t>
            </a:r>
            <a:r>
              <a:rPr lang="en-US" sz="2000" dirty="0">
                <a:solidFill>
                  <a:schemeClr val="tx1"/>
                </a:solidFill>
              </a:rPr>
              <a:t> − </a:t>
            </a:r>
            <a:r>
              <a:rPr lang="en-US" sz="2000" b="1" dirty="0">
                <a:solidFill>
                  <a:schemeClr val="accent2"/>
                </a:solidFill>
              </a:rPr>
              <a:t>0.60B</a:t>
            </a: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txBody>
          <a:bodyPr/>
          <a:lstStyle/>
          <a:p>
            <a:endParaRPr lang="ja-JP" altLang="en-US"/>
          </a:p>
        </p:txBody>
      </p:sp>
      <p:sp>
        <p:nvSpPr>
          <p:cNvPr id="24" name="Text 20"/>
          <p:cNvSpPr txBox="1"/>
          <p:nvPr/>
        </p:nvSpPr>
        <p:spPr>
          <a:xfrm>
            <a:off x="525780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領域A</a:t>
            </a:r>
            <a:endParaRPr lang="en-US" sz="1300" dirty="0"/>
          </a:p>
          <a:p>
            <a:pPr marL="0" indent="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txBody>
          <a:bodyPr/>
          <a:lstStyle/>
          <a:p>
            <a:endParaRPr lang="ja-JP" altLang="en-US"/>
          </a:p>
        </p:txBody>
      </p:sp>
      <p:sp>
        <p:nvSpPr>
          <p:cNvPr id="27" name="Text 23"/>
          <p:cNvSpPr txBox="1"/>
          <p:nvPr/>
        </p:nvSpPr>
        <p:spPr>
          <a:xfrm>
            <a:off x="726948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領域B</a:t>
            </a:r>
            <a:endParaRPr lang="en-US" sz="1300" dirty="0"/>
          </a:p>
          <a:p>
            <a:pPr marL="0" indent="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txBody>
          <a:bodyPr/>
          <a:lstStyle/>
          <a:p>
            <a:endParaRPr lang="ja-JP" altLang="en-US"/>
          </a:p>
        </p:txBody>
      </p:sp>
      <p:sp>
        <p:nvSpPr>
          <p:cNvPr id="30" name="Text 26"/>
          <p:cNvSpPr txBox="1"/>
          <p:nvPr/>
        </p:nvSpPr>
        <p:spPr>
          <a:xfrm>
            <a:off x="9281160" y="4846320"/>
            <a:ext cx="822960" cy="822960"/>
          </a:xfrm>
          <a:prstGeom prst="rect">
            <a:avLst/>
          </a:prstGeom>
          <a:noFill/>
          <a:ln/>
        </p:spPr>
        <p:txBody>
          <a:bodyPr wrap="square" lIns="0" tIns="0" rIns="0" bIns="0" rtlCol="0" anchor="ctr"/>
          <a:lstStyle/>
          <a:p>
            <a:pPr marL="0" indent="0" algn="ctr">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領域C</a:t>
            </a:r>
            <a:endParaRPr lang="en-US" sz="1300" dirty="0"/>
          </a:p>
          <a:p>
            <a:pPr marL="0" indent="0">
              <a:buNone/>
            </a:pPr>
            <a:r>
              <a:rPr lang="en-US" sz="1300" dirty="0">
                <a:solidFill>
                  <a:schemeClr val="tx2"/>
                </a:solidFill>
              </a:rPr>
              <a:t>やや6寄り</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成り立つための仮定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
        <p:nvSpPr>
          <p:cNvPr id="4" name="Shape 1"/>
          <p:cNvSpPr/>
          <p:nvPr/>
        </p:nvSpPr>
        <p:spPr>
          <a:xfrm>
            <a:off x="548640" y="1234440"/>
            <a:ext cx="11064240" cy="3794760"/>
          </a:xfrm>
          <a:prstGeom prst="roundRect">
            <a:avLst>
              <a:gd name="adj" fmla="val 2892"/>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173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marL="0" indent="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err="1">
                <a:solidFill>
                  <a:schemeClr val="tx1"/>
                </a:solidFill>
              </a:rPr>
              <a:t>近傍で競合するクラスが少ないとき</a:t>
            </a:r>
            <a:endParaRPr lang="en-US" sz="1600" dirty="0"/>
          </a:p>
          <a:p>
            <a:pPr marL="457200" lvl="1" indent="-228600">
              <a:spcAft>
                <a:spcPts val="600"/>
              </a:spcAft>
              <a:buSzPct val="100000"/>
              <a:buChar char="•"/>
            </a:pPr>
            <a:r>
              <a:rPr lang="en-US" sz="1400" dirty="0">
                <a:solidFill>
                  <a:schemeClr val="tx2"/>
                </a:solidFill>
              </a:rPr>
              <a:t>0と6だけが動くなら，6が上がった分だけ0が下がるので1方向（ 0になるか1軸）</a:t>
            </a:r>
          </a:p>
          <a:p>
            <a:pPr marL="457200" lvl="1" indent="-228600">
              <a:spcAft>
                <a:spcPts val="600"/>
              </a:spcAft>
              <a:buSzPct val="100000"/>
              <a:buChar char="•"/>
            </a:pPr>
            <a:r>
              <a:rPr lang="en-US" sz="1400" dirty="0">
                <a:solidFill>
                  <a:schemeClr val="tx2"/>
                </a:solidFill>
              </a:rPr>
              <a:t>0と6と9が動くなら，2軸</a:t>
            </a:r>
            <a:endParaRPr lang="en-US" sz="1600" dirty="0"/>
          </a:p>
        </p:txBody>
      </p:sp>
      <p:graphicFrame>
        <p:nvGraphicFramePr>
          <p:cNvPr id="9" name="Chart 0"/>
          <p:cNvGraphicFramePr/>
          <p:nvPr/>
        </p:nvGraphicFramePr>
        <p:xfrm>
          <a:off x="5943600" y="1874520"/>
          <a:ext cx="274320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778240" y="1874520"/>
          <a:ext cx="27432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6"/>
          <p:cNvSpPr/>
          <p:nvPr/>
        </p:nvSpPr>
        <p:spPr>
          <a:xfrm>
            <a:off x="548640" y="5257800"/>
            <a:ext cx="11064240" cy="914400"/>
          </a:xfrm>
          <a:prstGeom prst="roundRect">
            <a:avLst>
              <a:gd name="adj" fmla="val 12000"/>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8"/>
          <p:cNvSpPr txBox="1"/>
          <p:nvPr/>
        </p:nvSpPr>
        <p:spPr>
          <a:xfrm>
            <a:off x="777240" y="5504688"/>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marL="0" indent="0">
              <a:buNone/>
            </a:pPr>
            <a:r>
              <a:rPr lang="en-US" sz="1900" b="1" dirty="0">
                <a:solidFill>
                  <a:schemeClr val="tx1"/>
                </a:solidFill>
              </a:rPr>
              <a:t>仮定2　局所的には，AIの出力が線形で近似できる（通常のLIMEと同じ仮定）</a:t>
            </a:r>
            <a:endParaRPr lang="en-US" sz="1900" dirty="0"/>
          </a:p>
        </p:txBody>
      </p:sp>
      <p:cxnSp>
        <p:nvCxnSpPr>
          <p:cNvPr id="16" name="直線矢印コネクタ 15">
            <a:extLst>
              <a:ext uri="{FF2B5EF4-FFF2-40B4-BE49-F238E27FC236}">
                <a16:creationId xmlns:a16="http://schemas.microsoft.com/office/drawing/2014/main" id="{8055B7E1-A449-DFDE-7C4B-119D27F24E9E}"/>
              </a:ext>
            </a:extLst>
          </p:cNvPr>
          <p:cNvCxnSpPr>
            <a:cxnSpLocks/>
          </p:cNvCxnSpPr>
          <p:nvPr/>
        </p:nvCxnSpPr>
        <p:spPr>
          <a:xfrm>
            <a:off x="6817217"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直線矢印コネクタ 19">
            <a:extLst>
              <a:ext uri="{FF2B5EF4-FFF2-40B4-BE49-F238E27FC236}">
                <a16:creationId xmlns:a16="http://schemas.microsoft.com/office/drawing/2014/main" id="{3893E393-9BB7-78CA-34F5-0549E2FD3E9B}"/>
              </a:ext>
            </a:extLst>
          </p:cNvPr>
          <p:cNvCxnSpPr>
            <a:cxnSpLocks/>
          </p:cNvCxnSpPr>
          <p:nvPr/>
        </p:nvCxnSpPr>
        <p:spPr>
          <a:xfrm>
            <a:off x="9782133"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6FDBBD37-75BF-30E2-906A-39E088D4E6BF}"/>
              </a:ext>
            </a:extLst>
          </p:cNvPr>
          <p:cNvCxnSpPr>
            <a:cxnSpLocks/>
          </p:cNvCxnSpPr>
          <p:nvPr/>
        </p:nvCxnSpPr>
        <p:spPr>
          <a:xfrm flipV="1">
            <a:off x="10105053" y="3009122"/>
            <a:ext cx="527180" cy="541176"/>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仮定1の確かめ方（1）動くクラスの数</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4" name="Shape 1"/>
          <p:cNvSpPr/>
          <p:nvPr/>
        </p:nvSpPr>
        <p:spPr>
          <a:xfrm>
            <a:off x="548640" y="145829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829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5860"/>
            <a:ext cx="4389120" cy="411480"/>
          </a:xfrm>
          <a:prstGeom prst="rect">
            <a:avLst/>
          </a:prstGeom>
          <a:noFill/>
          <a:ln/>
        </p:spPr>
        <p:txBody>
          <a:bodyPr wrap="square" lIns="0" tIns="0" rIns="0" bIns="0" rtlCol="0" anchor="t"/>
          <a:lstStyle/>
          <a:p>
            <a:pPr marL="0" indent="0">
              <a:buNone/>
            </a:pPr>
            <a:r>
              <a:rPr lang="en-US" sz="1700" b="1" dirty="0">
                <a:solidFill>
                  <a:schemeClr val="tx1"/>
                </a:solidFill>
              </a:rPr>
              <a:t>摂動データを撒く</a:t>
            </a:r>
            <a:endParaRPr lang="en-US" sz="1700" dirty="0"/>
          </a:p>
        </p:txBody>
      </p:sp>
      <p:sp>
        <p:nvSpPr>
          <p:cNvPr id="7" name="Text 4"/>
          <p:cNvSpPr txBox="1"/>
          <p:nvPr/>
        </p:nvSpPr>
        <p:spPr>
          <a:xfrm>
            <a:off x="1097280" y="1964772"/>
            <a:ext cx="4389120" cy="731520"/>
          </a:xfrm>
          <a:prstGeom prst="rect">
            <a:avLst/>
          </a:prstGeom>
          <a:noFill/>
          <a:ln/>
        </p:spPr>
        <p:txBody>
          <a:bodyPr wrap="square" lIns="0" tIns="0" rIns="0" bIns="0" rtlCol="0" anchor="t"/>
          <a:lstStyle/>
          <a:p>
            <a:pPr marL="0" indent="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41841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1841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485980"/>
            <a:ext cx="4389120" cy="411480"/>
          </a:xfrm>
          <a:prstGeom prst="rect">
            <a:avLst/>
          </a:prstGeom>
          <a:noFill/>
          <a:ln/>
        </p:spPr>
        <p:txBody>
          <a:bodyPr wrap="square" lIns="0" tIns="0" rIns="0" bIns="0" rtlCol="0" anchor="t"/>
          <a:lstStyle/>
          <a:p>
            <a:pPr marL="0" indent="0">
              <a:buNone/>
            </a:pPr>
            <a:r>
              <a:rPr lang="en-US" sz="1700" b="1" dirty="0">
                <a:solidFill>
                  <a:schemeClr val="tx1"/>
                </a:solidFill>
              </a:rPr>
              <a:t>元の点の確率との差（ずれ）を取る</a:t>
            </a:r>
            <a:endParaRPr lang="en-US" sz="1700" dirty="0"/>
          </a:p>
        </p:txBody>
      </p:sp>
      <p:sp>
        <p:nvSpPr>
          <p:cNvPr id="11" name="Shape 8"/>
          <p:cNvSpPr/>
          <p:nvPr/>
        </p:nvSpPr>
        <p:spPr>
          <a:xfrm>
            <a:off x="548640" y="479585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2" name="Text 9"/>
          <p:cNvSpPr txBox="1"/>
          <p:nvPr/>
        </p:nvSpPr>
        <p:spPr>
          <a:xfrm>
            <a:off x="548640" y="479585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0"/>
          <p:cNvSpPr txBox="1"/>
          <p:nvPr/>
        </p:nvSpPr>
        <p:spPr>
          <a:xfrm>
            <a:off x="1097280" y="4863420"/>
            <a:ext cx="4389120" cy="411480"/>
          </a:xfrm>
          <a:prstGeom prst="rect">
            <a:avLst/>
          </a:prstGeom>
          <a:noFill/>
          <a:ln/>
        </p:spPr>
        <p:txBody>
          <a:bodyPr wrap="square" lIns="0" tIns="0" rIns="0" bIns="0" rtlCol="0" anchor="t"/>
          <a:lstStyle/>
          <a:p>
            <a:pPr marL="0" indent="0">
              <a:buNone/>
            </a:pPr>
            <a:r>
              <a:rPr lang="en-US" sz="1700" b="1" dirty="0">
                <a:solidFill>
                  <a:schemeClr val="tx1"/>
                </a:solidFill>
              </a:rPr>
              <a:t>クラスごとにずれを集計する</a:t>
            </a:r>
            <a:endParaRPr lang="en-US" sz="1700" dirty="0"/>
          </a:p>
        </p:txBody>
      </p:sp>
      <p:sp>
        <p:nvSpPr>
          <p:cNvPr id="14" name="Text 11"/>
          <p:cNvSpPr txBox="1"/>
          <p:nvPr/>
        </p:nvSpPr>
        <p:spPr>
          <a:xfrm>
            <a:off x="1097280" y="5302332"/>
            <a:ext cx="4389120" cy="731520"/>
          </a:xfrm>
          <a:prstGeom prst="rect">
            <a:avLst/>
          </a:prstGeom>
          <a:noFill/>
          <a:ln/>
        </p:spPr>
        <p:txBody>
          <a:bodyPr wrap="square" lIns="0" tIns="0" rIns="0" bIns="0" rtlCol="0" anchor="t"/>
          <a:lstStyle/>
          <a:p>
            <a:pPr marL="0" indent="0">
              <a:buNone/>
            </a:pPr>
            <a:r>
              <a:rPr lang="en-US" sz="1300" dirty="0">
                <a:solidFill>
                  <a:schemeClr val="tx2"/>
                </a:solidFill>
              </a:rPr>
              <a:t>ずれの2乗を600点分足し，大きい順に全体の95%に届くまでのクラス数を数える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2351657094"/>
              </p:ext>
            </p:extLst>
          </p:nvPr>
        </p:nvGraphicFramePr>
        <p:xfrm>
          <a:off x="1097280" y="3016332"/>
          <a:ext cx="4480560"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lgn="ctr">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graphicFrame>
        <p:nvGraphicFramePr>
          <p:cNvPr id="16" name="Chart 0"/>
          <p:cNvGraphicFramePr/>
          <p:nvPr/>
        </p:nvGraphicFramePr>
        <p:xfrm>
          <a:off x="5852160" y="1234440"/>
          <a:ext cx="576072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2"/>
          <p:cNvSpPr/>
          <p:nvPr/>
        </p:nvSpPr>
        <p:spPr>
          <a:xfrm>
            <a:off x="5852160" y="5440680"/>
            <a:ext cx="5760720" cy="731520"/>
          </a:xfrm>
          <a:prstGeom prst="roundRect">
            <a:avLst>
              <a:gd name="adj" fmla="val 15000"/>
            </a:avLst>
          </a:prstGeom>
          <a:noFill/>
          <a:ln w="28575">
            <a:solidFill>
              <a:schemeClr val="tx1"/>
            </a:solidFill>
            <a:prstDash val="solid"/>
          </a:ln>
        </p:spPr>
        <p:txBody>
          <a:bodyPr/>
          <a:lstStyle/>
          <a:p>
            <a:endParaRPr lang="ja-JP" altLang="en-US"/>
          </a:p>
        </p:txBody>
      </p:sp>
      <p:sp>
        <p:nvSpPr>
          <p:cNvPr id="3" name="Text 13"/>
          <p:cNvSpPr txBox="1"/>
          <p:nvPr/>
        </p:nvSpPr>
        <p:spPr>
          <a:xfrm>
            <a:off x="6080760" y="5440680"/>
            <a:ext cx="5394960" cy="731520"/>
          </a:xfrm>
          <a:prstGeom prst="rect">
            <a:avLst/>
          </a:prstGeom>
          <a:noFill/>
          <a:ln/>
        </p:spPr>
        <p:txBody>
          <a:bodyPr wrap="square" lIns="0" tIns="0" rIns="0" bIns="0" rtlCol="0" anchor="ctr"/>
          <a:lstStyle/>
          <a:p>
            <a:pPr marL="0" indent="0">
              <a:buNone/>
            </a:pPr>
            <a:r>
              <a:rPr lang="en-US" sz="1700" dirty="0">
                <a:solidFill>
                  <a:schemeClr val="tx1"/>
                </a:solidFill>
              </a:rPr>
              <a:t>2・3・9で全体の97%　→　動くクラス </a:t>
            </a:r>
            <a:r>
              <a:rPr lang="en-US" sz="1700" b="1" dirty="0">
                <a:solidFill>
                  <a:schemeClr val="accent1"/>
                </a:solidFill>
              </a:rPr>
              <a:t>3個</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仮定1の確かめ方（2）必要な軸の数</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28016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252728"/>
            <a:ext cx="4572000" cy="411480"/>
          </a:xfrm>
          <a:prstGeom prst="rect">
            <a:avLst/>
          </a:prstGeom>
          <a:noFill/>
          <a:ln/>
        </p:spPr>
        <p:txBody>
          <a:bodyPr wrap="square" lIns="0" tIns="0" rIns="0" bIns="0" rtlCol="0" anchor="t"/>
          <a:lstStyle/>
          <a:p>
            <a:pPr marL="0" indent="0">
              <a:buNone/>
            </a:pPr>
            <a:r>
              <a:rPr lang="en-US" sz="1600" b="1" dirty="0">
                <a:solidFill>
                  <a:schemeClr val="tx1"/>
                </a:solidFill>
              </a:rPr>
              <a:t>600個のずれを，10次元の点として並べる</a:t>
            </a:r>
            <a:endParaRPr lang="en-US" sz="1600" dirty="0"/>
          </a:p>
        </p:txBody>
      </p:sp>
      <p:sp>
        <p:nvSpPr>
          <p:cNvPr id="7" name="Text 4"/>
          <p:cNvSpPr txBox="1"/>
          <p:nvPr/>
        </p:nvSpPr>
        <p:spPr>
          <a:xfrm>
            <a:off x="1097280" y="1691640"/>
            <a:ext cx="4572000" cy="457200"/>
          </a:xfrm>
          <a:prstGeom prst="rect">
            <a:avLst/>
          </a:prstGeom>
          <a:noFill/>
          <a:ln/>
        </p:spPr>
        <p:txBody>
          <a:bodyPr wrap="square" lIns="0" tIns="0" rIns="0" bIns="0" rtlCol="0" anchor="t"/>
          <a:lstStyle/>
          <a:p>
            <a:pPr marL="0" indent="0">
              <a:buNone/>
            </a:pPr>
            <a:r>
              <a:rPr lang="en-US" sz="1300" dirty="0">
                <a:solidFill>
                  <a:schemeClr val="tx2"/>
                </a:solidFill>
              </a:rPr>
              <a:t>ずれは10個の数の組．和はいつも0</a:t>
            </a:r>
            <a:endParaRPr lang="en-US" sz="1300" dirty="0"/>
          </a:p>
        </p:txBody>
      </p:sp>
      <p:sp>
        <p:nvSpPr>
          <p:cNvPr id="8" name="Shape 5"/>
          <p:cNvSpPr/>
          <p:nvPr/>
        </p:nvSpPr>
        <p:spPr>
          <a:xfrm>
            <a:off x="548640" y="233172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3317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304288"/>
            <a:ext cx="4572000" cy="411480"/>
          </a:xfrm>
          <a:prstGeom prst="rect">
            <a:avLst/>
          </a:prstGeom>
          <a:noFill/>
          <a:ln/>
        </p:spPr>
        <p:txBody>
          <a:bodyPr wrap="square" lIns="0" tIns="0" rIns="0" bIns="0" rtlCol="0" anchor="t"/>
          <a:lstStyle/>
          <a:p>
            <a:pPr marL="0" indent="0">
              <a:buNone/>
            </a:pPr>
            <a:r>
              <a:rPr lang="en-US" sz="1600" b="1" dirty="0">
                <a:solidFill>
                  <a:schemeClr val="tx1"/>
                </a:solidFill>
              </a:rPr>
              <a:t>向き（軸）をPCAで，よく表す順に求める</a:t>
            </a:r>
            <a:endParaRPr lang="en-US" sz="1600" dirty="0"/>
          </a:p>
        </p:txBody>
      </p:sp>
      <p:sp>
        <p:nvSpPr>
          <p:cNvPr id="11" name="Text 8"/>
          <p:cNvSpPr txBox="1"/>
          <p:nvPr/>
        </p:nvSpPr>
        <p:spPr>
          <a:xfrm>
            <a:off x="1097280" y="2743200"/>
            <a:ext cx="4572000" cy="457200"/>
          </a:xfrm>
          <a:prstGeom prst="rect">
            <a:avLst/>
          </a:prstGeom>
          <a:noFill/>
          <a:ln/>
        </p:spPr>
        <p:txBody>
          <a:bodyPr wrap="square" lIns="0" tIns="0" rIns="0" bIns="0" rtlCol="0" anchor="t"/>
          <a:lstStyle/>
          <a:p>
            <a:pPr marL="0" indent="0">
              <a:buNone/>
            </a:pPr>
            <a:r>
              <a:rPr lang="en-US" sz="1300" dirty="0">
                <a:solidFill>
                  <a:schemeClr val="tx2"/>
                </a:solidFill>
              </a:rPr>
              <a:t>軸ごとに，ずれ全体の何%を表すかが分かる</a:t>
            </a:r>
            <a:endParaRPr lang="en-US" sz="1300" dirty="0"/>
          </a:p>
        </p:txBody>
      </p:sp>
      <p:sp>
        <p:nvSpPr>
          <p:cNvPr id="12" name="Shape 9"/>
          <p:cNvSpPr/>
          <p:nvPr/>
        </p:nvSpPr>
        <p:spPr>
          <a:xfrm>
            <a:off x="548640" y="338328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3" name="Text 10"/>
          <p:cNvSpPr txBox="1"/>
          <p:nvPr/>
        </p:nvSpPr>
        <p:spPr>
          <a:xfrm>
            <a:off x="548640" y="338328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355848"/>
            <a:ext cx="4572000" cy="411480"/>
          </a:xfrm>
          <a:prstGeom prst="rect">
            <a:avLst/>
          </a:prstGeom>
          <a:noFill/>
          <a:ln/>
        </p:spPr>
        <p:txBody>
          <a:bodyPr wrap="square" lIns="0" tIns="0" rIns="0" bIns="0" rtlCol="0" anchor="t"/>
          <a:lstStyle/>
          <a:p>
            <a:pPr marL="0" indent="0">
              <a:buNone/>
            </a:pPr>
            <a:r>
              <a:rPr lang="en-US" sz="1600" b="1" dirty="0">
                <a:solidFill>
                  <a:schemeClr val="tx1"/>
                </a:solidFill>
              </a:rPr>
              <a:t>95%に届くまでの軸の本数を数える</a:t>
            </a:r>
            <a:endParaRPr lang="en-US" sz="1600" dirty="0"/>
          </a:p>
        </p:txBody>
      </p:sp>
      <p:sp>
        <p:nvSpPr>
          <p:cNvPr id="15" name="Shape 12"/>
          <p:cNvSpPr/>
          <p:nvPr/>
        </p:nvSpPr>
        <p:spPr>
          <a:xfrm>
            <a:off x="1097280" y="379476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16" name="Text 13"/>
          <p:cNvSpPr txBox="1"/>
          <p:nvPr/>
        </p:nvSpPr>
        <p:spPr>
          <a:xfrm>
            <a:off x="1280160" y="384962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軸1　</a:t>
            </a:r>
            <a:r>
              <a:rPr lang="en-US" sz="1500" b="1" dirty="0">
                <a:solidFill>
                  <a:schemeClr val="accent1"/>
                </a:solidFill>
              </a:rPr>
              <a:t>69%</a:t>
            </a:r>
            <a:r>
              <a:rPr lang="en-US" sz="1500" dirty="0">
                <a:solidFill>
                  <a:schemeClr val="tx1"/>
                </a:solidFill>
              </a:rPr>
              <a:t>　2が下がり，3と9が上がる</a:t>
            </a:r>
            <a:endParaRPr lang="en-US" sz="1500" dirty="0"/>
          </a:p>
        </p:txBody>
      </p:sp>
      <p:sp>
        <p:nvSpPr>
          <p:cNvPr id="17" name="Text 14"/>
          <p:cNvSpPr txBox="1"/>
          <p:nvPr/>
        </p:nvSpPr>
        <p:spPr>
          <a:xfrm>
            <a:off x="1280160" y="4251960"/>
            <a:ext cx="4297680" cy="320040"/>
          </a:xfrm>
          <a:prstGeom prst="rect">
            <a:avLst/>
          </a:prstGeom>
          <a:noFill/>
          <a:ln/>
        </p:spPr>
        <p:txBody>
          <a:bodyPr wrap="square" lIns="0" tIns="0" rIns="0" bIns="0" rtlCol="0" anchor="t"/>
          <a:lstStyle/>
          <a:p>
            <a:pPr marL="0" indent="0">
              <a:buNone/>
            </a:pPr>
            <a:r>
              <a:rPr lang="en-US" sz="1200" dirty="0">
                <a:solidFill>
                  <a:schemeClr val="tx2"/>
                </a:solidFill>
              </a:rPr>
              <a:t>重み　2: −0.76　3: +0.59　9: +0.27</a:t>
            </a:r>
            <a:endParaRPr lang="en-US" sz="1200" dirty="0"/>
          </a:p>
        </p:txBody>
      </p:sp>
      <p:sp>
        <p:nvSpPr>
          <p:cNvPr id="18" name="Shape 15"/>
          <p:cNvSpPr/>
          <p:nvPr/>
        </p:nvSpPr>
        <p:spPr>
          <a:xfrm>
            <a:off x="1097280" y="475488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19" name="Text 16"/>
          <p:cNvSpPr txBox="1"/>
          <p:nvPr/>
        </p:nvSpPr>
        <p:spPr>
          <a:xfrm>
            <a:off x="1280160" y="480974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軸2　</a:t>
            </a:r>
            <a:r>
              <a:rPr lang="en-US" sz="1500" b="1" dirty="0">
                <a:solidFill>
                  <a:schemeClr val="accent1"/>
                </a:solidFill>
              </a:rPr>
              <a:t>29%</a:t>
            </a:r>
            <a:r>
              <a:rPr lang="en-US" sz="1500" dirty="0">
                <a:solidFill>
                  <a:schemeClr val="tx1"/>
                </a:solidFill>
              </a:rPr>
              <a:t>　9が下がり，3と2が上がる</a:t>
            </a:r>
            <a:endParaRPr lang="en-US" sz="1500" dirty="0"/>
          </a:p>
        </p:txBody>
      </p:sp>
      <p:sp>
        <p:nvSpPr>
          <p:cNvPr id="20" name="Text 17"/>
          <p:cNvSpPr txBox="1"/>
          <p:nvPr/>
        </p:nvSpPr>
        <p:spPr>
          <a:xfrm>
            <a:off x="1280160" y="5212080"/>
            <a:ext cx="4297680" cy="320040"/>
          </a:xfrm>
          <a:prstGeom prst="rect">
            <a:avLst/>
          </a:prstGeom>
          <a:noFill/>
          <a:ln/>
        </p:spPr>
        <p:txBody>
          <a:bodyPr wrap="square" lIns="0" tIns="0" rIns="0" bIns="0" rtlCol="0" anchor="t"/>
          <a:lstStyle/>
          <a:p>
            <a:pPr marL="0" indent="0">
              <a:buNone/>
            </a:pPr>
            <a:r>
              <a:rPr lang="en-US" sz="1200" dirty="0">
                <a:solidFill>
                  <a:schemeClr val="tx2"/>
                </a:solidFill>
              </a:rPr>
              <a:t>重み　2: +0.35　3: +0.70　9: −0.58</a:t>
            </a:r>
            <a:endParaRPr lang="en-US" sz="1200" dirty="0"/>
          </a:p>
        </p:txBody>
      </p:sp>
      <p:sp>
        <p:nvSpPr>
          <p:cNvPr id="21" name="Shape 18"/>
          <p:cNvSpPr/>
          <p:nvPr/>
        </p:nvSpPr>
        <p:spPr>
          <a:xfrm>
            <a:off x="1097280" y="5715000"/>
            <a:ext cx="4572000" cy="457200"/>
          </a:xfrm>
          <a:prstGeom prst="roundRect">
            <a:avLst>
              <a:gd name="adj" fmla="val 16000"/>
            </a:avLst>
          </a:prstGeom>
          <a:noFill/>
          <a:ln w="28575">
            <a:solidFill>
              <a:schemeClr val="tx1"/>
            </a:solidFill>
            <a:prstDash val="solid"/>
          </a:ln>
        </p:spPr>
        <p:txBody>
          <a:bodyPr/>
          <a:lstStyle/>
          <a:p>
            <a:endParaRPr lang="ja-JP" altLang="en-US"/>
          </a:p>
        </p:txBody>
      </p:sp>
      <p:sp>
        <p:nvSpPr>
          <p:cNvPr id="22" name="Text 19"/>
          <p:cNvSpPr txBox="1"/>
          <p:nvPr/>
        </p:nvSpPr>
        <p:spPr>
          <a:xfrm>
            <a:off x="1234440" y="5715000"/>
            <a:ext cx="4389120" cy="457200"/>
          </a:xfrm>
          <a:prstGeom prst="rect">
            <a:avLst/>
          </a:prstGeom>
          <a:noFill/>
          <a:ln/>
        </p:spPr>
        <p:txBody>
          <a:bodyPr wrap="square" lIns="0" tIns="0" rIns="0" bIns="0" rtlCol="0" anchor="ctr"/>
          <a:lstStyle/>
          <a:p>
            <a:pPr marL="0" indent="0">
              <a:buNone/>
            </a:pPr>
            <a:r>
              <a:rPr lang="en-US" sz="1400" dirty="0">
                <a:solidFill>
                  <a:schemeClr val="tx1"/>
                </a:solidFill>
              </a:rPr>
              <a:t>軸1で69%，軸2まで99% → 必要な軸 </a:t>
            </a:r>
            <a:r>
              <a:rPr lang="en-US" sz="1400" b="1" dirty="0">
                <a:solidFill>
                  <a:schemeClr val="accent3"/>
                </a:solidFill>
              </a:rPr>
              <a:t>2本</a:t>
            </a:r>
            <a:endParaRPr lang="en-US" sz="1400" dirty="0"/>
          </a:p>
        </p:txBody>
      </p:sp>
      <p:graphicFrame>
        <p:nvGraphicFramePr>
          <p:cNvPr id="23" name="Chart 0"/>
          <p:cNvGraphicFramePr/>
          <p:nvPr/>
        </p:nvGraphicFramePr>
        <p:xfrm>
          <a:off x="6035040" y="1234440"/>
          <a:ext cx="5577840" cy="49377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実験の設定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
        <p:nvSpPr>
          <p:cNvPr id="4" name="Shape 1"/>
          <p:cNvSpPr/>
          <p:nvPr/>
        </p:nvSpPr>
        <p:spPr>
          <a:xfrm>
            <a:off x="54864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644652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3291840"/>
        </p:xfrm>
        <a:graphic>
          <a:graphicData uri="http://schemas.openxmlformats.org/drawingml/2006/table">
            <a:tbl>
              <a:tblPr/>
              <a:tblGrid>
                <a:gridCol w="210312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548640">
                <a:tc>
                  <a:txBody>
                    <a:bodyPr/>
                    <a:lstStyle/>
                    <a:p>
                      <a:pPr marL="0" indent="0" algn="l">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48640">
                <a:tc>
                  <a:txBody>
                    <a:bodyPr/>
                    <a:lstStyle/>
                    <a:p>
                      <a:pPr marL="0" indent="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結果1　局所的には少数の方向にしか動かない</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graphicFrame>
        <p:nvGraphicFramePr>
          <p:cNvPr id="22" name="Table 0"/>
          <p:cNvGraphicFramePr>
            <a:graphicFrameLocks noGrp="1"/>
          </p:cNvGraphicFramePr>
          <p:nvPr>
            <p:extLst>
              <p:ext uri="{D42A27DB-BD31-4B8C-83A1-F6EECF244321}">
                <p14:modId xmlns:p14="http://schemas.microsoft.com/office/powerpoint/2010/main" val="3101950393"/>
              </p:ext>
            </p:extLst>
          </p:nvPr>
        </p:nvGraphicFramePr>
        <p:xfrm>
          <a:off x="548640" y="1371600"/>
          <a:ext cx="6858000" cy="3429000"/>
        </p:xfrm>
        <a:graphic>
          <a:graphicData uri="http://schemas.openxmlformats.org/drawingml/2006/table">
            <a:tbl>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85800">
                <a:tc>
                  <a:txBody>
                    <a:bodyPr/>
                    <a:lstStyle/>
                    <a:p>
                      <a:pPr marL="0" indent="0" algn="l">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動くクラス</a:t>
                      </a:r>
                      <a:br>
                        <a:rPr lang="en-US" sz="1800" b="1" dirty="0">
                          <a:solidFill>
                            <a:schemeClr val="bg1"/>
                          </a:solidFill>
                        </a:rPr>
                      </a:br>
                      <a:r>
                        <a:rPr lang="en-US" sz="1800" b="1" dirty="0">
                          <a:solidFill>
                            <a:schemeClr val="bg1"/>
                          </a:solidFill>
                        </a:rPr>
                        <a:t>（個）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必要な軸</a:t>
                      </a:r>
                      <a:br>
                        <a:rPr lang="en-US" sz="1800" b="1" dirty="0">
                          <a:solidFill>
                            <a:schemeClr val="bg1"/>
                          </a:solidFill>
                        </a:rPr>
                      </a:br>
                      <a:r>
                        <a:rPr lang="en-US" sz="1800" b="1" dirty="0">
                          <a:solidFill>
                            <a:schemeClr val="bg1"/>
                          </a:solidFill>
                        </a:rPr>
                        <a:t>（本）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Shape 2"/>
          <p:cNvSpPr/>
          <p:nvPr/>
        </p:nvSpPr>
        <p:spPr>
          <a:xfrm>
            <a:off x="7680960" y="1371600"/>
            <a:ext cx="4227022" cy="388620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7909559" y="1600200"/>
            <a:ext cx="3894513" cy="3532909"/>
          </a:xfrm>
          <a:prstGeom prst="rect">
            <a:avLst/>
          </a:prstGeom>
          <a:noFill/>
          <a:ln/>
        </p:spPr>
        <p:txBody>
          <a:bodyPr wrap="square" lIns="0" tIns="0" rIns="0" bIns="0" rtlCol="0" anchor="t"/>
          <a:lstStyle/>
          <a:p>
            <a:pPr marL="342900" indent="-342900">
              <a:spcAft>
                <a:spcPts val="600"/>
              </a:spcAft>
              <a:buSzPct val="100000"/>
              <a:buChar char="•"/>
            </a:pPr>
            <a:r>
              <a:rPr lang="en-US" dirty="0">
                <a:solidFill>
                  <a:schemeClr val="tx1"/>
                </a:solidFill>
              </a:rPr>
              <a:t>26クラスの文字認識でも，動くクラスは3個前後，軸は2本前後</a:t>
            </a:r>
            <a:endParaRPr lang="en-US" dirty="0"/>
          </a:p>
          <a:p>
            <a:pPr marL="342900" indent="-342900">
              <a:spcAft>
                <a:spcPts val="600"/>
              </a:spcAft>
              <a:buSzPct val="100000"/>
              <a:buChar char="•"/>
            </a:pPr>
            <a:r>
              <a:rPr lang="en-US" dirty="0">
                <a:solidFill>
                  <a:schemeClr val="tx1"/>
                </a:solidFill>
              </a:rPr>
              <a:t>必要な軸は，動くクラスより1つ前後少ない</a:t>
            </a:r>
            <a:endParaRPr lang="en-US" dirty="0"/>
          </a:p>
          <a:p>
            <a:pPr marL="457200" lvl="1" indent="-228600">
              <a:spcAft>
                <a:spcPts val="600"/>
              </a:spcAft>
              <a:buSzPct val="100000"/>
              <a:buChar char="•"/>
            </a:pPr>
            <a:r>
              <a:rPr lang="en-US" sz="1600" dirty="0">
                <a:solidFill>
                  <a:schemeClr val="tx2"/>
                </a:solidFill>
              </a:rPr>
              <a:t>低次元の主な理由は，近傍で競合するクラスが少ないこと</a:t>
            </a:r>
            <a:endParaRPr lang="en-US" dirty="0"/>
          </a:p>
          <a:p>
            <a:pPr marL="457200" lvl="1" indent="-228600">
              <a:spcAft>
                <a:spcPts val="600"/>
              </a:spcAft>
              <a:buSzPct val="100000"/>
              <a:buChar char="•"/>
            </a:pPr>
            <a:r>
              <a:rPr lang="en-US" sz="1600" dirty="0">
                <a:solidFill>
                  <a:schemeClr val="tx2"/>
                </a:solidFill>
              </a:rPr>
              <a:t>手書き数字とyeastでは，複数のクラスがまとまって動く近傍もあった（32%，45%）</a:t>
            </a:r>
            <a:endParaRPr lang="en-US" dirty="0"/>
          </a:p>
          <a:p>
            <a:pPr marL="342900" indent="-342900">
              <a:spcAft>
                <a:spcPts val="600"/>
              </a:spcAft>
              <a:buSzPct val="100000"/>
              <a:buChar char="•"/>
            </a:pPr>
            <a:r>
              <a:rPr lang="en-US" dirty="0" err="1">
                <a:solidFill>
                  <a:schemeClr val="tx1"/>
                </a:solidFill>
              </a:rPr>
              <a:t>SVMでも同じ傾向</a:t>
            </a:r>
            <a:br>
              <a:rPr lang="en-US" dirty="0">
                <a:solidFill>
                  <a:schemeClr val="tx1"/>
                </a:solidFill>
              </a:rPr>
            </a:br>
            <a:r>
              <a:rPr lang="en-US" dirty="0">
                <a:solidFill>
                  <a:schemeClr val="tx1"/>
                </a:solidFill>
              </a:rPr>
              <a:t>（軸は平均1.4〜1.9本）</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結果2　通常のLIMEに劣らないか</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429000"/>
        </p:xfrm>
        <a:graphic>
          <a:graphicData uri="http://schemas.openxmlformats.org/drawingml/2006/table">
            <a:tbl>
              <a:tblPr/>
              <a:tblGrid>
                <a:gridCol w="18288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685800">
                <a:tc>
                  <a:txBody>
                    <a:bodyPr/>
                    <a:lstStyle/>
                    <a:p>
                      <a:pPr marL="0" indent="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4983480"/>
            <a:ext cx="6949440" cy="658784"/>
          </a:xfrm>
          <a:prstGeom prst="rect">
            <a:avLst/>
          </a:prstGeom>
          <a:noFill/>
          <a:ln/>
        </p:spPr>
        <p:txBody>
          <a:bodyPr wrap="square" lIns="0" tIns="0" rIns="0" bIns="0" rtlCol="0" anchor="t"/>
          <a:lstStyle/>
          <a:p>
            <a:r>
              <a:rPr lang="en-US" sz="1200" dirty="0">
                <a:solidFill>
                  <a:schemeClr val="tx2"/>
                </a:solidFill>
              </a:rPr>
              <a:t>学習に使っていない摂動での R²（MLP，半径0.15）</a:t>
            </a:r>
            <a:br>
              <a:rPr lang="en-US" sz="1200" dirty="0">
                <a:solidFill>
                  <a:schemeClr val="tx2"/>
                </a:solidFill>
              </a:rPr>
            </a:br>
            <a:r>
              <a:rPr lang="en-US" sz="1200" dirty="0" err="1">
                <a:solidFill>
                  <a:schemeClr val="tx2"/>
                </a:solidFill>
              </a:rPr>
              <a:t>スーパーピクセル分割ではなく，ピクセルごとの説明</a:t>
            </a:r>
            <a:br>
              <a:rPr lang="en-US" sz="1200" dirty="0">
                <a:solidFill>
                  <a:schemeClr val="tx2"/>
                </a:solidFill>
              </a:rPr>
            </a:br>
            <a:r>
              <a:rPr lang="en-US" sz="1200" dirty="0" err="1">
                <a:solidFill>
                  <a:schemeClr val="tx2"/>
                </a:solidFill>
              </a:rPr>
              <a:t>つまり</a:t>
            </a:r>
            <a:r>
              <a:rPr lang="en-US" sz="1200" dirty="0">
                <a:solidFill>
                  <a:schemeClr val="tx2"/>
                </a:solidFill>
              </a:rPr>
              <a:t>，</a:t>
            </a:r>
            <a:r>
              <a:rPr lang="en-US" altLang="ja-JP" sz="1200" dirty="0">
                <a:solidFill>
                  <a:schemeClr val="tx1"/>
                </a:solidFill>
              </a:rPr>
              <a:t> </a:t>
            </a:r>
            <a:r>
              <a:rPr lang="ja-JP" altLang="en-US" sz="1200"/>
              <a:t>通常の</a:t>
            </a:r>
            <a:r>
              <a:rPr lang="en-US" altLang="ja-JP" sz="1200" dirty="0"/>
              <a:t>LIME</a:t>
            </a:r>
            <a:r>
              <a:rPr lang="ja-JP" altLang="en-US" sz="1200"/>
              <a:t>では，</a:t>
            </a:r>
            <a:r>
              <a:rPr lang="en-US" altLang="ja-JP" sz="1200" dirty="0">
                <a:solidFill>
                  <a:schemeClr val="tx1"/>
                </a:solidFill>
              </a:rPr>
              <a:t>係数は640個（64画素×10クラス）</a:t>
            </a:r>
            <a:endParaRPr lang="en-US" sz="1200" dirty="0"/>
          </a:p>
        </p:txBody>
      </p:sp>
      <p:sp>
        <p:nvSpPr>
          <p:cNvPr id="3" name="Shape 2">
            <a:extLst>
              <a:ext uri="{FF2B5EF4-FFF2-40B4-BE49-F238E27FC236}">
                <a16:creationId xmlns:a16="http://schemas.microsoft.com/office/drawing/2014/main" id="{79F85422-5D01-CEA3-853A-C66596EF4810}"/>
              </a:ext>
            </a:extLst>
          </p:cNvPr>
          <p:cNvSpPr/>
          <p:nvPr/>
        </p:nvSpPr>
        <p:spPr>
          <a:xfrm>
            <a:off x="7703820" y="2171700"/>
            <a:ext cx="4227022" cy="269748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pPr marL="342900" indent="-342900">
              <a:spcAft>
                <a:spcPts val="600"/>
              </a:spcAft>
              <a:buSzPct val="100000"/>
              <a:buChar char="•"/>
            </a:pPr>
            <a:r>
              <a:rPr lang="en-US" altLang="ja-JP" sz="2000" dirty="0">
                <a:solidFill>
                  <a:schemeClr val="tx1"/>
                </a:solidFill>
              </a:rPr>
              <a:t>係数は640個から192個に減る（手書き数字）</a:t>
            </a:r>
            <a:endParaRPr lang="en-US" altLang="ja-JP" sz="2000" dirty="0"/>
          </a:p>
          <a:p>
            <a:pPr marL="342900" indent="-342900">
              <a:spcAft>
                <a:spcPts val="600"/>
              </a:spcAft>
              <a:buSzPct val="100000"/>
              <a:buChar char="•"/>
            </a:pPr>
            <a:r>
              <a:rPr lang="en-US" altLang="ja-JP" sz="2000" dirty="0">
                <a:solidFill>
                  <a:schemeClr val="tx1"/>
                </a:solidFill>
              </a:rPr>
              <a:t>1本だと失う量は0.06〜0.22</a:t>
            </a:r>
            <a:endParaRPr lang="en-US" altLang="ja-JP" sz="2000" dirty="0"/>
          </a:p>
          <a:p>
            <a:pPr lvl="1" indent="-228600">
              <a:spcAft>
                <a:spcPts val="600"/>
              </a:spcAft>
              <a:buSzPct val="100000"/>
              <a:buChar char="•"/>
            </a:pPr>
            <a:r>
              <a:rPr lang="en-US" altLang="ja-JP" dirty="0">
                <a:solidFill>
                  <a:schemeClr val="tx2"/>
                </a:solidFill>
              </a:rPr>
              <a:t>2本前後より減らすと落ちる</a:t>
            </a:r>
            <a:endParaRPr lang="en-US" altLang="ja-JP" sz="2000" dirty="0"/>
          </a:p>
          <a:p>
            <a:pPr marL="342900" indent="-342900">
              <a:spcAft>
                <a:spcPts val="600"/>
              </a:spcAft>
              <a:buSzPct val="100000"/>
              <a:buChar char="•"/>
            </a:pPr>
            <a:r>
              <a:rPr lang="en-US" altLang="ja-JP" sz="2000" dirty="0">
                <a:solidFill>
                  <a:schemeClr val="tx1"/>
                </a:solidFill>
              </a:rPr>
              <a:t>SVMでも3本の損失は0.015以下</a:t>
            </a:r>
            <a:endParaRPr lang="en-US" altLang="ja-JP"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7" name="Text 14"/>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0" name="Shape 17"/>
          <p:cNvSpPr/>
          <p:nvPr/>
        </p:nvSpPr>
        <p:spPr>
          <a:xfrm>
            <a:off x="548640" y="505663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2"/>
                </a:solidFill>
              </a:rPr>
              <a:t>課題，今後の計画</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課題</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sp>
        <p:nvSpPr>
          <p:cNvPr id="4" name="Rounded Rectangle 3"/>
          <p:cNvSpPr/>
          <p:nvPr/>
        </p:nvSpPr>
        <p:spPr>
          <a:xfrm>
            <a:off x="548640" y="1188720"/>
            <a:ext cx="5623560" cy="49834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3441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344168"/>
            <a:ext cx="411480" cy="411480"/>
          </a:xfrm>
          <a:prstGeom prst="rect">
            <a:avLst/>
          </a:prstGeom>
          <a:noFill/>
        </p:spPr>
        <p:txBody>
          <a:bodyPr wrap="square" lIns="0" rIns="0" tIns="0" bIns="0" anchor="ctr">
            <a:spAutoFit/>
          </a:bodyPr>
          <a:lstStyle/>
          <a:p>
            <a:pPr algn="ctr"/>
            <a:r>
              <a:rPr sz="1400" b="1">
                <a:solidFill>
                  <a:schemeClr val="bg1"/>
                </a:solidFill>
              </a:rPr>
              <a:t>1</a:t>
            </a:r>
          </a:p>
        </p:txBody>
      </p:sp>
      <p:sp>
        <p:nvSpPr>
          <p:cNvPr id="7" name="TextBox 6"/>
          <p:cNvSpPr txBox="1"/>
          <p:nvPr/>
        </p:nvSpPr>
        <p:spPr>
          <a:xfrm>
            <a:off x="1298448" y="1344168"/>
            <a:ext cx="4754880" cy="411480"/>
          </a:xfrm>
          <a:prstGeom prst="rect">
            <a:avLst/>
          </a:prstGeom>
          <a:noFill/>
        </p:spPr>
        <p:txBody>
          <a:bodyPr wrap="square" lIns="0" rIns="0" tIns="0" bIns="0" anchor="ctr">
            <a:spAutoFit/>
          </a:bodyPr>
          <a:lstStyle/>
          <a:p>
            <a:pPr algn="l"/>
            <a:r>
              <a:rPr sz="1800" b="1">
                <a:solidFill>
                  <a:schemeClr val="tx1"/>
                </a:solidFill>
              </a:rPr>
              <a:t>軸が読めるとは限らない</a:t>
            </a:r>
          </a:p>
        </p:txBody>
      </p:sp>
      <p:graphicFrame>
        <p:nvGraphicFramePr>
          <p:cNvPr id="8" name="Table 7"/>
          <p:cNvGraphicFramePr>
            <a:graphicFrameLocks noGrp="1"/>
          </p:cNvGraphicFramePr>
          <p:nvPr/>
        </p:nvGraphicFramePr>
        <p:xfrm>
          <a:off x="777240" y="1965960"/>
          <a:ext cx="5166360" cy="1645920"/>
        </p:xfrm>
        <a:graphic>
          <a:graphicData uri="http://schemas.openxmlformats.org/drawingml/2006/table">
            <a:tbl>
              <a:tblPr firstRow="1" bandRow="1">
                <a:tableStyleId>{5C22544A-7EE6-4342-B048-85BDC9FD1C3A}</a:tableStyleId>
              </a:tblPr>
              <a:tblGrid>
                <a:gridCol w="1417320"/>
                <a:gridCol w="2606040"/>
                <a:gridCol w="1143000"/>
              </a:tblGrid>
              <a:tr h="411480">
                <a:tc>
                  <a:txBody>
                    <a:bodyPr/>
                    <a:lstStyle/>
                    <a:p>
                      <a:pPr algn="l"/>
                      <a:r>
                        <a:rPr sz="1200" b="1">
                          <a:solidFill>
                            <a:schemeClr val="bg1"/>
                          </a:solidFill>
                        </a:rPr>
                        <a:t>軸の形</a:t>
                      </a:r>
                    </a:p>
                  </a:txBody>
                  <a:tcPr marL="54864" marR="54864" marT="18288" marB="18288" anchor="ctr">
                    <a:solidFill>
                      <a:schemeClr val="tx1"/>
                    </a:solidFill>
                  </a:tcPr>
                </a:tc>
                <a:tc>
                  <a:txBody>
                    <a:bodyPr/>
                    <a:lstStyle/>
                    <a:p>
                      <a:pPr algn="l"/>
                      <a:r>
                        <a:rPr sz="1200" b="1">
                          <a:solidFill>
                            <a:schemeClr val="bg1"/>
                          </a:solidFill>
                        </a:rPr>
                        <a:t>例（重みの大きいクラス）</a:t>
                      </a:r>
                    </a:p>
                  </a:txBody>
                  <a:tcPr marL="54864" marR="54864" marT="18288" marB="18288" anchor="ctr">
                    <a:solidFill>
                      <a:schemeClr val="tx1"/>
                    </a:solidFill>
                  </a:tcPr>
                </a:tc>
                <a:tc>
                  <a:txBody>
                    <a:bodyPr/>
                    <a:lstStyle/>
                    <a:p>
                      <a:pPr algn="ctr"/>
                      <a:r>
                        <a:rPr sz="1200" b="1">
                          <a:solidFill>
                            <a:schemeClr val="bg1"/>
                          </a:solidFill>
                        </a:rPr>
                        <a:t>読めるか</a:t>
                      </a:r>
                    </a:p>
                  </a:txBody>
                  <a:tcPr marL="54864" marR="54864" marT="18288" marB="18288" anchor="ctr">
                    <a:solidFill>
                      <a:schemeClr val="tx1"/>
                    </a:solidFill>
                  </a:tcPr>
                </a:tc>
              </a:tr>
              <a:tr h="411480">
                <a:tc>
                  <a:txBody>
                    <a:bodyPr/>
                    <a:lstStyle/>
                    <a:p>
                      <a:pPr algn="l"/>
                      <a:r>
                        <a:rPr sz="1200" b="0">
                          <a:solidFill>
                            <a:schemeClr val="tx1"/>
                          </a:solidFill>
                        </a:rPr>
                        <a:t>2クラスの対比</a:t>
                      </a:r>
                    </a:p>
                  </a:txBody>
                  <a:tcPr marL="54864" marR="54864" marT="18288" marB="18288" anchor="ctr">
                    <a:solidFill>
                      <a:schemeClr val="bg1"/>
                    </a:solidFill>
                  </a:tcPr>
                </a:tc>
                <a:tc>
                  <a:txBody>
                    <a:bodyPr/>
                    <a:lstStyle/>
                    <a:p>
                      <a:pPr algn="l"/>
                      <a:r>
                        <a:rPr sz="1200" b="0">
                          <a:solidFill>
                            <a:schemeClr val="tx1"/>
                          </a:solidFill>
                        </a:rPr>
                        <a:t>6 + ／ 0 −</a:t>
                      </a:r>
                    </a:p>
                  </a:txBody>
                  <a:tcPr marL="54864" marR="54864" marT="18288" marB="18288" anchor="ctr">
                    <a:solidFill>
                      <a:schemeClr val="bg1"/>
                    </a:solidFill>
                  </a:tcPr>
                </a:tc>
                <a:tc>
                  <a:txBody>
                    <a:bodyPr/>
                    <a:lstStyle/>
                    <a:p>
                      <a:pPr algn="ctr"/>
                      <a:r>
                        <a:rPr sz="1200" b="1">
                          <a:solidFill>
                            <a:schemeClr val="accent1"/>
                          </a:solidFill>
                        </a:rPr>
                        <a:t>読める</a:t>
                      </a:r>
                    </a:p>
                  </a:txBody>
                  <a:tcPr marL="54864" marR="54864" marT="18288" marB="18288" anchor="ctr">
                    <a:solidFill>
                      <a:schemeClr val="bg1"/>
                    </a:solidFill>
                  </a:tcPr>
                </a:tc>
              </a:tr>
              <a:tr h="411480">
                <a:tc>
                  <a:txBody>
                    <a:bodyPr/>
                    <a:lstStyle/>
                    <a:p>
                      <a:pPr algn="l"/>
                      <a:r>
                        <a:rPr sz="1200" b="0">
                          <a:solidFill>
                            <a:schemeClr val="tx1"/>
                          </a:solidFill>
                        </a:rPr>
                        <a:t>1対多</a:t>
                      </a:r>
                    </a:p>
                  </a:txBody>
                  <a:tcPr marL="54864" marR="54864" marT="18288" marB="18288" anchor="ctr">
                    <a:solidFill>
                      <a:schemeClr val="bg2"/>
                    </a:solidFill>
                  </a:tcPr>
                </a:tc>
                <a:tc>
                  <a:txBody>
                    <a:bodyPr/>
                    <a:lstStyle/>
                    <a:p>
                      <a:pPr algn="l"/>
                      <a:r>
                        <a:rPr sz="1200" b="0">
                          <a:solidFill>
                            <a:schemeClr val="tx1"/>
                          </a:solidFill>
                        </a:rPr>
                        <a:t>6 +0.8 ／ 0 −0.5, 9 −0.3</a:t>
                      </a:r>
                    </a:p>
                  </a:txBody>
                  <a:tcPr marL="54864" marR="54864" marT="18288" marB="18288" anchor="ctr">
                    <a:solidFill>
                      <a:schemeClr val="bg2"/>
                    </a:solidFill>
                  </a:tcPr>
                </a:tc>
                <a:tc>
                  <a:txBody>
                    <a:bodyPr/>
                    <a:lstStyle/>
                    <a:p>
                      <a:pPr algn="ctr"/>
                      <a:r>
                        <a:rPr sz="1200" b="1">
                          <a:solidFill>
                            <a:schemeClr val="accent1"/>
                          </a:solidFill>
                        </a:rPr>
                        <a:t>読める</a:t>
                      </a:r>
                    </a:p>
                  </a:txBody>
                  <a:tcPr marL="54864" marR="54864" marT="18288" marB="18288" anchor="ctr">
                    <a:solidFill>
                      <a:schemeClr val="bg2"/>
                    </a:solidFill>
                  </a:tcPr>
                </a:tc>
              </a:tr>
              <a:tr h="411480">
                <a:tc>
                  <a:txBody>
                    <a:bodyPr/>
                    <a:lstStyle/>
                    <a:p>
                      <a:pPr algn="l"/>
                      <a:r>
                        <a:rPr sz="1200" b="0">
                          <a:solidFill>
                            <a:schemeClr val="tx1"/>
                          </a:solidFill>
                        </a:rPr>
                        <a:t>混在</a:t>
                      </a:r>
                    </a:p>
                  </a:txBody>
                  <a:tcPr marL="54864" marR="54864" marT="18288" marB="18288" anchor="ctr">
                    <a:solidFill>
                      <a:schemeClr val="bg1"/>
                    </a:solidFill>
                  </a:tcPr>
                </a:tc>
                <a:tc>
                  <a:txBody>
                    <a:bodyPr/>
                    <a:lstStyle/>
                    <a:p>
                      <a:pPr algn="l"/>
                      <a:r>
                        <a:rPr sz="1200" b="0">
                          <a:solidFill>
                            <a:schemeClr val="tx1"/>
                          </a:solidFill>
                        </a:rPr>
                        <a:t>6 +0.37, 1 +0.21 ／ 0 −0.46</a:t>
                      </a:r>
                    </a:p>
                  </a:txBody>
                  <a:tcPr marL="54864" marR="54864" marT="18288" marB="18288" anchor="ctr">
                    <a:solidFill>
                      <a:schemeClr val="bg1"/>
                    </a:solidFill>
                  </a:tcPr>
                </a:tc>
                <a:tc>
                  <a:txBody>
                    <a:bodyPr/>
                    <a:lstStyle/>
                    <a:p>
                      <a:pPr algn="ctr"/>
                      <a:r>
                        <a:rPr sz="1200" b="1">
                          <a:solidFill>
                            <a:schemeClr val="accent2"/>
                          </a:solidFill>
                        </a:rPr>
                        <a:t>読めない</a:t>
                      </a:r>
                    </a:p>
                  </a:txBody>
                  <a:tcPr marL="54864" marR="54864" marT="18288" marB="18288" anchor="ctr">
                    <a:solidFill>
                      <a:schemeClr val="bg1"/>
                    </a:solidFill>
                  </a:tcPr>
                </a:tc>
              </a:tr>
            </a:tbl>
          </a:graphicData>
        </a:graphic>
      </p:graphicFrame>
      <p:sp>
        <p:nvSpPr>
          <p:cNvPr id="9" name="TextBox 8"/>
          <p:cNvSpPr txBox="1"/>
          <p:nvPr/>
        </p:nvSpPr>
        <p:spPr>
          <a:xfrm>
            <a:off x="777240" y="3749039"/>
            <a:ext cx="5212080" cy="914400"/>
          </a:xfrm>
          <a:prstGeom prst="rect">
            <a:avLst/>
          </a:prstGeom>
          <a:noFill/>
        </p:spPr>
        <p:txBody>
          <a:bodyPr wrap="square" lIns="0" rIns="0" tIns="0" bIns="0" anchor="t">
            <a:spAutoFit/>
          </a:bodyPr>
          <a:lstStyle/>
          <a:p>
            <a:pPr algn="l"/>
            <a:r>
              <a:rPr sz="1300" b="0">
                <a:solidFill>
                  <a:schemeClr val="tx1"/>
                </a:solidFill>
              </a:rPr>
              <a:t>1対多なら「6の確率は主に0から，一部は9から来た」と読める．混在だと，6と1が同じ側にあり意味が取れない</a:t>
            </a:r>
          </a:p>
        </p:txBody>
      </p:sp>
      <p:sp>
        <p:nvSpPr>
          <p:cNvPr id="10" name="TextBox 9"/>
          <p:cNvSpPr txBox="1"/>
          <p:nvPr/>
        </p:nvSpPr>
        <p:spPr>
          <a:xfrm>
            <a:off x="777240" y="4617720"/>
            <a:ext cx="5212080" cy="457200"/>
          </a:xfrm>
          <a:prstGeom prst="rect">
            <a:avLst/>
          </a:prstGeom>
          <a:noFill/>
        </p:spPr>
        <p:txBody>
          <a:bodyPr wrap="square" lIns="0" rIns="0" tIns="0" bIns="0" anchor="t">
            <a:spAutoFit/>
          </a:bodyPr>
          <a:lstStyle/>
          <a:p>
            <a:pPr algn="l"/>
            <a:r>
              <a:rPr sz="1200" b="0">
                <a:solidFill>
                  <a:schemeClr val="tx1"/>
                </a:solidFill>
              </a:rPr>
              <a:t>実際の軸の例（手書き数字）　2 −0.76，3 +0.59，9 +0.27（1対多の形）</a:t>
            </a:r>
          </a:p>
        </p:txBody>
      </p:sp>
      <p:sp>
        <p:nvSpPr>
          <p:cNvPr id="11" name="TextBox 10"/>
          <p:cNvSpPr txBox="1"/>
          <p:nvPr/>
        </p:nvSpPr>
        <p:spPr>
          <a:xfrm>
            <a:off x="777240" y="5257800"/>
            <a:ext cx="5212080" cy="731520"/>
          </a:xfrm>
          <a:prstGeom prst="rect">
            <a:avLst/>
          </a:prstGeom>
          <a:noFill/>
        </p:spPr>
        <p:txBody>
          <a:bodyPr wrap="square" lIns="0" rIns="0" tIns="0" bIns="0" anchor="t">
            <a:spAutoFit/>
          </a:bodyPr>
          <a:lstStyle/>
          <a:p>
            <a:pPr algn="l"/>
            <a:r>
              <a:rPr sz="1300" b="1">
                <a:solidFill>
                  <a:schemeClr val="accent2"/>
                </a:solidFill>
              </a:rPr>
              <a:t>次元が減っても，軸の意味が分からなければ解釈しやすくならない</a:t>
            </a:r>
          </a:p>
        </p:txBody>
      </p:sp>
      <p:sp>
        <p:nvSpPr>
          <p:cNvPr id="12" name="Rounded Rectangle 11"/>
          <p:cNvSpPr/>
          <p:nvPr/>
        </p:nvSpPr>
        <p:spPr>
          <a:xfrm>
            <a:off x="6355080" y="1188720"/>
            <a:ext cx="5257800" cy="233172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37960" y="13441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344168"/>
            <a:ext cx="411480" cy="411480"/>
          </a:xfrm>
          <a:prstGeom prst="rect">
            <a:avLst/>
          </a:prstGeom>
          <a:noFill/>
        </p:spPr>
        <p:txBody>
          <a:bodyPr wrap="square" lIns="0" rIns="0" tIns="0" bIns="0" anchor="ctr">
            <a:spAutoFit/>
          </a:bodyPr>
          <a:lstStyle/>
          <a:p>
            <a:pPr algn="ctr"/>
            <a:r>
              <a:rPr sz="1400" b="1">
                <a:solidFill>
                  <a:schemeClr val="bg1"/>
                </a:solidFill>
              </a:rPr>
              <a:t>2</a:t>
            </a:r>
          </a:p>
        </p:txBody>
      </p:sp>
      <p:sp>
        <p:nvSpPr>
          <p:cNvPr id="15" name="TextBox 14"/>
          <p:cNvSpPr txBox="1"/>
          <p:nvPr/>
        </p:nvSpPr>
        <p:spPr>
          <a:xfrm>
            <a:off x="7086600" y="1344168"/>
            <a:ext cx="4434840" cy="411480"/>
          </a:xfrm>
          <a:prstGeom prst="rect">
            <a:avLst/>
          </a:prstGeom>
          <a:noFill/>
        </p:spPr>
        <p:txBody>
          <a:bodyPr wrap="square" lIns="0" rIns="0" tIns="0" bIns="0" anchor="ctr">
            <a:spAutoFit/>
          </a:bodyPr>
          <a:lstStyle/>
          <a:p>
            <a:pPr algn="l"/>
            <a:r>
              <a:rPr sz="1500" b="1">
                <a:solidFill>
                  <a:schemeClr val="tx1"/>
                </a:solidFill>
              </a:rPr>
              <a:t>多くのクラスがまとまって動く場合は未検証</a:t>
            </a:r>
          </a:p>
        </p:txBody>
      </p:sp>
      <p:sp>
        <p:nvSpPr>
          <p:cNvPr id="16" name="TextBox 15"/>
          <p:cNvSpPr txBox="1"/>
          <p:nvPr/>
        </p:nvSpPr>
        <p:spPr>
          <a:xfrm>
            <a:off x="6583680" y="1892807"/>
            <a:ext cx="4846320" cy="1600200"/>
          </a:xfrm>
          <a:prstGeom prst="rect">
            <a:avLst/>
          </a:prstGeom>
          <a:noFill/>
        </p:spPr>
        <p:txBody>
          <a:bodyPr wrap="square" lIns="0" rIns="0" tIns="0" bIns="0" anchor="t">
            <a:spAutoFit/>
          </a:bodyPr>
          <a:lstStyle/>
          <a:p>
            <a:pPr algn="l"/>
            <a:r>
              <a:rPr sz="1200" b="0">
                <a:solidFill>
                  <a:schemeClr val="tx1"/>
                </a:solidFill>
              </a:rPr>
              <a:t>今回のデータでは動くクラスが3〜4個で，まとまって動いても軸が1本減る程度（yeast 45%，手書き数字 32%の近傍）</a:t>
            </a:r>
          </a:p>
          <a:p>
            <a:pPr algn="l"/>
            <a:r>
              <a:rPr sz="1200" b="0">
                <a:solidFill>
                  <a:schemeClr val="tx1"/>
                </a:solidFill>
              </a:rPr>
              <a:t>検証案　似たクラスが群になったデータ（100クラスが20の上位クラスにまとまるCIFAR-100など）で，動くクラスの数と必要な軸の数を比べる</a:t>
            </a:r>
          </a:p>
        </p:txBody>
      </p:sp>
      <p:sp>
        <p:nvSpPr>
          <p:cNvPr id="17" name="Rounded Rectangle 16"/>
          <p:cNvSpPr/>
          <p:nvPr/>
        </p:nvSpPr>
        <p:spPr>
          <a:xfrm>
            <a:off x="6355080" y="3703320"/>
            <a:ext cx="5257800" cy="24688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37960" y="38587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3858768"/>
            <a:ext cx="411480" cy="411480"/>
          </a:xfrm>
          <a:prstGeom prst="rect">
            <a:avLst/>
          </a:prstGeom>
          <a:noFill/>
        </p:spPr>
        <p:txBody>
          <a:bodyPr wrap="square" lIns="0" rIns="0" tIns="0" bIns="0" anchor="ctr">
            <a:spAutoFit/>
          </a:bodyPr>
          <a:lstStyle/>
          <a:p>
            <a:pPr algn="ctr"/>
            <a:r>
              <a:rPr sz="1400" b="1">
                <a:solidFill>
                  <a:schemeClr val="bg1"/>
                </a:solidFill>
              </a:rPr>
              <a:t>3</a:t>
            </a:r>
          </a:p>
        </p:txBody>
      </p:sp>
      <p:sp>
        <p:nvSpPr>
          <p:cNvPr id="20" name="TextBox 19"/>
          <p:cNvSpPr txBox="1"/>
          <p:nvPr/>
        </p:nvSpPr>
        <p:spPr>
          <a:xfrm>
            <a:off x="7086600" y="3858768"/>
            <a:ext cx="4389120" cy="411480"/>
          </a:xfrm>
          <a:prstGeom prst="rect">
            <a:avLst/>
          </a:prstGeom>
          <a:noFill/>
        </p:spPr>
        <p:txBody>
          <a:bodyPr wrap="square" lIns="0" rIns="0" tIns="0" bIns="0" anchor="ctr">
            <a:spAutoFit/>
          </a:bodyPr>
          <a:lstStyle/>
          <a:p>
            <a:pPr algn="l"/>
            <a:r>
              <a:rPr sz="1700" b="1">
                <a:solidFill>
                  <a:schemeClr val="tx1"/>
                </a:solidFill>
              </a:rPr>
              <a:t>ランダムフォレストではうまくいかない</a:t>
            </a:r>
          </a:p>
        </p:txBody>
      </p:sp>
      <p:graphicFrame>
        <p:nvGraphicFramePr>
          <p:cNvPr id="21" name="Table 20"/>
          <p:cNvGraphicFramePr>
            <a:graphicFrameLocks noGrp="1"/>
          </p:cNvGraphicFramePr>
          <p:nvPr/>
        </p:nvGraphicFramePr>
        <p:xfrm>
          <a:off x="6583680" y="4434840"/>
          <a:ext cx="4846320" cy="1152144"/>
        </p:xfrm>
        <a:graphic>
          <a:graphicData uri="http://schemas.openxmlformats.org/drawingml/2006/table">
            <a:tbl>
              <a:tblPr firstRow="1" bandRow="1">
                <a:tableStyleId>{5C22544A-7EE6-4342-B048-85BDC9FD1C3A}</a:tableStyleId>
              </a:tblPr>
              <a:tblGrid>
                <a:gridCol w="1508760"/>
                <a:gridCol w="960120"/>
                <a:gridCol w="914400"/>
                <a:gridCol w="1463040"/>
              </a:tblGrid>
              <a:tr h="384048">
                <a:tc>
                  <a:txBody>
                    <a:bodyPr/>
                    <a:lstStyle/>
                    <a:p>
                      <a:pPr algn="l"/>
                      <a:r>
                        <a:rPr sz="1000" b="1">
                          <a:solidFill>
                            <a:schemeClr val="bg1"/>
                          </a:solidFill>
                        </a:rPr>
                        <a:t/>
                      </a:r>
                    </a:p>
                  </a:txBody>
                  <a:tcPr marL="54864" marR="54864" marT="18288" marB="18288" anchor="ctr">
                    <a:solidFill>
                      <a:schemeClr val="tx1"/>
                    </a:solidFill>
                  </a:tcPr>
                </a:tc>
                <a:tc>
                  <a:txBody>
                    <a:bodyPr/>
                    <a:lstStyle/>
                    <a:p>
                      <a:pPr algn="ctr"/>
                      <a:r>
                        <a:rPr sz="1000" b="1">
                          <a:solidFill>
                            <a:schemeClr val="bg1"/>
                          </a:solidFill>
                        </a:rPr>
                        <a:t>動くクラス（個）</a:t>
                      </a:r>
                    </a:p>
                  </a:txBody>
                  <a:tcPr marL="54864" marR="54864" marT="18288" marB="18288" anchor="ctr">
                    <a:solidFill>
                      <a:schemeClr val="tx1"/>
                    </a:solidFill>
                  </a:tcPr>
                </a:tc>
                <a:tc>
                  <a:txBody>
                    <a:bodyPr/>
                    <a:lstStyle/>
                    <a:p>
                      <a:pPr algn="ctr"/>
                      <a:r>
                        <a:rPr sz="1000" b="1">
                          <a:solidFill>
                            <a:schemeClr val="bg1"/>
                          </a:solidFill>
                        </a:rPr>
                        <a:t>必要な軸（本）</a:t>
                      </a:r>
                    </a:p>
                  </a:txBody>
                  <a:tcPr marL="54864" marR="54864" marT="18288" marB="18288" anchor="ctr">
                    <a:solidFill>
                      <a:schemeClr val="tx1"/>
                    </a:solidFill>
                  </a:tcPr>
                </a:tc>
                <a:tc>
                  <a:txBody>
                    <a:bodyPr/>
                    <a:lstStyle/>
                    <a:p>
                      <a:pPr algn="ctr"/>
                      <a:r>
                        <a:rPr sz="1000" b="1">
                          <a:solidFill>
                            <a:schemeClr val="bg1"/>
                          </a:solidFill>
                        </a:rPr>
                        <a:t>3本の R²（通常 → この手法）</a:t>
                      </a:r>
                    </a:p>
                  </a:txBody>
                  <a:tcPr marL="54864" marR="54864" marT="18288" marB="18288" anchor="ctr">
                    <a:solidFill>
                      <a:schemeClr val="tx1"/>
                    </a:solidFill>
                  </a:tcPr>
                </a:tc>
              </a:tr>
              <a:tr h="384048">
                <a:tc>
                  <a:txBody>
                    <a:bodyPr/>
                    <a:lstStyle/>
                    <a:p>
                      <a:pPr algn="l"/>
                      <a:r>
                        <a:rPr sz="1000" b="0">
                          <a:solidFill>
                            <a:schemeClr val="tx1"/>
                          </a:solidFill>
                        </a:rPr>
                        <a:t>MLP</a:t>
                      </a:r>
                    </a:p>
                  </a:txBody>
                  <a:tcPr marL="54864" marR="54864" marT="18288" marB="18288" anchor="ctr">
                    <a:solidFill>
                      <a:schemeClr val="bg1"/>
                    </a:solidFill>
                  </a:tcPr>
                </a:tc>
                <a:tc>
                  <a:txBody>
                    <a:bodyPr/>
                    <a:lstStyle/>
                    <a:p>
                      <a:pPr algn="ctr"/>
                      <a:r>
                        <a:rPr sz="1000" b="0">
                          <a:solidFill>
                            <a:schemeClr val="tx1"/>
                          </a:solidFill>
                        </a:rPr>
                        <a:t>3.15</a:t>
                      </a:r>
                    </a:p>
                  </a:txBody>
                  <a:tcPr marL="54864" marR="54864" marT="18288" marB="18288" anchor="ctr">
                    <a:solidFill>
                      <a:schemeClr val="bg1"/>
                    </a:solidFill>
                  </a:tcPr>
                </a:tc>
                <a:tc>
                  <a:txBody>
                    <a:bodyPr/>
                    <a:lstStyle/>
                    <a:p>
                      <a:pPr algn="ctr"/>
                      <a:r>
                        <a:rPr sz="1000" b="0">
                          <a:solidFill>
                            <a:schemeClr val="tx1"/>
                          </a:solidFill>
                        </a:rPr>
                        <a:t>2.09</a:t>
                      </a:r>
                    </a:p>
                  </a:txBody>
                  <a:tcPr marL="54864" marR="54864" marT="18288" marB="18288" anchor="ctr">
                    <a:solidFill>
                      <a:schemeClr val="bg1"/>
                    </a:solidFill>
                  </a:tcPr>
                </a:tc>
                <a:tc>
                  <a:txBody>
                    <a:bodyPr/>
                    <a:lstStyle/>
                    <a:p>
                      <a:pPr algn="ctr"/>
                      <a:r>
                        <a:rPr sz="1000" b="0">
                          <a:solidFill>
                            <a:schemeClr val="tx1"/>
                          </a:solidFill>
                        </a:rPr>
                        <a:t>0.793 → 0.785</a:t>
                      </a:r>
                    </a:p>
                  </a:txBody>
                  <a:tcPr marL="54864" marR="54864" marT="18288" marB="18288" anchor="ctr">
                    <a:solidFill>
                      <a:schemeClr val="bg1"/>
                    </a:solidFill>
                  </a:tcPr>
                </a:tc>
              </a:tr>
              <a:tr h="384048">
                <a:tc>
                  <a:txBody>
                    <a:bodyPr/>
                    <a:lstStyle/>
                    <a:p>
                      <a:pPr algn="l"/>
                      <a:r>
                        <a:rPr sz="1000" b="0">
                          <a:solidFill>
                            <a:schemeClr val="tx1"/>
                          </a:solidFill>
                        </a:rPr>
                        <a:t>ランダムフォレスト</a:t>
                      </a:r>
                    </a:p>
                  </a:txBody>
                  <a:tcPr marL="54864" marR="54864" marT="18288" marB="18288" anchor="ctr">
                    <a:solidFill>
                      <a:schemeClr val="bg2"/>
                    </a:solidFill>
                  </a:tcPr>
                </a:tc>
                <a:tc>
                  <a:txBody>
                    <a:bodyPr/>
                    <a:lstStyle/>
                    <a:p>
                      <a:pPr algn="ctr"/>
                      <a:r>
                        <a:rPr sz="1000" b="0">
                          <a:solidFill>
                            <a:schemeClr val="tx1"/>
                          </a:solidFill>
                        </a:rPr>
                        <a:t>14.31</a:t>
                      </a:r>
                    </a:p>
                  </a:txBody>
                  <a:tcPr marL="54864" marR="54864" marT="18288" marB="18288" anchor="ctr">
                    <a:solidFill>
                      <a:schemeClr val="bg2"/>
                    </a:solidFill>
                  </a:tcPr>
                </a:tc>
                <a:tc>
                  <a:txBody>
                    <a:bodyPr/>
                    <a:lstStyle/>
                    <a:p>
                      <a:pPr algn="ctr"/>
                      <a:r>
                        <a:rPr sz="1000" b="1">
                          <a:solidFill>
                            <a:schemeClr val="accent2"/>
                          </a:solidFill>
                        </a:rPr>
                        <a:t>11.06</a:t>
                      </a:r>
                    </a:p>
                  </a:txBody>
                  <a:tcPr marL="54864" marR="54864" marT="18288" marB="18288" anchor="ctr">
                    <a:solidFill>
                      <a:schemeClr val="bg2"/>
                    </a:solidFill>
                  </a:tcPr>
                </a:tc>
                <a:tc>
                  <a:txBody>
                    <a:bodyPr/>
                    <a:lstStyle/>
                    <a:p>
                      <a:pPr algn="ctr"/>
                      <a:r>
                        <a:rPr sz="1000" b="1">
                          <a:solidFill>
                            <a:schemeClr val="accent2"/>
                          </a:solidFill>
                        </a:rPr>
                        <a:t>0.638 → 0.519</a:t>
                      </a:r>
                    </a:p>
                  </a:txBody>
                  <a:tcPr marL="54864" marR="54864" marT="18288" marB="18288" anchor="ctr">
                    <a:solidFill>
                      <a:schemeClr val="bg2"/>
                    </a:solidFill>
                  </a:tcPr>
                </a:tc>
              </a:tr>
            </a:tbl>
          </a:graphicData>
        </a:graphic>
      </p:graphicFrame>
      <p:sp>
        <p:nvSpPr>
          <p:cNvPr id="22" name="TextBox 21"/>
          <p:cNvSpPr txBox="1"/>
          <p:nvPr/>
        </p:nvSpPr>
        <p:spPr>
          <a:xfrm>
            <a:off x="6583680" y="5650992"/>
            <a:ext cx="4892040" cy="502920"/>
          </a:xfrm>
          <a:prstGeom prst="rect">
            <a:avLst/>
          </a:prstGeom>
          <a:noFill/>
        </p:spPr>
        <p:txBody>
          <a:bodyPr wrap="square" lIns="0" rIns="0" tIns="0" bIns="0" anchor="t">
            <a:spAutoFit/>
          </a:bodyPr>
          <a:lstStyle/>
          <a:p>
            <a:pPr algn="l"/>
            <a:r>
              <a:rPr sz="1000" b="0">
                <a:solidFill>
                  <a:schemeClr val="tx1"/>
                </a:solidFill>
              </a:rPr>
              <a:t>合成データ，20クラス，半径0.15．出力が木の多数決で階段状（ガタガタ）なので，多くのクラスが少しずつ揺れ，少ない軸にも直線にも収まらない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今後の計画と最終ゴール</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sp>
        <p:nvSpPr>
          <p:cNvPr id="4" name="Shape 1"/>
          <p:cNvSpPr/>
          <p:nvPr/>
        </p:nvSpPr>
        <p:spPr>
          <a:xfrm>
            <a:off x="1561865" y="1691640"/>
            <a:ext cx="8457286" cy="0"/>
          </a:xfrm>
          <a:prstGeom prst="line">
            <a:avLst/>
          </a:prstGeom>
          <a:noFill/>
          <a:ln w="25400">
            <a:solidFill>
              <a:schemeClr val="accent5"/>
            </a:solidFill>
            <a:prstDash val="solid"/>
          </a:ln>
        </p:spPr>
        <p:txBody>
          <a:bodyPr/>
          <a:lstStyle/>
          <a:p>
            <a:endParaRPr lang="ja-JP" altLang="en-US"/>
          </a:p>
        </p:txBody>
      </p:sp>
      <p:sp>
        <p:nvSpPr>
          <p:cNvPr id="5" name="Shape 2"/>
          <p:cNvSpPr/>
          <p:nvPr/>
        </p:nvSpPr>
        <p:spPr>
          <a:xfrm>
            <a:off x="1333265"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133326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8" name="Text 5"/>
          <p:cNvSpPr txBox="1"/>
          <p:nvPr/>
        </p:nvSpPr>
        <p:spPr>
          <a:xfrm>
            <a:off x="73152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4152360"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2" name="Text 9"/>
          <p:cNvSpPr txBox="1"/>
          <p:nvPr/>
        </p:nvSpPr>
        <p:spPr>
          <a:xfrm>
            <a:off x="415236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14" name="Text 11"/>
          <p:cNvSpPr txBox="1"/>
          <p:nvPr/>
        </p:nvSpPr>
        <p:spPr>
          <a:xfrm>
            <a:off x="3550615"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仮定が成り立つ範囲</a:t>
            </a:r>
            <a:endParaRPr lang="en-US" sz="1300" dirty="0"/>
          </a:p>
        </p:txBody>
      </p:sp>
      <p:sp>
        <p:nvSpPr>
          <p:cNvPr id="17" name="Shape 14"/>
          <p:cNvSpPr/>
          <p:nvPr/>
        </p:nvSpPr>
        <p:spPr>
          <a:xfrm>
            <a:off x="6971455"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8" name="Text 15"/>
          <p:cNvSpPr txBox="1"/>
          <p:nvPr/>
        </p:nvSpPr>
        <p:spPr>
          <a:xfrm>
            <a:off x="697145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0" name="Text 17"/>
          <p:cNvSpPr txBox="1"/>
          <p:nvPr/>
        </p:nvSpPr>
        <p:spPr>
          <a:xfrm>
            <a:off x="636971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790551"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24" name="Text 21"/>
          <p:cNvSpPr txBox="1"/>
          <p:nvPr/>
        </p:nvSpPr>
        <p:spPr>
          <a:xfrm>
            <a:off x="9790551"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6" name="Text 23"/>
          <p:cNvSpPr txBox="1"/>
          <p:nvPr/>
        </p:nvSpPr>
        <p:spPr>
          <a:xfrm>
            <a:off x="9188806"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noFill/>
          <a:ln w="28575">
            <a:solidFill>
              <a:schemeClr val="tx1"/>
            </a:solidFill>
            <a:prstDash val="solid"/>
          </a:ln>
        </p:spPr>
        <p:txBody>
          <a:bodyPr/>
          <a:lstStyle/>
          <a:p>
            <a:endParaRPr lang="ja-JP" altLang="en-US"/>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marL="0" indent="0">
              <a:buNone/>
            </a:pPr>
            <a:r>
              <a:rPr lang="en-US" sz="1600" b="1" dirty="0">
                <a:solidFill>
                  <a:schemeClr val="tx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52</TotalTime>
  <Words>3192</Words>
  <Application>Microsoft Macintosh PowerPoint</Application>
  <PresentationFormat>ワイド画面</PresentationFormat>
  <Paragraphs>679</Paragraphs>
  <Slides>33</Slides>
  <Notes>33</Notes>
  <HiddenSlides>3</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33</vt:i4>
      </vt:variant>
    </vt:vector>
  </HeadingPairs>
  <TitlesOfParts>
    <vt:vector size="38" baseType="lpstr">
      <vt:lpstr>游ゴシック</vt:lpstr>
      <vt:lpstr>游ゴシック Light</vt:lpstr>
      <vt:lpstr>Arial</vt:lpstr>
      <vt:lpstr>Wingdings</vt:lpstr>
      <vt:lpstr>Office テーマ</vt:lpstr>
      <vt:lpstr>多クラスに適用するLIME</vt:lpstr>
      <vt:lpstr>目次</vt:lpstr>
      <vt:lpstr>今日の問い</vt:lpstr>
      <vt:lpstr>目次</vt:lpstr>
      <vt:lpstr>LIMEのおさらい（1）摂動画像を作る</vt:lpstr>
      <vt:lpstr>LIMEのおさらい（2）線形回帰してヒートマップにする</vt:lpstr>
      <vt:lpstr>多クラス分類でのLIMEのやり方</vt:lpstr>
      <vt:lpstr>問題点</vt:lpstr>
      <vt:lpstr>説明をまとめる2つの方向</vt:lpstr>
      <vt:lpstr>発想</vt:lpstr>
      <vt:lpstr>目標とする説明</vt:lpstr>
      <vt:lpstr>目次</vt:lpstr>
      <vt:lpstr>手法</vt:lpstr>
      <vt:lpstr>上位2クラスのLIMEとの違い</vt:lpstr>
      <vt:lpstr>成り立つための仮定</vt:lpstr>
      <vt:lpstr>目次</vt:lpstr>
      <vt:lpstr>仮定1の確かめ方（1）動くクラスの数</vt:lpstr>
      <vt:lpstr>仮定1の確かめ方（2）必要な軸の数</vt:lpstr>
      <vt:lpstr>実験の設定</vt:lpstr>
      <vt:lpstr>忠実さの測り方　決定係数 R²</vt:lpstr>
      <vt:lpstr>結果1　局所的には少数の方向にしか動かない</vt:lpstr>
      <vt:lpstr>結果2　通常のLIMEに劣らないか</vt:lpstr>
      <vt:lpstr>目次</vt:lpstr>
      <vt:lpstr>課題</vt:lpstr>
      <vt:lpstr>今後の計画と最終ゴール</vt:lpstr>
      <vt:lpstr>まとめ</vt:lpstr>
      <vt:lpstr>付録E　テーブルデータ（1）局所的な直線を引く</vt:lpstr>
      <vt:lpstr>付録F　テーブルデータ（2）クラスごとに直線を引く</vt:lpstr>
      <vt:lpstr>付録G　テーブルデータ（3）クラスごとの説明を並べる</vt:lpstr>
      <vt:lpstr>付録A　記号と用語</vt:lpstr>
      <vt:lpstr>付録B　通常のLIMEとの関係</vt:lpstr>
      <vt:lpstr>付録C　想定質問</vt:lpstr>
      <vt:lpstr>付録D　合成データでの結果</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池亀　颯太</cp:lastModifiedBy>
  <cp:revision>4</cp:revision>
  <dcterms:created xsi:type="dcterms:W3CDTF">2026-10-03T11:29:05Z</dcterms:created>
  <dcterms:modified xsi:type="dcterms:W3CDTF">2026-10-05T04:08:47Z</dcterms:modified>
</cp:coreProperties>
</file>