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ebddfecb-f9cf-4067-f711-73db37c6e2b8}">
          <p14:sldIdLst>
            <p14:sldId id="256"/>
            <p14:sldId id="257"/>
            <p14:sldId id="258"/>
          </p14:sldIdLst>
        </p14:section>
        <p14:section name="問題と発想" id="{b98328f1-1d2f-1975-2068-92939e978fe1}">
          <p14:sldIdLst>
            <p14:sldId id="259"/>
            <p14:sldId id="260"/>
            <p14:sldId id="261"/>
            <p14:sldId id="262"/>
            <p14:sldId id="263"/>
            <p14:sldId id="264"/>
            <p14:sldId id="265"/>
            <p14:sldId id="266"/>
          </p14:sldIdLst>
        </p14:section>
        <p14:section name="手法と仮定" id="{becdca00-49ae-862b-3636-9b464be66232}">
          <p14:sldIdLst>
            <p14:sldId id="267"/>
            <p14:sldId id="268"/>
            <p14:sldId id="269"/>
            <p14:sldId id="270"/>
          </p14:sldIdLst>
        </p14:section>
        <p14:section name="実験" id="{6473c8d2-9eb7-7be5-65ea-cd0e9130c72a}">
          <p14:sldIdLst>
            <p14:sldId id="271"/>
            <p14:sldId id="272"/>
            <p14:sldId id="273"/>
            <p14:sldId id="274"/>
            <p14:sldId id="275"/>
            <p14:sldId id="276"/>
            <p14:sldId id="277"/>
          </p14:sldIdLst>
        </p14:section>
        <p14:section name="課題と今後" id="{52e529c2-4a1f-0fd2-7081-a933e8d1aa35}">
          <p14:sldIdLst>
            <p14:sldId id="278"/>
            <p14:sldId id="279"/>
            <p14:sldId id="280"/>
            <p14:sldId id="281"/>
          </p14:sldIdLst>
        </p14:section>
        <p14:section name="付録" id="{ff98b60f-b89b-9d5e-b271-929f3b9e2c78}">
          <p14:sldIdLst>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433"/>
                </a:solidFill>
                <a:latin typeface="+mn-lt"/>
              </a:defRPr>
            </a:pPr>
            <a:r>
              <a:rPr sz="1300" b="0" i="0" u="none" strike="noStrike">
                <a:solidFill>
                  <a:srgbClr val="1D2433"/>
                </a:solidFill>
                <a:latin typeface="+mn-lt"/>
              </a:rPr>
              <a:t>AIの出力（各数字の確率、例）</a:t>
            </a:r>
          </a:p>
        </c:rich>
      </c:tx>
      <c:layout/>
      <c:overlay val="0"/>
    </c:title>
    <c:autoTitleDeleted val="0"/>
    <c:plotArea>
      <c:layout/>
      <c:barChart>
        <c:barDir val="col"/>
        <c:grouping val="clustered"/>
        <c:varyColors val="0"/>
        <c:ser>
          <c:idx val="0"/>
          <c:order val="0"/>
          <c:tx>
            <c:strRef>
              <c:f>Sheet1!$B$1</c:f>
              <c:strCache>
                <c:ptCount val="1"/>
                <c:pt idx="0">
                  <c:v>確率</c:v>
                </c:pt>
              </c:strCache>
            </c:strRef>
          </c:tx>
          <c:spPr>
            <a:solidFill>
              <a:srgbClr val="2F78A8"/>
            </a:solidFill>
            <a:effectLst/>
          </c:spPr>
          <c:invertIfNegative val="0"/>
          <c:dLbls>
            <c:numFmt formatCode="0.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dPt>
            <c:idx val="0"/>
            <c:invertIfNegative val="0"/>
            <c:bubble3D val="0"/>
            <c:spPr>
              <a:solidFill>
                <a:srgbClr val="2F78A8"/>
              </a:solidFill>
              <a:effectLst/>
            </c:spPr>
          </c:dPt>
          <c:dPt>
            <c:idx val="1"/>
            <c:invertIfNegative val="0"/>
            <c:bubble3D val="0"/>
            <c:spPr>
              <a:solidFill>
                <a:srgbClr val="9AA3B2"/>
              </a:solidFill>
              <a:effectLst/>
            </c:spPr>
          </c:dPt>
          <c:dPt>
            <c:idx val="2"/>
            <c:invertIfNegative val="0"/>
            <c:bubble3D val="0"/>
            <c:spPr>
              <a:solidFill>
                <a:srgbClr val="9AA3B2"/>
              </a:solidFill>
              <a:effectLst/>
            </c:spPr>
          </c:dPt>
          <c:dPt>
            <c:idx val="3"/>
            <c:invertIfNegative val="0"/>
            <c:bubble3D val="0"/>
            <c:spPr>
              <a:solidFill>
                <a:srgbClr val="9AA3B2"/>
              </a:solidFill>
              <a:effectLst/>
            </c:spPr>
          </c:dPt>
          <c:dPt>
            <c:idx val="4"/>
            <c:invertIfNegative val="0"/>
            <c:bubble3D val="0"/>
            <c:spPr>
              <a:solidFill>
                <a:srgbClr val="9AA3B2"/>
              </a:solidFill>
              <a:effectLst/>
            </c:spPr>
          </c:dPt>
          <c:dPt>
            <c:idx val="5"/>
            <c:invertIfNegative val="0"/>
            <c:bubble3D val="0"/>
            <c:spPr>
              <a:solidFill>
                <a:srgbClr val="9AA3B2"/>
              </a:solidFill>
              <a:effectLst/>
            </c:spPr>
          </c:dPt>
          <c:dPt>
            <c:idx val="6"/>
            <c:invertIfNegative val="0"/>
            <c:bubble3D val="0"/>
            <c:spPr>
              <a:solidFill>
                <a:srgbClr val="D9532B"/>
              </a:solidFill>
              <a:effectLst/>
            </c:spPr>
          </c:dPt>
          <c:dPt>
            <c:idx val="7"/>
            <c:invertIfNegative val="0"/>
            <c:bubble3D val="0"/>
            <c:spPr>
              <a:solidFill>
                <a:srgbClr val="9AA3B2"/>
              </a:solidFill>
              <a:effectLst/>
            </c:spPr>
          </c:dPt>
          <c:dPt>
            <c:idx val="8"/>
            <c:invertIfNegative val="0"/>
            <c:bubble3D val="0"/>
            <c:spPr>
              <a:solidFill>
                <a:srgbClr val="9AA3B2"/>
              </a:solidFill>
              <a:effectLst/>
            </c:spPr>
          </c:dPt>
          <c:dPt>
            <c:idx val="9"/>
            <c:invertIfNegative val="0"/>
            <c:bubble3D val="0"/>
            <c:spPr>
              <a:solidFill>
                <a:srgbClr val="E3A21A"/>
              </a:solidFill>
              <a:effectLst/>
            </c:spPr>
          </c:dPt>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0.4</c:v>
                </c:pt>
                <c:pt idx="1">
                  <c:v>0.007</c:v>
                </c:pt>
                <c:pt idx="2">
                  <c:v>0.007</c:v>
                </c:pt>
                <c:pt idx="3">
                  <c:v>0.007</c:v>
                </c:pt>
                <c:pt idx="4">
                  <c:v>0.007</c:v>
                </c:pt>
                <c:pt idx="5">
                  <c:v>0.007</c:v>
                </c:pt>
                <c:pt idx="6">
                  <c:v>0.5</c:v>
                </c:pt>
                <c:pt idx="7">
                  <c:v>0.008</c:v>
                </c:pt>
                <c:pt idx="8">
                  <c:v>0.007</c:v>
                </c:pt>
                <c:pt idx="9">
                  <c:v>0.05</c:v>
                </c:pt>
              </c:numCache>
            </c:numRef>
          </c:val>
        </c:ser>
        <c:dLbls>
          <c:numFmt formatCode="0.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9525" cap="flat">
              <a:solidFill>
                <a:srgbClr val="DDE2EA"/>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433"/>
                </a:solidFill>
                <a:latin typeface="+mn-lt"/>
              </a:defRPr>
            </a:pPr>
            <a:r>
              <a:rPr sz="1300" b="0" i="0" u="none" strike="noStrike">
                <a:solidFill>
                  <a:srgbClr val="1D2433"/>
                </a:solidFill>
                <a:latin typeface="+mn-lt"/>
              </a:rPr>
              <a:t>0と6だけが動く → 直線上</a:t>
            </a:r>
          </a:p>
        </c:rich>
      </c:tx>
      <c:layout/>
      <c:overlay val="0"/>
    </c:title>
    <c:autoTitleDeleted val="0"/>
    <c:plotArea>
      <c:layout/>
      <c:scatterChart>
        <c:scatterStyle val="lineMarker"/>
        <c:varyColors val="0"/>
        <c:ser>
          <c:idx val="0"/>
          <c:order val="0"/>
          <c:tx>
            <c:strRef>
              <c:f>Sheet1!$B$1</c:f>
              <c:strCache>
                <c:ptCount val="1"/>
                <c:pt idx="0">
                  <c:v>6</c:v>
                </c:pt>
              </c:strCache>
            </c:strRef>
          </c:tx>
          <c:spPr>
            <a:solidFill>
              <a:srgbClr val="D9532B"/>
            </a:solidFill>
            <a:ln>
              <a:noFill/>
            </a:ln>
            <a:effectLst/>
          </c:spPr>
          <c:marker>
            <c:symbol val="circle"/>
            <c:size val="6"/>
            <c:spPr>
              <a:solidFill>
                <a:srgbClr val="D9532B"/>
              </a:solidFill>
              <a:ln w="9525" cap="flat">
                <a:solidFill>
                  <a:srgbClr val="D9532B"/>
                </a:solidFill>
                <a:prstDash val="solid"/>
                <a:round/>
              </a:ln>
              <a:effectLst/>
            </c:spPr>
          </c:marker>
          <c:xVal>
            <c:numRef>
              <c:f>Sheet1!$A$2:$A$41</c:f>
              <c:numCache>
                <c:formatCode>General</c:formatCode>
                <c:ptCount val="40"/>
                <c:pt idx="0">
                  <c:v>0.273</c:v>
                </c:pt>
                <c:pt idx="1">
                  <c:v>0.533</c:v>
                </c:pt>
                <c:pt idx="2">
                  <c:v>0.383</c:v>
                </c:pt>
                <c:pt idx="3">
                  <c:v>0.438</c:v>
                </c:pt>
                <c:pt idx="4">
                  <c:v>0.414</c:v>
                </c:pt>
                <c:pt idx="5">
                  <c:v>0.362</c:v>
                </c:pt>
                <c:pt idx="6">
                  <c:v>0.5</c:v>
                </c:pt>
                <c:pt idx="7">
                  <c:v>0.349</c:v>
                </c:pt>
                <c:pt idx="8">
                  <c:v>0.412</c:v>
                </c:pt>
                <c:pt idx="9">
                  <c:v>0.541</c:v>
                </c:pt>
                <c:pt idx="10">
                  <c:v>0.496</c:v>
                </c:pt>
                <c:pt idx="11">
                  <c:v>0.304</c:v>
                </c:pt>
                <c:pt idx="12">
                  <c:v>0.549</c:v>
                </c:pt>
                <c:pt idx="13">
                  <c:v>0.495</c:v>
                </c:pt>
                <c:pt idx="14">
                  <c:v>0.417</c:v>
                </c:pt>
                <c:pt idx="15">
                  <c:v>0.272</c:v>
                </c:pt>
                <c:pt idx="16">
                  <c:v>0.42</c:v>
                </c:pt>
                <c:pt idx="17">
                  <c:v>0.357</c:v>
                </c:pt>
                <c:pt idx="18">
                  <c:v>0.453</c:v>
                </c:pt>
                <c:pt idx="19">
                  <c:v>0.322</c:v>
                </c:pt>
                <c:pt idx="20">
                  <c:v>0.383</c:v>
                </c:pt>
                <c:pt idx="21">
                  <c:v>0.352</c:v>
                </c:pt>
                <c:pt idx="22">
                  <c:v>0.376</c:v>
                </c:pt>
                <c:pt idx="23">
                  <c:v>0.291</c:v>
                </c:pt>
                <c:pt idx="24">
                  <c:v>0.349</c:v>
                </c:pt>
                <c:pt idx="25">
                  <c:v>0.399</c:v>
                </c:pt>
                <c:pt idx="26">
                  <c:v>0.25</c:v>
                </c:pt>
                <c:pt idx="27">
                  <c:v>0.299</c:v>
                </c:pt>
                <c:pt idx="28">
                  <c:v>0.376</c:v>
                </c:pt>
                <c:pt idx="29">
                  <c:v>0.254</c:v>
                </c:pt>
                <c:pt idx="30">
                  <c:v>0.333</c:v>
                </c:pt>
                <c:pt idx="31">
                  <c:v>0.464</c:v>
                </c:pt>
                <c:pt idx="32">
                  <c:v>0.425</c:v>
                </c:pt>
                <c:pt idx="33">
                  <c:v>0.49</c:v>
                </c:pt>
                <c:pt idx="34">
                  <c:v>0.377</c:v>
                </c:pt>
                <c:pt idx="35">
                  <c:v>0.256</c:v>
                </c:pt>
                <c:pt idx="36">
                  <c:v>0.274</c:v>
                </c:pt>
                <c:pt idx="37">
                  <c:v>0.391</c:v>
                </c:pt>
                <c:pt idx="38">
                  <c:v>0.48</c:v>
                </c:pt>
                <c:pt idx="39">
                  <c:v>0.429</c:v>
                </c:pt>
              </c:numCache>
            </c:numRef>
          </c:xVal>
          <c:yVal>
            <c:numRef>
              <c:f>Sheet1!$B$2:$B$41</c:f>
              <c:numCache>
                <c:formatCode>General</c:formatCode>
                <c:ptCount val="40"/>
                <c:pt idx="0">
                  <c:v>0.627</c:v>
                </c:pt>
                <c:pt idx="1">
                  <c:v>0.367</c:v>
                </c:pt>
                <c:pt idx="2">
                  <c:v>0.517</c:v>
                </c:pt>
                <c:pt idx="3">
                  <c:v>0.462</c:v>
                </c:pt>
                <c:pt idx="4">
                  <c:v>0.486</c:v>
                </c:pt>
                <c:pt idx="5">
                  <c:v>0.538</c:v>
                </c:pt>
                <c:pt idx="6">
                  <c:v>0.4</c:v>
                </c:pt>
                <c:pt idx="7">
                  <c:v>0.551</c:v>
                </c:pt>
                <c:pt idx="8">
                  <c:v>0.488</c:v>
                </c:pt>
                <c:pt idx="9">
                  <c:v>0.359</c:v>
                </c:pt>
                <c:pt idx="10">
                  <c:v>0.404</c:v>
                </c:pt>
                <c:pt idx="11">
                  <c:v>0.596</c:v>
                </c:pt>
                <c:pt idx="12">
                  <c:v>0.351</c:v>
                </c:pt>
                <c:pt idx="13">
                  <c:v>0.405</c:v>
                </c:pt>
                <c:pt idx="14">
                  <c:v>0.483</c:v>
                </c:pt>
                <c:pt idx="15">
                  <c:v>0.628</c:v>
                </c:pt>
                <c:pt idx="16">
                  <c:v>0.48</c:v>
                </c:pt>
                <c:pt idx="17">
                  <c:v>0.543</c:v>
                </c:pt>
                <c:pt idx="18">
                  <c:v>0.447</c:v>
                </c:pt>
                <c:pt idx="19">
                  <c:v>0.578</c:v>
                </c:pt>
                <c:pt idx="20">
                  <c:v>0.517</c:v>
                </c:pt>
                <c:pt idx="21">
                  <c:v>0.548</c:v>
                </c:pt>
                <c:pt idx="22">
                  <c:v>0.524</c:v>
                </c:pt>
                <c:pt idx="23">
                  <c:v>0.609</c:v>
                </c:pt>
                <c:pt idx="24">
                  <c:v>0.551</c:v>
                </c:pt>
                <c:pt idx="25">
                  <c:v>0.501</c:v>
                </c:pt>
                <c:pt idx="26">
                  <c:v>0.65</c:v>
                </c:pt>
                <c:pt idx="27">
                  <c:v>0.601</c:v>
                </c:pt>
                <c:pt idx="28">
                  <c:v>0.524</c:v>
                </c:pt>
                <c:pt idx="29">
                  <c:v>0.646</c:v>
                </c:pt>
                <c:pt idx="30">
                  <c:v>0.567</c:v>
                </c:pt>
                <c:pt idx="31">
                  <c:v>0.436</c:v>
                </c:pt>
                <c:pt idx="32">
                  <c:v>0.475</c:v>
                </c:pt>
                <c:pt idx="33">
                  <c:v>0.41</c:v>
                </c:pt>
                <c:pt idx="34">
                  <c:v>0.523</c:v>
                </c:pt>
                <c:pt idx="35">
                  <c:v>0.644</c:v>
                </c:pt>
                <c:pt idx="36">
                  <c:v>0.626</c:v>
                </c:pt>
                <c:pt idx="37">
                  <c:v>0.509</c:v>
                </c:pt>
                <c:pt idx="38">
                  <c:v>0.42</c:v>
                </c:pt>
                <c:pt idx="39">
                  <c:v>0.471</c:v>
                </c:pt>
              </c:numCache>
            </c:numRef>
          </c:yVal>
          <c:smooth val="0"/>
        </c:ser>
        <c:dLbls>
          <c:numFmt formatCode="General" sourceLinked="0"/>
          <c:txPr>
            <a:bodyPr/>
            <a:lstStyle/>
            <a:p>
              <a:pPr>
                <a:defRPr b="0" i="0" strike="noStrike" sz="1100" u="none">
                  <a:solidFill>
                    <a:srgbClr val="1D24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7"/>
          <c:min val="0.1"/>
        </c:scaling>
        <c:delete val="0"/>
        <c:axPos val="b"/>
        <c:title>
          <c:tx>
            <c:rich>
              <a:bodyPr/>
              <a:lstStyle/>
              <a:p>
                <a:pPr>
                  <a:defRPr sz="1100" b="0" i="0" u="none" strike="noStrike">
                    <a:solidFill>
                      <a:srgbClr val="4A5568"/>
                    </a:solidFill>
                    <a:latin typeface="Arial"/>
                  </a:defRPr>
                </a:pPr>
                <a:r>
                  <a:rPr sz="1100" b="0" i="0" u="none" strike="noStrike">
                    <a:solidFill>
                      <a:srgbClr val="4A5568"/>
                    </a:solidFill>
                    <a:latin typeface="Arial"/>
                  </a:rPr>
                  <a:t>0の確率</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valAx>
      <c:valAx>
        <c:axId val="2094734552"/>
        <c:scaling>
          <c:orientation val="minMax"/>
          <c:max val="0.8"/>
          <c:min val="0.2"/>
        </c:scaling>
        <c:delete val="0"/>
        <c:axPos val="l"/>
        <c:majorGridlines>
          <c:spPr>
            <a:ln w="9525" cap="flat">
              <a:solidFill>
                <a:srgbClr val="DDE2EA"/>
              </a:solidFill>
              <a:prstDash val="solid"/>
              <a:round/>
            </a:ln>
          </c:spPr>
        </c:majorGridlines>
        <c:title>
          <c:tx>
            <c:rich>
              <a:bodyPr/>
              <a:lstStyle/>
              <a:p>
                <a:pPr>
                  <a:defRPr sz="1100" b="0" i="0" u="none" strike="noStrike">
                    <a:solidFill>
                      <a:srgbClr val="4A5568"/>
                    </a:solidFill>
                    <a:latin typeface="Arial"/>
                  </a:defRPr>
                </a:pPr>
                <a:r>
                  <a:rPr sz="1100" b="0" i="0" u="none" strike="noStrike">
                    <a:solidFill>
                      <a:srgbClr val="4A5568"/>
                    </a:solidFill>
                    <a:latin typeface="Arial"/>
                  </a:rPr>
                  <a:t>6の確率</a:t>
                </a:r>
              </a:p>
            </c:rich>
          </c:tx>
          <c:layout/>
          <c:overlay val="0"/>
        </c:title>
        <c:numFmt formatCode="0.0" sourceLinked="0"/>
        <c:majorTickMark val="none"/>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433"/>
                </a:solidFill>
                <a:latin typeface="+mn-lt"/>
              </a:defRPr>
            </a:pPr>
            <a:r>
              <a:rPr sz="1300" b="0" i="0" u="none" strike="noStrike">
                <a:solidFill>
                  <a:srgbClr val="1D2433"/>
                </a:solidFill>
                <a:latin typeface="+mn-lt"/>
              </a:rPr>
              <a:t>9も動く → 平面に広がる</a:t>
            </a:r>
          </a:p>
        </c:rich>
      </c:tx>
      <c:layout/>
      <c:overlay val="0"/>
    </c:title>
    <c:autoTitleDeleted val="0"/>
    <c:plotArea>
      <c:layout/>
      <c:scatterChart>
        <c:scatterStyle val="lineMarker"/>
        <c:varyColors val="0"/>
        <c:ser>
          <c:idx val="0"/>
          <c:order val="0"/>
          <c:tx>
            <c:strRef>
              <c:f>Sheet1!$B$1</c:f>
              <c:strCache>
                <c:ptCount val="1"/>
                <c:pt idx="0">
                  <c:v>6</c:v>
                </c:pt>
              </c:strCache>
            </c:strRef>
          </c:tx>
          <c:spPr>
            <a:solidFill>
              <a:srgbClr val="E3A21A"/>
            </a:solidFill>
            <a:ln>
              <a:noFill/>
            </a:ln>
            <a:effectLst/>
          </c:spPr>
          <c:marker>
            <c:symbol val="circle"/>
            <c:size val="6"/>
            <c:spPr>
              <a:solidFill>
                <a:srgbClr val="E3A21A"/>
              </a:solidFill>
              <a:ln w="9525" cap="flat">
                <a:solidFill>
                  <a:srgbClr val="E3A21A"/>
                </a:solidFill>
                <a:prstDash val="solid"/>
                <a:round/>
              </a:ln>
              <a:effectLst/>
            </c:spPr>
          </c:marker>
          <c:xVal>
            <c:numRef>
              <c:f>Sheet1!$A$2:$A$41</c:f>
              <c:numCache>
                <c:formatCode>General</c:formatCode>
                <c:ptCount val="40"/>
                <c:pt idx="0">
                  <c:v>0.273</c:v>
                </c:pt>
                <c:pt idx="1">
                  <c:v>0.533</c:v>
                </c:pt>
                <c:pt idx="2">
                  <c:v>0.383</c:v>
                </c:pt>
                <c:pt idx="3">
                  <c:v>0.438</c:v>
                </c:pt>
                <c:pt idx="4">
                  <c:v>0.414</c:v>
                </c:pt>
                <c:pt idx="5">
                  <c:v>0.362</c:v>
                </c:pt>
                <c:pt idx="6">
                  <c:v>0.5</c:v>
                </c:pt>
                <c:pt idx="7">
                  <c:v>0.349</c:v>
                </c:pt>
                <c:pt idx="8">
                  <c:v>0.412</c:v>
                </c:pt>
                <c:pt idx="9">
                  <c:v>0.541</c:v>
                </c:pt>
                <c:pt idx="10">
                  <c:v>0.496</c:v>
                </c:pt>
                <c:pt idx="11">
                  <c:v>0.304</c:v>
                </c:pt>
                <c:pt idx="12">
                  <c:v>0.549</c:v>
                </c:pt>
                <c:pt idx="13">
                  <c:v>0.495</c:v>
                </c:pt>
                <c:pt idx="14">
                  <c:v>0.417</c:v>
                </c:pt>
                <c:pt idx="15">
                  <c:v>0.272</c:v>
                </c:pt>
                <c:pt idx="16">
                  <c:v>0.42</c:v>
                </c:pt>
                <c:pt idx="17">
                  <c:v>0.357</c:v>
                </c:pt>
                <c:pt idx="18">
                  <c:v>0.453</c:v>
                </c:pt>
                <c:pt idx="19">
                  <c:v>0.322</c:v>
                </c:pt>
                <c:pt idx="20">
                  <c:v>0.383</c:v>
                </c:pt>
                <c:pt idx="21">
                  <c:v>0.352</c:v>
                </c:pt>
                <c:pt idx="22">
                  <c:v>0.376</c:v>
                </c:pt>
                <c:pt idx="23">
                  <c:v>0.291</c:v>
                </c:pt>
                <c:pt idx="24">
                  <c:v>0.349</c:v>
                </c:pt>
                <c:pt idx="25">
                  <c:v>0.399</c:v>
                </c:pt>
                <c:pt idx="26">
                  <c:v>0.25</c:v>
                </c:pt>
                <c:pt idx="27">
                  <c:v>0.299</c:v>
                </c:pt>
                <c:pt idx="28">
                  <c:v>0.376</c:v>
                </c:pt>
                <c:pt idx="29">
                  <c:v>0.254</c:v>
                </c:pt>
                <c:pt idx="30">
                  <c:v>0.333</c:v>
                </c:pt>
                <c:pt idx="31">
                  <c:v>0.464</c:v>
                </c:pt>
                <c:pt idx="32">
                  <c:v>0.425</c:v>
                </c:pt>
                <c:pt idx="33">
                  <c:v>0.49</c:v>
                </c:pt>
                <c:pt idx="34">
                  <c:v>0.377</c:v>
                </c:pt>
                <c:pt idx="35">
                  <c:v>0.256</c:v>
                </c:pt>
                <c:pt idx="36">
                  <c:v>0.274</c:v>
                </c:pt>
                <c:pt idx="37">
                  <c:v>0.391</c:v>
                </c:pt>
                <c:pt idx="38">
                  <c:v>0.48</c:v>
                </c:pt>
                <c:pt idx="39">
                  <c:v>0.429</c:v>
                </c:pt>
              </c:numCache>
            </c:numRef>
          </c:xVal>
          <c:yVal>
            <c:numRef>
              <c:f>Sheet1!$B$2:$B$41</c:f>
              <c:numCache>
                <c:formatCode>General</c:formatCode>
                <c:ptCount val="40"/>
                <c:pt idx="0">
                  <c:v>0.667</c:v>
                </c:pt>
                <c:pt idx="1">
                  <c:v>0.426</c:v>
                </c:pt>
                <c:pt idx="2">
                  <c:v>0.523</c:v>
                </c:pt>
                <c:pt idx="3">
                  <c:v>0.536</c:v>
                </c:pt>
                <c:pt idx="4">
                  <c:v>0.553</c:v>
                </c:pt>
                <c:pt idx="5">
                  <c:v>0.498</c:v>
                </c:pt>
                <c:pt idx="6">
                  <c:v>0.328</c:v>
                </c:pt>
                <c:pt idx="7">
                  <c:v>0.524</c:v>
                </c:pt>
                <c:pt idx="8">
                  <c:v>0.442</c:v>
                </c:pt>
                <c:pt idx="9">
                  <c:v>0.301</c:v>
                </c:pt>
                <c:pt idx="10">
                  <c:v>0.328</c:v>
                </c:pt>
                <c:pt idx="11">
                  <c:v>0.58</c:v>
                </c:pt>
                <c:pt idx="12">
                  <c:v>0.3</c:v>
                </c:pt>
                <c:pt idx="13">
                  <c:v>0.481</c:v>
                </c:pt>
                <c:pt idx="14">
                  <c:v>0.56</c:v>
                </c:pt>
                <c:pt idx="15">
                  <c:v>0.668</c:v>
                </c:pt>
                <c:pt idx="16">
                  <c:v>0.524</c:v>
                </c:pt>
                <c:pt idx="17">
                  <c:v>0.586</c:v>
                </c:pt>
                <c:pt idx="18">
                  <c:v>0.453</c:v>
                </c:pt>
                <c:pt idx="19">
                  <c:v>0.626</c:v>
                </c:pt>
                <c:pt idx="20">
                  <c:v>0.437</c:v>
                </c:pt>
                <c:pt idx="21">
                  <c:v>0.527</c:v>
                </c:pt>
                <c:pt idx="22">
                  <c:v>0.463</c:v>
                </c:pt>
                <c:pt idx="23">
                  <c:v>0.531</c:v>
                </c:pt>
                <c:pt idx="24">
                  <c:v>0.542</c:v>
                </c:pt>
                <c:pt idx="25">
                  <c:v>0.501</c:v>
                </c:pt>
                <c:pt idx="26">
                  <c:v>0.591</c:v>
                </c:pt>
                <c:pt idx="27">
                  <c:v>0.577</c:v>
                </c:pt>
                <c:pt idx="28">
                  <c:v>0.587</c:v>
                </c:pt>
                <c:pt idx="29">
                  <c:v>0.651</c:v>
                </c:pt>
                <c:pt idx="30">
                  <c:v>0.625</c:v>
                </c:pt>
                <c:pt idx="31">
                  <c:v>0.481</c:v>
                </c:pt>
                <c:pt idx="32">
                  <c:v>0.49</c:v>
                </c:pt>
                <c:pt idx="33">
                  <c:v>0.428</c:v>
                </c:pt>
                <c:pt idx="34">
                  <c:v>0.601</c:v>
                </c:pt>
                <c:pt idx="35">
                  <c:v>0.599</c:v>
                </c:pt>
                <c:pt idx="36">
                  <c:v>0.561</c:v>
                </c:pt>
                <c:pt idx="37">
                  <c:v>0.497</c:v>
                </c:pt>
                <c:pt idx="38">
                  <c:v>0.355</c:v>
                </c:pt>
                <c:pt idx="39">
                  <c:v>0.405</c:v>
                </c:pt>
              </c:numCache>
            </c:numRef>
          </c:yVal>
          <c:smooth val="0"/>
        </c:ser>
        <c:dLbls>
          <c:numFmt formatCode="General" sourceLinked="0"/>
          <c:txPr>
            <a:bodyPr/>
            <a:lstStyle/>
            <a:p>
              <a:pPr>
                <a:defRPr b="0" i="0" strike="noStrike" sz="1100" u="none">
                  <a:solidFill>
                    <a:srgbClr val="1D24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7"/>
          <c:min val="0.1"/>
        </c:scaling>
        <c:delete val="0"/>
        <c:axPos val="b"/>
        <c:title>
          <c:tx>
            <c:rich>
              <a:bodyPr/>
              <a:lstStyle/>
              <a:p>
                <a:pPr>
                  <a:defRPr sz="1100" b="0" i="0" u="none" strike="noStrike">
                    <a:solidFill>
                      <a:srgbClr val="4A5568"/>
                    </a:solidFill>
                    <a:latin typeface="Arial"/>
                  </a:defRPr>
                </a:pPr>
                <a:r>
                  <a:rPr sz="1100" b="0" i="0" u="none" strike="noStrike">
                    <a:solidFill>
                      <a:srgbClr val="4A5568"/>
                    </a:solidFill>
                    <a:latin typeface="Arial"/>
                  </a:rPr>
                  <a:t>0の確率</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valAx>
      <c:valAx>
        <c:axId val="2094734552"/>
        <c:scaling>
          <c:orientation val="minMax"/>
          <c:max val="0.8"/>
          <c:min val="0.2"/>
        </c:scaling>
        <c:delete val="0"/>
        <c:axPos val="l"/>
        <c:majorGridlines>
          <c:spPr>
            <a:ln w="9525" cap="flat">
              <a:solidFill>
                <a:srgbClr val="DDE2EA"/>
              </a:solidFill>
              <a:prstDash val="solid"/>
              <a:round/>
            </a:ln>
          </c:spPr>
        </c:majorGridlines>
        <c:title>
          <c:tx>
            <c:rich>
              <a:bodyPr/>
              <a:lstStyle/>
              <a:p>
                <a:pPr>
                  <a:defRPr sz="1100" b="0" i="0" u="none" strike="noStrike">
                    <a:solidFill>
                      <a:srgbClr val="4A5568"/>
                    </a:solidFill>
                    <a:latin typeface="Arial"/>
                  </a:defRPr>
                </a:pPr>
                <a:r>
                  <a:rPr sz="1100" b="0" i="0" u="none" strike="noStrike">
                    <a:solidFill>
                      <a:srgbClr val="4A5568"/>
                    </a:solidFill>
                    <a:latin typeface="Arial"/>
                  </a:rPr>
                  <a:t>6の確率</a:t>
                </a:r>
              </a:p>
            </c:rich>
          </c:tx>
          <c:layout/>
          <c:overlay val="0"/>
        </c:title>
        <c:numFmt formatCode="0.0" sourceLinked="0"/>
        <c:majorTickMark val="none"/>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433"/>
                </a:solidFill>
                <a:latin typeface="+mn-lt"/>
              </a:defRPr>
            </a:pPr>
            <a:r>
              <a:rPr sz="1300" b="0" i="0" u="none" strike="noStrike">
                <a:solidFill>
                  <a:srgbClr val="1D2433"/>
                </a:solidFill>
                <a:latin typeface="+mn-lt"/>
              </a:rPr>
              <a:t>クラスごとのずれの割合（%、600点分の合計）</a:t>
            </a:r>
          </a:p>
        </c:rich>
      </c:tx>
      <c:layout/>
      <c:overlay val="0"/>
    </c:title>
    <c:autoTitleDeleted val="0"/>
    <c:plotArea>
      <c:layout/>
      <c:barChart>
        <c:barDir val="col"/>
        <c:grouping val="clustered"/>
        <c:varyColors val="0"/>
        <c:ser>
          <c:idx val="0"/>
          <c:order val="0"/>
          <c:tx>
            <c:strRef>
              <c:f>Sheet1!$B$1</c:f>
              <c:strCache>
                <c:ptCount val="1"/>
                <c:pt idx="0">
                  <c:v>ずれの割合</c:v>
                </c:pt>
              </c:strCache>
            </c:strRef>
          </c:tx>
          <c:spPr>
            <a:solidFill>
              <a:srgbClr val="9AA3B2"/>
            </a:solidFill>
            <a:effectLst/>
          </c:spPr>
          <c:invertIfNegative val="0"/>
          <c:dLbls>
            <c:numFmt formatCode="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dPt>
            <c:idx val="0"/>
            <c:invertIfNegative val="0"/>
            <c:bubble3D val="0"/>
            <c:spPr>
              <a:solidFill>
                <a:srgbClr val="9AA3B2"/>
              </a:solidFill>
              <a:effectLst/>
            </c:spPr>
          </c:dPt>
          <c:dPt>
            <c:idx val="1"/>
            <c:invertIfNegative val="0"/>
            <c:bubble3D val="0"/>
            <c:spPr>
              <a:solidFill>
                <a:srgbClr val="9AA3B2"/>
              </a:solidFill>
              <a:effectLst/>
            </c:spPr>
          </c:dPt>
          <c:dPt>
            <c:idx val="2"/>
            <c:invertIfNegative val="0"/>
            <c:bubble3D val="0"/>
            <c:spPr>
              <a:solidFill>
                <a:srgbClr val="D9532B"/>
              </a:solidFill>
              <a:effectLst/>
            </c:spPr>
          </c:dPt>
          <c:dPt>
            <c:idx val="3"/>
            <c:invertIfNegative val="0"/>
            <c:bubble3D val="0"/>
            <c:spPr>
              <a:solidFill>
                <a:srgbClr val="D9532B"/>
              </a:solidFill>
              <a:effectLst/>
            </c:spPr>
          </c:dPt>
          <c:dPt>
            <c:idx val="4"/>
            <c:invertIfNegative val="0"/>
            <c:bubble3D val="0"/>
            <c:spPr>
              <a:solidFill>
                <a:srgbClr val="9AA3B2"/>
              </a:solidFill>
              <a:effectLst/>
            </c:spPr>
          </c:dPt>
          <c:dPt>
            <c:idx val="5"/>
            <c:invertIfNegative val="0"/>
            <c:bubble3D val="0"/>
            <c:spPr>
              <a:solidFill>
                <a:srgbClr val="9AA3B2"/>
              </a:solidFill>
              <a:effectLst/>
            </c:spPr>
          </c:dPt>
          <c:dPt>
            <c:idx val="6"/>
            <c:invertIfNegative val="0"/>
            <c:bubble3D val="0"/>
            <c:spPr>
              <a:solidFill>
                <a:srgbClr val="9AA3B2"/>
              </a:solidFill>
              <a:effectLst/>
            </c:spPr>
          </c:dPt>
          <c:dPt>
            <c:idx val="7"/>
            <c:invertIfNegative val="0"/>
            <c:bubble3D val="0"/>
            <c:spPr>
              <a:solidFill>
                <a:srgbClr val="9AA3B2"/>
              </a:solidFill>
              <a:effectLst/>
            </c:spPr>
          </c:dPt>
          <c:dPt>
            <c:idx val="8"/>
            <c:invertIfNegative val="0"/>
            <c:bubble3D val="0"/>
            <c:spPr>
              <a:solidFill>
                <a:srgbClr val="9AA3B2"/>
              </a:solidFill>
              <a:effectLst/>
            </c:spPr>
          </c:dPt>
          <c:dPt>
            <c:idx val="9"/>
            <c:invertIfNegative val="0"/>
            <c:bubble3D val="0"/>
            <c:spPr>
              <a:solidFill>
                <a:srgbClr val="D9532B"/>
              </a:solidFill>
              <a:effectLst/>
            </c:spPr>
          </c:dPt>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0.1</c:v>
                </c:pt>
                <c:pt idx="1">
                  <c:v>1.1</c:v>
                </c:pt>
                <c:pt idx="2">
                  <c:v>44.1</c:v>
                </c:pt>
                <c:pt idx="3">
                  <c:v>38.1</c:v>
                </c:pt>
                <c:pt idx="4">
                  <c:v>0.2</c:v>
                </c:pt>
                <c:pt idx="5">
                  <c:v>0</c:v>
                </c:pt>
                <c:pt idx="6">
                  <c:v>0</c:v>
                </c:pt>
                <c:pt idx="7">
                  <c:v>1.2</c:v>
                </c:pt>
                <c:pt idx="8">
                  <c:v>0</c:v>
                </c:pt>
                <c:pt idx="9">
                  <c:v>15.2</c:v>
                </c:pt>
              </c:numCache>
            </c:numRef>
          </c:val>
        </c:ser>
        <c:dLbls>
          <c:numFmt formatCode="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DE2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433"/>
                </a:solidFill>
                <a:latin typeface="+mn-lt"/>
              </a:defRPr>
            </a:pPr>
            <a:r>
              <a:rPr sz="1300" b="0" i="0" u="none" strike="noStrike">
                <a:solidFill>
                  <a:srgbClr val="1D2433"/>
                </a:solidFill>
                <a:latin typeface="+mn-lt"/>
              </a:rPr>
              <a:t>ずれを軸1・軸2の上に並べた図（200点）</a:t>
            </a:r>
          </a:p>
        </c:rich>
      </c:tx>
      <c:layout/>
      <c:overlay val="0"/>
    </c:title>
    <c:autoTitleDeleted val="0"/>
    <c:plotArea>
      <c:layout/>
      <c:scatterChart>
        <c:scatterStyle val="lineMarker"/>
        <c:varyColors val="0"/>
        <c:ser>
          <c:idx val="0"/>
          <c:order val="0"/>
          <c:tx>
            <c:strRef>
              <c:f>Sheet1!$B$1</c:f>
              <c:strCache>
                <c:ptCount val="1"/>
                <c:pt idx="0">
                  <c:v>軸2</c:v>
                </c:pt>
              </c:strCache>
            </c:strRef>
          </c:tx>
          <c:spPr>
            <a:solidFill>
              <a:srgbClr val="D9532B"/>
            </a:solidFill>
            <a:ln>
              <a:noFill/>
            </a:ln>
            <a:effectLst/>
          </c:spPr>
          <c:marker>
            <c:symbol val="circle"/>
            <c:size val="5"/>
            <c:spPr>
              <a:solidFill>
                <a:srgbClr val="D9532B"/>
              </a:solidFill>
              <a:ln w="9525" cap="flat">
                <a:solidFill>
                  <a:srgbClr val="D9532B"/>
                </a:solidFill>
                <a:prstDash val="solid"/>
                <a:round/>
              </a:ln>
              <a:effectLst/>
            </c:spPr>
          </c:marker>
          <c:xVal>
            <c:numRef>
              <c:f>Sheet1!$A$2:$A$201</c:f>
              <c:numCache>
                <c:formatCode>General</c:formatCode>
                <c:ptCount val="200"/>
                <c:pt idx="0">
                  <c:v>-0.1377</c:v>
                </c:pt>
                <c:pt idx="1">
                  <c:v>0.0498</c:v>
                </c:pt>
                <c:pt idx="2">
                  <c:v>-0.0989</c:v>
                </c:pt>
                <c:pt idx="3">
                  <c:v>-0.1551</c:v>
                </c:pt>
                <c:pt idx="4">
                  <c:v>0.0975</c:v>
                </c:pt>
                <c:pt idx="5">
                  <c:v>-0.0252</c:v>
                </c:pt>
                <c:pt idx="6">
                  <c:v>0.2467</c:v>
                </c:pt>
                <c:pt idx="7">
                  <c:v>-0.0092</c:v>
                </c:pt>
                <c:pt idx="8">
                  <c:v>0.0565</c:v>
                </c:pt>
                <c:pt idx="9">
                  <c:v>0.0972</c:v>
                </c:pt>
                <c:pt idx="10">
                  <c:v>-0.1345</c:v>
                </c:pt>
                <c:pt idx="11">
                  <c:v>-0.0775</c:v>
                </c:pt>
                <c:pt idx="12">
                  <c:v>0.1292</c:v>
                </c:pt>
                <c:pt idx="13">
                  <c:v>-0.1082</c:v>
                </c:pt>
                <c:pt idx="14">
                  <c:v>-0.13</c:v>
                </c:pt>
                <c:pt idx="15">
                  <c:v>-0.0375</c:v>
                </c:pt>
                <c:pt idx="16">
                  <c:v>0.1047</c:v>
                </c:pt>
                <c:pt idx="17">
                  <c:v>0.1201</c:v>
                </c:pt>
                <c:pt idx="18">
                  <c:v>-0.0582</c:v>
                </c:pt>
                <c:pt idx="19">
                  <c:v>0.0488</c:v>
                </c:pt>
                <c:pt idx="20">
                  <c:v>-0.1416</c:v>
                </c:pt>
                <c:pt idx="21">
                  <c:v>-0.1356</c:v>
                </c:pt>
                <c:pt idx="22">
                  <c:v>-0.0516</c:v>
                </c:pt>
                <c:pt idx="23">
                  <c:v>0.0668</c:v>
                </c:pt>
                <c:pt idx="24">
                  <c:v>-0.0203</c:v>
                </c:pt>
                <c:pt idx="25">
                  <c:v>-0.0116</c:v>
                </c:pt>
                <c:pt idx="26">
                  <c:v>0.1085</c:v>
                </c:pt>
                <c:pt idx="27">
                  <c:v>0.043</c:v>
                </c:pt>
                <c:pt idx="28">
                  <c:v>0.139</c:v>
                </c:pt>
                <c:pt idx="29">
                  <c:v>-0.0524</c:v>
                </c:pt>
                <c:pt idx="30">
                  <c:v>-0.0658</c:v>
                </c:pt>
                <c:pt idx="31">
                  <c:v>-0.0387</c:v>
                </c:pt>
                <c:pt idx="32">
                  <c:v>0.1867</c:v>
                </c:pt>
                <c:pt idx="33">
                  <c:v>-0.1398</c:v>
                </c:pt>
                <c:pt idx="34">
                  <c:v>0.1421</c:v>
                </c:pt>
                <c:pt idx="35">
                  <c:v>0.0225</c:v>
                </c:pt>
                <c:pt idx="36">
                  <c:v>0.2902</c:v>
                </c:pt>
                <c:pt idx="37">
                  <c:v>-0.0097</c:v>
                </c:pt>
                <c:pt idx="38">
                  <c:v>-0.0008</c:v>
                </c:pt>
                <c:pt idx="39">
                  <c:v>0.005</c:v>
                </c:pt>
                <c:pt idx="40">
                  <c:v>-0.0113</c:v>
                </c:pt>
                <c:pt idx="41">
                  <c:v>-0.172</c:v>
                </c:pt>
                <c:pt idx="42">
                  <c:v>-0.2056</c:v>
                </c:pt>
                <c:pt idx="43">
                  <c:v>-0.1558</c:v>
                </c:pt>
                <c:pt idx="44">
                  <c:v>0.0281</c:v>
                </c:pt>
                <c:pt idx="45">
                  <c:v>0.1593</c:v>
                </c:pt>
                <c:pt idx="46">
                  <c:v>-0.0016</c:v>
                </c:pt>
                <c:pt idx="47">
                  <c:v>-0.0748</c:v>
                </c:pt>
                <c:pt idx="48">
                  <c:v>0.1479</c:v>
                </c:pt>
                <c:pt idx="49">
                  <c:v>0.1343</c:v>
                </c:pt>
                <c:pt idx="50">
                  <c:v>-0.2123</c:v>
                </c:pt>
                <c:pt idx="51">
                  <c:v>-0.1502</c:v>
                </c:pt>
                <c:pt idx="52">
                  <c:v>0.1471</c:v>
                </c:pt>
                <c:pt idx="53">
                  <c:v>0.0289</c:v>
                </c:pt>
                <c:pt idx="54">
                  <c:v>0.3333</c:v>
                </c:pt>
                <c:pt idx="55">
                  <c:v>-0.18</c:v>
                </c:pt>
                <c:pt idx="56">
                  <c:v>0.1145</c:v>
                </c:pt>
                <c:pt idx="57">
                  <c:v>0.0265</c:v>
                </c:pt>
                <c:pt idx="58">
                  <c:v>0.005</c:v>
                </c:pt>
                <c:pt idx="59">
                  <c:v>-0.0086</c:v>
                </c:pt>
                <c:pt idx="60">
                  <c:v>-0.186</c:v>
                </c:pt>
                <c:pt idx="61">
                  <c:v>-0.0625</c:v>
                </c:pt>
                <c:pt idx="62">
                  <c:v>0.1069</c:v>
                </c:pt>
                <c:pt idx="63">
                  <c:v>0.1346</c:v>
                </c:pt>
                <c:pt idx="64">
                  <c:v>-0.1203</c:v>
                </c:pt>
                <c:pt idx="65">
                  <c:v>0.1011</c:v>
                </c:pt>
                <c:pt idx="66">
                  <c:v>0.0143</c:v>
                </c:pt>
                <c:pt idx="67">
                  <c:v>-0.1078</c:v>
                </c:pt>
                <c:pt idx="68">
                  <c:v>-0.1196</c:v>
                </c:pt>
                <c:pt idx="69">
                  <c:v>-0.0939</c:v>
                </c:pt>
                <c:pt idx="70">
                  <c:v>0.2034</c:v>
                </c:pt>
                <c:pt idx="71">
                  <c:v>-0.085</c:v>
                </c:pt>
                <c:pt idx="72">
                  <c:v>-0.0642</c:v>
                </c:pt>
                <c:pt idx="73">
                  <c:v>0.1223</c:v>
                </c:pt>
                <c:pt idx="74">
                  <c:v>0.0114</c:v>
                </c:pt>
                <c:pt idx="75">
                  <c:v>-0.0346</c:v>
                </c:pt>
                <c:pt idx="76">
                  <c:v>0.1261</c:v>
                </c:pt>
                <c:pt idx="77">
                  <c:v>-0.1479</c:v>
                </c:pt>
                <c:pt idx="78">
                  <c:v>0.0218</c:v>
                </c:pt>
                <c:pt idx="79">
                  <c:v>0.0491</c:v>
                </c:pt>
                <c:pt idx="80">
                  <c:v>0.2408</c:v>
                </c:pt>
                <c:pt idx="81">
                  <c:v>-0.1199</c:v>
                </c:pt>
                <c:pt idx="82">
                  <c:v>-0.2087</c:v>
                </c:pt>
                <c:pt idx="83">
                  <c:v>-0.013</c:v>
                </c:pt>
                <c:pt idx="84">
                  <c:v>0.1418</c:v>
                </c:pt>
                <c:pt idx="85">
                  <c:v>0.1111</c:v>
                </c:pt>
                <c:pt idx="86">
                  <c:v>0.0814</c:v>
                </c:pt>
                <c:pt idx="87">
                  <c:v>-0.0431</c:v>
                </c:pt>
                <c:pt idx="88">
                  <c:v>-0.0248</c:v>
                </c:pt>
                <c:pt idx="89">
                  <c:v>0.1205</c:v>
                </c:pt>
                <c:pt idx="90">
                  <c:v>0.068</c:v>
                </c:pt>
                <c:pt idx="91">
                  <c:v>-0.032</c:v>
                </c:pt>
                <c:pt idx="92">
                  <c:v>0.2063</c:v>
                </c:pt>
                <c:pt idx="93">
                  <c:v>-0.1758</c:v>
                </c:pt>
                <c:pt idx="94">
                  <c:v>0.035</c:v>
                </c:pt>
                <c:pt idx="95">
                  <c:v>-0.0806</c:v>
                </c:pt>
                <c:pt idx="96">
                  <c:v>0.0222</c:v>
                </c:pt>
                <c:pt idx="97">
                  <c:v>-0.0546</c:v>
                </c:pt>
                <c:pt idx="98">
                  <c:v>0.1313</c:v>
                </c:pt>
                <c:pt idx="99">
                  <c:v>-0.0661</c:v>
                </c:pt>
                <c:pt idx="100">
                  <c:v>-0.0885</c:v>
                </c:pt>
                <c:pt idx="101">
                  <c:v>0.1965</c:v>
                </c:pt>
                <c:pt idx="102">
                  <c:v>0.1384</c:v>
                </c:pt>
                <c:pt idx="103">
                  <c:v>-0.002</c:v>
                </c:pt>
                <c:pt idx="104">
                  <c:v>-0.0344</c:v>
                </c:pt>
                <c:pt idx="105">
                  <c:v>0.0041</c:v>
                </c:pt>
                <c:pt idx="106">
                  <c:v>-0.169</c:v>
                </c:pt>
                <c:pt idx="107">
                  <c:v>-0.0023</c:v>
                </c:pt>
                <c:pt idx="108">
                  <c:v>0.0233</c:v>
                </c:pt>
                <c:pt idx="109">
                  <c:v>-0.006</c:v>
                </c:pt>
                <c:pt idx="110">
                  <c:v>-0.1094</c:v>
                </c:pt>
                <c:pt idx="111">
                  <c:v>-0.0525</c:v>
                </c:pt>
                <c:pt idx="112">
                  <c:v>-0.0377</c:v>
                </c:pt>
                <c:pt idx="113">
                  <c:v>-0.0798</c:v>
                </c:pt>
                <c:pt idx="114">
                  <c:v>-0.232</c:v>
                </c:pt>
                <c:pt idx="115">
                  <c:v>-0.1378</c:v>
                </c:pt>
                <c:pt idx="116">
                  <c:v>-0.1347</c:v>
                </c:pt>
                <c:pt idx="117">
                  <c:v>0.0141</c:v>
                </c:pt>
                <c:pt idx="118">
                  <c:v>-0.1183</c:v>
                </c:pt>
                <c:pt idx="119">
                  <c:v>-0.015</c:v>
                </c:pt>
                <c:pt idx="120">
                  <c:v>0.1344</c:v>
                </c:pt>
                <c:pt idx="121">
                  <c:v>0.0898</c:v>
                </c:pt>
                <c:pt idx="122">
                  <c:v>0.0469</c:v>
                </c:pt>
                <c:pt idx="123">
                  <c:v>0.1653</c:v>
                </c:pt>
                <c:pt idx="124">
                  <c:v>-0.1836</c:v>
                </c:pt>
                <c:pt idx="125">
                  <c:v>-0.0551</c:v>
                </c:pt>
                <c:pt idx="126">
                  <c:v>-0.0969</c:v>
                </c:pt>
                <c:pt idx="127">
                  <c:v>-0.1032</c:v>
                </c:pt>
                <c:pt idx="128">
                  <c:v>0.044</c:v>
                </c:pt>
                <c:pt idx="129">
                  <c:v>-0.0017</c:v>
                </c:pt>
                <c:pt idx="130">
                  <c:v>-0.1533</c:v>
                </c:pt>
                <c:pt idx="131">
                  <c:v>-0.2074</c:v>
                </c:pt>
                <c:pt idx="132">
                  <c:v>-0.0634</c:v>
                </c:pt>
                <c:pt idx="133">
                  <c:v>0.036</c:v>
                </c:pt>
                <c:pt idx="134">
                  <c:v>0.078</c:v>
                </c:pt>
                <c:pt idx="135">
                  <c:v>-0.1894</c:v>
                </c:pt>
                <c:pt idx="136">
                  <c:v>0.0713</c:v>
                </c:pt>
                <c:pt idx="137">
                  <c:v>-0.2594</c:v>
                </c:pt>
                <c:pt idx="138">
                  <c:v>-0.16</c:v>
                </c:pt>
                <c:pt idx="139">
                  <c:v>-0.1334</c:v>
                </c:pt>
                <c:pt idx="140">
                  <c:v>-0.0688</c:v>
                </c:pt>
                <c:pt idx="141">
                  <c:v>-0.1358</c:v>
                </c:pt>
                <c:pt idx="142">
                  <c:v>0.0693</c:v>
                </c:pt>
                <c:pt idx="143">
                  <c:v>0.109</c:v>
                </c:pt>
                <c:pt idx="144">
                  <c:v>0.0771</c:v>
                </c:pt>
                <c:pt idx="145">
                  <c:v>0.0402</c:v>
                </c:pt>
                <c:pt idx="146">
                  <c:v>0.0688</c:v>
                </c:pt>
                <c:pt idx="147">
                  <c:v>0.0504</c:v>
                </c:pt>
                <c:pt idx="148">
                  <c:v>0.0197</c:v>
                </c:pt>
                <c:pt idx="149">
                  <c:v>-0.0549</c:v>
                </c:pt>
                <c:pt idx="150">
                  <c:v>0.1477</c:v>
                </c:pt>
                <c:pt idx="151">
                  <c:v>-0.2015</c:v>
                </c:pt>
                <c:pt idx="152">
                  <c:v>-0.1134</c:v>
                </c:pt>
                <c:pt idx="153">
                  <c:v>0.2291</c:v>
                </c:pt>
                <c:pt idx="154">
                  <c:v>-0.1914</c:v>
                </c:pt>
                <c:pt idx="155">
                  <c:v>-0.1794</c:v>
                </c:pt>
                <c:pt idx="156">
                  <c:v>0.0271</c:v>
                </c:pt>
                <c:pt idx="157">
                  <c:v>0.0444</c:v>
                </c:pt>
                <c:pt idx="158">
                  <c:v>0.2686</c:v>
                </c:pt>
                <c:pt idx="159">
                  <c:v>0.0279</c:v>
                </c:pt>
                <c:pt idx="160">
                  <c:v>-0.121</c:v>
                </c:pt>
                <c:pt idx="161">
                  <c:v>-0.2262</c:v>
                </c:pt>
                <c:pt idx="162">
                  <c:v>0.1494</c:v>
                </c:pt>
                <c:pt idx="163">
                  <c:v>-0.0974</c:v>
                </c:pt>
                <c:pt idx="164">
                  <c:v>-0.1672</c:v>
                </c:pt>
                <c:pt idx="165">
                  <c:v>-0.2148</c:v>
                </c:pt>
                <c:pt idx="166">
                  <c:v>0.0227</c:v>
                </c:pt>
                <c:pt idx="167">
                  <c:v>-0.1073</c:v>
                </c:pt>
                <c:pt idx="168">
                  <c:v>-0.1182</c:v>
                </c:pt>
                <c:pt idx="169">
                  <c:v>-0.0117</c:v>
                </c:pt>
                <c:pt idx="170">
                  <c:v>-0.1894</c:v>
                </c:pt>
                <c:pt idx="171">
                  <c:v>0.0263</c:v>
                </c:pt>
                <c:pt idx="172">
                  <c:v>-0.0392</c:v>
                </c:pt>
                <c:pt idx="173">
                  <c:v>-0.0581</c:v>
                </c:pt>
                <c:pt idx="174">
                  <c:v>0.01</c:v>
                </c:pt>
                <c:pt idx="175">
                  <c:v>0.0315</c:v>
                </c:pt>
                <c:pt idx="176">
                  <c:v>0.0339</c:v>
                </c:pt>
                <c:pt idx="177">
                  <c:v>-0.0587</c:v>
                </c:pt>
                <c:pt idx="178">
                  <c:v>-0.0722</c:v>
                </c:pt>
                <c:pt idx="179">
                  <c:v>0.0516</c:v>
                </c:pt>
                <c:pt idx="180">
                  <c:v>0.0141</c:v>
                </c:pt>
                <c:pt idx="181">
                  <c:v>-0.01</c:v>
                </c:pt>
                <c:pt idx="182">
                  <c:v>0.2053</c:v>
                </c:pt>
                <c:pt idx="183">
                  <c:v>-0.0539</c:v>
                </c:pt>
                <c:pt idx="184">
                  <c:v>0.063</c:v>
                </c:pt>
                <c:pt idx="185">
                  <c:v>0.0678</c:v>
                </c:pt>
                <c:pt idx="186">
                  <c:v>-0.0348</c:v>
                </c:pt>
                <c:pt idx="187">
                  <c:v>-0.0706</c:v>
                </c:pt>
                <c:pt idx="188">
                  <c:v>-0.1528</c:v>
                </c:pt>
                <c:pt idx="189">
                  <c:v>-0.1327</c:v>
                </c:pt>
                <c:pt idx="190">
                  <c:v>0.1625</c:v>
                </c:pt>
                <c:pt idx="191">
                  <c:v>-0.1865</c:v>
                </c:pt>
                <c:pt idx="192">
                  <c:v>0.104</c:v>
                </c:pt>
                <c:pt idx="193">
                  <c:v>-0.0348</c:v>
                </c:pt>
                <c:pt idx="194">
                  <c:v>-0.1153</c:v>
                </c:pt>
                <c:pt idx="195">
                  <c:v>-0.012</c:v>
                </c:pt>
                <c:pt idx="196">
                  <c:v>-0.116</c:v>
                </c:pt>
                <c:pt idx="197">
                  <c:v>-0.0596</c:v>
                </c:pt>
                <c:pt idx="198">
                  <c:v>0.2325</c:v>
                </c:pt>
                <c:pt idx="199">
                  <c:v>0.1509</c:v>
                </c:pt>
              </c:numCache>
            </c:numRef>
          </c:xVal>
          <c:yVal>
            <c:numRef>
              <c:f>Sheet1!$B$2:$B$201</c:f>
              <c:numCache>
                <c:formatCode>General</c:formatCode>
                <c:ptCount val="200"/>
                <c:pt idx="0">
                  <c:v>0.0191</c:v>
                </c:pt>
                <c:pt idx="1">
                  <c:v>-0.0529</c:v>
                </c:pt>
                <c:pt idx="2">
                  <c:v>-0.0413</c:v>
                </c:pt>
                <c:pt idx="3">
                  <c:v>-0.0112</c:v>
                </c:pt>
                <c:pt idx="4">
                  <c:v>-0.1548</c:v>
                </c:pt>
                <c:pt idx="5">
                  <c:v>0.0849</c:v>
                </c:pt>
                <c:pt idx="6">
                  <c:v>0.1027</c:v>
                </c:pt>
                <c:pt idx="7">
                  <c:v>0.0592</c:v>
                </c:pt>
                <c:pt idx="8">
                  <c:v>-0.042</c:v>
                </c:pt>
                <c:pt idx="9">
                  <c:v>0.0183</c:v>
                </c:pt>
                <c:pt idx="10">
                  <c:v>0.0302</c:v>
                </c:pt>
                <c:pt idx="11">
                  <c:v>0.0191</c:v>
                </c:pt>
                <c:pt idx="12">
                  <c:v>0.1117</c:v>
                </c:pt>
                <c:pt idx="13">
                  <c:v>-0.0381</c:v>
                </c:pt>
                <c:pt idx="14">
                  <c:v>0.0694</c:v>
                </c:pt>
                <c:pt idx="15">
                  <c:v>0.0817</c:v>
                </c:pt>
                <c:pt idx="16">
                  <c:v>-0.0751</c:v>
                </c:pt>
                <c:pt idx="17">
                  <c:v>-0.2229</c:v>
                </c:pt>
                <c:pt idx="18">
                  <c:v>-0.0294</c:v>
                </c:pt>
                <c:pt idx="19">
                  <c:v>0.0305</c:v>
                </c:pt>
                <c:pt idx="20">
                  <c:v>-0.04</c:v>
                </c:pt>
                <c:pt idx="21">
                  <c:v>-0.0927</c:v>
                </c:pt>
                <c:pt idx="22">
                  <c:v>-0.1329</c:v>
                </c:pt>
                <c:pt idx="23">
                  <c:v>0.0775</c:v>
                </c:pt>
                <c:pt idx="24">
                  <c:v>0.0823</c:v>
                </c:pt>
                <c:pt idx="25">
                  <c:v>0.088</c:v>
                </c:pt>
                <c:pt idx="26">
                  <c:v>-0.0313</c:v>
                </c:pt>
                <c:pt idx="27">
                  <c:v>0.026</c:v>
                </c:pt>
                <c:pt idx="28">
                  <c:v>-0.0807</c:v>
                </c:pt>
                <c:pt idx="29">
                  <c:v>-0.0914</c:v>
                </c:pt>
                <c:pt idx="30">
                  <c:v>-0.0347</c:v>
                </c:pt>
                <c:pt idx="31">
                  <c:v>0.0045</c:v>
                </c:pt>
                <c:pt idx="32">
                  <c:v>0.0295</c:v>
                </c:pt>
                <c:pt idx="33">
                  <c:v>0.0919</c:v>
                </c:pt>
                <c:pt idx="34">
                  <c:v>0.0342</c:v>
                </c:pt>
                <c:pt idx="35">
                  <c:v>-0.0147</c:v>
                </c:pt>
                <c:pt idx="36">
                  <c:v>-0.0303</c:v>
                </c:pt>
                <c:pt idx="37">
                  <c:v>-0.0809</c:v>
                </c:pt>
                <c:pt idx="38">
                  <c:v>-0.0043</c:v>
                </c:pt>
                <c:pt idx="39">
                  <c:v>0.068</c:v>
                </c:pt>
                <c:pt idx="40">
                  <c:v>0.0391</c:v>
                </c:pt>
                <c:pt idx="41">
                  <c:v>-0.0582</c:v>
                </c:pt>
                <c:pt idx="42">
                  <c:v>-0.1301</c:v>
                </c:pt>
                <c:pt idx="43">
                  <c:v>-0.0125</c:v>
                </c:pt>
                <c:pt idx="44">
                  <c:v>-0.0521</c:v>
                </c:pt>
                <c:pt idx="45">
                  <c:v>0.0658</c:v>
                </c:pt>
                <c:pt idx="46">
                  <c:v>0.1348</c:v>
                </c:pt>
                <c:pt idx="47">
                  <c:v>-0.0304</c:v>
                </c:pt>
                <c:pt idx="48">
                  <c:v>0.0638</c:v>
                </c:pt>
                <c:pt idx="49">
                  <c:v>-0.1035</c:v>
                </c:pt>
                <c:pt idx="50">
                  <c:v>0.0861</c:v>
                </c:pt>
                <c:pt idx="51">
                  <c:v>0.0725</c:v>
                </c:pt>
                <c:pt idx="52">
                  <c:v>0.096</c:v>
                </c:pt>
                <c:pt idx="53">
                  <c:v>-0.0517</c:v>
                </c:pt>
                <c:pt idx="54">
                  <c:v>0.1422</c:v>
                </c:pt>
                <c:pt idx="55">
                  <c:v>0.034</c:v>
                </c:pt>
                <c:pt idx="56">
                  <c:v>-0.143</c:v>
                </c:pt>
                <c:pt idx="57">
                  <c:v>0.0212</c:v>
                </c:pt>
                <c:pt idx="58">
                  <c:v>0.0804</c:v>
                </c:pt>
                <c:pt idx="59">
                  <c:v>-0.1105</c:v>
                </c:pt>
                <c:pt idx="60">
                  <c:v>0.022</c:v>
                </c:pt>
                <c:pt idx="61">
                  <c:v>-0.1636</c:v>
                </c:pt>
                <c:pt idx="62">
                  <c:v>-0.0469</c:v>
                </c:pt>
                <c:pt idx="63">
                  <c:v>0.1268</c:v>
                </c:pt>
                <c:pt idx="64">
                  <c:v>-0.0156</c:v>
                </c:pt>
                <c:pt idx="65">
                  <c:v>-0.187</c:v>
                </c:pt>
                <c:pt idx="66">
                  <c:v>0.0626</c:v>
                </c:pt>
                <c:pt idx="67">
                  <c:v>0.003</c:v>
                </c:pt>
                <c:pt idx="68">
                  <c:v>-0.0007</c:v>
                </c:pt>
                <c:pt idx="69">
                  <c:v>-0.088</c:v>
                </c:pt>
                <c:pt idx="70">
                  <c:v>-0.008</c:v>
                </c:pt>
                <c:pt idx="71">
                  <c:v>0.026</c:v>
                </c:pt>
                <c:pt idx="72">
                  <c:v>0.0632</c:v>
                </c:pt>
                <c:pt idx="73">
                  <c:v>-0.0637</c:v>
                </c:pt>
                <c:pt idx="74">
                  <c:v>-0.1246</c:v>
                </c:pt>
                <c:pt idx="75">
                  <c:v>-0.0319</c:v>
                </c:pt>
                <c:pt idx="76">
                  <c:v>-0.1744</c:v>
                </c:pt>
                <c:pt idx="77">
                  <c:v>0.021</c:v>
                </c:pt>
                <c:pt idx="78">
                  <c:v>-0.1094</c:v>
                </c:pt>
                <c:pt idx="79">
                  <c:v>0.015</c:v>
                </c:pt>
                <c:pt idx="80">
                  <c:v>-0.0142</c:v>
                </c:pt>
                <c:pt idx="81">
                  <c:v>-0.0903</c:v>
                </c:pt>
                <c:pt idx="82">
                  <c:v>-0.0922</c:v>
                </c:pt>
                <c:pt idx="83">
                  <c:v>-0.0528</c:v>
                </c:pt>
                <c:pt idx="84">
                  <c:v>-0.2016</c:v>
                </c:pt>
                <c:pt idx="85">
                  <c:v>-0.0815</c:v>
                </c:pt>
                <c:pt idx="86">
                  <c:v>0.0452</c:v>
                </c:pt>
                <c:pt idx="87">
                  <c:v>-0.0106</c:v>
                </c:pt>
                <c:pt idx="88">
                  <c:v>0.0575</c:v>
                </c:pt>
                <c:pt idx="89">
                  <c:v>-0.0115</c:v>
                </c:pt>
                <c:pt idx="90">
                  <c:v>0.0363</c:v>
                </c:pt>
                <c:pt idx="91">
                  <c:v>-0.0077</c:v>
                </c:pt>
                <c:pt idx="92">
                  <c:v>0.0265</c:v>
                </c:pt>
                <c:pt idx="93">
                  <c:v>0.0503</c:v>
                </c:pt>
                <c:pt idx="94">
                  <c:v>0.0851</c:v>
                </c:pt>
                <c:pt idx="95">
                  <c:v>0.0557</c:v>
                </c:pt>
                <c:pt idx="96">
                  <c:v>0.1445</c:v>
                </c:pt>
                <c:pt idx="97">
                  <c:v>-0.0945</c:v>
                </c:pt>
                <c:pt idx="98">
                  <c:v>0.0521</c:v>
                </c:pt>
                <c:pt idx="99">
                  <c:v>-0.1088</c:v>
                </c:pt>
                <c:pt idx="100">
                  <c:v>-0.0112</c:v>
                </c:pt>
                <c:pt idx="101">
                  <c:v>-0.0673</c:v>
                </c:pt>
                <c:pt idx="102">
                  <c:v>-0.0352</c:v>
                </c:pt>
                <c:pt idx="103">
                  <c:v>0.1094</c:v>
                </c:pt>
                <c:pt idx="104">
                  <c:v>0.0945</c:v>
                </c:pt>
                <c:pt idx="105">
                  <c:v>-0.0989</c:v>
                </c:pt>
                <c:pt idx="106">
                  <c:v>-0.0205</c:v>
                </c:pt>
                <c:pt idx="107">
                  <c:v>-0.1296</c:v>
                </c:pt>
                <c:pt idx="108">
                  <c:v>-0.0843</c:v>
                </c:pt>
                <c:pt idx="109">
                  <c:v>-0.0564</c:v>
                </c:pt>
                <c:pt idx="110">
                  <c:v>-0.0407</c:v>
                </c:pt>
                <c:pt idx="111">
                  <c:v>-0.2136</c:v>
                </c:pt>
                <c:pt idx="112">
                  <c:v>0.0432</c:v>
                </c:pt>
                <c:pt idx="113">
                  <c:v>-0.0307</c:v>
                </c:pt>
                <c:pt idx="114">
                  <c:v>0.0716</c:v>
                </c:pt>
                <c:pt idx="115">
                  <c:v>0.0344</c:v>
                </c:pt>
                <c:pt idx="116">
                  <c:v>0.079</c:v>
                </c:pt>
                <c:pt idx="117">
                  <c:v>-0.0144</c:v>
                </c:pt>
                <c:pt idx="118">
                  <c:v>0.0314</c:v>
                </c:pt>
                <c:pt idx="119">
                  <c:v>0.1131</c:v>
                </c:pt>
                <c:pt idx="120">
                  <c:v>0.0728</c:v>
                </c:pt>
                <c:pt idx="121">
                  <c:v>-0.0562</c:v>
                </c:pt>
                <c:pt idx="122">
                  <c:v>0.0132</c:v>
                </c:pt>
                <c:pt idx="123">
                  <c:v>-0.0791</c:v>
                </c:pt>
                <c:pt idx="124">
                  <c:v>-0.0348</c:v>
                </c:pt>
                <c:pt idx="125">
                  <c:v>0.0714</c:v>
                </c:pt>
                <c:pt idx="126">
                  <c:v>0.028</c:v>
                </c:pt>
                <c:pt idx="127">
                  <c:v>0.0222</c:v>
                </c:pt>
                <c:pt idx="128">
                  <c:v>-0.0738</c:v>
                </c:pt>
                <c:pt idx="129">
                  <c:v>-0.1316</c:v>
                </c:pt>
                <c:pt idx="130">
                  <c:v>0.0078</c:v>
                </c:pt>
                <c:pt idx="131">
                  <c:v>-0.0141</c:v>
                </c:pt>
                <c:pt idx="132">
                  <c:v>0.052</c:v>
                </c:pt>
                <c:pt idx="133">
                  <c:v>0.0591</c:v>
                </c:pt>
                <c:pt idx="134">
                  <c:v>0.0542</c:v>
                </c:pt>
                <c:pt idx="135">
                  <c:v>-0.0596</c:v>
                </c:pt>
                <c:pt idx="136">
                  <c:v>-0.1928</c:v>
                </c:pt>
                <c:pt idx="137">
                  <c:v>-0.023</c:v>
                </c:pt>
                <c:pt idx="138">
                  <c:v>-0.0882</c:v>
                </c:pt>
                <c:pt idx="139">
                  <c:v>0.0899</c:v>
                </c:pt>
                <c:pt idx="140">
                  <c:v>0.0398</c:v>
                </c:pt>
                <c:pt idx="141">
                  <c:v>0.0873</c:v>
                </c:pt>
                <c:pt idx="142">
                  <c:v>0.0519</c:v>
                </c:pt>
                <c:pt idx="143">
                  <c:v>0.1752</c:v>
                </c:pt>
                <c:pt idx="144">
                  <c:v>0.0945</c:v>
                </c:pt>
                <c:pt idx="145">
                  <c:v>-0.0858</c:v>
                </c:pt>
                <c:pt idx="146">
                  <c:v>-0.0524</c:v>
                </c:pt>
                <c:pt idx="147">
                  <c:v>-0.0992</c:v>
                </c:pt>
                <c:pt idx="148">
                  <c:v>0.0821</c:v>
                </c:pt>
                <c:pt idx="149">
                  <c:v>0.102</c:v>
                </c:pt>
                <c:pt idx="150">
                  <c:v>-0.0804</c:v>
                </c:pt>
                <c:pt idx="151">
                  <c:v>0.0324</c:v>
                </c:pt>
                <c:pt idx="152">
                  <c:v>-0.026</c:v>
                </c:pt>
                <c:pt idx="153">
                  <c:v>-0.116</c:v>
                </c:pt>
                <c:pt idx="154">
                  <c:v>0.0156</c:v>
                </c:pt>
                <c:pt idx="155">
                  <c:v>-0.0777</c:v>
                </c:pt>
                <c:pt idx="156">
                  <c:v>0.0566</c:v>
                </c:pt>
                <c:pt idx="157">
                  <c:v>0.0882</c:v>
                </c:pt>
                <c:pt idx="158">
                  <c:v>-0.0852</c:v>
                </c:pt>
                <c:pt idx="159">
                  <c:v>0.0397</c:v>
                </c:pt>
                <c:pt idx="160">
                  <c:v>-0.0549</c:v>
                </c:pt>
                <c:pt idx="161">
                  <c:v>-0.0621</c:v>
                </c:pt>
                <c:pt idx="162">
                  <c:v>-0.0558</c:v>
                </c:pt>
                <c:pt idx="163">
                  <c:v>0.0305</c:v>
                </c:pt>
                <c:pt idx="164">
                  <c:v>0.0316</c:v>
                </c:pt>
                <c:pt idx="165">
                  <c:v>-0.0388</c:v>
                </c:pt>
                <c:pt idx="166">
                  <c:v>-0.0648</c:v>
                </c:pt>
                <c:pt idx="167">
                  <c:v>-0.0518</c:v>
                </c:pt>
                <c:pt idx="168">
                  <c:v>0.041</c:v>
                </c:pt>
                <c:pt idx="169">
                  <c:v>0.0733</c:v>
                </c:pt>
                <c:pt idx="170">
                  <c:v>0.0537</c:v>
                </c:pt>
                <c:pt idx="171">
                  <c:v>-0.0053</c:v>
                </c:pt>
                <c:pt idx="172">
                  <c:v>0.0695</c:v>
                </c:pt>
                <c:pt idx="173">
                  <c:v>-0.0563</c:v>
                </c:pt>
                <c:pt idx="174">
                  <c:v>0.1314</c:v>
                </c:pt>
                <c:pt idx="175">
                  <c:v>0.0262</c:v>
                </c:pt>
                <c:pt idx="176">
                  <c:v>0.0136</c:v>
                </c:pt>
                <c:pt idx="177">
                  <c:v>-0.0439</c:v>
                </c:pt>
                <c:pt idx="178">
                  <c:v>0.0618</c:v>
                </c:pt>
                <c:pt idx="179">
                  <c:v>-0.0199</c:v>
                </c:pt>
                <c:pt idx="180">
                  <c:v>0.0819</c:v>
                </c:pt>
                <c:pt idx="181">
                  <c:v>-0.0643</c:v>
                </c:pt>
                <c:pt idx="182">
                  <c:v>0.0041</c:v>
                </c:pt>
                <c:pt idx="183">
                  <c:v>-0.1434</c:v>
                </c:pt>
                <c:pt idx="184">
                  <c:v>0.0583</c:v>
                </c:pt>
                <c:pt idx="185">
                  <c:v>-0.0262</c:v>
                </c:pt>
                <c:pt idx="186">
                  <c:v>0.0177</c:v>
                </c:pt>
                <c:pt idx="187">
                  <c:v>-0.009</c:v>
                </c:pt>
                <c:pt idx="188">
                  <c:v>0.0366</c:v>
                </c:pt>
                <c:pt idx="189">
                  <c:v>0.0885</c:v>
                </c:pt>
                <c:pt idx="190">
                  <c:v>-0.1492</c:v>
                </c:pt>
                <c:pt idx="191">
                  <c:v>-0.028</c:v>
                </c:pt>
                <c:pt idx="192">
                  <c:v>-0.1249</c:v>
                </c:pt>
                <c:pt idx="193">
                  <c:v>0.0679</c:v>
                </c:pt>
                <c:pt idx="194">
                  <c:v>0.0255</c:v>
                </c:pt>
                <c:pt idx="195">
                  <c:v>0.0039</c:v>
                </c:pt>
                <c:pt idx="196">
                  <c:v>-0.0189</c:v>
                </c:pt>
                <c:pt idx="197">
                  <c:v>-0.0431</c:v>
                </c:pt>
                <c:pt idx="198">
                  <c:v>-0.2151</c:v>
                </c:pt>
                <c:pt idx="199">
                  <c:v>0.092</c:v>
                </c:pt>
              </c:numCache>
            </c:numRef>
          </c:yVal>
          <c:smooth val="0"/>
        </c:ser>
        <c:dLbls>
          <c:numFmt formatCode="General" sourceLinked="0"/>
          <c:txPr>
            <a:bodyPr/>
            <a:lstStyle/>
            <a:p>
              <a:pPr>
                <a:defRPr b="0" i="0" strike="noStrike" sz="1100" u="none">
                  <a:solidFill>
                    <a:srgbClr val="1D24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3"/>
          <c:min val="-0.3"/>
        </c:scaling>
        <c:delete val="0"/>
        <c:axPos val="b"/>
        <c:title>
          <c:tx>
            <c:rich>
              <a:bodyPr/>
              <a:lstStyle/>
              <a:p>
                <a:pPr>
                  <a:defRPr sz="1200" b="0" i="0" u="none" strike="noStrike">
                    <a:solidFill>
                      <a:srgbClr val="4A5568"/>
                    </a:solidFill>
                    <a:latin typeface="Arial"/>
                  </a:defRPr>
                </a:pPr>
                <a:r>
                  <a:rPr sz="1200" b="0" i="0" u="none" strike="noStrike">
                    <a:solidFill>
                      <a:srgbClr val="4A5568"/>
                    </a:solidFill>
                    <a:latin typeface="Arial"/>
                  </a:rPr>
                  <a:t>軸1（69%）</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At val="-0.3"/>
        <c:auto val="1"/>
        <c:lblAlgn val="ctr"/>
        <c:noMultiLvlLbl val="1"/>
      </c:valAx>
      <c:valAx>
        <c:axId val="2094734552"/>
        <c:scaling>
          <c:orientation val="minMax"/>
          <c:max val="0.3"/>
          <c:min val="-0.3"/>
        </c:scaling>
        <c:delete val="0"/>
        <c:axPos val="l"/>
        <c:majorGridlines>
          <c:spPr>
            <a:ln w="9525" cap="flat">
              <a:solidFill>
                <a:srgbClr val="DDE2EA"/>
              </a:solidFill>
              <a:prstDash val="solid"/>
              <a:round/>
            </a:ln>
          </c:spPr>
        </c:majorGridlines>
        <c:title>
          <c:tx>
            <c:rich>
              <a:bodyPr/>
              <a:lstStyle/>
              <a:p>
                <a:pPr>
                  <a:defRPr sz="1200" b="0" i="0" u="none" strike="noStrike">
                    <a:solidFill>
                      <a:srgbClr val="4A5568"/>
                    </a:solidFill>
                    <a:latin typeface="Arial"/>
                  </a:defRPr>
                </a:pPr>
                <a:r>
                  <a:rPr sz="1200" b="0" i="0" u="none" strike="noStrike">
                    <a:solidFill>
                      <a:srgbClr val="4A5568"/>
                    </a:solidFill>
                    <a:latin typeface="Arial"/>
                  </a:rPr>
                  <a:t>軸2（29%）</a:t>
                </a:r>
              </a:p>
            </c:rich>
          </c:tx>
          <c:layout/>
          <c:overlay val="0"/>
        </c:title>
        <c:numFmt formatCode="0.0" sourceLinked="0"/>
        <c:majorTickMark val="none"/>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At val="-0.3"/>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は、研究テーマを初めて紹介します。多クラス分類器をLIMEで説明するときの問題と、それに対する考え方、ここまでの実験結果を話します。手法はまだ完成していないので、前提となる仮定が成り立つかを確かめた結果が中心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最初に全体の流れです。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発表では、数字認識の例を最初から最後まで使います。このAIは6と答えましたが、0の確率も0.4あり、迷っています。知りたいのは、画像のどこが0ではなく6という判断につながったかです。この問いに答えるのが、今日の目標です。
（左の画像は手書き数字データの実際の画像。右の確率は説明のための例。）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次は「問題と発想」です。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ふつうのLIMEが画像をどう説明するかを確認します。LIMEは、画像を意味のある小さな領域、スーパーピクセルに分けます。実際は数十個に分けますが、ここでは説明のために、左の縦線A、右上B、右下Cの3つにします。次に、領域をランダムに隠した画像を何枚も作り、それぞれをAIに入れて、説明したいクラスの確率を記録します。ここでは6の確率です。隠したときに確率が下がる領域は、6という判断に効いていること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記録した表を使って、6の確率を領域の有無で線形回帰します。係数は、その領域があると6の確率がどれだけ上がるかを表します。この例では、Aの係数が+0.30、Bが−0.30、Cが+0.10です。係数を領域の色にしたものがLIMEのヒートマップで、赤い領域は6の確率を上げ、青い領域は下げます。つまり「左の縦線があるから6、右上があると6らしさが下がる」と読めます。実際のLIMEでは、元画像に近い摂動画像ほど重みを大きくして回帰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ま見た手順で説明できるのは、6の確率という出力1本だけです。多クラスでは出力が10本あるので、同じ摂動画像を使って、クラスごとに10回回帰します。結果として、クラスごとのヒートマップが10枚できます。公式の実装では説明するクラスを指定でき、ふつうは予測されたクラス、この例では6だけ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使うときは、10枚のヒートマップをすべて見ることはなく、確率の高い6と0だけを見ると思います。ただ、比べるクラスは人が確率を見て決めたものです。そのため、一緒に動いている9を見落としたり、確率は高いのに近傍ではほとんど動かないクラスを選んだりすることがあります。もう1つの問題はクラス間の関係です。今日の問いは「なぜ0ではなく6か」で、これは6と0の関係についての問いです。ところが通常のLIMEはクラスごとに説明を返すので、関係は人が2枚のマップを見比べて組み立てるしか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を読みやすくするには、この表を小さくすればよいわけです。行をまとめる方向は、画像LIMEのスーパーピクセルがまさにそうで、特徴のグループ化などの手法もあります。この研究は列、つまりクラスの方をまとめます。特徴は元のままなので、どの領域が効いたかという読み方は変わ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力空間は、10クラスそれぞれの領域に分かれています。ただ、説明したい点のまわりだけを見ると、そこに入ってくる領域は0・6・9の3つくらいです。残りの7クラスの領域は遠くにあるので、摂動しても確率はほぼ0のまま動きません。それなら、確率の動きは少数の方向で表せるはずです。方向ごとに説明すれば、量も減り、クラス間の関係も直接読める、というのが出発点です。
（図は説明のためのイメージ。実際の入力空間はもっと高次元。）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指す出力は、この表のような形です。軸1を見れば「主に0と6で迷っていて、縦線があるから6になった」と読めます。軸ごとに、出力の動きのどれだけを占めるかも出るので、「9の関与は小さい」ことも分かります。条件は、通常のLIMEと比べて、AIの振る舞いを近似する精度をほとんど落とさない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次は「手法と仮定」です。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順の違いは、回帰する目的変数だけです。通常のLIMEは「6の確率」を回帰しますが、この手法は「軸1のスコア」を回帰します。軸1が「6が上がり0が下がる」方向なら、スコアは6寄りか0寄りかを表す1つの数です。表の例では、Aを隠すと0寄りに、Bを隠すと6寄りに動きます。回帰で得られる係数は、Aが正、Bが負です。これをヒートマップにすれば、「Aがあるから6、Bがあるから0の可能性も残った」と1枚で読めます。軸はPCAで近傍の確率の動きから決めるので、どのクラスの対比を見るかを人が選ぶ必要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然、上位2クラスの差を説明すればよいのでは、という疑問が出ると思います。競合が2クラスだけなら、この手法も同じ結果になります。違いが出るのは、3クラス以上が同時に競合しているときと、確率は高いけれど近傍ではほとんど動かないクラスがあるときです。この手法は確率の動きから軸を決めるので、そうした場合も扱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手法が働くには、2つの仮定が必要です。1つ目は、近傍で出力が動く方向が少ないことです。競合するクラスが少なければ、この仮定は必ず成り立ちます。確率の和が1なので、2クラスだけが動くなら、片方が上がった分だけもう片方が下がり、動く方向は1つです。ただし逆は言えず、多くのクラスがまとまって動く場合にも方向は少なくなります。2つ目は、通常のLIMEと同じ「局所的に線形で近似できる」という仮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次は「実験」です。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定1は、手書き数字の実際の説明点1つを例に説明します。この点では、AIの確率は2が0.39、3が0.39、9が0.12でした。まず、この点のまわりに摂動データを600点撒き、それぞれの確率を出します。次に、摂動データの確率から元の点の確率を引いて「ずれ」を求めます。引き算をするのは、確率が高くても動かないクラスを数えないためです。最後に、クラスごとにずれの2乗を600点分足し合わせ、大きい順に並べます。この例では、2・3・9の3クラスでずれ全体の97%を占めるので、動くクラスは3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必要な軸の数です。600個のずれは、それぞれ10個の数の組、つまり10次元の点です。この点の集まりを、何本の向きの組み合わせで表せるかを数えます。向きはPCAで、ずれをよく表す順に求めます。この例では、1本目の向き（2が下がり、3と9が上がる）でずれ全体の69%、2本目（9が下がり、3と2が上がる）まで使うと99%を表せました。95%に届くのが2本目なので、必要な軸は2本です。右の図は、ずれを2本の軸の上に並べたもので、点が1本目の方向に長く伸び、2本目の方向にも少し広がっています。動くクラスが3個なので、軸は多くても2本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験では2つのことを確かめました。1つ目は仮定1、2つ目は軸を減らしたときに通常のLIMEと比べてどれだけ忠実さを失うかです。忠実さは、学習に使っていない摂動で、説明のモデルがAIの確率をどれだけ再現できるかで測ります。データは公開されている実データを4つ使いました。手書き数字は今日の例と同じデータです。なお実験では、スーパーピクセルを隠す代わりに、画素の値に小さな正規分布の摂動を加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忠実さは決定係数 R² で測ります。学習に使っていない摂動データを600点用意し、各点でAIの確率と説明の予測を比べます。10クラス分の差の2乗を足したものが、その点での説明のずれです。比べる基準として、いつも平均の確率を答えた場合のずれも計算します。R² は1から「説明のずれの合計 ÷ 平均で答えたときのずれの合計」を引いた値です。1に近いほど、説明がAIの振る舞いを再現できています。手書き数字の例では、平均で答えたときのずれを1とすると、通常のLIMEのずれは0.126、この手法の3本では0.132で、R² はそれぞれ0.874と0.868でした。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どのデータでも、近傍で確率が動くクラスは3個前後で、出力は2本前後の軸で表せました。26クラスの文字認識でも同じです。必要な軸の数は動くクラスの数より1つ前後少なく、2クラスが動くなら1本、3クラスなら2本という仮定1の説明とおおむね合います。つまり、低次元になる主な理由は、近傍で競合するクラスが少ないことです。ただ、手書き数字とyeastでは、軸の数がそれよりさらに少ない近傍が3〜4割ありました。これは、複数のクラスがまとまって動いていることを表しています。半径を0.4に広げると、文字認識では動くクラスが5個程度に増えます。SVMでも同じ傾向で、軸の数は平均1.4〜1.9本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4つのデータのどれでも、3本にまとめたときに失う R² は0.02未満でした。説明の量は大きく減りますが、忠実さはほとんど変わりません。一方で、軸を1本まで減らすと、yeastでは0.2ほど落ちます。結果1で見たとおり、必要な軸は2本前後なので、それより少なくすると表しきれません。SVMでも、3本で失う R² は0.001〜0.015でした。なお、文字認識では通常のLIME自体の R² が0.5程度と低く、これは次の課題につながります。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次は「課題と今後」です。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は2つあります。1つ目は軸の読みやすさです。PCAの軸は、複数のクラスに重みが分かれることがあります。柴犬が上がって秋田犬と三毛猫が下がる形なら「柴犬の確率は主に秋田犬から来た」と読めますが、柴犬と三毛猫が同じ側に並ぶと意味が取れません。次元を減らすだけでは足りず、減らした後の軸が理解できることも条件になります。2つ目は、通常のLIME自体の忠実さが低い条件があることです。この手法は通常のLIMEを少数の軸で近似するものなので、その限界は引き継ぎ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軸を読めるようにする方法を考えます。たとえば、軸の形を「2クラスの対比」や「1対多」に限った中で、確率の動きを最もよく表す軸を選ぶ方法です。データも増やして評価し、最後は人に説明を見てもらって、本当に分かりやすくなったかを確かめ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テーブルデータの場合は、データを特徴量空間の点として考えます。AIは、この空間に境界を引いてクラスを分けています。LIMEは、説明したい点（星）のまわりで、AIの確率を直線（特徴が多ければ平面）で近似します。その直線の傾き、つまり各特徴の係数が説明です。係数が正の特徴は、増やすとそのクラスの確率が上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クラスでは、「クラスAかそれ以外か」「クラスBかそれ以外か」のように、クラスごとに別々の直線を引きます。直線ごとに係数が出るので、説明もクラスの数だけできます。この例では、特徴1を増やすとAの確率が上がり、Cの確率が下がります。特徴2を増やすとBの確率が下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スごとの説明を並べると、こうなります。読みやすくするために係数の大きい特徴を3つずつ選ぶと、クラスごとに選ばれる特徴が違います。また、特徴1はクラスAでは+0.4、クラスBでは−0.5です。つまり特徴1は、BからAへ確率を移す特徴ですが、それは2つの説明を見比べて初めて分かります。この研究は、この「BからAへ」を1本の軸として直接説明することを目指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731520" y="1737360"/>
            <a:ext cx="10698480" cy="16459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ph idx="102" type="body" hasCustomPrompt="1"/>
          </p:nvPr>
        </p:nvSpPr>
        <p:spPr>
          <a:xfrm>
            <a:off x="731520" y="3566160"/>
            <a:ext cx="10698480" cy="64008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1"/>
          </a:solidFill>
          <a:ln/>
        </p:spPr>
      </p:sp>
      <p:sp>
        <p:nvSpPr>
          <p:cNvPr id="3" name="Text 1"/>
          <p:cNvSpPr/>
          <p:nvPr>
            <p:ph idx="101" type="title" hasCustomPrompt="1"/>
          </p:nvPr>
        </p:nvSpPr>
        <p:spPr>
          <a:xfrm>
            <a:off x="548640" y="27432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1"/>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多クラスLIMEの出力側の次元削減　2026-10-05</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274320"/>
            <a:ext cx="1106424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3.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ph idx="101" type="title" hasCustomPrompt="1"/>
          </p:nvPr>
        </p:nvSpPr>
        <p:spPr>
          <a:xfrm>
            <a:off x="731520" y="1737360"/>
            <a:ext cx="10698480" cy="1645920"/>
          </a:xfrm>
          <a:prstGeom prst="rect">
            <a:avLst/>
          </a:prstGeom>
          <a:noFill/>
          <a:ln/>
        </p:spPr>
        <p:txBody>
          <a:bodyPr wrap="square" rtlCol="0" anchor="b"/>
          <a:lstStyle/>
          <a:p>
            <a:pPr algn="l" indent="0" marL="0">
              <a:buNone/>
            </a:pPr>
            <a:r>
              <a:rPr lang="en-US" sz="3600" b="1" dirty="0">
                <a:solidFill>
                  <a:schemeClr val="bg1"/>
                </a:solidFill>
              </a:rPr>
              <a:t>多クラス分類器の局所説明を</a:t>
            </a:r>
            <a:endParaRPr lang="en-US" sz="3600" dirty="0"/>
          </a:p>
          <a:p>
            <a:pPr algn="l" indent="0" marL="0">
              <a:buNone/>
            </a:pPr>
            <a:r>
              <a:rPr lang="en-US" sz="3600" b="1" dirty="0">
                <a:solidFill>
                  <a:schemeClr val="bg1"/>
                </a:solidFill>
              </a:rPr>
              <a:t>「クラス間の確率の移動」としてまとめる</a:t>
            </a:r>
            <a:endParaRPr lang="en-US" sz="3600" dirty="0"/>
          </a:p>
        </p:txBody>
      </p:sp>
      <p:sp>
        <p:nvSpPr>
          <p:cNvPr id="4" name="Text 1"/>
          <p:cNvSpPr/>
          <p:nvPr>
            <p:ph idx="102" type="body" hasCustomPrompt="1"/>
          </p:nvPr>
        </p:nvSpPr>
        <p:spPr>
          <a:xfrm>
            <a:off x="731520" y="3566160"/>
            <a:ext cx="10698480" cy="640080"/>
          </a:xfrm>
          <a:prstGeom prst="rect">
            <a:avLst/>
          </a:prstGeom>
          <a:noFill/>
          <a:ln/>
        </p:spPr>
        <p:txBody>
          <a:bodyPr wrap="square" rtlCol="0"/>
          <a:lstStyle/>
          <a:p>
            <a:pPr algn="l" indent="0" marL="0">
              <a:buNone/>
            </a:pPr>
            <a:r>
              <a:rPr lang="en-US" sz="2000" dirty="0">
                <a:solidFill>
                  <a:schemeClr val="accent5"/>
                </a:solidFill>
              </a:rPr>
              <a:t>LIMEの出力側を次元削減する手法の検討</a:t>
            </a:r>
            <a:endParaRPr lang="en-US" sz="2000" dirty="0"/>
          </a:p>
        </p:txBody>
      </p:sp>
      <p:sp>
        <p:nvSpPr>
          <p:cNvPr id="5" name="Text 2"/>
          <p:cNvSpPr txBox="1"/>
          <p:nvPr/>
        </p:nvSpPr>
        <p:spPr>
          <a:xfrm>
            <a:off x="731520" y="4663440"/>
            <a:ext cx="7315200" cy="365760"/>
          </a:xfrm>
          <a:prstGeom prst="rect">
            <a:avLst/>
          </a:prstGeom>
          <a:noFill/>
          <a:ln/>
        </p:spPr>
        <p:txBody>
          <a:bodyPr wrap="square" lIns="0" tIns="0" rIns="0" bIns="0" rtlCol="0" anchor="t"/>
          <a:lstStyle/>
          <a:p>
            <a:pPr indent="0" marL="0">
              <a:buNone/>
            </a:pPr>
            <a:r>
              <a:rPr lang="en-US" sz="1600" dirty="0">
                <a:solidFill>
                  <a:schemeClr val="bg1"/>
                </a:solidFill>
              </a:rPr>
              <a:t>発表者名　／　2026-10-05</a:t>
            </a:r>
            <a:endParaRPr lang="en-US" sz="1600" dirty="0"/>
          </a:p>
        </p:txBody>
      </p:sp>
      <p:sp>
        <p:nvSpPr>
          <p:cNvPr id="6" name="Shape 3"/>
          <p:cNvSpPr/>
          <p:nvPr/>
        </p:nvSpPr>
        <p:spPr>
          <a:xfrm>
            <a:off x="731520" y="5669280"/>
            <a:ext cx="384048" cy="384048"/>
          </a:xfrm>
          <a:prstGeom prst="roundRect">
            <a:avLst>
              <a:gd name="adj" fmla="val 14286"/>
            </a:avLst>
          </a:prstGeom>
          <a:solidFill>
            <a:schemeClr val="accent2"/>
          </a:solidFill>
          <a:ln w="12700">
            <a:solidFill>
              <a:schemeClr val="accent2"/>
            </a:solidFill>
            <a:prstDash val="solid"/>
          </a:ln>
        </p:spPr>
      </p:sp>
      <p:sp>
        <p:nvSpPr>
          <p:cNvPr id="7" name="Text 4"/>
          <p:cNvSpPr txBox="1"/>
          <p:nvPr/>
        </p:nvSpPr>
        <p:spPr>
          <a:xfrm>
            <a:off x="73152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8" name="Shape 5"/>
          <p:cNvSpPr/>
          <p:nvPr/>
        </p:nvSpPr>
        <p:spPr>
          <a:xfrm>
            <a:off x="1234440" y="5669280"/>
            <a:ext cx="384048" cy="384048"/>
          </a:xfrm>
          <a:prstGeom prst="roundRect">
            <a:avLst>
              <a:gd name="adj" fmla="val 14286"/>
            </a:avLst>
          </a:prstGeom>
          <a:solidFill>
            <a:schemeClr val="tx2"/>
          </a:solidFill>
          <a:ln w="12700">
            <a:solidFill>
              <a:schemeClr val="tx2"/>
            </a:solidFill>
            <a:prstDash val="solid"/>
          </a:ln>
        </p:spPr>
      </p:sp>
      <p:sp>
        <p:nvSpPr>
          <p:cNvPr id="9" name="Text 6"/>
          <p:cNvSpPr txBox="1"/>
          <p:nvPr/>
        </p:nvSpPr>
        <p:spPr>
          <a:xfrm>
            <a:off x="123444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Shape 7"/>
          <p:cNvSpPr/>
          <p:nvPr/>
        </p:nvSpPr>
        <p:spPr>
          <a:xfrm>
            <a:off x="1737360" y="5669280"/>
            <a:ext cx="384048" cy="384048"/>
          </a:xfrm>
          <a:prstGeom prst="roundRect">
            <a:avLst>
              <a:gd name="adj" fmla="val 14286"/>
            </a:avLst>
          </a:prstGeom>
          <a:solidFill>
            <a:schemeClr val="tx2"/>
          </a:solidFill>
          <a:ln w="12700">
            <a:solidFill>
              <a:schemeClr val="tx2"/>
            </a:solidFill>
            <a:prstDash val="solid"/>
          </a:ln>
        </p:spPr>
      </p:sp>
      <p:sp>
        <p:nvSpPr>
          <p:cNvPr id="11" name="Text 8"/>
          <p:cNvSpPr txBox="1"/>
          <p:nvPr/>
        </p:nvSpPr>
        <p:spPr>
          <a:xfrm>
            <a:off x="173736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Shape 9"/>
          <p:cNvSpPr/>
          <p:nvPr/>
        </p:nvSpPr>
        <p:spPr>
          <a:xfrm>
            <a:off x="2240280" y="5669280"/>
            <a:ext cx="384048" cy="384048"/>
          </a:xfrm>
          <a:prstGeom prst="roundRect">
            <a:avLst>
              <a:gd name="adj" fmla="val 14286"/>
            </a:avLst>
          </a:prstGeom>
          <a:solidFill>
            <a:schemeClr val="tx2"/>
          </a:solidFill>
          <a:ln w="12700">
            <a:solidFill>
              <a:schemeClr val="tx2"/>
            </a:solidFill>
            <a:prstDash val="solid"/>
          </a:ln>
        </p:spPr>
      </p:sp>
      <p:sp>
        <p:nvSpPr>
          <p:cNvPr id="13" name="Text 10"/>
          <p:cNvSpPr txBox="1"/>
          <p:nvPr/>
        </p:nvSpPr>
        <p:spPr>
          <a:xfrm>
            <a:off x="224028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hape 11"/>
          <p:cNvSpPr/>
          <p:nvPr/>
        </p:nvSpPr>
        <p:spPr>
          <a:xfrm>
            <a:off x="2743200" y="5669280"/>
            <a:ext cx="384048" cy="384048"/>
          </a:xfrm>
          <a:prstGeom prst="roundRect">
            <a:avLst>
              <a:gd name="adj" fmla="val 14286"/>
            </a:avLst>
          </a:prstGeom>
          <a:solidFill>
            <a:schemeClr val="tx2"/>
          </a:solidFill>
          <a:ln w="12700">
            <a:solidFill>
              <a:schemeClr val="tx2"/>
            </a:solidFill>
            <a:prstDash val="solid"/>
          </a:ln>
        </p:spPr>
      </p:sp>
      <p:sp>
        <p:nvSpPr>
          <p:cNvPr id="15" name="Text 12"/>
          <p:cNvSpPr txBox="1"/>
          <p:nvPr/>
        </p:nvSpPr>
        <p:spPr>
          <a:xfrm>
            <a:off x="274320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Shape 13"/>
          <p:cNvSpPr/>
          <p:nvPr/>
        </p:nvSpPr>
        <p:spPr>
          <a:xfrm>
            <a:off x="3246120" y="5669280"/>
            <a:ext cx="384048" cy="384048"/>
          </a:xfrm>
          <a:prstGeom prst="roundRect">
            <a:avLst>
              <a:gd name="adj" fmla="val 14286"/>
            </a:avLst>
          </a:prstGeom>
          <a:solidFill>
            <a:schemeClr val="tx2"/>
          </a:solidFill>
          <a:ln w="12700">
            <a:solidFill>
              <a:schemeClr val="tx2"/>
            </a:solidFill>
            <a:prstDash val="solid"/>
          </a:ln>
        </p:spPr>
      </p:sp>
      <p:sp>
        <p:nvSpPr>
          <p:cNvPr id="17" name="Text 14"/>
          <p:cNvSpPr txBox="1"/>
          <p:nvPr/>
        </p:nvSpPr>
        <p:spPr>
          <a:xfrm>
            <a:off x="324612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Shape 15"/>
          <p:cNvSpPr/>
          <p:nvPr/>
        </p:nvSpPr>
        <p:spPr>
          <a:xfrm>
            <a:off x="3749040" y="5669280"/>
            <a:ext cx="384048" cy="384048"/>
          </a:xfrm>
          <a:prstGeom prst="roundRect">
            <a:avLst>
              <a:gd name="adj" fmla="val 14286"/>
            </a:avLst>
          </a:prstGeom>
          <a:solidFill>
            <a:schemeClr val="accent1"/>
          </a:solidFill>
          <a:ln w="12700">
            <a:solidFill>
              <a:schemeClr val="accent1"/>
            </a:solidFill>
            <a:prstDash val="solid"/>
          </a:ln>
        </p:spPr>
      </p:sp>
      <p:sp>
        <p:nvSpPr>
          <p:cNvPr id="19" name="Text 16"/>
          <p:cNvSpPr txBox="1"/>
          <p:nvPr/>
        </p:nvSpPr>
        <p:spPr>
          <a:xfrm>
            <a:off x="374904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Shape 17"/>
          <p:cNvSpPr/>
          <p:nvPr/>
        </p:nvSpPr>
        <p:spPr>
          <a:xfrm>
            <a:off x="4251960" y="5669280"/>
            <a:ext cx="384048" cy="384048"/>
          </a:xfrm>
          <a:prstGeom prst="roundRect">
            <a:avLst>
              <a:gd name="adj" fmla="val 14286"/>
            </a:avLst>
          </a:prstGeom>
          <a:solidFill>
            <a:schemeClr val="tx2"/>
          </a:solidFill>
          <a:ln w="12700">
            <a:solidFill>
              <a:schemeClr val="tx2"/>
            </a:solidFill>
            <a:prstDash val="solid"/>
          </a:ln>
        </p:spPr>
      </p:sp>
      <p:sp>
        <p:nvSpPr>
          <p:cNvPr id="21" name="Text 18"/>
          <p:cNvSpPr txBox="1"/>
          <p:nvPr/>
        </p:nvSpPr>
        <p:spPr>
          <a:xfrm>
            <a:off x="425196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2" name="Shape 19"/>
          <p:cNvSpPr/>
          <p:nvPr/>
        </p:nvSpPr>
        <p:spPr>
          <a:xfrm>
            <a:off x="4754880" y="5669280"/>
            <a:ext cx="384048" cy="384048"/>
          </a:xfrm>
          <a:prstGeom prst="roundRect">
            <a:avLst>
              <a:gd name="adj" fmla="val 14286"/>
            </a:avLst>
          </a:prstGeom>
          <a:solidFill>
            <a:schemeClr val="tx2"/>
          </a:solidFill>
          <a:ln w="12700">
            <a:solidFill>
              <a:schemeClr val="tx2"/>
            </a:solidFill>
            <a:prstDash val="solid"/>
          </a:ln>
        </p:spPr>
      </p:sp>
      <p:sp>
        <p:nvSpPr>
          <p:cNvPr id="23" name="Text 20"/>
          <p:cNvSpPr txBox="1"/>
          <p:nvPr/>
        </p:nvSpPr>
        <p:spPr>
          <a:xfrm>
            <a:off x="475488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24" name="Shape 21"/>
          <p:cNvSpPr/>
          <p:nvPr/>
        </p:nvSpPr>
        <p:spPr>
          <a:xfrm>
            <a:off x="5257800" y="5669280"/>
            <a:ext cx="384048" cy="384048"/>
          </a:xfrm>
          <a:prstGeom prst="roundRect">
            <a:avLst>
              <a:gd name="adj" fmla="val 14286"/>
            </a:avLst>
          </a:prstGeom>
          <a:solidFill>
            <a:schemeClr val="accent3"/>
          </a:solidFill>
          <a:ln w="12700">
            <a:solidFill>
              <a:schemeClr val="accent3"/>
            </a:solidFill>
            <a:prstDash val="solid"/>
          </a:ln>
        </p:spPr>
      </p:sp>
      <p:sp>
        <p:nvSpPr>
          <p:cNvPr id="25" name="Text 22"/>
          <p:cNvSpPr txBox="1"/>
          <p:nvPr/>
        </p:nvSpPr>
        <p:spPr>
          <a:xfrm>
            <a:off x="5257800" y="5669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目次</a:t>
            </a:r>
            <a:endParaRPr lang="en-US" sz="3000" dirty="0"/>
          </a:p>
        </p:txBody>
      </p:sp>
      <p:sp>
        <p:nvSpPr>
          <p:cNvPr id="4" name="Shape 1"/>
          <p:cNvSpPr/>
          <p:nvPr/>
        </p:nvSpPr>
        <p:spPr>
          <a:xfrm>
            <a:off x="548640" y="1216152"/>
            <a:ext cx="11064240" cy="868680"/>
          </a:xfrm>
          <a:prstGeom prst="roundRect">
            <a:avLst>
              <a:gd name="adj" fmla="val 12632"/>
            </a:avLst>
          </a:prstGeom>
          <a:solidFill>
            <a:srgbClr val="FBE6DF"/>
          </a:solidFill>
          <a:ln w="12700">
            <a:solidFill>
              <a:srgbClr val="FBE6DF"/>
            </a:solidFill>
            <a:prstDash val="solid"/>
          </a:ln>
        </p:spPr>
      </p:sp>
      <p:sp>
        <p:nvSpPr>
          <p:cNvPr id="5" name="Shape 2"/>
          <p:cNvSpPr/>
          <p:nvPr/>
        </p:nvSpPr>
        <p:spPr>
          <a:xfrm>
            <a:off x="822960" y="13716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82296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645920" y="1325880"/>
            <a:ext cx="3291840" cy="640080"/>
          </a:xfrm>
          <a:prstGeom prst="rect">
            <a:avLst/>
          </a:prstGeom>
          <a:noFill/>
          <a:ln/>
        </p:spPr>
        <p:txBody>
          <a:bodyPr wrap="square" lIns="0" tIns="0" rIns="0" bIns="0" rtlCol="0" anchor="ctr"/>
          <a:lstStyle/>
          <a:p>
            <a:pPr indent="0" marL="0">
              <a:buNone/>
            </a:pPr>
            <a:r>
              <a:rPr lang="en-US" sz="2400" b="1" dirty="0">
                <a:solidFill>
                  <a:schemeClr val="tx1"/>
                </a:solidFill>
              </a:rPr>
              <a:t>導入</a:t>
            </a:r>
            <a:endParaRPr lang="en-US" sz="2400" dirty="0"/>
          </a:p>
        </p:txBody>
      </p:sp>
      <p:sp>
        <p:nvSpPr>
          <p:cNvPr id="8" name="Text 5"/>
          <p:cNvSpPr txBox="1"/>
          <p:nvPr/>
        </p:nvSpPr>
        <p:spPr>
          <a:xfrm>
            <a:off x="4937760" y="1325880"/>
            <a:ext cx="6492240" cy="640080"/>
          </a:xfrm>
          <a:prstGeom prst="rect">
            <a:avLst/>
          </a:prstGeom>
          <a:noFill/>
          <a:ln/>
        </p:spPr>
        <p:txBody>
          <a:bodyPr wrap="square" lIns="0" tIns="0" rIns="0" bIns="0" rtlCol="0" anchor="ctr"/>
          <a:lstStyle/>
          <a:p>
            <a:pPr indent="0" marL="0">
              <a:buNone/>
            </a:pPr>
            <a:r>
              <a:rPr lang="en-US" sz="1600" dirty="0">
                <a:solidFill>
                  <a:schemeClr val="tx2"/>
                </a:solidFill>
              </a:rPr>
              <a:t>今日の問い</a:t>
            </a:r>
            <a:endParaRPr lang="en-US" sz="1600" dirty="0"/>
          </a:p>
        </p:txBody>
      </p:sp>
      <p:sp>
        <p:nvSpPr>
          <p:cNvPr id="9" name="Shape 6"/>
          <p:cNvSpPr/>
          <p:nvPr/>
        </p:nvSpPr>
        <p:spPr>
          <a:xfrm>
            <a:off x="822960" y="2331720"/>
            <a:ext cx="548640" cy="548640"/>
          </a:xfrm>
          <a:prstGeom prst="ellipse">
            <a:avLst/>
          </a:prstGeom>
          <a:solidFill>
            <a:schemeClr val="accent5">
              <a:alpha val="45000"/>
            </a:schemeClr>
          </a:solidFill>
          <a:ln w="12700">
            <a:solidFill>
              <a:schemeClr val="accent5">
                <a:alpha val="45000"/>
              </a:schemeClr>
            </a:solidFill>
            <a:prstDash val="solid"/>
          </a:ln>
        </p:spPr>
      </p:sp>
      <p:sp>
        <p:nvSpPr>
          <p:cNvPr id="10" name="Text 7"/>
          <p:cNvSpPr txBox="1"/>
          <p:nvPr/>
        </p:nvSpPr>
        <p:spPr>
          <a:xfrm>
            <a:off x="822960" y="2331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645920" y="228600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問題と発想</a:t>
            </a:r>
            <a:endParaRPr lang="en-US" sz="2400" dirty="0"/>
          </a:p>
        </p:txBody>
      </p:sp>
      <p:sp>
        <p:nvSpPr>
          <p:cNvPr id="12" name="Text 9"/>
          <p:cNvSpPr txBox="1"/>
          <p:nvPr/>
        </p:nvSpPr>
        <p:spPr>
          <a:xfrm>
            <a:off x="4937760" y="228600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LIMEのおさらい、多クラスLIMEの問題、クラス側をまとめる発想、目標</a:t>
            </a:r>
            <a:endParaRPr lang="en-US" sz="1600" dirty="0"/>
          </a:p>
        </p:txBody>
      </p:sp>
      <p:sp>
        <p:nvSpPr>
          <p:cNvPr id="13" name="Shape 10"/>
          <p:cNvSpPr/>
          <p:nvPr/>
        </p:nvSpPr>
        <p:spPr>
          <a:xfrm>
            <a:off x="822960" y="3291840"/>
            <a:ext cx="548640" cy="548640"/>
          </a:xfrm>
          <a:prstGeom prst="ellipse">
            <a:avLst/>
          </a:prstGeom>
          <a:solidFill>
            <a:schemeClr val="accent5">
              <a:alpha val="45000"/>
            </a:schemeClr>
          </a:solidFill>
          <a:ln w="12700">
            <a:solidFill>
              <a:schemeClr val="accent5">
                <a:alpha val="45000"/>
              </a:schemeClr>
            </a:solidFill>
            <a:prstDash val="solid"/>
          </a:ln>
        </p:spPr>
      </p:sp>
      <p:sp>
        <p:nvSpPr>
          <p:cNvPr id="14" name="Text 11"/>
          <p:cNvSpPr txBox="1"/>
          <p:nvPr/>
        </p:nvSpPr>
        <p:spPr>
          <a:xfrm>
            <a:off x="822960" y="3291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2"/>
          <p:cNvSpPr txBox="1"/>
          <p:nvPr/>
        </p:nvSpPr>
        <p:spPr>
          <a:xfrm>
            <a:off x="1645920" y="324612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手法と仮定</a:t>
            </a:r>
            <a:endParaRPr lang="en-US" sz="2400" dirty="0"/>
          </a:p>
        </p:txBody>
      </p:sp>
      <p:sp>
        <p:nvSpPr>
          <p:cNvPr id="16" name="Text 13"/>
          <p:cNvSpPr txBox="1"/>
          <p:nvPr/>
        </p:nvSpPr>
        <p:spPr>
          <a:xfrm>
            <a:off x="4937760" y="324612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手順、上位2クラスとの違い、成り立つための仮定</a:t>
            </a:r>
            <a:endParaRPr lang="en-US" sz="1600" dirty="0"/>
          </a:p>
        </p:txBody>
      </p:sp>
      <p:sp>
        <p:nvSpPr>
          <p:cNvPr id="17" name="Shape 14"/>
          <p:cNvSpPr/>
          <p:nvPr/>
        </p:nvSpPr>
        <p:spPr>
          <a:xfrm>
            <a:off x="822960" y="4251960"/>
            <a:ext cx="548640" cy="548640"/>
          </a:xfrm>
          <a:prstGeom prst="ellipse">
            <a:avLst/>
          </a:prstGeom>
          <a:solidFill>
            <a:schemeClr val="accent5">
              <a:alpha val="45000"/>
            </a:schemeClr>
          </a:solidFill>
          <a:ln w="12700">
            <a:solidFill>
              <a:schemeClr val="accent5">
                <a:alpha val="45000"/>
              </a:schemeClr>
            </a:solidFill>
            <a:prstDash val="solid"/>
          </a:ln>
        </p:spPr>
      </p:sp>
      <p:sp>
        <p:nvSpPr>
          <p:cNvPr id="18" name="Text 15"/>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6"/>
          <p:cNvSpPr txBox="1"/>
          <p:nvPr/>
        </p:nvSpPr>
        <p:spPr>
          <a:xfrm>
            <a:off x="1645920" y="420624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実験</a:t>
            </a:r>
            <a:endParaRPr lang="en-US" sz="2400" dirty="0"/>
          </a:p>
        </p:txBody>
      </p:sp>
      <p:sp>
        <p:nvSpPr>
          <p:cNvPr id="20" name="Text 17"/>
          <p:cNvSpPr txBox="1"/>
          <p:nvPr/>
        </p:nvSpPr>
        <p:spPr>
          <a:xfrm>
            <a:off x="4937760" y="420624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仮定の確かめ方、実験の設定、忠実さの測り方、結果</a:t>
            </a:r>
            <a:endParaRPr lang="en-US" sz="1600" dirty="0"/>
          </a:p>
        </p:txBody>
      </p:sp>
      <p:sp>
        <p:nvSpPr>
          <p:cNvPr id="21" name="Shape 18"/>
          <p:cNvSpPr/>
          <p:nvPr/>
        </p:nvSpPr>
        <p:spPr>
          <a:xfrm>
            <a:off x="822960" y="5212080"/>
            <a:ext cx="548640" cy="548640"/>
          </a:xfrm>
          <a:prstGeom prst="ellipse">
            <a:avLst/>
          </a:prstGeom>
          <a:solidFill>
            <a:schemeClr val="accent5">
              <a:alpha val="45000"/>
            </a:schemeClr>
          </a:solidFill>
          <a:ln w="12700">
            <a:solidFill>
              <a:schemeClr val="accent5">
                <a:alpha val="45000"/>
              </a:schemeClr>
            </a:solidFill>
            <a:prstDash val="solid"/>
          </a:ln>
        </p:spPr>
      </p:sp>
      <p:sp>
        <p:nvSpPr>
          <p:cNvPr id="22" name="Text 19"/>
          <p:cNvSpPr txBox="1"/>
          <p:nvPr/>
        </p:nvSpPr>
        <p:spPr>
          <a:xfrm>
            <a:off x="822960" y="5212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0"/>
          <p:cNvSpPr txBox="1"/>
          <p:nvPr/>
        </p:nvSpPr>
        <p:spPr>
          <a:xfrm>
            <a:off x="1645920" y="516636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課題と今後</a:t>
            </a:r>
            <a:endParaRPr lang="en-US" sz="2400" dirty="0"/>
          </a:p>
        </p:txBody>
      </p:sp>
      <p:sp>
        <p:nvSpPr>
          <p:cNvPr id="24" name="Text 21"/>
          <p:cNvSpPr txBox="1"/>
          <p:nvPr/>
        </p:nvSpPr>
        <p:spPr>
          <a:xfrm>
            <a:off x="4937760" y="516636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課題、今後の計画、まとめ</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今日の問い</a:t>
            </a:r>
            <a:endParaRPr lang="en-US" sz="3000" dirty="0"/>
          </a:p>
        </p:txBody>
      </p:sp>
      <p:sp>
        <p:nvSpPr>
          <p:cNvPr id="4" name="Text 1"/>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1800" dirty="0">
                <a:solidFill>
                  <a:schemeClr val="tx2"/>
                </a:solidFill>
              </a:rPr>
              <a:t>手書き数字を0〜9に分類するAIが、ある画像に次の確率を出した</a:t>
            </a:r>
            <a:endParaRPr lang="en-US" sz="1800" dirty="0"/>
          </a:p>
        </p:txBody>
      </p:sp>
      <p:sp>
        <p:nvSpPr>
          <p:cNvPr id="5" name="Shape 2"/>
          <p:cNvSpPr/>
          <p:nvPr/>
        </p:nvSpPr>
        <p:spPr>
          <a:xfrm>
            <a:off x="822960" y="1828800"/>
            <a:ext cx="356616" cy="356616"/>
          </a:xfrm>
          <a:prstGeom prst="rect">
            <a:avLst/>
          </a:prstGeom>
          <a:solidFill>
            <a:schemeClr val="tx1">
              <a:alpha val="0"/>
            </a:schemeClr>
          </a:solidFill>
          <a:ln w="6350">
            <a:solidFill>
              <a:schemeClr val="bg1"/>
            </a:solidFill>
            <a:prstDash val="solid"/>
          </a:ln>
        </p:spPr>
      </p:sp>
      <p:sp>
        <p:nvSpPr>
          <p:cNvPr id="6" name="Shape 3"/>
          <p:cNvSpPr/>
          <p:nvPr/>
        </p:nvSpPr>
        <p:spPr>
          <a:xfrm>
            <a:off x="1207008" y="1828800"/>
            <a:ext cx="356616" cy="356616"/>
          </a:xfrm>
          <a:prstGeom prst="rect">
            <a:avLst/>
          </a:prstGeom>
          <a:solidFill>
            <a:schemeClr val="tx1">
              <a:alpha val="0"/>
            </a:schemeClr>
          </a:solidFill>
          <a:ln w="6350">
            <a:solidFill>
              <a:schemeClr val="bg1"/>
            </a:solidFill>
            <a:prstDash val="solid"/>
          </a:ln>
        </p:spPr>
      </p:sp>
      <p:sp>
        <p:nvSpPr>
          <p:cNvPr id="7" name="Shape 4"/>
          <p:cNvSpPr/>
          <p:nvPr/>
        </p:nvSpPr>
        <p:spPr>
          <a:xfrm>
            <a:off x="1591056" y="1828800"/>
            <a:ext cx="356616" cy="356616"/>
          </a:xfrm>
          <a:prstGeom prst="rect">
            <a:avLst/>
          </a:prstGeom>
          <a:solidFill>
            <a:schemeClr val="tx1">
              <a:alpha val="12000"/>
            </a:schemeClr>
          </a:solidFill>
          <a:ln w="6350">
            <a:solidFill>
              <a:schemeClr val="bg1"/>
            </a:solidFill>
            <a:prstDash val="solid"/>
          </a:ln>
        </p:spPr>
      </p:sp>
      <p:sp>
        <p:nvSpPr>
          <p:cNvPr id="8" name="Shape 5"/>
          <p:cNvSpPr/>
          <p:nvPr/>
        </p:nvSpPr>
        <p:spPr>
          <a:xfrm>
            <a:off x="1975104" y="1828800"/>
            <a:ext cx="356616" cy="356616"/>
          </a:xfrm>
          <a:prstGeom prst="rect">
            <a:avLst/>
          </a:prstGeom>
          <a:solidFill>
            <a:schemeClr val="tx1">
              <a:alpha val="69000"/>
            </a:schemeClr>
          </a:solidFill>
          <a:ln w="6350">
            <a:solidFill>
              <a:schemeClr val="bg1"/>
            </a:solidFill>
            <a:prstDash val="solid"/>
          </a:ln>
        </p:spPr>
      </p:sp>
      <p:sp>
        <p:nvSpPr>
          <p:cNvPr id="9" name="Shape 6"/>
          <p:cNvSpPr/>
          <p:nvPr/>
        </p:nvSpPr>
        <p:spPr>
          <a:xfrm>
            <a:off x="2359152" y="1828800"/>
            <a:ext cx="356616" cy="356616"/>
          </a:xfrm>
          <a:prstGeom prst="rect">
            <a:avLst/>
          </a:prstGeom>
          <a:solidFill>
            <a:schemeClr val="tx1">
              <a:alpha val="81000"/>
            </a:schemeClr>
          </a:solidFill>
          <a:ln w="6350">
            <a:solidFill>
              <a:schemeClr val="bg1"/>
            </a:solidFill>
            <a:prstDash val="solid"/>
          </a:ln>
        </p:spPr>
      </p:sp>
      <p:sp>
        <p:nvSpPr>
          <p:cNvPr id="10" name="Shape 7"/>
          <p:cNvSpPr/>
          <p:nvPr/>
        </p:nvSpPr>
        <p:spPr>
          <a:xfrm>
            <a:off x="2743200" y="1828800"/>
            <a:ext cx="356616" cy="356616"/>
          </a:xfrm>
          <a:prstGeom prst="rect">
            <a:avLst/>
          </a:prstGeom>
          <a:solidFill>
            <a:schemeClr val="tx1">
              <a:alpha val="25000"/>
            </a:schemeClr>
          </a:solidFill>
          <a:ln w="6350">
            <a:solidFill>
              <a:schemeClr val="bg1"/>
            </a:solidFill>
            <a:prstDash val="solid"/>
          </a:ln>
        </p:spPr>
      </p:sp>
      <p:sp>
        <p:nvSpPr>
          <p:cNvPr id="11" name="Shape 8"/>
          <p:cNvSpPr/>
          <p:nvPr/>
        </p:nvSpPr>
        <p:spPr>
          <a:xfrm>
            <a:off x="3127248" y="1828800"/>
            <a:ext cx="356616" cy="356616"/>
          </a:xfrm>
          <a:prstGeom prst="rect">
            <a:avLst/>
          </a:prstGeom>
          <a:solidFill>
            <a:schemeClr val="tx1">
              <a:alpha val="0"/>
            </a:schemeClr>
          </a:solidFill>
          <a:ln w="6350">
            <a:solidFill>
              <a:schemeClr val="bg1"/>
            </a:solidFill>
            <a:prstDash val="solid"/>
          </a:ln>
        </p:spPr>
      </p:sp>
      <p:sp>
        <p:nvSpPr>
          <p:cNvPr id="12" name="Shape 9"/>
          <p:cNvSpPr/>
          <p:nvPr/>
        </p:nvSpPr>
        <p:spPr>
          <a:xfrm>
            <a:off x="3511296" y="1828800"/>
            <a:ext cx="356616" cy="356616"/>
          </a:xfrm>
          <a:prstGeom prst="rect">
            <a:avLst/>
          </a:prstGeom>
          <a:solidFill>
            <a:schemeClr val="tx1">
              <a:alpha val="0"/>
            </a:schemeClr>
          </a:solidFill>
          <a:ln w="6350">
            <a:solidFill>
              <a:schemeClr val="bg1"/>
            </a:solidFill>
            <a:prstDash val="solid"/>
          </a:ln>
        </p:spPr>
      </p:sp>
      <p:sp>
        <p:nvSpPr>
          <p:cNvPr id="13" name="Shape 10"/>
          <p:cNvSpPr/>
          <p:nvPr/>
        </p:nvSpPr>
        <p:spPr>
          <a:xfrm>
            <a:off x="822960" y="2212848"/>
            <a:ext cx="356616" cy="356616"/>
          </a:xfrm>
          <a:prstGeom prst="rect">
            <a:avLst/>
          </a:prstGeom>
          <a:solidFill>
            <a:schemeClr val="tx1">
              <a:alpha val="0"/>
            </a:schemeClr>
          </a:solidFill>
          <a:ln w="6350">
            <a:solidFill>
              <a:schemeClr val="bg1"/>
            </a:solidFill>
            <a:prstDash val="solid"/>
          </a:ln>
        </p:spPr>
      </p:sp>
      <p:sp>
        <p:nvSpPr>
          <p:cNvPr id="14" name="Shape 11"/>
          <p:cNvSpPr/>
          <p:nvPr/>
        </p:nvSpPr>
        <p:spPr>
          <a:xfrm>
            <a:off x="1207008" y="2212848"/>
            <a:ext cx="356616" cy="356616"/>
          </a:xfrm>
          <a:prstGeom prst="rect">
            <a:avLst/>
          </a:prstGeom>
          <a:solidFill>
            <a:schemeClr val="tx1">
              <a:alpha val="0"/>
            </a:schemeClr>
          </a:solidFill>
          <a:ln w="6350">
            <a:solidFill>
              <a:schemeClr val="bg1"/>
            </a:solidFill>
            <a:prstDash val="solid"/>
          </a:ln>
        </p:spPr>
      </p:sp>
      <p:sp>
        <p:nvSpPr>
          <p:cNvPr id="15" name="Shape 12"/>
          <p:cNvSpPr/>
          <p:nvPr/>
        </p:nvSpPr>
        <p:spPr>
          <a:xfrm>
            <a:off x="1591056" y="2212848"/>
            <a:ext cx="356616" cy="356616"/>
          </a:xfrm>
          <a:prstGeom prst="rect">
            <a:avLst/>
          </a:prstGeom>
          <a:solidFill>
            <a:schemeClr val="tx1">
              <a:alpha val="75000"/>
            </a:schemeClr>
          </a:solidFill>
          <a:ln w="6350">
            <a:solidFill>
              <a:schemeClr val="bg1"/>
            </a:solidFill>
            <a:prstDash val="solid"/>
          </a:ln>
        </p:spPr>
      </p:sp>
      <p:sp>
        <p:nvSpPr>
          <p:cNvPr id="16" name="Shape 13"/>
          <p:cNvSpPr/>
          <p:nvPr/>
        </p:nvSpPr>
        <p:spPr>
          <a:xfrm>
            <a:off x="1975104" y="2212848"/>
            <a:ext cx="356616" cy="356616"/>
          </a:xfrm>
          <a:prstGeom prst="rect">
            <a:avLst/>
          </a:prstGeom>
          <a:solidFill>
            <a:schemeClr val="tx1"/>
          </a:solidFill>
          <a:ln w="6350">
            <a:solidFill>
              <a:schemeClr val="bg1"/>
            </a:solidFill>
            <a:prstDash val="solid"/>
          </a:ln>
        </p:spPr>
      </p:sp>
      <p:sp>
        <p:nvSpPr>
          <p:cNvPr id="17" name="Shape 14"/>
          <p:cNvSpPr/>
          <p:nvPr/>
        </p:nvSpPr>
        <p:spPr>
          <a:xfrm>
            <a:off x="2359152" y="2212848"/>
            <a:ext cx="356616" cy="356616"/>
          </a:xfrm>
          <a:prstGeom prst="rect">
            <a:avLst/>
          </a:prstGeom>
          <a:solidFill>
            <a:schemeClr val="tx1">
              <a:alpha val="81000"/>
            </a:schemeClr>
          </a:solidFill>
          <a:ln w="6350">
            <a:solidFill>
              <a:schemeClr val="bg1"/>
            </a:solidFill>
            <a:prstDash val="solid"/>
          </a:ln>
        </p:spPr>
      </p:sp>
      <p:sp>
        <p:nvSpPr>
          <p:cNvPr id="18" name="Shape 15"/>
          <p:cNvSpPr/>
          <p:nvPr/>
        </p:nvSpPr>
        <p:spPr>
          <a:xfrm>
            <a:off x="2743200" y="2212848"/>
            <a:ext cx="356616" cy="356616"/>
          </a:xfrm>
          <a:prstGeom prst="rect">
            <a:avLst/>
          </a:prstGeom>
          <a:solidFill>
            <a:schemeClr val="tx1">
              <a:alpha val="94000"/>
            </a:schemeClr>
          </a:solidFill>
          <a:ln w="6350">
            <a:solidFill>
              <a:schemeClr val="bg1"/>
            </a:solidFill>
            <a:prstDash val="solid"/>
          </a:ln>
        </p:spPr>
      </p:sp>
      <p:sp>
        <p:nvSpPr>
          <p:cNvPr id="19" name="Shape 16"/>
          <p:cNvSpPr/>
          <p:nvPr/>
        </p:nvSpPr>
        <p:spPr>
          <a:xfrm>
            <a:off x="3127248" y="2212848"/>
            <a:ext cx="356616" cy="356616"/>
          </a:xfrm>
          <a:prstGeom prst="rect">
            <a:avLst/>
          </a:prstGeom>
          <a:solidFill>
            <a:schemeClr val="tx1">
              <a:alpha val="0"/>
            </a:schemeClr>
          </a:solidFill>
          <a:ln w="6350">
            <a:solidFill>
              <a:schemeClr val="bg1"/>
            </a:solidFill>
            <a:prstDash val="solid"/>
          </a:ln>
        </p:spPr>
      </p:sp>
      <p:sp>
        <p:nvSpPr>
          <p:cNvPr id="20" name="Shape 17"/>
          <p:cNvSpPr/>
          <p:nvPr/>
        </p:nvSpPr>
        <p:spPr>
          <a:xfrm>
            <a:off x="3511296" y="2212848"/>
            <a:ext cx="356616" cy="356616"/>
          </a:xfrm>
          <a:prstGeom prst="rect">
            <a:avLst/>
          </a:prstGeom>
          <a:solidFill>
            <a:schemeClr val="tx1">
              <a:alpha val="0"/>
            </a:schemeClr>
          </a:solidFill>
          <a:ln w="6350">
            <a:solidFill>
              <a:schemeClr val="bg1"/>
            </a:solidFill>
            <a:prstDash val="solid"/>
          </a:ln>
        </p:spPr>
      </p:sp>
      <p:sp>
        <p:nvSpPr>
          <p:cNvPr id="21" name="Shape 18"/>
          <p:cNvSpPr/>
          <p:nvPr/>
        </p:nvSpPr>
        <p:spPr>
          <a:xfrm>
            <a:off x="822960" y="2596896"/>
            <a:ext cx="356616" cy="356616"/>
          </a:xfrm>
          <a:prstGeom prst="rect">
            <a:avLst/>
          </a:prstGeom>
          <a:solidFill>
            <a:schemeClr val="tx1">
              <a:alpha val="0"/>
            </a:schemeClr>
          </a:solidFill>
          <a:ln w="6350">
            <a:solidFill>
              <a:schemeClr val="bg1"/>
            </a:solidFill>
            <a:prstDash val="solid"/>
          </a:ln>
        </p:spPr>
      </p:sp>
      <p:sp>
        <p:nvSpPr>
          <p:cNvPr id="22" name="Shape 19"/>
          <p:cNvSpPr/>
          <p:nvPr/>
        </p:nvSpPr>
        <p:spPr>
          <a:xfrm>
            <a:off x="1207008" y="2596896"/>
            <a:ext cx="356616" cy="356616"/>
          </a:xfrm>
          <a:prstGeom prst="rect">
            <a:avLst/>
          </a:prstGeom>
          <a:solidFill>
            <a:schemeClr val="tx1">
              <a:alpha val="0"/>
            </a:schemeClr>
          </a:solidFill>
          <a:ln w="6350">
            <a:solidFill>
              <a:schemeClr val="bg1"/>
            </a:solidFill>
            <a:prstDash val="solid"/>
          </a:ln>
        </p:spPr>
      </p:sp>
      <p:sp>
        <p:nvSpPr>
          <p:cNvPr id="23" name="Shape 20"/>
          <p:cNvSpPr/>
          <p:nvPr/>
        </p:nvSpPr>
        <p:spPr>
          <a:xfrm>
            <a:off x="1591056" y="2596896"/>
            <a:ext cx="356616" cy="356616"/>
          </a:xfrm>
          <a:prstGeom prst="rect">
            <a:avLst/>
          </a:prstGeom>
          <a:solidFill>
            <a:schemeClr val="tx1"/>
          </a:solidFill>
          <a:ln w="6350">
            <a:solidFill>
              <a:schemeClr val="bg1"/>
            </a:solidFill>
            <a:prstDash val="solid"/>
          </a:ln>
        </p:spPr>
      </p:sp>
      <p:sp>
        <p:nvSpPr>
          <p:cNvPr id="24" name="Shape 21"/>
          <p:cNvSpPr/>
          <p:nvPr/>
        </p:nvSpPr>
        <p:spPr>
          <a:xfrm>
            <a:off x="1975104" y="2596896"/>
            <a:ext cx="356616" cy="356616"/>
          </a:xfrm>
          <a:prstGeom prst="rect">
            <a:avLst/>
          </a:prstGeom>
          <a:solidFill>
            <a:schemeClr val="tx1">
              <a:alpha val="56000"/>
            </a:schemeClr>
          </a:solidFill>
          <a:ln w="6350">
            <a:solidFill>
              <a:schemeClr val="bg1"/>
            </a:solidFill>
            <a:prstDash val="solid"/>
          </a:ln>
        </p:spPr>
      </p:sp>
      <p:sp>
        <p:nvSpPr>
          <p:cNvPr id="25" name="Shape 22"/>
          <p:cNvSpPr/>
          <p:nvPr/>
        </p:nvSpPr>
        <p:spPr>
          <a:xfrm>
            <a:off x="2359152" y="2596896"/>
            <a:ext cx="356616" cy="356616"/>
          </a:xfrm>
          <a:prstGeom prst="rect">
            <a:avLst/>
          </a:prstGeom>
          <a:solidFill>
            <a:schemeClr val="tx1">
              <a:alpha val="6000"/>
            </a:schemeClr>
          </a:solidFill>
          <a:ln w="6350">
            <a:solidFill>
              <a:schemeClr val="bg1"/>
            </a:solidFill>
            <a:prstDash val="solid"/>
          </a:ln>
        </p:spPr>
      </p:sp>
      <p:sp>
        <p:nvSpPr>
          <p:cNvPr id="26" name="Shape 23"/>
          <p:cNvSpPr/>
          <p:nvPr/>
        </p:nvSpPr>
        <p:spPr>
          <a:xfrm>
            <a:off x="2743200" y="2596896"/>
            <a:ext cx="356616" cy="356616"/>
          </a:xfrm>
          <a:prstGeom prst="rect">
            <a:avLst/>
          </a:prstGeom>
          <a:solidFill>
            <a:schemeClr val="tx1">
              <a:alpha val="19000"/>
            </a:schemeClr>
          </a:solidFill>
          <a:ln w="6350">
            <a:solidFill>
              <a:schemeClr val="bg1"/>
            </a:solidFill>
            <a:prstDash val="solid"/>
          </a:ln>
        </p:spPr>
      </p:sp>
      <p:sp>
        <p:nvSpPr>
          <p:cNvPr id="27" name="Shape 24"/>
          <p:cNvSpPr/>
          <p:nvPr/>
        </p:nvSpPr>
        <p:spPr>
          <a:xfrm>
            <a:off x="3127248" y="2596896"/>
            <a:ext cx="356616" cy="356616"/>
          </a:xfrm>
          <a:prstGeom prst="rect">
            <a:avLst/>
          </a:prstGeom>
          <a:solidFill>
            <a:schemeClr val="tx1">
              <a:alpha val="0"/>
            </a:schemeClr>
          </a:solidFill>
          <a:ln w="6350">
            <a:solidFill>
              <a:schemeClr val="bg1"/>
            </a:solidFill>
            <a:prstDash val="solid"/>
          </a:ln>
        </p:spPr>
      </p:sp>
      <p:sp>
        <p:nvSpPr>
          <p:cNvPr id="28" name="Shape 25"/>
          <p:cNvSpPr/>
          <p:nvPr/>
        </p:nvSpPr>
        <p:spPr>
          <a:xfrm>
            <a:off x="3511296" y="2596896"/>
            <a:ext cx="356616" cy="356616"/>
          </a:xfrm>
          <a:prstGeom prst="rect">
            <a:avLst/>
          </a:prstGeom>
          <a:solidFill>
            <a:schemeClr val="tx1">
              <a:alpha val="0"/>
            </a:schemeClr>
          </a:solidFill>
          <a:ln w="6350">
            <a:solidFill>
              <a:schemeClr val="bg1"/>
            </a:solidFill>
            <a:prstDash val="solid"/>
          </a:ln>
        </p:spPr>
      </p:sp>
      <p:sp>
        <p:nvSpPr>
          <p:cNvPr id="29" name="Shape 26"/>
          <p:cNvSpPr/>
          <p:nvPr/>
        </p:nvSpPr>
        <p:spPr>
          <a:xfrm>
            <a:off x="822960" y="2980944"/>
            <a:ext cx="356616" cy="356616"/>
          </a:xfrm>
          <a:prstGeom prst="rect">
            <a:avLst/>
          </a:prstGeom>
          <a:solidFill>
            <a:schemeClr val="tx1">
              <a:alpha val="0"/>
            </a:schemeClr>
          </a:solidFill>
          <a:ln w="6350">
            <a:solidFill>
              <a:schemeClr val="bg1"/>
            </a:solidFill>
            <a:prstDash val="solid"/>
          </a:ln>
        </p:spPr>
      </p:sp>
      <p:sp>
        <p:nvSpPr>
          <p:cNvPr id="30" name="Shape 27"/>
          <p:cNvSpPr/>
          <p:nvPr/>
        </p:nvSpPr>
        <p:spPr>
          <a:xfrm>
            <a:off x="1207008" y="2980944"/>
            <a:ext cx="356616" cy="356616"/>
          </a:xfrm>
          <a:prstGeom prst="rect">
            <a:avLst/>
          </a:prstGeom>
          <a:solidFill>
            <a:schemeClr val="tx1">
              <a:alpha val="25000"/>
            </a:schemeClr>
          </a:solidFill>
          <a:ln w="6350">
            <a:solidFill>
              <a:schemeClr val="bg1"/>
            </a:solidFill>
            <a:prstDash val="solid"/>
          </a:ln>
        </p:spPr>
      </p:sp>
      <p:sp>
        <p:nvSpPr>
          <p:cNvPr id="31" name="Shape 28"/>
          <p:cNvSpPr/>
          <p:nvPr/>
        </p:nvSpPr>
        <p:spPr>
          <a:xfrm>
            <a:off x="1591056" y="2980944"/>
            <a:ext cx="356616" cy="356616"/>
          </a:xfrm>
          <a:prstGeom prst="rect">
            <a:avLst/>
          </a:prstGeom>
          <a:solidFill>
            <a:schemeClr val="tx1"/>
          </a:solidFill>
          <a:ln w="6350">
            <a:solidFill>
              <a:schemeClr val="bg1"/>
            </a:solidFill>
            <a:prstDash val="solid"/>
          </a:ln>
        </p:spPr>
      </p:sp>
      <p:sp>
        <p:nvSpPr>
          <p:cNvPr id="32" name="Shape 29"/>
          <p:cNvSpPr/>
          <p:nvPr/>
        </p:nvSpPr>
        <p:spPr>
          <a:xfrm>
            <a:off x="1975104" y="2980944"/>
            <a:ext cx="356616" cy="356616"/>
          </a:xfrm>
          <a:prstGeom prst="rect">
            <a:avLst/>
          </a:prstGeom>
          <a:solidFill>
            <a:schemeClr val="tx1">
              <a:alpha val="37000"/>
            </a:schemeClr>
          </a:solidFill>
          <a:ln w="6350">
            <a:solidFill>
              <a:schemeClr val="bg1"/>
            </a:solidFill>
            <a:prstDash val="solid"/>
          </a:ln>
        </p:spPr>
      </p:sp>
      <p:sp>
        <p:nvSpPr>
          <p:cNvPr id="33" name="Shape 30"/>
          <p:cNvSpPr/>
          <p:nvPr/>
        </p:nvSpPr>
        <p:spPr>
          <a:xfrm>
            <a:off x="2359152" y="2980944"/>
            <a:ext cx="356616" cy="356616"/>
          </a:xfrm>
          <a:prstGeom prst="rect">
            <a:avLst/>
          </a:prstGeom>
          <a:solidFill>
            <a:schemeClr val="tx1">
              <a:alpha val="87000"/>
            </a:schemeClr>
          </a:solidFill>
          <a:ln w="6350">
            <a:solidFill>
              <a:schemeClr val="bg1"/>
            </a:solidFill>
            <a:prstDash val="solid"/>
          </a:ln>
        </p:spPr>
      </p:sp>
      <p:sp>
        <p:nvSpPr>
          <p:cNvPr id="34" name="Shape 31"/>
          <p:cNvSpPr/>
          <p:nvPr/>
        </p:nvSpPr>
        <p:spPr>
          <a:xfrm>
            <a:off x="2743200" y="2980944"/>
            <a:ext cx="356616" cy="356616"/>
          </a:xfrm>
          <a:prstGeom prst="rect">
            <a:avLst/>
          </a:prstGeom>
          <a:solidFill>
            <a:schemeClr val="tx1">
              <a:alpha val="56000"/>
            </a:schemeClr>
          </a:solidFill>
          <a:ln w="6350">
            <a:solidFill>
              <a:schemeClr val="bg1"/>
            </a:solidFill>
            <a:prstDash val="solid"/>
          </a:ln>
        </p:spPr>
      </p:sp>
      <p:sp>
        <p:nvSpPr>
          <p:cNvPr id="35" name="Shape 32"/>
          <p:cNvSpPr/>
          <p:nvPr/>
        </p:nvSpPr>
        <p:spPr>
          <a:xfrm>
            <a:off x="3127248" y="2980944"/>
            <a:ext cx="356616" cy="356616"/>
          </a:xfrm>
          <a:prstGeom prst="rect">
            <a:avLst/>
          </a:prstGeom>
          <a:solidFill>
            <a:schemeClr val="tx1">
              <a:alpha val="6000"/>
            </a:schemeClr>
          </a:solidFill>
          <a:ln w="6350">
            <a:solidFill>
              <a:schemeClr val="bg1"/>
            </a:solidFill>
            <a:prstDash val="solid"/>
          </a:ln>
        </p:spPr>
      </p:sp>
      <p:sp>
        <p:nvSpPr>
          <p:cNvPr id="36" name="Shape 33"/>
          <p:cNvSpPr/>
          <p:nvPr/>
        </p:nvSpPr>
        <p:spPr>
          <a:xfrm>
            <a:off x="3511296" y="2980944"/>
            <a:ext cx="356616" cy="356616"/>
          </a:xfrm>
          <a:prstGeom prst="rect">
            <a:avLst/>
          </a:prstGeom>
          <a:solidFill>
            <a:schemeClr val="tx1">
              <a:alpha val="0"/>
            </a:schemeClr>
          </a:solidFill>
          <a:ln w="6350">
            <a:solidFill>
              <a:schemeClr val="bg1"/>
            </a:solidFill>
            <a:prstDash val="solid"/>
          </a:ln>
        </p:spPr>
      </p:sp>
      <p:sp>
        <p:nvSpPr>
          <p:cNvPr id="37" name="Shape 34"/>
          <p:cNvSpPr/>
          <p:nvPr/>
        </p:nvSpPr>
        <p:spPr>
          <a:xfrm>
            <a:off x="822960" y="3364992"/>
            <a:ext cx="356616" cy="356616"/>
          </a:xfrm>
          <a:prstGeom prst="rect">
            <a:avLst/>
          </a:prstGeom>
          <a:solidFill>
            <a:schemeClr val="tx1">
              <a:alpha val="0"/>
            </a:schemeClr>
          </a:solidFill>
          <a:ln w="6350">
            <a:solidFill>
              <a:schemeClr val="bg1"/>
            </a:solidFill>
            <a:prstDash val="solid"/>
          </a:ln>
        </p:spPr>
      </p:sp>
      <p:sp>
        <p:nvSpPr>
          <p:cNvPr id="38" name="Shape 35"/>
          <p:cNvSpPr/>
          <p:nvPr/>
        </p:nvSpPr>
        <p:spPr>
          <a:xfrm>
            <a:off x="1207008" y="3364992"/>
            <a:ext cx="356616" cy="356616"/>
          </a:xfrm>
          <a:prstGeom prst="rect">
            <a:avLst/>
          </a:prstGeom>
          <a:solidFill>
            <a:schemeClr val="tx1">
              <a:alpha val="44000"/>
            </a:schemeClr>
          </a:solidFill>
          <a:ln w="6350">
            <a:solidFill>
              <a:schemeClr val="bg1"/>
            </a:solidFill>
            <a:prstDash val="solid"/>
          </a:ln>
        </p:spPr>
      </p:sp>
      <p:sp>
        <p:nvSpPr>
          <p:cNvPr id="39" name="Shape 36"/>
          <p:cNvSpPr/>
          <p:nvPr/>
        </p:nvSpPr>
        <p:spPr>
          <a:xfrm>
            <a:off x="1591056" y="3364992"/>
            <a:ext cx="356616" cy="356616"/>
          </a:xfrm>
          <a:prstGeom prst="rect">
            <a:avLst/>
          </a:prstGeom>
          <a:solidFill>
            <a:schemeClr val="tx1"/>
          </a:solidFill>
          <a:ln w="6350">
            <a:solidFill>
              <a:schemeClr val="bg1"/>
            </a:solidFill>
            <a:prstDash val="solid"/>
          </a:ln>
        </p:spPr>
      </p:sp>
      <p:sp>
        <p:nvSpPr>
          <p:cNvPr id="40" name="Shape 37"/>
          <p:cNvSpPr/>
          <p:nvPr/>
        </p:nvSpPr>
        <p:spPr>
          <a:xfrm>
            <a:off x="1975104" y="3364992"/>
            <a:ext cx="356616" cy="356616"/>
          </a:xfrm>
          <a:prstGeom prst="rect">
            <a:avLst/>
          </a:prstGeom>
          <a:solidFill>
            <a:schemeClr val="tx1"/>
          </a:solidFill>
          <a:ln w="6350">
            <a:solidFill>
              <a:schemeClr val="bg1"/>
            </a:solidFill>
            <a:prstDash val="solid"/>
          </a:ln>
        </p:spPr>
      </p:sp>
      <p:sp>
        <p:nvSpPr>
          <p:cNvPr id="41" name="Shape 38"/>
          <p:cNvSpPr/>
          <p:nvPr/>
        </p:nvSpPr>
        <p:spPr>
          <a:xfrm>
            <a:off x="2359152" y="3364992"/>
            <a:ext cx="356616" cy="356616"/>
          </a:xfrm>
          <a:prstGeom prst="rect">
            <a:avLst/>
          </a:prstGeom>
          <a:solidFill>
            <a:schemeClr val="tx1"/>
          </a:solidFill>
          <a:ln w="6350">
            <a:solidFill>
              <a:schemeClr val="bg1"/>
            </a:solidFill>
            <a:prstDash val="solid"/>
          </a:ln>
        </p:spPr>
      </p:sp>
      <p:sp>
        <p:nvSpPr>
          <p:cNvPr id="42" name="Shape 39"/>
          <p:cNvSpPr/>
          <p:nvPr/>
        </p:nvSpPr>
        <p:spPr>
          <a:xfrm>
            <a:off x="2743200" y="3364992"/>
            <a:ext cx="356616" cy="356616"/>
          </a:xfrm>
          <a:prstGeom prst="rect">
            <a:avLst/>
          </a:prstGeom>
          <a:solidFill>
            <a:schemeClr val="tx1"/>
          </a:solidFill>
          <a:ln w="6350">
            <a:solidFill>
              <a:schemeClr val="bg1"/>
            </a:solidFill>
            <a:prstDash val="solid"/>
          </a:ln>
        </p:spPr>
      </p:sp>
      <p:sp>
        <p:nvSpPr>
          <p:cNvPr id="43" name="Shape 40"/>
          <p:cNvSpPr/>
          <p:nvPr/>
        </p:nvSpPr>
        <p:spPr>
          <a:xfrm>
            <a:off x="3127248" y="3364992"/>
            <a:ext cx="356616" cy="356616"/>
          </a:xfrm>
          <a:prstGeom prst="rect">
            <a:avLst/>
          </a:prstGeom>
          <a:solidFill>
            <a:schemeClr val="tx1">
              <a:alpha val="37000"/>
            </a:schemeClr>
          </a:solidFill>
          <a:ln w="6350">
            <a:solidFill>
              <a:schemeClr val="bg1"/>
            </a:solidFill>
            <a:prstDash val="solid"/>
          </a:ln>
        </p:spPr>
      </p:sp>
      <p:sp>
        <p:nvSpPr>
          <p:cNvPr id="44" name="Shape 41"/>
          <p:cNvSpPr/>
          <p:nvPr/>
        </p:nvSpPr>
        <p:spPr>
          <a:xfrm>
            <a:off x="3511296" y="3364992"/>
            <a:ext cx="356616" cy="356616"/>
          </a:xfrm>
          <a:prstGeom prst="rect">
            <a:avLst/>
          </a:prstGeom>
          <a:solidFill>
            <a:schemeClr val="tx1">
              <a:alpha val="0"/>
            </a:schemeClr>
          </a:solidFill>
          <a:ln w="6350">
            <a:solidFill>
              <a:schemeClr val="bg1"/>
            </a:solidFill>
            <a:prstDash val="solid"/>
          </a:ln>
        </p:spPr>
      </p:sp>
      <p:sp>
        <p:nvSpPr>
          <p:cNvPr id="45" name="Shape 42"/>
          <p:cNvSpPr/>
          <p:nvPr/>
        </p:nvSpPr>
        <p:spPr>
          <a:xfrm>
            <a:off x="822960" y="3749040"/>
            <a:ext cx="356616" cy="356616"/>
          </a:xfrm>
          <a:prstGeom prst="rect">
            <a:avLst/>
          </a:prstGeom>
          <a:solidFill>
            <a:schemeClr val="tx1">
              <a:alpha val="0"/>
            </a:schemeClr>
          </a:solidFill>
          <a:ln w="6350">
            <a:solidFill>
              <a:schemeClr val="bg1"/>
            </a:solidFill>
            <a:prstDash val="solid"/>
          </a:ln>
        </p:spPr>
      </p:sp>
      <p:sp>
        <p:nvSpPr>
          <p:cNvPr id="46" name="Shape 43"/>
          <p:cNvSpPr/>
          <p:nvPr/>
        </p:nvSpPr>
        <p:spPr>
          <a:xfrm>
            <a:off x="1207008" y="3749040"/>
            <a:ext cx="356616" cy="356616"/>
          </a:xfrm>
          <a:prstGeom prst="rect">
            <a:avLst/>
          </a:prstGeom>
          <a:solidFill>
            <a:schemeClr val="tx1">
              <a:alpha val="6000"/>
            </a:schemeClr>
          </a:solidFill>
          <a:ln w="6350">
            <a:solidFill>
              <a:schemeClr val="bg1"/>
            </a:solidFill>
            <a:prstDash val="solid"/>
          </a:ln>
        </p:spPr>
      </p:sp>
      <p:sp>
        <p:nvSpPr>
          <p:cNvPr id="47" name="Shape 44"/>
          <p:cNvSpPr/>
          <p:nvPr/>
        </p:nvSpPr>
        <p:spPr>
          <a:xfrm>
            <a:off x="1591056" y="3749040"/>
            <a:ext cx="356616" cy="356616"/>
          </a:xfrm>
          <a:prstGeom prst="rect">
            <a:avLst/>
          </a:prstGeom>
          <a:solidFill>
            <a:schemeClr val="tx1"/>
          </a:solidFill>
          <a:ln w="6350">
            <a:solidFill>
              <a:schemeClr val="bg1"/>
            </a:solidFill>
            <a:prstDash val="solid"/>
          </a:ln>
        </p:spPr>
      </p:sp>
      <p:sp>
        <p:nvSpPr>
          <p:cNvPr id="48" name="Shape 45"/>
          <p:cNvSpPr/>
          <p:nvPr/>
        </p:nvSpPr>
        <p:spPr>
          <a:xfrm>
            <a:off x="1975104" y="3749040"/>
            <a:ext cx="356616" cy="356616"/>
          </a:xfrm>
          <a:prstGeom prst="rect">
            <a:avLst/>
          </a:prstGeom>
          <a:solidFill>
            <a:schemeClr val="tx1">
              <a:alpha val="87000"/>
            </a:schemeClr>
          </a:solidFill>
          <a:ln w="6350">
            <a:solidFill>
              <a:schemeClr val="bg1"/>
            </a:solidFill>
            <a:prstDash val="solid"/>
          </a:ln>
        </p:spPr>
      </p:sp>
      <p:sp>
        <p:nvSpPr>
          <p:cNvPr id="49" name="Shape 46"/>
          <p:cNvSpPr/>
          <p:nvPr/>
        </p:nvSpPr>
        <p:spPr>
          <a:xfrm>
            <a:off x="2359152" y="3749040"/>
            <a:ext cx="356616" cy="356616"/>
          </a:xfrm>
          <a:prstGeom prst="rect">
            <a:avLst/>
          </a:prstGeom>
          <a:solidFill>
            <a:schemeClr val="tx1">
              <a:alpha val="25000"/>
            </a:schemeClr>
          </a:solidFill>
          <a:ln w="6350">
            <a:solidFill>
              <a:schemeClr val="bg1"/>
            </a:solidFill>
            <a:prstDash val="solid"/>
          </a:ln>
        </p:spPr>
      </p:sp>
      <p:sp>
        <p:nvSpPr>
          <p:cNvPr id="50" name="Shape 47"/>
          <p:cNvSpPr/>
          <p:nvPr/>
        </p:nvSpPr>
        <p:spPr>
          <a:xfrm>
            <a:off x="2743200" y="3749040"/>
            <a:ext cx="356616" cy="356616"/>
          </a:xfrm>
          <a:prstGeom prst="rect">
            <a:avLst/>
          </a:prstGeom>
          <a:solidFill>
            <a:schemeClr val="tx1"/>
          </a:solidFill>
          <a:ln w="6350">
            <a:solidFill>
              <a:schemeClr val="bg1"/>
            </a:solidFill>
            <a:prstDash val="solid"/>
          </a:ln>
        </p:spPr>
      </p:sp>
      <p:sp>
        <p:nvSpPr>
          <p:cNvPr id="51" name="Shape 48"/>
          <p:cNvSpPr/>
          <p:nvPr/>
        </p:nvSpPr>
        <p:spPr>
          <a:xfrm>
            <a:off x="3127248" y="3749040"/>
            <a:ext cx="356616" cy="356616"/>
          </a:xfrm>
          <a:prstGeom prst="rect">
            <a:avLst/>
          </a:prstGeom>
          <a:solidFill>
            <a:schemeClr val="tx1">
              <a:alpha val="50000"/>
            </a:schemeClr>
          </a:solidFill>
          <a:ln w="6350">
            <a:solidFill>
              <a:schemeClr val="bg1"/>
            </a:solidFill>
            <a:prstDash val="solid"/>
          </a:ln>
        </p:spPr>
      </p:sp>
      <p:sp>
        <p:nvSpPr>
          <p:cNvPr id="52" name="Shape 49"/>
          <p:cNvSpPr/>
          <p:nvPr/>
        </p:nvSpPr>
        <p:spPr>
          <a:xfrm>
            <a:off x="3511296" y="3749040"/>
            <a:ext cx="356616" cy="356616"/>
          </a:xfrm>
          <a:prstGeom prst="rect">
            <a:avLst/>
          </a:prstGeom>
          <a:solidFill>
            <a:schemeClr val="tx1">
              <a:alpha val="0"/>
            </a:schemeClr>
          </a:solidFill>
          <a:ln w="6350">
            <a:solidFill>
              <a:schemeClr val="bg1"/>
            </a:solidFill>
            <a:prstDash val="solid"/>
          </a:ln>
        </p:spPr>
      </p:sp>
      <p:sp>
        <p:nvSpPr>
          <p:cNvPr id="53" name="Shape 50"/>
          <p:cNvSpPr/>
          <p:nvPr/>
        </p:nvSpPr>
        <p:spPr>
          <a:xfrm>
            <a:off x="822960" y="4133088"/>
            <a:ext cx="356616" cy="356616"/>
          </a:xfrm>
          <a:prstGeom prst="rect">
            <a:avLst/>
          </a:prstGeom>
          <a:solidFill>
            <a:schemeClr val="tx1">
              <a:alpha val="0"/>
            </a:schemeClr>
          </a:solidFill>
          <a:ln w="6350">
            <a:solidFill>
              <a:schemeClr val="bg1"/>
            </a:solidFill>
            <a:prstDash val="solid"/>
          </a:ln>
        </p:spPr>
      </p:sp>
      <p:sp>
        <p:nvSpPr>
          <p:cNvPr id="54" name="Shape 51"/>
          <p:cNvSpPr/>
          <p:nvPr/>
        </p:nvSpPr>
        <p:spPr>
          <a:xfrm>
            <a:off x="1207008" y="4133088"/>
            <a:ext cx="356616" cy="356616"/>
          </a:xfrm>
          <a:prstGeom prst="rect">
            <a:avLst/>
          </a:prstGeom>
          <a:solidFill>
            <a:schemeClr val="tx1">
              <a:alpha val="0"/>
            </a:schemeClr>
          </a:solidFill>
          <a:ln w="6350">
            <a:solidFill>
              <a:schemeClr val="bg1"/>
            </a:solidFill>
            <a:prstDash val="solid"/>
          </a:ln>
        </p:spPr>
      </p:sp>
      <p:sp>
        <p:nvSpPr>
          <p:cNvPr id="55" name="Shape 52"/>
          <p:cNvSpPr/>
          <p:nvPr/>
        </p:nvSpPr>
        <p:spPr>
          <a:xfrm>
            <a:off x="1591056" y="4133088"/>
            <a:ext cx="356616" cy="356616"/>
          </a:xfrm>
          <a:prstGeom prst="rect">
            <a:avLst/>
          </a:prstGeom>
          <a:solidFill>
            <a:schemeClr val="tx1">
              <a:alpha val="75000"/>
            </a:schemeClr>
          </a:solidFill>
          <a:ln w="6350">
            <a:solidFill>
              <a:schemeClr val="bg1"/>
            </a:solidFill>
            <a:prstDash val="solid"/>
          </a:ln>
        </p:spPr>
      </p:sp>
      <p:sp>
        <p:nvSpPr>
          <p:cNvPr id="56" name="Shape 53"/>
          <p:cNvSpPr/>
          <p:nvPr/>
        </p:nvSpPr>
        <p:spPr>
          <a:xfrm>
            <a:off x="1975104" y="4133088"/>
            <a:ext cx="356616" cy="356616"/>
          </a:xfrm>
          <a:prstGeom prst="rect">
            <a:avLst/>
          </a:prstGeom>
          <a:solidFill>
            <a:schemeClr val="tx1"/>
          </a:solidFill>
          <a:ln w="6350">
            <a:solidFill>
              <a:schemeClr val="bg1"/>
            </a:solidFill>
            <a:prstDash val="solid"/>
          </a:ln>
        </p:spPr>
      </p:sp>
      <p:sp>
        <p:nvSpPr>
          <p:cNvPr id="57" name="Shape 54"/>
          <p:cNvSpPr/>
          <p:nvPr/>
        </p:nvSpPr>
        <p:spPr>
          <a:xfrm>
            <a:off x="2359152" y="4133088"/>
            <a:ext cx="356616" cy="356616"/>
          </a:xfrm>
          <a:prstGeom prst="rect">
            <a:avLst/>
          </a:prstGeom>
          <a:solidFill>
            <a:schemeClr val="tx1">
              <a:alpha val="81000"/>
            </a:schemeClr>
          </a:solidFill>
          <a:ln w="6350">
            <a:solidFill>
              <a:schemeClr val="bg1"/>
            </a:solidFill>
            <a:prstDash val="solid"/>
          </a:ln>
        </p:spPr>
      </p:sp>
      <p:sp>
        <p:nvSpPr>
          <p:cNvPr id="58" name="Shape 55"/>
          <p:cNvSpPr/>
          <p:nvPr/>
        </p:nvSpPr>
        <p:spPr>
          <a:xfrm>
            <a:off x="2743200" y="4133088"/>
            <a:ext cx="356616" cy="356616"/>
          </a:xfrm>
          <a:prstGeom prst="rect">
            <a:avLst/>
          </a:prstGeom>
          <a:solidFill>
            <a:schemeClr val="tx1"/>
          </a:solidFill>
          <a:ln w="6350">
            <a:solidFill>
              <a:schemeClr val="bg1"/>
            </a:solidFill>
            <a:prstDash val="solid"/>
          </a:ln>
        </p:spPr>
      </p:sp>
      <p:sp>
        <p:nvSpPr>
          <p:cNvPr id="59" name="Shape 56"/>
          <p:cNvSpPr/>
          <p:nvPr/>
        </p:nvSpPr>
        <p:spPr>
          <a:xfrm>
            <a:off x="3127248" y="4133088"/>
            <a:ext cx="356616" cy="356616"/>
          </a:xfrm>
          <a:prstGeom prst="rect">
            <a:avLst/>
          </a:prstGeom>
          <a:solidFill>
            <a:schemeClr val="tx1">
              <a:alpha val="12000"/>
            </a:schemeClr>
          </a:solidFill>
          <a:ln w="6350">
            <a:solidFill>
              <a:schemeClr val="bg1"/>
            </a:solidFill>
            <a:prstDash val="solid"/>
          </a:ln>
        </p:spPr>
      </p:sp>
      <p:sp>
        <p:nvSpPr>
          <p:cNvPr id="60" name="Shape 57"/>
          <p:cNvSpPr/>
          <p:nvPr/>
        </p:nvSpPr>
        <p:spPr>
          <a:xfrm>
            <a:off x="3511296" y="4133088"/>
            <a:ext cx="356616" cy="356616"/>
          </a:xfrm>
          <a:prstGeom prst="rect">
            <a:avLst/>
          </a:prstGeom>
          <a:solidFill>
            <a:schemeClr val="tx1">
              <a:alpha val="0"/>
            </a:schemeClr>
          </a:solidFill>
          <a:ln w="6350">
            <a:solidFill>
              <a:schemeClr val="bg1"/>
            </a:solidFill>
            <a:prstDash val="solid"/>
          </a:ln>
        </p:spPr>
      </p:sp>
      <p:sp>
        <p:nvSpPr>
          <p:cNvPr id="61" name="Shape 58"/>
          <p:cNvSpPr/>
          <p:nvPr/>
        </p:nvSpPr>
        <p:spPr>
          <a:xfrm>
            <a:off x="822960" y="4517136"/>
            <a:ext cx="356616" cy="356616"/>
          </a:xfrm>
          <a:prstGeom prst="rect">
            <a:avLst/>
          </a:prstGeom>
          <a:solidFill>
            <a:schemeClr val="tx1">
              <a:alpha val="0"/>
            </a:schemeClr>
          </a:solidFill>
          <a:ln w="6350">
            <a:solidFill>
              <a:schemeClr val="bg1"/>
            </a:solidFill>
            <a:prstDash val="solid"/>
          </a:ln>
        </p:spPr>
      </p:sp>
      <p:sp>
        <p:nvSpPr>
          <p:cNvPr id="62" name="Shape 59"/>
          <p:cNvSpPr/>
          <p:nvPr/>
        </p:nvSpPr>
        <p:spPr>
          <a:xfrm>
            <a:off x="1207008" y="4517136"/>
            <a:ext cx="356616" cy="356616"/>
          </a:xfrm>
          <a:prstGeom prst="rect">
            <a:avLst/>
          </a:prstGeom>
          <a:solidFill>
            <a:schemeClr val="tx1">
              <a:alpha val="0"/>
            </a:schemeClr>
          </a:solidFill>
          <a:ln w="6350">
            <a:solidFill>
              <a:schemeClr val="bg1"/>
            </a:solidFill>
            <a:prstDash val="solid"/>
          </a:ln>
        </p:spPr>
      </p:sp>
      <p:sp>
        <p:nvSpPr>
          <p:cNvPr id="63" name="Shape 60"/>
          <p:cNvSpPr/>
          <p:nvPr/>
        </p:nvSpPr>
        <p:spPr>
          <a:xfrm>
            <a:off x="1591056" y="4517136"/>
            <a:ext cx="356616" cy="356616"/>
          </a:xfrm>
          <a:prstGeom prst="rect">
            <a:avLst/>
          </a:prstGeom>
          <a:solidFill>
            <a:schemeClr val="tx1">
              <a:alpha val="12000"/>
            </a:schemeClr>
          </a:solidFill>
          <a:ln w="6350">
            <a:solidFill>
              <a:schemeClr val="bg1"/>
            </a:solidFill>
            <a:prstDash val="solid"/>
          </a:ln>
        </p:spPr>
      </p:sp>
      <p:sp>
        <p:nvSpPr>
          <p:cNvPr id="64" name="Shape 61"/>
          <p:cNvSpPr/>
          <p:nvPr/>
        </p:nvSpPr>
        <p:spPr>
          <a:xfrm>
            <a:off x="1975104" y="4517136"/>
            <a:ext cx="356616" cy="356616"/>
          </a:xfrm>
          <a:prstGeom prst="rect">
            <a:avLst/>
          </a:prstGeom>
          <a:solidFill>
            <a:schemeClr val="tx1">
              <a:alpha val="62000"/>
            </a:schemeClr>
          </a:solidFill>
          <a:ln w="6350">
            <a:solidFill>
              <a:schemeClr val="bg1"/>
            </a:solidFill>
            <a:prstDash val="solid"/>
          </a:ln>
        </p:spPr>
      </p:sp>
      <p:sp>
        <p:nvSpPr>
          <p:cNvPr id="65" name="Shape 62"/>
          <p:cNvSpPr/>
          <p:nvPr/>
        </p:nvSpPr>
        <p:spPr>
          <a:xfrm>
            <a:off x="2359152" y="4517136"/>
            <a:ext cx="356616" cy="356616"/>
          </a:xfrm>
          <a:prstGeom prst="rect">
            <a:avLst/>
          </a:prstGeom>
          <a:solidFill>
            <a:schemeClr val="tx1"/>
          </a:solidFill>
          <a:ln w="6350">
            <a:solidFill>
              <a:schemeClr val="bg1"/>
            </a:solidFill>
            <a:prstDash val="solid"/>
          </a:ln>
        </p:spPr>
      </p:sp>
      <p:sp>
        <p:nvSpPr>
          <p:cNvPr id="66" name="Shape 63"/>
          <p:cNvSpPr/>
          <p:nvPr/>
        </p:nvSpPr>
        <p:spPr>
          <a:xfrm>
            <a:off x="2743200" y="4517136"/>
            <a:ext cx="356616" cy="356616"/>
          </a:xfrm>
          <a:prstGeom prst="rect">
            <a:avLst/>
          </a:prstGeom>
          <a:solidFill>
            <a:schemeClr val="tx1">
              <a:alpha val="44000"/>
            </a:schemeClr>
          </a:solidFill>
          <a:ln w="6350">
            <a:solidFill>
              <a:schemeClr val="bg1"/>
            </a:solidFill>
            <a:prstDash val="solid"/>
          </a:ln>
        </p:spPr>
      </p:sp>
      <p:sp>
        <p:nvSpPr>
          <p:cNvPr id="67" name="Shape 64"/>
          <p:cNvSpPr/>
          <p:nvPr/>
        </p:nvSpPr>
        <p:spPr>
          <a:xfrm>
            <a:off x="3127248" y="4517136"/>
            <a:ext cx="356616" cy="356616"/>
          </a:xfrm>
          <a:prstGeom prst="rect">
            <a:avLst/>
          </a:prstGeom>
          <a:solidFill>
            <a:schemeClr val="tx1">
              <a:alpha val="0"/>
            </a:schemeClr>
          </a:solidFill>
          <a:ln w="6350">
            <a:solidFill>
              <a:schemeClr val="bg1"/>
            </a:solidFill>
            <a:prstDash val="solid"/>
          </a:ln>
        </p:spPr>
      </p:sp>
      <p:sp>
        <p:nvSpPr>
          <p:cNvPr id="68" name="Shape 65"/>
          <p:cNvSpPr/>
          <p:nvPr/>
        </p:nvSpPr>
        <p:spPr>
          <a:xfrm>
            <a:off x="3511296" y="4517136"/>
            <a:ext cx="356616" cy="356616"/>
          </a:xfrm>
          <a:prstGeom prst="rect">
            <a:avLst/>
          </a:prstGeom>
          <a:solidFill>
            <a:schemeClr val="tx1">
              <a:alpha val="0"/>
            </a:schemeClr>
          </a:solidFill>
          <a:ln w="6350">
            <a:solidFill>
              <a:schemeClr val="bg1"/>
            </a:solidFill>
            <a:prstDash val="solid"/>
          </a:ln>
        </p:spPr>
      </p:sp>
      <p:sp>
        <p:nvSpPr>
          <p:cNvPr id="69" name="Text 66"/>
          <p:cNvSpPr txBox="1"/>
          <p:nvPr/>
        </p:nvSpPr>
        <p:spPr>
          <a:xfrm>
            <a:off x="822960" y="4983480"/>
            <a:ext cx="3291840" cy="274320"/>
          </a:xfrm>
          <a:prstGeom prst="rect">
            <a:avLst/>
          </a:prstGeom>
          <a:noFill/>
          <a:ln/>
        </p:spPr>
        <p:txBody>
          <a:bodyPr wrap="square" lIns="0" tIns="0" rIns="0" bIns="0" rtlCol="0" anchor="t"/>
          <a:lstStyle/>
          <a:p>
            <a:pPr indent="0" marL="0">
              <a:buNone/>
            </a:pPr>
            <a:r>
              <a:rPr lang="en-US" sz="1200" dirty="0">
                <a:solidFill>
                  <a:schemeClr val="tx2"/>
                </a:solidFill>
              </a:rPr>
              <a:t>入力画像（手書き数字、8×8画素）</a:t>
            </a:r>
            <a:endParaRPr lang="en-US" sz="1200" dirty="0"/>
          </a:p>
        </p:txBody>
      </p:sp>
      <p:graphicFrame>
        <p:nvGraphicFramePr>
          <p:cNvPr id="70" name="Chart 0" descr=""/>
          <p:cNvGraphicFramePr/>
          <p:nvPr/>
        </p:nvGraphicFramePr>
        <p:xfrm>
          <a:off x="4572000" y="1691640"/>
          <a:ext cx="7040880" cy="3383280"/>
        </p:xfrm>
        <a:graphic xmlns:a="http://schemas.openxmlformats.org/drawingml/2006/main">
          <a:graphicData uri="http://schemas.openxmlformats.org/drawingml/2006/chart">
            <c:chart xmlns:c="http://schemas.openxmlformats.org/drawingml/2006/chart" r:id="rId1"/>
          </a:graphicData>
        </a:graphic>
      </p:graphicFrame>
      <p:sp>
        <p:nvSpPr>
          <p:cNvPr id="71" name="Shape 67"/>
          <p:cNvSpPr/>
          <p:nvPr/>
        </p:nvSpPr>
        <p:spPr>
          <a:xfrm>
            <a:off x="548640" y="5440680"/>
            <a:ext cx="11064240" cy="777240"/>
          </a:xfrm>
          <a:prstGeom prst="roundRect">
            <a:avLst>
              <a:gd name="adj" fmla="val 14118"/>
            </a:avLst>
          </a:prstGeom>
          <a:solidFill>
            <a:schemeClr val="bg2"/>
          </a:solidFill>
          <a:ln w="12700">
            <a:solidFill>
              <a:schemeClr val="bg2"/>
            </a:solidFill>
            <a:prstDash val="solid"/>
          </a:ln>
        </p:spPr>
      </p:sp>
      <p:sp>
        <p:nvSpPr>
          <p:cNvPr id="72" name="Text 68"/>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600" b="1" dirty="0">
                <a:solidFill>
                  <a:schemeClr val="tx1"/>
                </a:solidFill>
              </a:rPr>
              <a:t>予測は6。では、なぜ</a:t>
            </a:r>
            <a:pPr indent="0" marL="0">
              <a:buNone/>
            </a:pPr>
            <a:r>
              <a:rPr lang="en-US" sz="2600" b="1" dirty="0">
                <a:solidFill>
                  <a:schemeClr val="accent2"/>
                </a:solidFill>
              </a:rPr>
              <a:t>0</a:t>
            </a:r>
            <a:pPr indent="0" marL="0">
              <a:buNone/>
            </a:pPr>
            <a:r>
              <a:rPr lang="en-US" sz="2600" b="1" dirty="0">
                <a:solidFill>
                  <a:schemeClr val="tx1"/>
                </a:solidFill>
              </a:rPr>
              <a:t>ではなく</a:t>
            </a:r>
            <a:pPr indent="0" marL="0">
              <a:buNone/>
            </a:pPr>
            <a:r>
              <a:rPr lang="en-US" sz="2600" b="1" dirty="0">
                <a:solidFill>
                  <a:schemeClr val="accent1"/>
                </a:solidFill>
              </a:rPr>
              <a:t>6</a:t>
            </a:r>
            <a:pPr indent="0" marL="0">
              <a:buNone/>
            </a:pPr>
            <a:r>
              <a:rPr lang="en-US" sz="2600" b="1" dirty="0">
                <a:solidFill>
                  <a:schemeClr val="tx1"/>
                </a:solidFill>
              </a:rPr>
              <a:t>なのか</a:t>
            </a:r>
            <a:endParaRPr lang="en-US" sz="2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目次</a:t>
            </a:r>
            <a:endParaRPr lang="en-US" sz="3000" dirty="0"/>
          </a:p>
        </p:txBody>
      </p:sp>
      <p:sp>
        <p:nvSpPr>
          <p:cNvPr id="4" name="Shape 1"/>
          <p:cNvSpPr/>
          <p:nvPr/>
        </p:nvSpPr>
        <p:spPr>
          <a:xfrm>
            <a:off x="822960" y="1371600"/>
            <a:ext cx="548640" cy="548640"/>
          </a:xfrm>
          <a:prstGeom prst="ellipse">
            <a:avLst/>
          </a:prstGeom>
          <a:solidFill>
            <a:schemeClr val="accent5">
              <a:alpha val="45000"/>
            </a:schemeClr>
          </a:solidFill>
          <a:ln w="12700">
            <a:solidFill>
              <a:schemeClr val="accent5">
                <a:alpha val="45000"/>
              </a:schemeClr>
            </a:solidFill>
            <a:prstDash val="solid"/>
          </a:ln>
        </p:spPr>
      </p:sp>
      <p:sp>
        <p:nvSpPr>
          <p:cNvPr id="5" name="Text 2"/>
          <p:cNvSpPr txBox="1"/>
          <p:nvPr/>
        </p:nvSpPr>
        <p:spPr>
          <a:xfrm>
            <a:off x="82296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645920" y="132588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導入</a:t>
            </a:r>
            <a:endParaRPr lang="en-US" sz="2400" dirty="0"/>
          </a:p>
        </p:txBody>
      </p:sp>
      <p:sp>
        <p:nvSpPr>
          <p:cNvPr id="7" name="Text 4"/>
          <p:cNvSpPr txBox="1"/>
          <p:nvPr/>
        </p:nvSpPr>
        <p:spPr>
          <a:xfrm>
            <a:off x="4937760" y="132588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今日の問い</a:t>
            </a:r>
            <a:endParaRPr lang="en-US" sz="1600" dirty="0"/>
          </a:p>
        </p:txBody>
      </p:sp>
      <p:sp>
        <p:nvSpPr>
          <p:cNvPr id="8" name="Shape 5"/>
          <p:cNvSpPr/>
          <p:nvPr/>
        </p:nvSpPr>
        <p:spPr>
          <a:xfrm>
            <a:off x="548640" y="2176272"/>
            <a:ext cx="11064240" cy="868680"/>
          </a:xfrm>
          <a:prstGeom prst="roundRect">
            <a:avLst>
              <a:gd name="adj" fmla="val 12632"/>
            </a:avLst>
          </a:prstGeom>
          <a:solidFill>
            <a:srgbClr val="FBE6DF"/>
          </a:solidFill>
          <a:ln w="12700">
            <a:solidFill>
              <a:srgbClr val="FBE6DF"/>
            </a:solidFill>
            <a:prstDash val="solid"/>
          </a:ln>
        </p:spPr>
      </p:sp>
      <p:sp>
        <p:nvSpPr>
          <p:cNvPr id="9" name="Shape 6"/>
          <p:cNvSpPr/>
          <p:nvPr/>
        </p:nvSpPr>
        <p:spPr>
          <a:xfrm>
            <a:off x="822960" y="233172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822960" y="2331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645920" y="2286000"/>
            <a:ext cx="3291840" cy="640080"/>
          </a:xfrm>
          <a:prstGeom prst="rect">
            <a:avLst/>
          </a:prstGeom>
          <a:noFill/>
          <a:ln/>
        </p:spPr>
        <p:txBody>
          <a:bodyPr wrap="square" lIns="0" tIns="0" rIns="0" bIns="0" rtlCol="0" anchor="ctr"/>
          <a:lstStyle/>
          <a:p>
            <a:pPr indent="0" marL="0">
              <a:buNone/>
            </a:pPr>
            <a:r>
              <a:rPr lang="en-US" sz="2400" b="1" dirty="0">
                <a:solidFill>
                  <a:schemeClr val="tx1"/>
                </a:solidFill>
              </a:rPr>
              <a:t>問題と発想</a:t>
            </a:r>
            <a:endParaRPr lang="en-US" sz="2400" dirty="0"/>
          </a:p>
        </p:txBody>
      </p:sp>
      <p:sp>
        <p:nvSpPr>
          <p:cNvPr id="12" name="Text 9"/>
          <p:cNvSpPr txBox="1"/>
          <p:nvPr/>
        </p:nvSpPr>
        <p:spPr>
          <a:xfrm>
            <a:off x="4937760" y="2286000"/>
            <a:ext cx="6492240" cy="640080"/>
          </a:xfrm>
          <a:prstGeom prst="rect">
            <a:avLst/>
          </a:prstGeom>
          <a:noFill/>
          <a:ln/>
        </p:spPr>
        <p:txBody>
          <a:bodyPr wrap="square" lIns="0" tIns="0" rIns="0" bIns="0" rtlCol="0" anchor="ctr"/>
          <a:lstStyle/>
          <a:p>
            <a:pPr indent="0" marL="0">
              <a:buNone/>
            </a:pPr>
            <a:r>
              <a:rPr lang="en-US" sz="1600" dirty="0">
                <a:solidFill>
                  <a:schemeClr val="tx2"/>
                </a:solidFill>
              </a:rPr>
              <a:t>LIMEのおさらい、多クラスLIMEの問題、クラス側をまとめる発想、目標</a:t>
            </a:r>
            <a:endParaRPr lang="en-US" sz="1600" dirty="0"/>
          </a:p>
        </p:txBody>
      </p:sp>
      <p:sp>
        <p:nvSpPr>
          <p:cNvPr id="13" name="Shape 10"/>
          <p:cNvSpPr/>
          <p:nvPr/>
        </p:nvSpPr>
        <p:spPr>
          <a:xfrm>
            <a:off x="822960" y="3291840"/>
            <a:ext cx="548640" cy="548640"/>
          </a:xfrm>
          <a:prstGeom prst="ellipse">
            <a:avLst/>
          </a:prstGeom>
          <a:solidFill>
            <a:schemeClr val="accent5">
              <a:alpha val="45000"/>
            </a:schemeClr>
          </a:solidFill>
          <a:ln w="12700">
            <a:solidFill>
              <a:schemeClr val="accent5">
                <a:alpha val="45000"/>
              </a:schemeClr>
            </a:solidFill>
            <a:prstDash val="solid"/>
          </a:ln>
        </p:spPr>
      </p:sp>
      <p:sp>
        <p:nvSpPr>
          <p:cNvPr id="14" name="Text 11"/>
          <p:cNvSpPr txBox="1"/>
          <p:nvPr/>
        </p:nvSpPr>
        <p:spPr>
          <a:xfrm>
            <a:off x="822960" y="3291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2"/>
          <p:cNvSpPr txBox="1"/>
          <p:nvPr/>
        </p:nvSpPr>
        <p:spPr>
          <a:xfrm>
            <a:off x="1645920" y="324612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手法と仮定</a:t>
            </a:r>
            <a:endParaRPr lang="en-US" sz="2400" dirty="0"/>
          </a:p>
        </p:txBody>
      </p:sp>
      <p:sp>
        <p:nvSpPr>
          <p:cNvPr id="16" name="Text 13"/>
          <p:cNvSpPr txBox="1"/>
          <p:nvPr/>
        </p:nvSpPr>
        <p:spPr>
          <a:xfrm>
            <a:off x="4937760" y="324612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手順、上位2クラスとの違い、成り立つための仮定</a:t>
            </a:r>
            <a:endParaRPr lang="en-US" sz="1600" dirty="0"/>
          </a:p>
        </p:txBody>
      </p:sp>
      <p:sp>
        <p:nvSpPr>
          <p:cNvPr id="17" name="Shape 14"/>
          <p:cNvSpPr/>
          <p:nvPr/>
        </p:nvSpPr>
        <p:spPr>
          <a:xfrm>
            <a:off x="822960" y="4251960"/>
            <a:ext cx="548640" cy="548640"/>
          </a:xfrm>
          <a:prstGeom prst="ellipse">
            <a:avLst/>
          </a:prstGeom>
          <a:solidFill>
            <a:schemeClr val="accent5">
              <a:alpha val="45000"/>
            </a:schemeClr>
          </a:solidFill>
          <a:ln w="12700">
            <a:solidFill>
              <a:schemeClr val="accent5">
                <a:alpha val="45000"/>
              </a:schemeClr>
            </a:solidFill>
            <a:prstDash val="solid"/>
          </a:ln>
        </p:spPr>
      </p:sp>
      <p:sp>
        <p:nvSpPr>
          <p:cNvPr id="18" name="Text 15"/>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6"/>
          <p:cNvSpPr txBox="1"/>
          <p:nvPr/>
        </p:nvSpPr>
        <p:spPr>
          <a:xfrm>
            <a:off x="1645920" y="420624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実験</a:t>
            </a:r>
            <a:endParaRPr lang="en-US" sz="2400" dirty="0"/>
          </a:p>
        </p:txBody>
      </p:sp>
      <p:sp>
        <p:nvSpPr>
          <p:cNvPr id="20" name="Text 17"/>
          <p:cNvSpPr txBox="1"/>
          <p:nvPr/>
        </p:nvSpPr>
        <p:spPr>
          <a:xfrm>
            <a:off x="4937760" y="420624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仮定の確かめ方、実験の設定、忠実さの測り方、結果</a:t>
            </a:r>
            <a:endParaRPr lang="en-US" sz="1600" dirty="0"/>
          </a:p>
        </p:txBody>
      </p:sp>
      <p:sp>
        <p:nvSpPr>
          <p:cNvPr id="21" name="Shape 18"/>
          <p:cNvSpPr/>
          <p:nvPr/>
        </p:nvSpPr>
        <p:spPr>
          <a:xfrm>
            <a:off x="822960" y="5212080"/>
            <a:ext cx="548640" cy="548640"/>
          </a:xfrm>
          <a:prstGeom prst="ellipse">
            <a:avLst/>
          </a:prstGeom>
          <a:solidFill>
            <a:schemeClr val="accent5">
              <a:alpha val="45000"/>
            </a:schemeClr>
          </a:solidFill>
          <a:ln w="12700">
            <a:solidFill>
              <a:schemeClr val="accent5">
                <a:alpha val="45000"/>
              </a:schemeClr>
            </a:solidFill>
            <a:prstDash val="solid"/>
          </a:ln>
        </p:spPr>
      </p:sp>
      <p:sp>
        <p:nvSpPr>
          <p:cNvPr id="22" name="Text 19"/>
          <p:cNvSpPr txBox="1"/>
          <p:nvPr/>
        </p:nvSpPr>
        <p:spPr>
          <a:xfrm>
            <a:off x="822960" y="5212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0"/>
          <p:cNvSpPr txBox="1"/>
          <p:nvPr/>
        </p:nvSpPr>
        <p:spPr>
          <a:xfrm>
            <a:off x="1645920" y="516636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課題と今後</a:t>
            </a:r>
            <a:endParaRPr lang="en-US" sz="2400" dirty="0"/>
          </a:p>
        </p:txBody>
      </p:sp>
      <p:sp>
        <p:nvSpPr>
          <p:cNvPr id="24" name="Text 21"/>
          <p:cNvSpPr txBox="1"/>
          <p:nvPr/>
        </p:nvSpPr>
        <p:spPr>
          <a:xfrm>
            <a:off x="4937760" y="516636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課題、今後の計画、まとめ</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LIMEのおさらい（1）摂動画像を作る</a:t>
            </a:r>
            <a:endParaRPr lang="en-US" sz="3000" dirty="0"/>
          </a:p>
        </p:txBody>
      </p:sp>
      <p:sp>
        <p:nvSpPr>
          <p:cNvPr id="4" name="Shape 1"/>
          <p:cNvSpPr/>
          <p:nvPr/>
        </p:nvSpPr>
        <p:spPr>
          <a:xfrm>
            <a:off x="548640" y="1325880"/>
            <a:ext cx="411480" cy="411480"/>
          </a:xfrm>
          <a:prstGeom prst="ellipse">
            <a:avLst/>
          </a:prstGeom>
          <a:solidFill>
            <a:schemeClr val="tx1"/>
          </a:solidFill>
          <a:ln w="12700">
            <a:solidFill>
              <a:schemeClr val="tx1"/>
            </a:solidFill>
            <a:prstDash val="solid"/>
          </a:ln>
        </p:spPr>
      </p:sp>
      <p:sp>
        <p:nvSpPr>
          <p:cNvPr id="5" name="Text 2"/>
          <p:cNvSpPr txBox="1"/>
          <p:nvPr/>
        </p:nvSpPr>
        <p:spPr>
          <a:xfrm>
            <a:off x="548640" y="1325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298448"/>
            <a:ext cx="4023360" cy="411480"/>
          </a:xfrm>
          <a:prstGeom prst="rect">
            <a:avLst/>
          </a:prstGeom>
          <a:noFill/>
          <a:ln/>
        </p:spPr>
        <p:txBody>
          <a:bodyPr wrap="square" lIns="0" tIns="0" rIns="0" bIns="0" rtlCol="0" anchor="t"/>
          <a:lstStyle/>
          <a:p>
            <a:pPr indent="0" marL="0">
              <a:buNone/>
            </a:pPr>
            <a:r>
              <a:rPr lang="en-US" sz="1600" b="1" dirty="0">
                <a:solidFill>
                  <a:schemeClr val="tx1"/>
                </a:solidFill>
              </a:rPr>
              <a:t>画像をスーパーピクセルに分ける</a:t>
            </a:r>
            <a:endParaRPr lang="en-US" sz="1600" dirty="0"/>
          </a:p>
        </p:txBody>
      </p:sp>
      <p:sp>
        <p:nvSpPr>
          <p:cNvPr id="7" name="Text 4"/>
          <p:cNvSpPr txBox="1"/>
          <p:nvPr/>
        </p:nvSpPr>
        <p:spPr>
          <a:xfrm>
            <a:off x="1097280" y="1709928"/>
            <a:ext cx="4023360" cy="365760"/>
          </a:xfrm>
          <a:prstGeom prst="rect">
            <a:avLst/>
          </a:prstGeom>
          <a:noFill/>
          <a:ln/>
        </p:spPr>
        <p:txBody>
          <a:bodyPr wrap="square" lIns="0" tIns="0" rIns="0" bIns="0" rtlCol="0" anchor="t"/>
          <a:lstStyle/>
          <a:p>
            <a:pPr indent="0" marL="0">
              <a:buNone/>
            </a:pPr>
            <a:r>
              <a:rPr lang="en-US" sz="1200" dirty="0">
                <a:solidFill>
                  <a:schemeClr val="tx2"/>
                </a:solidFill>
              </a:rPr>
              <a:t>実際は数十個。ここではA・B・Cの3つ</a:t>
            </a:r>
            <a:endParaRPr lang="en-US" sz="1200" dirty="0"/>
          </a:p>
        </p:txBody>
      </p:sp>
      <p:sp>
        <p:nvSpPr>
          <p:cNvPr id="8" name="Shape 5"/>
          <p:cNvSpPr/>
          <p:nvPr/>
        </p:nvSpPr>
        <p:spPr>
          <a:xfrm>
            <a:off x="548640" y="2240280"/>
            <a:ext cx="411480" cy="411480"/>
          </a:xfrm>
          <a:prstGeom prst="ellipse">
            <a:avLst/>
          </a:prstGeom>
          <a:solidFill>
            <a:schemeClr val="tx1"/>
          </a:solidFill>
          <a:ln w="12700">
            <a:solidFill>
              <a:schemeClr val="tx1"/>
            </a:solidFill>
            <a:prstDash val="solid"/>
          </a:ln>
        </p:spPr>
      </p:sp>
      <p:sp>
        <p:nvSpPr>
          <p:cNvPr id="9" name="Text 6"/>
          <p:cNvSpPr txBox="1"/>
          <p:nvPr/>
        </p:nvSpPr>
        <p:spPr>
          <a:xfrm>
            <a:off x="548640"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212848"/>
            <a:ext cx="4023360" cy="411480"/>
          </a:xfrm>
          <a:prstGeom prst="rect">
            <a:avLst/>
          </a:prstGeom>
          <a:noFill/>
          <a:ln/>
        </p:spPr>
        <p:txBody>
          <a:bodyPr wrap="square" lIns="0" tIns="0" rIns="0" bIns="0" rtlCol="0" anchor="t"/>
          <a:lstStyle/>
          <a:p>
            <a:pPr indent="0" marL="0">
              <a:buNone/>
            </a:pPr>
            <a:r>
              <a:rPr lang="en-US" sz="1600" b="1" dirty="0">
                <a:solidFill>
                  <a:schemeClr val="tx1"/>
                </a:solidFill>
              </a:rPr>
              <a:t>領域をランダムに隠した画像を作る</a:t>
            </a:r>
            <a:endParaRPr lang="en-US" sz="1600" dirty="0"/>
          </a:p>
        </p:txBody>
      </p:sp>
      <p:sp>
        <p:nvSpPr>
          <p:cNvPr id="11" name="Text 8"/>
          <p:cNvSpPr txBox="1"/>
          <p:nvPr/>
        </p:nvSpPr>
        <p:spPr>
          <a:xfrm>
            <a:off x="1097280" y="2624328"/>
            <a:ext cx="4023360" cy="365760"/>
          </a:xfrm>
          <a:prstGeom prst="rect">
            <a:avLst/>
          </a:prstGeom>
          <a:noFill/>
          <a:ln/>
        </p:spPr>
        <p:txBody>
          <a:bodyPr wrap="square" lIns="0" tIns="0" rIns="0" bIns="0" rtlCol="0" anchor="t"/>
          <a:lstStyle/>
          <a:p>
            <a:pPr indent="0" marL="0">
              <a:buNone/>
            </a:pPr>
            <a:r>
              <a:rPr lang="en-US" sz="1200" dirty="0">
                <a:solidFill>
                  <a:schemeClr val="tx2"/>
                </a:solidFill>
              </a:rPr>
              <a:t>隠した領域は灰色</a:t>
            </a:r>
            <a:endParaRPr lang="en-US" sz="1200" dirty="0"/>
          </a:p>
        </p:txBody>
      </p:sp>
      <p:sp>
        <p:nvSpPr>
          <p:cNvPr id="12" name="Shape 9"/>
          <p:cNvSpPr/>
          <p:nvPr/>
        </p:nvSpPr>
        <p:spPr>
          <a:xfrm>
            <a:off x="548640" y="3154680"/>
            <a:ext cx="411480" cy="411480"/>
          </a:xfrm>
          <a:prstGeom prst="ellipse">
            <a:avLst/>
          </a:prstGeom>
          <a:solidFill>
            <a:schemeClr val="tx1"/>
          </a:solidFill>
          <a:ln w="12700">
            <a:solidFill>
              <a:schemeClr val="tx1"/>
            </a:solidFill>
            <a:prstDash val="solid"/>
          </a:ln>
        </p:spPr>
      </p:sp>
      <p:sp>
        <p:nvSpPr>
          <p:cNvPr id="13" name="Text 10"/>
          <p:cNvSpPr txBox="1"/>
          <p:nvPr/>
        </p:nvSpPr>
        <p:spPr>
          <a:xfrm>
            <a:off x="548640" y="3154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097280" y="3127248"/>
            <a:ext cx="4023360" cy="411480"/>
          </a:xfrm>
          <a:prstGeom prst="rect">
            <a:avLst/>
          </a:prstGeom>
          <a:noFill/>
          <a:ln/>
        </p:spPr>
        <p:txBody>
          <a:bodyPr wrap="square" lIns="0" tIns="0" rIns="0" bIns="0" rtlCol="0" anchor="t"/>
          <a:lstStyle/>
          <a:p>
            <a:pPr indent="0" marL="0">
              <a:buNone/>
            </a:pPr>
            <a:r>
              <a:rPr lang="en-US" sz="1600" b="1" dirty="0">
                <a:solidFill>
                  <a:schemeClr val="tx1"/>
                </a:solidFill>
              </a:rPr>
              <a:t>AIに入れて6の確率を記録する</a:t>
            </a:r>
            <a:endParaRPr lang="en-US" sz="1600" dirty="0"/>
          </a:p>
        </p:txBody>
      </p:sp>
      <p:sp>
        <p:nvSpPr>
          <p:cNvPr id="15" name="Text 12"/>
          <p:cNvSpPr txBox="1"/>
          <p:nvPr/>
        </p:nvSpPr>
        <p:spPr>
          <a:xfrm>
            <a:off x="1097280" y="3538728"/>
            <a:ext cx="4023360" cy="365760"/>
          </a:xfrm>
          <a:prstGeom prst="rect">
            <a:avLst/>
          </a:prstGeom>
          <a:noFill/>
          <a:ln/>
        </p:spPr>
        <p:txBody>
          <a:bodyPr wrap="square" lIns="0" tIns="0" rIns="0" bIns="0" rtlCol="0" anchor="t"/>
          <a:lstStyle/>
          <a:p>
            <a:pPr indent="0" marL="0">
              <a:buNone/>
            </a:pPr>
            <a:r>
              <a:rPr lang="en-US" sz="1200" dirty="0">
                <a:solidFill>
                  <a:schemeClr val="tx2"/>
                </a:solidFill>
              </a:rPr>
              <a:t>どの領域を残したか（1）、隠したか（0）と一緒に</a:t>
            </a:r>
            <a:endParaRPr lang="en-US" sz="1200" dirty="0"/>
          </a:p>
        </p:txBody>
      </p:sp>
      <p:sp>
        <p:nvSpPr>
          <p:cNvPr id="16" name="Shape 13"/>
          <p:cNvSpPr/>
          <p:nvPr/>
        </p:nvSpPr>
        <p:spPr>
          <a:xfrm>
            <a:off x="1280160" y="4069080"/>
            <a:ext cx="246888" cy="246888"/>
          </a:xfrm>
          <a:prstGeom prst="rect">
            <a:avLst/>
          </a:prstGeom>
          <a:solidFill>
            <a:schemeClr val="accent6">
              <a:alpha val="22000"/>
            </a:schemeClr>
          </a:solidFill>
          <a:ln w="3175">
            <a:solidFill>
              <a:schemeClr val="bg1"/>
            </a:solidFill>
            <a:prstDash val="solid"/>
          </a:ln>
        </p:spPr>
      </p:sp>
      <p:sp>
        <p:nvSpPr>
          <p:cNvPr id="17" name="Shape 14"/>
          <p:cNvSpPr/>
          <p:nvPr/>
        </p:nvSpPr>
        <p:spPr>
          <a:xfrm>
            <a:off x="1527048" y="4069080"/>
            <a:ext cx="246888" cy="246888"/>
          </a:xfrm>
          <a:prstGeom prst="rect">
            <a:avLst/>
          </a:prstGeom>
          <a:solidFill>
            <a:schemeClr val="accent6">
              <a:alpha val="22000"/>
            </a:schemeClr>
          </a:solidFill>
          <a:ln w="3175">
            <a:solidFill>
              <a:schemeClr val="bg1"/>
            </a:solidFill>
            <a:prstDash val="solid"/>
          </a:ln>
        </p:spPr>
      </p:sp>
      <p:sp>
        <p:nvSpPr>
          <p:cNvPr id="18" name="Shape 15"/>
          <p:cNvSpPr/>
          <p:nvPr/>
        </p:nvSpPr>
        <p:spPr>
          <a:xfrm>
            <a:off x="1773936" y="4069080"/>
            <a:ext cx="246888" cy="246888"/>
          </a:xfrm>
          <a:prstGeom prst="rect">
            <a:avLst/>
          </a:prstGeom>
          <a:solidFill>
            <a:schemeClr val="accent6">
              <a:alpha val="22000"/>
            </a:schemeClr>
          </a:solidFill>
          <a:ln w="3175">
            <a:solidFill>
              <a:schemeClr val="bg1"/>
            </a:solidFill>
            <a:prstDash val="solid"/>
          </a:ln>
        </p:spPr>
      </p:sp>
      <p:sp>
        <p:nvSpPr>
          <p:cNvPr id="19" name="Shape 16"/>
          <p:cNvSpPr/>
          <p:nvPr/>
        </p:nvSpPr>
        <p:spPr>
          <a:xfrm>
            <a:off x="1818376" y="4113520"/>
            <a:ext cx="158008" cy="158008"/>
          </a:xfrm>
          <a:prstGeom prst="rect">
            <a:avLst/>
          </a:prstGeom>
          <a:solidFill>
            <a:schemeClr val="tx1">
              <a:alpha val="12000"/>
            </a:schemeClr>
          </a:solidFill>
          <a:ln w="12700">
            <a:solidFill>
              <a:schemeClr val="tx1">
                <a:alpha val="0"/>
              </a:schemeClr>
            </a:solidFill>
            <a:prstDash val="solid"/>
          </a:ln>
        </p:spPr>
      </p:sp>
      <p:sp>
        <p:nvSpPr>
          <p:cNvPr id="20" name="Shape 17"/>
          <p:cNvSpPr/>
          <p:nvPr/>
        </p:nvSpPr>
        <p:spPr>
          <a:xfrm>
            <a:off x="2020824" y="4069080"/>
            <a:ext cx="246888" cy="246888"/>
          </a:xfrm>
          <a:prstGeom prst="rect">
            <a:avLst/>
          </a:prstGeom>
          <a:solidFill>
            <a:schemeClr val="accent4">
              <a:alpha val="22000"/>
            </a:schemeClr>
          </a:solidFill>
          <a:ln w="3175">
            <a:solidFill>
              <a:schemeClr val="bg1"/>
            </a:solidFill>
            <a:prstDash val="solid"/>
          </a:ln>
        </p:spPr>
      </p:sp>
      <p:sp>
        <p:nvSpPr>
          <p:cNvPr id="21" name="Shape 18"/>
          <p:cNvSpPr/>
          <p:nvPr/>
        </p:nvSpPr>
        <p:spPr>
          <a:xfrm>
            <a:off x="2065264" y="4113520"/>
            <a:ext cx="158008" cy="158008"/>
          </a:xfrm>
          <a:prstGeom prst="rect">
            <a:avLst/>
          </a:prstGeom>
          <a:solidFill>
            <a:schemeClr val="tx1">
              <a:alpha val="69000"/>
            </a:schemeClr>
          </a:solidFill>
          <a:ln w="12700">
            <a:solidFill>
              <a:schemeClr val="tx1">
                <a:alpha val="0"/>
              </a:schemeClr>
            </a:solidFill>
            <a:prstDash val="solid"/>
          </a:ln>
        </p:spPr>
      </p:sp>
      <p:sp>
        <p:nvSpPr>
          <p:cNvPr id="22" name="Shape 19"/>
          <p:cNvSpPr/>
          <p:nvPr/>
        </p:nvSpPr>
        <p:spPr>
          <a:xfrm>
            <a:off x="2267712" y="4069080"/>
            <a:ext cx="246888" cy="246888"/>
          </a:xfrm>
          <a:prstGeom prst="rect">
            <a:avLst/>
          </a:prstGeom>
          <a:solidFill>
            <a:schemeClr val="accent4">
              <a:alpha val="22000"/>
            </a:schemeClr>
          </a:solidFill>
          <a:ln w="3175">
            <a:solidFill>
              <a:schemeClr val="bg1"/>
            </a:solidFill>
            <a:prstDash val="solid"/>
          </a:ln>
        </p:spPr>
      </p:sp>
      <p:sp>
        <p:nvSpPr>
          <p:cNvPr id="23" name="Shape 20"/>
          <p:cNvSpPr/>
          <p:nvPr/>
        </p:nvSpPr>
        <p:spPr>
          <a:xfrm>
            <a:off x="2312152" y="4113520"/>
            <a:ext cx="158008" cy="158008"/>
          </a:xfrm>
          <a:prstGeom prst="rect">
            <a:avLst/>
          </a:prstGeom>
          <a:solidFill>
            <a:schemeClr val="tx1">
              <a:alpha val="81000"/>
            </a:schemeClr>
          </a:solidFill>
          <a:ln w="12700">
            <a:solidFill>
              <a:schemeClr val="tx1">
                <a:alpha val="0"/>
              </a:schemeClr>
            </a:solidFill>
            <a:prstDash val="solid"/>
          </a:ln>
        </p:spPr>
      </p:sp>
      <p:sp>
        <p:nvSpPr>
          <p:cNvPr id="24" name="Shape 21"/>
          <p:cNvSpPr/>
          <p:nvPr/>
        </p:nvSpPr>
        <p:spPr>
          <a:xfrm>
            <a:off x="2514600" y="4069080"/>
            <a:ext cx="246888" cy="246888"/>
          </a:xfrm>
          <a:prstGeom prst="rect">
            <a:avLst/>
          </a:prstGeom>
          <a:solidFill>
            <a:schemeClr val="accent4">
              <a:alpha val="22000"/>
            </a:schemeClr>
          </a:solidFill>
          <a:ln w="3175">
            <a:solidFill>
              <a:schemeClr val="bg1"/>
            </a:solidFill>
            <a:prstDash val="solid"/>
          </a:ln>
        </p:spPr>
      </p:sp>
      <p:sp>
        <p:nvSpPr>
          <p:cNvPr id="25" name="Shape 22"/>
          <p:cNvSpPr/>
          <p:nvPr/>
        </p:nvSpPr>
        <p:spPr>
          <a:xfrm>
            <a:off x="2559040" y="4113520"/>
            <a:ext cx="158008" cy="158008"/>
          </a:xfrm>
          <a:prstGeom prst="rect">
            <a:avLst/>
          </a:prstGeom>
          <a:solidFill>
            <a:schemeClr val="tx1">
              <a:alpha val="25000"/>
            </a:schemeClr>
          </a:solidFill>
          <a:ln w="12700">
            <a:solidFill>
              <a:schemeClr val="tx1">
                <a:alpha val="0"/>
              </a:schemeClr>
            </a:solidFill>
            <a:prstDash val="solid"/>
          </a:ln>
        </p:spPr>
      </p:sp>
      <p:sp>
        <p:nvSpPr>
          <p:cNvPr id="26" name="Shape 23"/>
          <p:cNvSpPr/>
          <p:nvPr/>
        </p:nvSpPr>
        <p:spPr>
          <a:xfrm>
            <a:off x="2761488" y="4069080"/>
            <a:ext cx="246888" cy="246888"/>
          </a:xfrm>
          <a:prstGeom prst="rect">
            <a:avLst/>
          </a:prstGeom>
          <a:solidFill>
            <a:schemeClr val="accent4">
              <a:alpha val="22000"/>
            </a:schemeClr>
          </a:solidFill>
          <a:ln w="3175">
            <a:solidFill>
              <a:schemeClr val="bg1"/>
            </a:solidFill>
            <a:prstDash val="solid"/>
          </a:ln>
        </p:spPr>
      </p:sp>
      <p:sp>
        <p:nvSpPr>
          <p:cNvPr id="27" name="Shape 24"/>
          <p:cNvSpPr/>
          <p:nvPr/>
        </p:nvSpPr>
        <p:spPr>
          <a:xfrm>
            <a:off x="3008376" y="4069080"/>
            <a:ext cx="246888" cy="246888"/>
          </a:xfrm>
          <a:prstGeom prst="rect">
            <a:avLst/>
          </a:prstGeom>
          <a:solidFill>
            <a:schemeClr val="accent4">
              <a:alpha val="22000"/>
            </a:schemeClr>
          </a:solidFill>
          <a:ln w="3175">
            <a:solidFill>
              <a:schemeClr val="bg1"/>
            </a:solidFill>
            <a:prstDash val="solid"/>
          </a:ln>
        </p:spPr>
      </p:sp>
      <p:sp>
        <p:nvSpPr>
          <p:cNvPr id="28" name="Shape 25"/>
          <p:cNvSpPr/>
          <p:nvPr/>
        </p:nvSpPr>
        <p:spPr>
          <a:xfrm>
            <a:off x="1280160" y="4315968"/>
            <a:ext cx="246888" cy="246888"/>
          </a:xfrm>
          <a:prstGeom prst="rect">
            <a:avLst/>
          </a:prstGeom>
          <a:solidFill>
            <a:schemeClr val="accent6">
              <a:alpha val="22000"/>
            </a:schemeClr>
          </a:solidFill>
          <a:ln w="3175">
            <a:solidFill>
              <a:schemeClr val="bg1"/>
            </a:solidFill>
            <a:prstDash val="solid"/>
          </a:ln>
        </p:spPr>
      </p:sp>
      <p:sp>
        <p:nvSpPr>
          <p:cNvPr id="29" name="Shape 26"/>
          <p:cNvSpPr/>
          <p:nvPr/>
        </p:nvSpPr>
        <p:spPr>
          <a:xfrm>
            <a:off x="1527048" y="4315968"/>
            <a:ext cx="246888" cy="246888"/>
          </a:xfrm>
          <a:prstGeom prst="rect">
            <a:avLst/>
          </a:prstGeom>
          <a:solidFill>
            <a:schemeClr val="accent6">
              <a:alpha val="22000"/>
            </a:schemeClr>
          </a:solidFill>
          <a:ln w="3175">
            <a:solidFill>
              <a:schemeClr val="bg1"/>
            </a:solidFill>
            <a:prstDash val="solid"/>
          </a:ln>
        </p:spPr>
      </p:sp>
      <p:sp>
        <p:nvSpPr>
          <p:cNvPr id="30" name="Shape 27"/>
          <p:cNvSpPr/>
          <p:nvPr/>
        </p:nvSpPr>
        <p:spPr>
          <a:xfrm>
            <a:off x="1773936" y="4315968"/>
            <a:ext cx="246888" cy="246888"/>
          </a:xfrm>
          <a:prstGeom prst="rect">
            <a:avLst/>
          </a:prstGeom>
          <a:solidFill>
            <a:schemeClr val="accent6">
              <a:alpha val="22000"/>
            </a:schemeClr>
          </a:solidFill>
          <a:ln w="3175">
            <a:solidFill>
              <a:schemeClr val="bg1"/>
            </a:solidFill>
            <a:prstDash val="solid"/>
          </a:ln>
        </p:spPr>
      </p:sp>
      <p:sp>
        <p:nvSpPr>
          <p:cNvPr id="31" name="Shape 28"/>
          <p:cNvSpPr/>
          <p:nvPr/>
        </p:nvSpPr>
        <p:spPr>
          <a:xfrm>
            <a:off x="1818376" y="4360408"/>
            <a:ext cx="158008" cy="158008"/>
          </a:xfrm>
          <a:prstGeom prst="rect">
            <a:avLst/>
          </a:prstGeom>
          <a:solidFill>
            <a:schemeClr val="tx1">
              <a:alpha val="75000"/>
            </a:schemeClr>
          </a:solidFill>
          <a:ln w="12700">
            <a:solidFill>
              <a:schemeClr val="tx1">
                <a:alpha val="0"/>
              </a:schemeClr>
            </a:solidFill>
            <a:prstDash val="solid"/>
          </a:ln>
        </p:spPr>
      </p:sp>
      <p:sp>
        <p:nvSpPr>
          <p:cNvPr id="32" name="Shape 29"/>
          <p:cNvSpPr/>
          <p:nvPr/>
        </p:nvSpPr>
        <p:spPr>
          <a:xfrm>
            <a:off x="2020824" y="4315968"/>
            <a:ext cx="246888" cy="246888"/>
          </a:xfrm>
          <a:prstGeom prst="rect">
            <a:avLst/>
          </a:prstGeom>
          <a:solidFill>
            <a:schemeClr val="accent4">
              <a:alpha val="22000"/>
            </a:schemeClr>
          </a:solidFill>
          <a:ln w="3175">
            <a:solidFill>
              <a:schemeClr val="bg1"/>
            </a:solidFill>
            <a:prstDash val="solid"/>
          </a:ln>
        </p:spPr>
      </p:sp>
      <p:sp>
        <p:nvSpPr>
          <p:cNvPr id="33" name="Shape 30"/>
          <p:cNvSpPr/>
          <p:nvPr/>
        </p:nvSpPr>
        <p:spPr>
          <a:xfrm>
            <a:off x="2065264" y="4360408"/>
            <a:ext cx="158008" cy="158008"/>
          </a:xfrm>
          <a:prstGeom prst="rect">
            <a:avLst/>
          </a:prstGeom>
          <a:solidFill>
            <a:schemeClr val="tx1"/>
          </a:solidFill>
          <a:ln w="12700">
            <a:solidFill>
              <a:schemeClr val="tx1">
                <a:alpha val="0"/>
              </a:schemeClr>
            </a:solidFill>
            <a:prstDash val="solid"/>
          </a:ln>
        </p:spPr>
      </p:sp>
      <p:sp>
        <p:nvSpPr>
          <p:cNvPr id="34" name="Shape 31"/>
          <p:cNvSpPr/>
          <p:nvPr/>
        </p:nvSpPr>
        <p:spPr>
          <a:xfrm>
            <a:off x="2267712" y="4315968"/>
            <a:ext cx="246888" cy="246888"/>
          </a:xfrm>
          <a:prstGeom prst="rect">
            <a:avLst/>
          </a:prstGeom>
          <a:solidFill>
            <a:schemeClr val="accent4">
              <a:alpha val="22000"/>
            </a:schemeClr>
          </a:solidFill>
          <a:ln w="3175">
            <a:solidFill>
              <a:schemeClr val="bg1"/>
            </a:solidFill>
            <a:prstDash val="solid"/>
          </a:ln>
        </p:spPr>
      </p:sp>
      <p:sp>
        <p:nvSpPr>
          <p:cNvPr id="35" name="Shape 32"/>
          <p:cNvSpPr/>
          <p:nvPr/>
        </p:nvSpPr>
        <p:spPr>
          <a:xfrm>
            <a:off x="2312152" y="4360408"/>
            <a:ext cx="158008" cy="158008"/>
          </a:xfrm>
          <a:prstGeom prst="rect">
            <a:avLst/>
          </a:prstGeom>
          <a:solidFill>
            <a:schemeClr val="tx1">
              <a:alpha val="81000"/>
            </a:schemeClr>
          </a:solidFill>
          <a:ln w="12700">
            <a:solidFill>
              <a:schemeClr val="tx1">
                <a:alpha val="0"/>
              </a:schemeClr>
            </a:solidFill>
            <a:prstDash val="solid"/>
          </a:ln>
        </p:spPr>
      </p:sp>
      <p:sp>
        <p:nvSpPr>
          <p:cNvPr id="36" name="Shape 33"/>
          <p:cNvSpPr/>
          <p:nvPr/>
        </p:nvSpPr>
        <p:spPr>
          <a:xfrm>
            <a:off x="2514600" y="4315968"/>
            <a:ext cx="246888" cy="246888"/>
          </a:xfrm>
          <a:prstGeom prst="rect">
            <a:avLst/>
          </a:prstGeom>
          <a:solidFill>
            <a:schemeClr val="accent4">
              <a:alpha val="22000"/>
            </a:schemeClr>
          </a:solidFill>
          <a:ln w="3175">
            <a:solidFill>
              <a:schemeClr val="bg1"/>
            </a:solidFill>
            <a:prstDash val="solid"/>
          </a:ln>
        </p:spPr>
      </p:sp>
      <p:sp>
        <p:nvSpPr>
          <p:cNvPr id="37" name="Shape 34"/>
          <p:cNvSpPr/>
          <p:nvPr/>
        </p:nvSpPr>
        <p:spPr>
          <a:xfrm>
            <a:off x="2559040" y="4360408"/>
            <a:ext cx="158008" cy="158008"/>
          </a:xfrm>
          <a:prstGeom prst="rect">
            <a:avLst/>
          </a:prstGeom>
          <a:solidFill>
            <a:schemeClr val="tx1">
              <a:alpha val="94000"/>
            </a:schemeClr>
          </a:solidFill>
          <a:ln w="12700">
            <a:solidFill>
              <a:schemeClr val="tx1">
                <a:alpha val="0"/>
              </a:schemeClr>
            </a:solidFill>
            <a:prstDash val="solid"/>
          </a:ln>
        </p:spPr>
      </p:sp>
      <p:sp>
        <p:nvSpPr>
          <p:cNvPr id="38" name="Shape 35"/>
          <p:cNvSpPr/>
          <p:nvPr/>
        </p:nvSpPr>
        <p:spPr>
          <a:xfrm>
            <a:off x="2761488" y="4315968"/>
            <a:ext cx="246888" cy="246888"/>
          </a:xfrm>
          <a:prstGeom prst="rect">
            <a:avLst/>
          </a:prstGeom>
          <a:solidFill>
            <a:schemeClr val="accent4">
              <a:alpha val="22000"/>
            </a:schemeClr>
          </a:solidFill>
          <a:ln w="3175">
            <a:solidFill>
              <a:schemeClr val="bg1"/>
            </a:solidFill>
            <a:prstDash val="solid"/>
          </a:ln>
        </p:spPr>
      </p:sp>
      <p:sp>
        <p:nvSpPr>
          <p:cNvPr id="39" name="Shape 36"/>
          <p:cNvSpPr/>
          <p:nvPr/>
        </p:nvSpPr>
        <p:spPr>
          <a:xfrm>
            <a:off x="3008376" y="4315968"/>
            <a:ext cx="246888" cy="246888"/>
          </a:xfrm>
          <a:prstGeom prst="rect">
            <a:avLst/>
          </a:prstGeom>
          <a:solidFill>
            <a:schemeClr val="accent4">
              <a:alpha val="22000"/>
            </a:schemeClr>
          </a:solidFill>
          <a:ln w="3175">
            <a:solidFill>
              <a:schemeClr val="bg1"/>
            </a:solidFill>
            <a:prstDash val="solid"/>
          </a:ln>
        </p:spPr>
      </p:sp>
      <p:sp>
        <p:nvSpPr>
          <p:cNvPr id="40" name="Shape 37"/>
          <p:cNvSpPr/>
          <p:nvPr/>
        </p:nvSpPr>
        <p:spPr>
          <a:xfrm>
            <a:off x="1280160" y="4562856"/>
            <a:ext cx="246888" cy="246888"/>
          </a:xfrm>
          <a:prstGeom prst="rect">
            <a:avLst/>
          </a:prstGeom>
          <a:solidFill>
            <a:schemeClr val="accent6">
              <a:alpha val="22000"/>
            </a:schemeClr>
          </a:solidFill>
          <a:ln w="3175">
            <a:solidFill>
              <a:schemeClr val="bg1"/>
            </a:solidFill>
            <a:prstDash val="solid"/>
          </a:ln>
        </p:spPr>
      </p:sp>
      <p:sp>
        <p:nvSpPr>
          <p:cNvPr id="41" name="Shape 38"/>
          <p:cNvSpPr/>
          <p:nvPr/>
        </p:nvSpPr>
        <p:spPr>
          <a:xfrm>
            <a:off x="1527048" y="4562856"/>
            <a:ext cx="246888" cy="246888"/>
          </a:xfrm>
          <a:prstGeom prst="rect">
            <a:avLst/>
          </a:prstGeom>
          <a:solidFill>
            <a:schemeClr val="accent6">
              <a:alpha val="22000"/>
            </a:schemeClr>
          </a:solidFill>
          <a:ln w="3175">
            <a:solidFill>
              <a:schemeClr val="bg1"/>
            </a:solidFill>
            <a:prstDash val="solid"/>
          </a:ln>
        </p:spPr>
      </p:sp>
      <p:sp>
        <p:nvSpPr>
          <p:cNvPr id="42" name="Shape 39"/>
          <p:cNvSpPr/>
          <p:nvPr/>
        </p:nvSpPr>
        <p:spPr>
          <a:xfrm>
            <a:off x="1773936" y="4562856"/>
            <a:ext cx="246888" cy="246888"/>
          </a:xfrm>
          <a:prstGeom prst="rect">
            <a:avLst/>
          </a:prstGeom>
          <a:solidFill>
            <a:schemeClr val="accent6">
              <a:alpha val="22000"/>
            </a:schemeClr>
          </a:solidFill>
          <a:ln w="3175">
            <a:solidFill>
              <a:schemeClr val="bg1"/>
            </a:solidFill>
            <a:prstDash val="solid"/>
          </a:ln>
        </p:spPr>
      </p:sp>
      <p:sp>
        <p:nvSpPr>
          <p:cNvPr id="43" name="Shape 40"/>
          <p:cNvSpPr/>
          <p:nvPr/>
        </p:nvSpPr>
        <p:spPr>
          <a:xfrm>
            <a:off x="1818376" y="4607296"/>
            <a:ext cx="158008" cy="158008"/>
          </a:xfrm>
          <a:prstGeom prst="rect">
            <a:avLst/>
          </a:prstGeom>
          <a:solidFill>
            <a:schemeClr val="tx1"/>
          </a:solidFill>
          <a:ln w="12700">
            <a:solidFill>
              <a:schemeClr val="tx1">
                <a:alpha val="0"/>
              </a:schemeClr>
            </a:solidFill>
            <a:prstDash val="solid"/>
          </a:ln>
        </p:spPr>
      </p:sp>
      <p:sp>
        <p:nvSpPr>
          <p:cNvPr id="44" name="Shape 41"/>
          <p:cNvSpPr/>
          <p:nvPr/>
        </p:nvSpPr>
        <p:spPr>
          <a:xfrm>
            <a:off x="2020824" y="4562856"/>
            <a:ext cx="246888" cy="246888"/>
          </a:xfrm>
          <a:prstGeom prst="rect">
            <a:avLst/>
          </a:prstGeom>
          <a:solidFill>
            <a:schemeClr val="accent4">
              <a:alpha val="22000"/>
            </a:schemeClr>
          </a:solidFill>
          <a:ln w="3175">
            <a:solidFill>
              <a:schemeClr val="bg1"/>
            </a:solidFill>
            <a:prstDash val="solid"/>
          </a:ln>
        </p:spPr>
      </p:sp>
      <p:sp>
        <p:nvSpPr>
          <p:cNvPr id="45" name="Shape 42"/>
          <p:cNvSpPr/>
          <p:nvPr/>
        </p:nvSpPr>
        <p:spPr>
          <a:xfrm>
            <a:off x="2065264" y="4607296"/>
            <a:ext cx="158008" cy="158008"/>
          </a:xfrm>
          <a:prstGeom prst="rect">
            <a:avLst/>
          </a:prstGeom>
          <a:solidFill>
            <a:schemeClr val="tx1">
              <a:alpha val="56000"/>
            </a:schemeClr>
          </a:solidFill>
          <a:ln w="12700">
            <a:solidFill>
              <a:schemeClr val="tx1">
                <a:alpha val="0"/>
              </a:schemeClr>
            </a:solidFill>
            <a:prstDash val="solid"/>
          </a:ln>
        </p:spPr>
      </p:sp>
      <p:sp>
        <p:nvSpPr>
          <p:cNvPr id="46" name="Shape 43"/>
          <p:cNvSpPr/>
          <p:nvPr/>
        </p:nvSpPr>
        <p:spPr>
          <a:xfrm>
            <a:off x="2267712" y="4562856"/>
            <a:ext cx="246888" cy="246888"/>
          </a:xfrm>
          <a:prstGeom prst="rect">
            <a:avLst/>
          </a:prstGeom>
          <a:solidFill>
            <a:schemeClr val="accent4">
              <a:alpha val="22000"/>
            </a:schemeClr>
          </a:solidFill>
          <a:ln w="3175">
            <a:solidFill>
              <a:schemeClr val="bg1"/>
            </a:solidFill>
            <a:prstDash val="solid"/>
          </a:ln>
        </p:spPr>
      </p:sp>
      <p:sp>
        <p:nvSpPr>
          <p:cNvPr id="47" name="Shape 44"/>
          <p:cNvSpPr/>
          <p:nvPr/>
        </p:nvSpPr>
        <p:spPr>
          <a:xfrm>
            <a:off x="2312152" y="4607296"/>
            <a:ext cx="158008" cy="158008"/>
          </a:xfrm>
          <a:prstGeom prst="rect">
            <a:avLst/>
          </a:prstGeom>
          <a:solidFill>
            <a:schemeClr val="tx1">
              <a:alpha val="6000"/>
            </a:schemeClr>
          </a:solidFill>
          <a:ln w="12700">
            <a:solidFill>
              <a:schemeClr val="tx1">
                <a:alpha val="0"/>
              </a:schemeClr>
            </a:solidFill>
            <a:prstDash val="solid"/>
          </a:ln>
        </p:spPr>
      </p:sp>
      <p:sp>
        <p:nvSpPr>
          <p:cNvPr id="48" name="Shape 45"/>
          <p:cNvSpPr/>
          <p:nvPr/>
        </p:nvSpPr>
        <p:spPr>
          <a:xfrm>
            <a:off x="2514600" y="4562856"/>
            <a:ext cx="246888" cy="246888"/>
          </a:xfrm>
          <a:prstGeom prst="rect">
            <a:avLst/>
          </a:prstGeom>
          <a:solidFill>
            <a:schemeClr val="accent4">
              <a:alpha val="22000"/>
            </a:schemeClr>
          </a:solidFill>
          <a:ln w="3175">
            <a:solidFill>
              <a:schemeClr val="bg1"/>
            </a:solidFill>
            <a:prstDash val="solid"/>
          </a:ln>
        </p:spPr>
      </p:sp>
      <p:sp>
        <p:nvSpPr>
          <p:cNvPr id="49" name="Shape 46"/>
          <p:cNvSpPr/>
          <p:nvPr/>
        </p:nvSpPr>
        <p:spPr>
          <a:xfrm>
            <a:off x="2559040" y="4607296"/>
            <a:ext cx="158008" cy="158008"/>
          </a:xfrm>
          <a:prstGeom prst="rect">
            <a:avLst/>
          </a:prstGeom>
          <a:solidFill>
            <a:schemeClr val="tx1">
              <a:alpha val="19000"/>
            </a:schemeClr>
          </a:solidFill>
          <a:ln w="12700">
            <a:solidFill>
              <a:schemeClr val="tx1">
                <a:alpha val="0"/>
              </a:schemeClr>
            </a:solidFill>
            <a:prstDash val="solid"/>
          </a:ln>
        </p:spPr>
      </p:sp>
      <p:sp>
        <p:nvSpPr>
          <p:cNvPr id="50" name="Shape 47"/>
          <p:cNvSpPr/>
          <p:nvPr/>
        </p:nvSpPr>
        <p:spPr>
          <a:xfrm>
            <a:off x="2761488" y="4562856"/>
            <a:ext cx="246888" cy="246888"/>
          </a:xfrm>
          <a:prstGeom prst="rect">
            <a:avLst/>
          </a:prstGeom>
          <a:solidFill>
            <a:schemeClr val="accent4">
              <a:alpha val="22000"/>
            </a:schemeClr>
          </a:solidFill>
          <a:ln w="3175">
            <a:solidFill>
              <a:schemeClr val="bg1"/>
            </a:solidFill>
            <a:prstDash val="solid"/>
          </a:ln>
        </p:spPr>
      </p:sp>
      <p:sp>
        <p:nvSpPr>
          <p:cNvPr id="51" name="Shape 48"/>
          <p:cNvSpPr/>
          <p:nvPr/>
        </p:nvSpPr>
        <p:spPr>
          <a:xfrm>
            <a:off x="3008376" y="4562856"/>
            <a:ext cx="246888" cy="246888"/>
          </a:xfrm>
          <a:prstGeom prst="rect">
            <a:avLst/>
          </a:prstGeom>
          <a:solidFill>
            <a:schemeClr val="accent4">
              <a:alpha val="22000"/>
            </a:schemeClr>
          </a:solidFill>
          <a:ln w="3175">
            <a:solidFill>
              <a:schemeClr val="bg1"/>
            </a:solidFill>
            <a:prstDash val="solid"/>
          </a:ln>
        </p:spPr>
      </p:sp>
      <p:sp>
        <p:nvSpPr>
          <p:cNvPr id="52" name="Shape 49"/>
          <p:cNvSpPr/>
          <p:nvPr/>
        </p:nvSpPr>
        <p:spPr>
          <a:xfrm>
            <a:off x="1280160" y="4809744"/>
            <a:ext cx="246888" cy="246888"/>
          </a:xfrm>
          <a:prstGeom prst="rect">
            <a:avLst/>
          </a:prstGeom>
          <a:solidFill>
            <a:schemeClr val="accent6">
              <a:alpha val="22000"/>
            </a:schemeClr>
          </a:solidFill>
          <a:ln w="3175">
            <a:solidFill>
              <a:schemeClr val="bg1"/>
            </a:solidFill>
            <a:prstDash val="solid"/>
          </a:ln>
        </p:spPr>
      </p:sp>
      <p:sp>
        <p:nvSpPr>
          <p:cNvPr id="53" name="Shape 50"/>
          <p:cNvSpPr/>
          <p:nvPr/>
        </p:nvSpPr>
        <p:spPr>
          <a:xfrm>
            <a:off x="1527048" y="4809744"/>
            <a:ext cx="246888" cy="246888"/>
          </a:xfrm>
          <a:prstGeom prst="rect">
            <a:avLst/>
          </a:prstGeom>
          <a:solidFill>
            <a:schemeClr val="accent6">
              <a:alpha val="22000"/>
            </a:schemeClr>
          </a:solidFill>
          <a:ln w="3175">
            <a:solidFill>
              <a:schemeClr val="bg1"/>
            </a:solidFill>
            <a:prstDash val="solid"/>
          </a:ln>
        </p:spPr>
      </p:sp>
      <p:sp>
        <p:nvSpPr>
          <p:cNvPr id="54" name="Shape 51"/>
          <p:cNvSpPr/>
          <p:nvPr/>
        </p:nvSpPr>
        <p:spPr>
          <a:xfrm>
            <a:off x="1571488" y="4854184"/>
            <a:ext cx="158008" cy="158008"/>
          </a:xfrm>
          <a:prstGeom prst="rect">
            <a:avLst/>
          </a:prstGeom>
          <a:solidFill>
            <a:schemeClr val="tx1">
              <a:alpha val="25000"/>
            </a:schemeClr>
          </a:solidFill>
          <a:ln w="12700">
            <a:solidFill>
              <a:schemeClr val="tx1">
                <a:alpha val="0"/>
              </a:schemeClr>
            </a:solidFill>
            <a:prstDash val="solid"/>
          </a:ln>
        </p:spPr>
      </p:sp>
      <p:sp>
        <p:nvSpPr>
          <p:cNvPr id="55" name="Shape 52"/>
          <p:cNvSpPr/>
          <p:nvPr/>
        </p:nvSpPr>
        <p:spPr>
          <a:xfrm>
            <a:off x="1773936" y="4809744"/>
            <a:ext cx="246888" cy="246888"/>
          </a:xfrm>
          <a:prstGeom prst="rect">
            <a:avLst/>
          </a:prstGeom>
          <a:solidFill>
            <a:schemeClr val="accent6">
              <a:alpha val="22000"/>
            </a:schemeClr>
          </a:solidFill>
          <a:ln w="3175">
            <a:solidFill>
              <a:schemeClr val="bg1"/>
            </a:solidFill>
            <a:prstDash val="solid"/>
          </a:ln>
        </p:spPr>
      </p:sp>
      <p:sp>
        <p:nvSpPr>
          <p:cNvPr id="56" name="Shape 53"/>
          <p:cNvSpPr/>
          <p:nvPr/>
        </p:nvSpPr>
        <p:spPr>
          <a:xfrm>
            <a:off x="1818376" y="4854184"/>
            <a:ext cx="158008" cy="158008"/>
          </a:xfrm>
          <a:prstGeom prst="rect">
            <a:avLst/>
          </a:prstGeom>
          <a:solidFill>
            <a:schemeClr val="tx1"/>
          </a:solidFill>
          <a:ln w="12700">
            <a:solidFill>
              <a:schemeClr val="tx1">
                <a:alpha val="0"/>
              </a:schemeClr>
            </a:solidFill>
            <a:prstDash val="solid"/>
          </a:ln>
        </p:spPr>
      </p:sp>
      <p:sp>
        <p:nvSpPr>
          <p:cNvPr id="57" name="Shape 54"/>
          <p:cNvSpPr/>
          <p:nvPr/>
        </p:nvSpPr>
        <p:spPr>
          <a:xfrm>
            <a:off x="2020824" y="4809744"/>
            <a:ext cx="246888" cy="246888"/>
          </a:xfrm>
          <a:prstGeom prst="rect">
            <a:avLst/>
          </a:prstGeom>
          <a:solidFill>
            <a:schemeClr val="accent4">
              <a:alpha val="22000"/>
            </a:schemeClr>
          </a:solidFill>
          <a:ln w="3175">
            <a:solidFill>
              <a:schemeClr val="bg1"/>
            </a:solidFill>
            <a:prstDash val="solid"/>
          </a:ln>
        </p:spPr>
      </p:sp>
      <p:sp>
        <p:nvSpPr>
          <p:cNvPr id="58" name="Shape 55"/>
          <p:cNvSpPr/>
          <p:nvPr/>
        </p:nvSpPr>
        <p:spPr>
          <a:xfrm>
            <a:off x="2065264" y="4854184"/>
            <a:ext cx="158008" cy="158008"/>
          </a:xfrm>
          <a:prstGeom prst="rect">
            <a:avLst/>
          </a:prstGeom>
          <a:solidFill>
            <a:schemeClr val="tx1">
              <a:alpha val="37000"/>
            </a:schemeClr>
          </a:solidFill>
          <a:ln w="12700">
            <a:solidFill>
              <a:schemeClr val="tx1">
                <a:alpha val="0"/>
              </a:schemeClr>
            </a:solidFill>
            <a:prstDash val="solid"/>
          </a:ln>
        </p:spPr>
      </p:sp>
      <p:sp>
        <p:nvSpPr>
          <p:cNvPr id="59" name="Shape 56"/>
          <p:cNvSpPr/>
          <p:nvPr/>
        </p:nvSpPr>
        <p:spPr>
          <a:xfrm>
            <a:off x="2267712" y="4809744"/>
            <a:ext cx="246888" cy="246888"/>
          </a:xfrm>
          <a:prstGeom prst="rect">
            <a:avLst/>
          </a:prstGeom>
          <a:solidFill>
            <a:schemeClr val="accent4">
              <a:alpha val="22000"/>
            </a:schemeClr>
          </a:solidFill>
          <a:ln w="3175">
            <a:solidFill>
              <a:schemeClr val="bg1"/>
            </a:solidFill>
            <a:prstDash val="solid"/>
          </a:ln>
        </p:spPr>
      </p:sp>
      <p:sp>
        <p:nvSpPr>
          <p:cNvPr id="60" name="Shape 57"/>
          <p:cNvSpPr/>
          <p:nvPr/>
        </p:nvSpPr>
        <p:spPr>
          <a:xfrm>
            <a:off x="2312152" y="4854184"/>
            <a:ext cx="158008" cy="158008"/>
          </a:xfrm>
          <a:prstGeom prst="rect">
            <a:avLst/>
          </a:prstGeom>
          <a:solidFill>
            <a:schemeClr val="tx1">
              <a:alpha val="87000"/>
            </a:schemeClr>
          </a:solidFill>
          <a:ln w="12700">
            <a:solidFill>
              <a:schemeClr val="tx1">
                <a:alpha val="0"/>
              </a:schemeClr>
            </a:solidFill>
            <a:prstDash val="solid"/>
          </a:ln>
        </p:spPr>
      </p:sp>
      <p:sp>
        <p:nvSpPr>
          <p:cNvPr id="61" name="Shape 58"/>
          <p:cNvSpPr/>
          <p:nvPr/>
        </p:nvSpPr>
        <p:spPr>
          <a:xfrm>
            <a:off x="2514600" y="4809744"/>
            <a:ext cx="246888" cy="246888"/>
          </a:xfrm>
          <a:prstGeom prst="rect">
            <a:avLst/>
          </a:prstGeom>
          <a:solidFill>
            <a:schemeClr val="accent4">
              <a:alpha val="22000"/>
            </a:schemeClr>
          </a:solidFill>
          <a:ln w="3175">
            <a:solidFill>
              <a:schemeClr val="bg1"/>
            </a:solidFill>
            <a:prstDash val="solid"/>
          </a:ln>
        </p:spPr>
      </p:sp>
      <p:sp>
        <p:nvSpPr>
          <p:cNvPr id="62" name="Shape 59"/>
          <p:cNvSpPr/>
          <p:nvPr/>
        </p:nvSpPr>
        <p:spPr>
          <a:xfrm>
            <a:off x="2559040" y="4854184"/>
            <a:ext cx="158008" cy="158008"/>
          </a:xfrm>
          <a:prstGeom prst="rect">
            <a:avLst/>
          </a:prstGeom>
          <a:solidFill>
            <a:schemeClr val="tx1">
              <a:alpha val="56000"/>
            </a:schemeClr>
          </a:solidFill>
          <a:ln w="12700">
            <a:solidFill>
              <a:schemeClr val="tx1">
                <a:alpha val="0"/>
              </a:schemeClr>
            </a:solidFill>
            <a:prstDash val="solid"/>
          </a:ln>
        </p:spPr>
      </p:sp>
      <p:sp>
        <p:nvSpPr>
          <p:cNvPr id="63" name="Shape 60"/>
          <p:cNvSpPr/>
          <p:nvPr/>
        </p:nvSpPr>
        <p:spPr>
          <a:xfrm>
            <a:off x="2761488" y="4809744"/>
            <a:ext cx="246888" cy="246888"/>
          </a:xfrm>
          <a:prstGeom prst="rect">
            <a:avLst/>
          </a:prstGeom>
          <a:solidFill>
            <a:schemeClr val="accent4">
              <a:alpha val="22000"/>
            </a:schemeClr>
          </a:solidFill>
          <a:ln w="3175">
            <a:solidFill>
              <a:schemeClr val="bg1"/>
            </a:solidFill>
            <a:prstDash val="solid"/>
          </a:ln>
        </p:spPr>
      </p:sp>
      <p:sp>
        <p:nvSpPr>
          <p:cNvPr id="64" name="Shape 61"/>
          <p:cNvSpPr/>
          <p:nvPr/>
        </p:nvSpPr>
        <p:spPr>
          <a:xfrm>
            <a:off x="2805928" y="4854184"/>
            <a:ext cx="158008" cy="158008"/>
          </a:xfrm>
          <a:prstGeom prst="rect">
            <a:avLst/>
          </a:prstGeom>
          <a:solidFill>
            <a:schemeClr val="tx1">
              <a:alpha val="6000"/>
            </a:schemeClr>
          </a:solidFill>
          <a:ln w="12700">
            <a:solidFill>
              <a:schemeClr val="tx1">
                <a:alpha val="0"/>
              </a:schemeClr>
            </a:solidFill>
            <a:prstDash val="solid"/>
          </a:ln>
        </p:spPr>
      </p:sp>
      <p:sp>
        <p:nvSpPr>
          <p:cNvPr id="65" name="Shape 62"/>
          <p:cNvSpPr/>
          <p:nvPr/>
        </p:nvSpPr>
        <p:spPr>
          <a:xfrm>
            <a:off x="3008376" y="4809744"/>
            <a:ext cx="246888" cy="246888"/>
          </a:xfrm>
          <a:prstGeom prst="rect">
            <a:avLst/>
          </a:prstGeom>
          <a:solidFill>
            <a:schemeClr val="accent4">
              <a:alpha val="22000"/>
            </a:schemeClr>
          </a:solidFill>
          <a:ln w="3175">
            <a:solidFill>
              <a:schemeClr val="bg1"/>
            </a:solidFill>
            <a:prstDash val="solid"/>
          </a:ln>
        </p:spPr>
      </p:sp>
      <p:sp>
        <p:nvSpPr>
          <p:cNvPr id="66" name="Shape 63"/>
          <p:cNvSpPr/>
          <p:nvPr/>
        </p:nvSpPr>
        <p:spPr>
          <a:xfrm>
            <a:off x="1280160" y="5056632"/>
            <a:ext cx="246888" cy="246888"/>
          </a:xfrm>
          <a:prstGeom prst="rect">
            <a:avLst/>
          </a:prstGeom>
          <a:solidFill>
            <a:schemeClr val="accent6">
              <a:alpha val="22000"/>
            </a:schemeClr>
          </a:solidFill>
          <a:ln w="3175">
            <a:solidFill>
              <a:schemeClr val="bg1"/>
            </a:solidFill>
            <a:prstDash val="solid"/>
          </a:ln>
        </p:spPr>
      </p:sp>
      <p:sp>
        <p:nvSpPr>
          <p:cNvPr id="67" name="Shape 64"/>
          <p:cNvSpPr/>
          <p:nvPr/>
        </p:nvSpPr>
        <p:spPr>
          <a:xfrm>
            <a:off x="1527048" y="5056632"/>
            <a:ext cx="246888" cy="246888"/>
          </a:xfrm>
          <a:prstGeom prst="rect">
            <a:avLst/>
          </a:prstGeom>
          <a:solidFill>
            <a:schemeClr val="accent6">
              <a:alpha val="22000"/>
            </a:schemeClr>
          </a:solidFill>
          <a:ln w="3175">
            <a:solidFill>
              <a:schemeClr val="bg1"/>
            </a:solidFill>
            <a:prstDash val="solid"/>
          </a:ln>
        </p:spPr>
      </p:sp>
      <p:sp>
        <p:nvSpPr>
          <p:cNvPr id="68" name="Shape 65"/>
          <p:cNvSpPr/>
          <p:nvPr/>
        </p:nvSpPr>
        <p:spPr>
          <a:xfrm>
            <a:off x="1571488" y="5101072"/>
            <a:ext cx="158008" cy="158008"/>
          </a:xfrm>
          <a:prstGeom prst="rect">
            <a:avLst/>
          </a:prstGeom>
          <a:solidFill>
            <a:schemeClr val="tx1">
              <a:alpha val="44000"/>
            </a:schemeClr>
          </a:solidFill>
          <a:ln w="12700">
            <a:solidFill>
              <a:schemeClr val="tx1">
                <a:alpha val="0"/>
              </a:schemeClr>
            </a:solidFill>
            <a:prstDash val="solid"/>
          </a:ln>
        </p:spPr>
      </p:sp>
      <p:sp>
        <p:nvSpPr>
          <p:cNvPr id="69" name="Shape 66"/>
          <p:cNvSpPr/>
          <p:nvPr/>
        </p:nvSpPr>
        <p:spPr>
          <a:xfrm>
            <a:off x="1773936" y="5056632"/>
            <a:ext cx="246888" cy="246888"/>
          </a:xfrm>
          <a:prstGeom prst="rect">
            <a:avLst/>
          </a:prstGeom>
          <a:solidFill>
            <a:schemeClr val="accent6">
              <a:alpha val="22000"/>
            </a:schemeClr>
          </a:solidFill>
          <a:ln w="3175">
            <a:solidFill>
              <a:schemeClr val="bg1"/>
            </a:solidFill>
            <a:prstDash val="solid"/>
          </a:ln>
        </p:spPr>
      </p:sp>
      <p:sp>
        <p:nvSpPr>
          <p:cNvPr id="70" name="Shape 67"/>
          <p:cNvSpPr/>
          <p:nvPr/>
        </p:nvSpPr>
        <p:spPr>
          <a:xfrm>
            <a:off x="1818376" y="5101072"/>
            <a:ext cx="158008" cy="158008"/>
          </a:xfrm>
          <a:prstGeom prst="rect">
            <a:avLst/>
          </a:prstGeom>
          <a:solidFill>
            <a:schemeClr val="tx1"/>
          </a:solidFill>
          <a:ln w="12700">
            <a:solidFill>
              <a:schemeClr val="tx1">
                <a:alpha val="0"/>
              </a:schemeClr>
            </a:solidFill>
            <a:prstDash val="solid"/>
          </a:ln>
        </p:spPr>
      </p:sp>
      <p:sp>
        <p:nvSpPr>
          <p:cNvPr id="71" name="Shape 68"/>
          <p:cNvSpPr/>
          <p:nvPr/>
        </p:nvSpPr>
        <p:spPr>
          <a:xfrm>
            <a:off x="2020824" y="5056632"/>
            <a:ext cx="246888" cy="246888"/>
          </a:xfrm>
          <a:prstGeom prst="rect">
            <a:avLst/>
          </a:prstGeom>
          <a:solidFill>
            <a:schemeClr val="accent3">
              <a:alpha val="22000"/>
            </a:schemeClr>
          </a:solidFill>
          <a:ln w="3175">
            <a:solidFill>
              <a:schemeClr val="bg1"/>
            </a:solidFill>
            <a:prstDash val="solid"/>
          </a:ln>
        </p:spPr>
      </p:sp>
      <p:sp>
        <p:nvSpPr>
          <p:cNvPr id="72" name="Shape 69"/>
          <p:cNvSpPr/>
          <p:nvPr/>
        </p:nvSpPr>
        <p:spPr>
          <a:xfrm>
            <a:off x="2065264" y="5101072"/>
            <a:ext cx="158008" cy="158008"/>
          </a:xfrm>
          <a:prstGeom prst="rect">
            <a:avLst/>
          </a:prstGeom>
          <a:solidFill>
            <a:schemeClr val="tx1"/>
          </a:solidFill>
          <a:ln w="12700">
            <a:solidFill>
              <a:schemeClr val="tx1">
                <a:alpha val="0"/>
              </a:schemeClr>
            </a:solidFill>
            <a:prstDash val="solid"/>
          </a:ln>
        </p:spPr>
      </p:sp>
      <p:sp>
        <p:nvSpPr>
          <p:cNvPr id="73" name="Shape 70"/>
          <p:cNvSpPr/>
          <p:nvPr/>
        </p:nvSpPr>
        <p:spPr>
          <a:xfrm>
            <a:off x="2267712" y="5056632"/>
            <a:ext cx="246888" cy="246888"/>
          </a:xfrm>
          <a:prstGeom prst="rect">
            <a:avLst/>
          </a:prstGeom>
          <a:solidFill>
            <a:schemeClr val="accent3">
              <a:alpha val="22000"/>
            </a:schemeClr>
          </a:solidFill>
          <a:ln w="3175">
            <a:solidFill>
              <a:schemeClr val="bg1"/>
            </a:solidFill>
            <a:prstDash val="solid"/>
          </a:ln>
        </p:spPr>
      </p:sp>
      <p:sp>
        <p:nvSpPr>
          <p:cNvPr id="74" name="Shape 71"/>
          <p:cNvSpPr/>
          <p:nvPr/>
        </p:nvSpPr>
        <p:spPr>
          <a:xfrm>
            <a:off x="2312152" y="5101072"/>
            <a:ext cx="158008" cy="158008"/>
          </a:xfrm>
          <a:prstGeom prst="rect">
            <a:avLst/>
          </a:prstGeom>
          <a:solidFill>
            <a:schemeClr val="tx1"/>
          </a:solidFill>
          <a:ln w="12700">
            <a:solidFill>
              <a:schemeClr val="tx1">
                <a:alpha val="0"/>
              </a:schemeClr>
            </a:solidFill>
            <a:prstDash val="solid"/>
          </a:ln>
        </p:spPr>
      </p:sp>
      <p:sp>
        <p:nvSpPr>
          <p:cNvPr id="75" name="Shape 72"/>
          <p:cNvSpPr/>
          <p:nvPr/>
        </p:nvSpPr>
        <p:spPr>
          <a:xfrm>
            <a:off x="2514600" y="5056632"/>
            <a:ext cx="246888" cy="246888"/>
          </a:xfrm>
          <a:prstGeom prst="rect">
            <a:avLst/>
          </a:prstGeom>
          <a:solidFill>
            <a:schemeClr val="accent3">
              <a:alpha val="22000"/>
            </a:schemeClr>
          </a:solidFill>
          <a:ln w="3175">
            <a:solidFill>
              <a:schemeClr val="bg1"/>
            </a:solidFill>
            <a:prstDash val="solid"/>
          </a:ln>
        </p:spPr>
      </p:sp>
      <p:sp>
        <p:nvSpPr>
          <p:cNvPr id="76" name="Shape 73"/>
          <p:cNvSpPr/>
          <p:nvPr/>
        </p:nvSpPr>
        <p:spPr>
          <a:xfrm>
            <a:off x="2559040" y="5101072"/>
            <a:ext cx="158008" cy="158008"/>
          </a:xfrm>
          <a:prstGeom prst="rect">
            <a:avLst/>
          </a:prstGeom>
          <a:solidFill>
            <a:schemeClr val="tx1"/>
          </a:solidFill>
          <a:ln w="12700">
            <a:solidFill>
              <a:schemeClr val="tx1">
                <a:alpha val="0"/>
              </a:schemeClr>
            </a:solidFill>
            <a:prstDash val="solid"/>
          </a:ln>
        </p:spPr>
      </p:sp>
      <p:sp>
        <p:nvSpPr>
          <p:cNvPr id="77" name="Shape 74"/>
          <p:cNvSpPr/>
          <p:nvPr/>
        </p:nvSpPr>
        <p:spPr>
          <a:xfrm>
            <a:off x="2761488" y="5056632"/>
            <a:ext cx="246888" cy="246888"/>
          </a:xfrm>
          <a:prstGeom prst="rect">
            <a:avLst/>
          </a:prstGeom>
          <a:solidFill>
            <a:schemeClr val="accent3">
              <a:alpha val="22000"/>
            </a:schemeClr>
          </a:solidFill>
          <a:ln w="3175">
            <a:solidFill>
              <a:schemeClr val="bg1"/>
            </a:solidFill>
            <a:prstDash val="solid"/>
          </a:ln>
        </p:spPr>
      </p:sp>
      <p:sp>
        <p:nvSpPr>
          <p:cNvPr id="78" name="Shape 75"/>
          <p:cNvSpPr/>
          <p:nvPr/>
        </p:nvSpPr>
        <p:spPr>
          <a:xfrm>
            <a:off x="2805928" y="5101072"/>
            <a:ext cx="158008" cy="158008"/>
          </a:xfrm>
          <a:prstGeom prst="rect">
            <a:avLst/>
          </a:prstGeom>
          <a:solidFill>
            <a:schemeClr val="tx1">
              <a:alpha val="37000"/>
            </a:schemeClr>
          </a:solidFill>
          <a:ln w="12700">
            <a:solidFill>
              <a:schemeClr val="tx1">
                <a:alpha val="0"/>
              </a:schemeClr>
            </a:solidFill>
            <a:prstDash val="solid"/>
          </a:ln>
        </p:spPr>
      </p:sp>
      <p:sp>
        <p:nvSpPr>
          <p:cNvPr id="79" name="Shape 76"/>
          <p:cNvSpPr/>
          <p:nvPr/>
        </p:nvSpPr>
        <p:spPr>
          <a:xfrm>
            <a:off x="3008376" y="5056632"/>
            <a:ext cx="246888" cy="246888"/>
          </a:xfrm>
          <a:prstGeom prst="rect">
            <a:avLst/>
          </a:prstGeom>
          <a:solidFill>
            <a:schemeClr val="accent3">
              <a:alpha val="22000"/>
            </a:schemeClr>
          </a:solidFill>
          <a:ln w="3175">
            <a:solidFill>
              <a:schemeClr val="bg1"/>
            </a:solidFill>
            <a:prstDash val="solid"/>
          </a:ln>
        </p:spPr>
      </p:sp>
      <p:sp>
        <p:nvSpPr>
          <p:cNvPr id="80" name="Shape 77"/>
          <p:cNvSpPr/>
          <p:nvPr/>
        </p:nvSpPr>
        <p:spPr>
          <a:xfrm>
            <a:off x="1280160" y="5303520"/>
            <a:ext cx="246888" cy="246888"/>
          </a:xfrm>
          <a:prstGeom prst="rect">
            <a:avLst/>
          </a:prstGeom>
          <a:solidFill>
            <a:schemeClr val="accent6">
              <a:alpha val="22000"/>
            </a:schemeClr>
          </a:solidFill>
          <a:ln w="3175">
            <a:solidFill>
              <a:schemeClr val="bg1"/>
            </a:solidFill>
            <a:prstDash val="solid"/>
          </a:ln>
        </p:spPr>
      </p:sp>
      <p:sp>
        <p:nvSpPr>
          <p:cNvPr id="81" name="Shape 78"/>
          <p:cNvSpPr/>
          <p:nvPr/>
        </p:nvSpPr>
        <p:spPr>
          <a:xfrm>
            <a:off x="1527048" y="5303520"/>
            <a:ext cx="246888" cy="246888"/>
          </a:xfrm>
          <a:prstGeom prst="rect">
            <a:avLst/>
          </a:prstGeom>
          <a:solidFill>
            <a:schemeClr val="accent6">
              <a:alpha val="22000"/>
            </a:schemeClr>
          </a:solidFill>
          <a:ln w="3175">
            <a:solidFill>
              <a:schemeClr val="bg1"/>
            </a:solidFill>
            <a:prstDash val="solid"/>
          </a:ln>
        </p:spPr>
      </p:sp>
      <p:sp>
        <p:nvSpPr>
          <p:cNvPr id="82" name="Shape 79"/>
          <p:cNvSpPr/>
          <p:nvPr/>
        </p:nvSpPr>
        <p:spPr>
          <a:xfrm>
            <a:off x="1571488" y="5347960"/>
            <a:ext cx="158008" cy="158008"/>
          </a:xfrm>
          <a:prstGeom prst="rect">
            <a:avLst/>
          </a:prstGeom>
          <a:solidFill>
            <a:schemeClr val="tx1">
              <a:alpha val="6000"/>
            </a:schemeClr>
          </a:solidFill>
          <a:ln w="12700">
            <a:solidFill>
              <a:schemeClr val="tx1">
                <a:alpha val="0"/>
              </a:schemeClr>
            </a:solidFill>
            <a:prstDash val="solid"/>
          </a:ln>
        </p:spPr>
      </p:sp>
      <p:sp>
        <p:nvSpPr>
          <p:cNvPr id="83" name="Shape 80"/>
          <p:cNvSpPr/>
          <p:nvPr/>
        </p:nvSpPr>
        <p:spPr>
          <a:xfrm>
            <a:off x="1773936" y="5303520"/>
            <a:ext cx="246888" cy="246888"/>
          </a:xfrm>
          <a:prstGeom prst="rect">
            <a:avLst/>
          </a:prstGeom>
          <a:solidFill>
            <a:schemeClr val="accent6">
              <a:alpha val="22000"/>
            </a:schemeClr>
          </a:solidFill>
          <a:ln w="3175">
            <a:solidFill>
              <a:schemeClr val="bg1"/>
            </a:solidFill>
            <a:prstDash val="solid"/>
          </a:ln>
        </p:spPr>
      </p:sp>
      <p:sp>
        <p:nvSpPr>
          <p:cNvPr id="84" name="Shape 81"/>
          <p:cNvSpPr/>
          <p:nvPr/>
        </p:nvSpPr>
        <p:spPr>
          <a:xfrm>
            <a:off x="1818376" y="5347960"/>
            <a:ext cx="158008" cy="158008"/>
          </a:xfrm>
          <a:prstGeom prst="rect">
            <a:avLst/>
          </a:prstGeom>
          <a:solidFill>
            <a:schemeClr val="tx1"/>
          </a:solidFill>
          <a:ln w="12700">
            <a:solidFill>
              <a:schemeClr val="tx1">
                <a:alpha val="0"/>
              </a:schemeClr>
            </a:solidFill>
            <a:prstDash val="solid"/>
          </a:ln>
        </p:spPr>
      </p:sp>
      <p:sp>
        <p:nvSpPr>
          <p:cNvPr id="85" name="Shape 82"/>
          <p:cNvSpPr/>
          <p:nvPr/>
        </p:nvSpPr>
        <p:spPr>
          <a:xfrm>
            <a:off x="2020824" y="5303520"/>
            <a:ext cx="246888" cy="246888"/>
          </a:xfrm>
          <a:prstGeom prst="rect">
            <a:avLst/>
          </a:prstGeom>
          <a:solidFill>
            <a:schemeClr val="accent3">
              <a:alpha val="22000"/>
            </a:schemeClr>
          </a:solidFill>
          <a:ln w="3175">
            <a:solidFill>
              <a:schemeClr val="bg1"/>
            </a:solidFill>
            <a:prstDash val="solid"/>
          </a:ln>
        </p:spPr>
      </p:sp>
      <p:sp>
        <p:nvSpPr>
          <p:cNvPr id="86" name="Shape 83"/>
          <p:cNvSpPr/>
          <p:nvPr/>
        </p:nvSpPr>
        <p:spPr>
          <a:xfrm>
            <a:off x="2065264" y="5347960"/>
            <a:ext cx="158008" cy="158008"/>
          </a:xfrm>
          <a:prstGeom prst="rect">
            <a:avLst/>
          </a:prstGeom>
          <a:solidFill>
            <a:schemeClr val="tx1">
              <a:alpha val="87000"/>
            </a:schemeClr>
          </a:solidFill>
          <a:ln w="12700">
            <a:solidFill>
              <a:schemeClr val="tx1">
                <a:alpha val="0"/>
              </a:schemeClr>
            </a:solidFill>
            <a:prstDash val="solid"/>
          </a:ln>
        </p:spPr>
      </p:sp>
      <p:sp>
        <p:nvSpPr>
          <p:cNvPr id="87" name="Shape 84"/>
          <p:cNvSpPr/>
          <p:nvPr/>
        </p:nvSpPr>
        <p:spPr>
          <a:xfrm>
            <a:off x="2267712" y="5303520"/>
            <a:ext cx="246888" cy="246888"/>
          </a:xfrm>
          <a:prstGeom prst="rect">
            <a:avLst/>
          </a:prstGeom>
          <a:solidFill>
            <a:schemeClr val="accent3">
              <a:alpha val="22000"/>
            </a:schemeClr>
          </a:solidFill>
          <a:ln w="3175">
            <a:solidFill>
              <a:schemeClr val="bg1"/>
            </a:solidFill>
            <a:prstDash val="solid"/>
          </a:ln>
        </p:spPr>
      </p:sp>
      <p:sp>
        <p:nvSpPr>
          <p:cNvPr id="88" name="Shape 85"/>
          <p:cNvSpPr/>
          <p:nvPr/>
        </p:nvSpPr>
        <p:spPr>
          <a:xfrm>
            <a:off x="2312152" y="5347960"/>
            <a:ext cx="158008" cy="158008"/>
          </a:xfrm>
          <a:prstGeom prst="rect">
            <a:avLst/>
          </a:prstGeom>
          <a:solidFill>
            <a:schemeClr val="tx1">
              <a:alpha val="25000"/>
            </a:schemeClr>
          </a:solidFill>
          <a:ln w="12700">
            <a:solidFill>
              <a:schemeClr val="tx1">
                <a:alpha val="0"/>
              </a:schemeClr>
            </a:solidFill>
            <a:prstDash val="solid"/>
          </a:ln>
        </p:spPr>
      </p:sp>
      <p:sp>
        <p:nvSpPr>
          <p:cNvPr id="89" name="Shape 86"/>
          <p:cNvSpPr/>
          <p:nvPr/>
        </p:nvSpPr>
        <p:spPr>
          <a:xfrm>
            <a:off x="2514600" y="5303520"/>
            <a:ext cx="246888" cy="246888"/>
          </a:xfrm>
          <a:prstGeom prst="rect">
            <a:avLst/>
          </a:prstGeom>
          <a:solidFill>
            <a:schemeClr val="accent3">
              <a:alpha val="22000"/>
            </a:schemeClr>
          </a:solidFill>
          <a:ln w="3175">
            <a:solidFill>
              <a:schemeClr val="bg1"/>
            </a:solidFill>
            <a:prstDash val="solid"/>
          </a:ln>
        </p:spPr>
      </p:sp>
      <p:sp>
        <p:nvSpPr>
          <p:cNvPr id="90" name="Shape 87"/>
          <p:cNvSpPr/>
          <p:nvPr/>
        </p:nvSpPr>
        <p:spPr>
          <a:xfrm>
            <a:off x="2559040" y="5347960"/>
            <a:ext cx="158008" cy="158008"/>
          </a:xfrm>
          <a:prstGeom prst="rect">
            <a:avLst/>
          </a:prstGeom>
          <a:solidFill>
            <a:schemeClr val="tx1"/>
          </a:solidFill>
          <a:ln w="12700">
            <a:solidFill>
              <a:schemeClr val="tx1">
                <a:alpha val="0"/>
              </a:schemeClr>
            </a:solidFill>
            <a:prstDash val="solid"/>
          </a:ln>
        </p:spPr>
      </p:sp>
      <p:sp>
        <p:nvSpPr>
          <p:cNvPr id="91" name="Shape 88"/>
          <p:cNvSpPr/>
          <p:nvPr/>
        </p:nvSpPr>
        <p:spPr>
          <a:xfrm>
            <a:off x="2761488" y="5303520"/>
            <a:ext cx="246888" cy="246888"/>
          </a:xfrm>
          <a:prstGeom prst="rect">
            <a:avLst/>
          </a:prstGeom>
          <a:solidFill>
            <a:schemeClr val="accent3">
              <a:alpha val="22000"/>
            </a:schemeClr>
          </a:solidFill>
          <a:ln w="3175">
            <a:solidFill>
              <a:schemeClr val="bg1"/>
            </a:solidFill>
            <a:prstDash val="solid"/>
          </a:ln>
        </p:spPr>
      </p:sp>
      <p:sp>
        <p:nvSpPr>
          <p:cNvPr id="92" name="Shape 89"/>
          <p:cNvSpPr/>
          <p:nvPr/>
        </p:nvSpPr>
        <p:spPr>
          <a:xfrm>
            <a:off x="2805928" y="5347960"/>
            <a:ext cx="158008" cy="158008"/>
          </a:xfrm>
          <a:prstGeom prst="rect">
            <a:avLst/>
          </a:prstGeom>
          <a:solidFill>
            <a:schemeClr val="tx1">
              <a:alpha val="50000"/>
            </a:schemeClr>
          </a:solidFill>
          <a:ln w="12700">
            <a:solidFill>
              <a:schemeClr val="tx1">
                <a:alpha val="0"/>
              </a:schemeClr>
            </a:solidFill>
            <a:prstDash val="solid"/>
          </a:ln>
        </p:spPr>
      </p:sp>
      <p:sp>
        <p:nvSpPr>
          <p:cNvPr id="93" name="Shape 90"/>
          <p:cNvSpPr/>
          <p:nvPr/>
        </p:nvSpPr>
        <p:spPr>
          <a:xfrm>
            <a:off x="3008376" y="5303520"/>
            <a:ext cx="246888" cy="246888"/>
          </a:xfrm>
          <a:prstGeom prst="rect">
            <a:avLst/>
          </a:prstGeom>
          <a:solidFill>
            <a:schemeClr val="accent3">
              <a:alpha val="22000"/>
            </a:schemeClr>
          </a:solidFill>
          <a:ln w="3175">
            <a:solidFill>
              <a:schemeClr val="bg1"/>
            </a:solidFill>
            <a:prstDash val="solid"/>
          </a:ln>
        </p:spPr>
      </p:sp>
      <p:sp>
        <p:nvSpPr>
          <p:cNvPr id="94" name="Shape 91"/>
          <p:cNvSpPr/>
          <p:nvPr/>
        </p:nvSpPr>
        <p:spPr>
          <a:xfrm>
            <a:off x="1280160" y="5550408"/>
            <a:ext cx="246888" cy="246888"/>
          </a:xfrm>
          <a:prstGeom prst="rect">
            <a:avLst/>
          </a:prstGeom>
          <a:solidFill>
            <a:schemeClr val="accent6">
              <a:alpha val="22000"/>
            </a:schemeClr>
          </a:solidFill>
          <a:ln w="3175">
            <a:solidFill>
              <a:schemeClr val="bg1"/>
            </a:solidFill>
            <a:prstDash val="solid"/>
          </a:ln>
        </p:spPr>
      </p:sp>
      <p:sp>
        <p:nvSpPr>
          <p:cNvPr id="95" name="Shape 92"/>
          <p:cNvSpPr/>
          <p:nvPr/>
        </p:nvSpPr>
        <p:spPr>
          <a:xfrm>
            <a:off x="1527048" y="5550408"/>
            <a:ext cx="246888" cy="246888"/>
          </a:xfrm>
          <a:prstGeom prst="rect">
            <a:avLst/>
          </a:prstGeom>
          <a:solidFill>
            <a:schemeClr val="accent6">
              <a:alpha val="22000"/>
            </a:schemeClr>
          </a:solidFill>
          <a:ln w="3175">
            <a:solidFill>
              <a:schemeClr val="bg1"/>
            </a:solidFill>
            <a:prstDash val="solid"/>
          </a:ln>
        </p:spPr>
      </p:sp>
      <p:sp>
        <p:nvSpPr>
          <p:cNvPr id="96" name="Shape 93"/>
          <p:cNvSpPr/>
          <p:nvPr/>
        </p:nvSpPr>
        <p:spPr>
          <a:xfrm>
            <a:off x="1773936" y="5550408"/>
            <a:ext cx="246888" cy="246888"/>
          </a:xfrm>
          <a:prstGeom prst="rect">
            <a:avLst/>
          </a:prstGeom>
          <a:solidFill>
            <a:schemeClr val="accent6">
              <a:alpha val="22000"/>
            </a:schemeClr>
          </a:solidFill>
          <a:ln w="3175">
            <a:solidFill>
              <a:schemeClr val="bg1"/>
            </a:solidFill>
            <a:prstDash val="solid"/>
          </a:ln>
        </p:spPr>
      </p:sp>
      <p:sp>
        <p:nvSpPr>
          <p:cNvPr id="97" name="Shape 94"/>
          <p:cNvSpPr/>
          <p:nvPr/>
        </p:nvSpPr>
        <p:spPr>
          <a:xfrm>
            <a:off x="1818376" y="5594848"/>
            <a:ext cx="158008" cy="158008"/>
          </a:xfrm>
          <a:prstGeom prst="rect">
            <a:avLst/>
          </a:prstGeom>
          <a:solidFill>
            <a:schemeClr val="tx1">
              <a:alpha val="75000"/>
            </a:schemeClr>
          </a:solidFill>
          <a:ln w="12700">
            <a:solidFill>
              <a:schemeClr val="tx1">
                <a:alpha val="0"/>
              </a:schemeClr>
            </a:solidFill>
            <a:prstDash val="solid"/>
          </a:ln>
        </p:spPr>
      </p:sp>
      <p:sp>
        <p:nvSpPr>
          <p:cNvPr id="98" name="Shape 95"/>
          <p:cNvSpPr/>
          <p:nvPr/>
        </p:nvSpPr>
        <p:spPr>
          <a:xfrm>
            <a:off x="2020824" y="5550408"/>
            <a:ext cx="246888" cy="246888"/>
          </a:xfrm>
          <a:prstGeom prst="rect">
            <a:avLst/>
          </a:prstGeom>
          <a:solidFill>
            <a:schemeClr val="accent3">
              <a:alpha val="22000"/>
            </a:schemeClr>
          </a:solidFill>
          <a:ln w="3175">
            <a:solidFill>
              <a:schemeClr val="bg1"/>
            </a:solidFill>
            <a:prstDash val="solid"/>
          </a:ln>
        </p:spPr>
      </p:sp>
      <p:sp>
        <p:nvSpPr>
          <p:cNvPr id="99" name="Shape 96"/>
          <p:cNvSpPr/>
          <p:nvPr/>
        </p:nvSpPr>
        <p:spPr>
          <a:xfrm>
            <a:off x="2065264" y="5594848"/>
            <a:ext cx="158008" cy="158008"/>
          </a:xfrm>
          <a:prstGeom prst="rect">
            <a:avLst/>
          </a:prstGeom>
          <a:solidFill>
            <a:schemeClr val="tx1"/>
          </a:solidFill>
          <a:ln w="12700">
            <a:solidFill>
              <a:schemeClr val="tx1">
                <a:alpha val="0"/>
              </a:schemeClr>
            </a:solidFill>
            <a:prstDash val="solid"/>
          </a:ln>
        </p:spPr>
      </p:sp>
      <p:sp>
        <p:nvSpPr>
          <p:cNvPr id="100" name="Shape 97"/>
          <p:cNvSpPr/>
          <p:nvPr/>
        </p:nvSpPr>
        <p:spPr>
          <a:xfrm>
            <a:off x="2267712" y="5550408"/>
            <a:ext cx="246888" cy="246888"/>
          </a:xfrm>
          <a:prstGeom prst="rect">
            <a:avLst/>
          </a:prstGeom>
          <a:solidFill>
            <a:schemeClr val="accent3">
              <a:alpha val="22000"/>
            </a:schemeClr>
          </a:solidFill>
          <a:ln w="3175">
            <a:solidFill>
              <a:schemeClr val="bg1"/>
            </a:solidFill>
            <a:prstDash val="solid"/>
          </a:ln>
        </p:spPr>
      </p:sp>
      <p:sp>
        <p:nvSpPr>
          <p:cNvPr id="101" name="Shape 98"/>
          <p:cNvSpPr/>
          <p:nvPr/>
        </p:nvSpPr>
        <p:spPr>
          <a:xfrm>
            <a:off x="2312152" y="5594848"/>
            <a:ext cx="158008" cy="158008"/>
          </a:xfrm>
          <a:prstGeom prst="rect">
            <a:avLst/>
          </a:prstGeom>
          <a:solidFill>
            <a:schemeClr val="tx1">
              <a:alpha val="81000"/>
            </a:schemeClr>
          </a:solidFill>
          <a:ln w="12700">
            <a:solidFill>
              <a:schemeClr val="tx1">
                <a:alpha val="0"/>
              </a:schemeClr>
            </a:solidFill>
            <a:prstDash val="solid"/>
          </a:ln>
        </p:spPr>
      </p:sp>
      <p:sp>
        <p:nvSpPr>
          <p:cNvPr id="102" name="Shape 99"/>
          <p:cNvSpPr/>
          <p:nvPr/>
        </p:nvSpPr>
        <p:spPr>
          <a:xfrm>
            <a:off x="2514600" y="5550408"/>
            <a:ext cx="246888" cy="246888"/>
          </a:xfrm>
          <a:prstGeom prst="rect">
            <a:avLst/>
          </a:prstGeom>
          <a:solidFill>
            <a:schemeClr val="accent3">
              <a:alpha val="22000"/>
            </a:schemeClr>
          </a:solidFill>
          <a:ln w="3175">
            <a:solidFill>
              <a:schemeClr val="bg1"/>
            </a:solidFill>
            <a:prstDash val="solid"/>
          </a:ln>
        </p:spPr>
      </p:sp>
      <p:sp>
        <p:nvSpPr>
          <p:cNvPr id="103" name="Shape 100"/>
          <p:cNvSpPr/>
          <p:nvPr/>
        </p:nvSpPr>
        <p:spPr>
          <a:xfrm>
            <a:off x="2559040" y="5594848"/>
            <a:ext cx="158008" cy="158008"/>
          </a:xfrm>
          <a:prstGeom prst="rect">
            <a:avLst/>
          </a:prstGeom>
          <a:solidFill>
            <a:schemeClr val="tx1"/>
          </a:solidFill>
          <a:ln w="12700">
            <a:solidFill>
              <a:schemeClr val="tx1">
                <a:alpha val="0"/>
              </a:schemeClr>
            </a:solidFill>
            <a:prstDash val="solid"/>
          </a:ln>
        </p:spPr>
      </p:sp>
      <p:sp>
        <p:nvSpPr>
          <p:cNvPr id="104" name="Shape 101"/>
          <p:cNvSpPr/>
          <p:nvPr/>
        </p:nvSpPr>
        <p:spPr>
          <a:xfrm>
            <a:off x="2761488" y="5550408"/>
            <a:ext cx="246888" cy="246888"/>
          </a:xfrm>
          <a:prstGeom prst="rect">
            <a:avLst/>
          </a:prstGeom>
          <a:solidFill>
            <a:schemeClr val="accent3">
              <a:alpha val="22000"/>
            </a:schemeClr>
          </a:solidFill>
          <a:ln w="3175">
            <a:solidFill>
              <a:schemeClr val="bg1"/>
            </a:solidFill>
            <a:prstDash val="solid"/>
          </a:ln>
        </p:spPr>
      </p:sp>
      <p:sp>
        <p:nvSpPr>
          <p:cNvPr id="105" name="Shape 102"/>
          <p:cNvSpPr/>
          <p:nvPr/>
        </p:nvSpPr>
        <p:spPr>
          <a:xfrm>
            <a:off x="2805928" y="5594848"/>
            <a:ext cx="158008" cy="158008"/>
          </a:xfrm>
          <a:prstGeom prst="rect">
            <a:avLst/>
          </a:prstGeom>
          <a:solidFill>
            <a:schemeClr val="tx1">
              <a:alpha val="12000"/>
            </a:schemeClr>
          </a:solidFill>
          <a:ln w="12700">
            <a:solidFill>
              <a:schemeClr val="tx1">
                <a:alpha val="0"/>
              </a:schemeClr>
            </a:solidFill>
            <a:prstDash val="solid"/>
          </a:ln>
        </p:spPr>
      </p:sp>
      <p:sp>
        <p:nvSpPr>
          <p:cNvPr id="106" name="Shape 103"/>
          <p:cNvSpPr/>
          <p:nvPr/>
        </p:nvSpPr>
        <p:spPr>
          <a:xfrm>
            <a:off x="3008376" y="5550408"/>
            <a:ext cx="246888" cy="246888"/>
          </a:xfrm>
          <a:prstGeom prst="rect">
            <a:avLst/>
          </a:prstGeom>
          <a:solidFill>
            <a:schemeClr val="accent3">
              <a:alpha val="22000"/>
            </a:schemeClr>
          </a:solidFill>
          <a:ln w="3175">
            <a:solidFill>
              <a:schemeClr val="bg1"/>
            </a:solidFill>
            <a:prstDash val="solid"/>
          </a:ln>
        </p:spPr>
      </p:sp>
      <p:sp>
        <p:nvSpPr>
          <p:cNvPr id="107" name="Shape 104"/>
          <p:cNvSpPr/>
          <p:nvPr/>
        </p:nvSpPr>
        <p:spPr>
          <a:xfrm>
            <a:off x="1280160" y="5797296"/>
            <a:ext cx="246888" cy="246888"/>
          </a:xfrm>
          <a:prstGeom prst="rect">
            <a:avLst/>
          </a:prstGeom>
          <a:solidFill>
            <a:schemeClr val="accent6">
              <a:alpha val="22000"/>
            </a:schemeClr>
          </a:solidFill>
          <a:ln w="3175">
            <a:solidFill>
              <a:schemeClr val="bg1"/>
            </a:solidFill>
            <a:prstDash val="solid"/>
          </a:ln>
        </p:spPr>
      </p:sp>
      <p:sp>
        <p:nvSpPr>
          <p:cNvPr id="108" name="Shape 105"/>
          <p:cNvSpPr/>
          <p:nvPr/>
        </p:nvSpPr>
        <p:spPr>
          <a:xfrm>
            <a:off x="1527048" y="5797296"/>
            <a:ext cx="246888" cy="246888"/>
          </a:xfrm>
          <a:prstGeom prst="rect">
            <a:avLst/>
          </a:prstGeom>
          <a:solidFill>
            <a:schemeClr val="accent6">
              <a:alpha val="22000"/>
            </a:schemeClr>
          </a:solidFill>
          <a:ln w="3175">
            <a:solidFill>
              <a:schemeClr val="bg1"/>
            </a:solidFill>
            <a:prstDash val="solid"/>
          </a:ln>
        </p:spPr>
      </p:sp>
      <p:sp>
        <p:nvSpPr>
          <p:cNvPr id="109" name="Shape 106"/>
          <p:cNvSpPr/>
          <p:nvPr/>
        </p:nvSpPr>
        <p:spPr>
          <a:xfrm>
            <a:off x="1773936" y="5797296"/>
            <a:ext cx="246888" cy="246888"/>
          </a:xfrm>
          <a:prstGeom prst="rect">
            <a:avLst/>
          </a:prstGeom>
          <a:solidFill>
            <a:schemeClr val="accent6">
              <a:alpha val="22000"/>
            </a:schemeClr>
          </a:solidFill>
          <a:ln w="3175">
            <a:solidFill>
              <a:schemeClr val="bg1"/>
            </a:solidFill>
            <a:prstDash val="solid"/>
          </a:ln>
        </p:spPr>
      </p:sp>
      <p:sp>
        <p:nvSpPr>
          <p:cNvPr id="110" name="Shape 107"/>
          <p:cNvSpPr/>
          <p:nvPr/>
        </p:nvSpPr>
        <p:spPr>
          <a:xfrm>
            <a:off x="1818376" y="5841736"/>
            <a:ext cx="158008" cy="158008"/>
          </a:xfrm>
          <a:prstGeom prst="rect">
            <a:avLst/>
          </a:prstGeom>
          <a:solidFill>
            <a:schemeClr val="tx1">
              <a:alpha val="12000"/>
            </a:schemeClr>
          </a:solidFill>
          <a:ln w="12700">
            <a:solidFill>
              <a:schemeClr val="tx1">
                <a:alpha val="0"/>
              </a:schemeClr>
            </a:solidFill>
            <a:prstDash val="solid"/>
          </a:ln>
        </p:spPr>
      </p:sp>
      <p:sp>
        <p:nvSpPr>
          <p:cNvPr id="111" name="Shape 108"/>
          <p:cNvSpPr/>
          <p:nvPr/>
        </p:nvSpPr>
        <p:spPr>
          <a:xfrm>
            <a:off x="2020824" y="5797296"/>
            <a:ext cx="246888" cy="246888"/>
          </a:xfrm>
          <a:prstGeom prst="rect">
            <a:avLst/>
          </a:prstGeom>
          <a:solidFill>
            <a:schemeClr val="accent3">
              <a:alpha val="22000"/>
            </a:schemeClr>
          </a:solidFill>
          <a:ln w="3175">
            <a:solidFill>
              <a:schemeClr val="bg1"/>
            </a:solidFill>
            <a:prstDash val="solid"/>
          </a:ln>
        </p:spPr>
      </p:sp>
      <p:sp>
        <p:nvSpPr>
          <p:cNvPr id="112" name="Shape 109"/>
          <p:cNvSpPr/>
          <p:nvPr/>
        </p:nvSpPr>
        <p:spPr>
          <a:xfrm>
            <a:off x="2065264" y="5841736"/>
            <a:ext cx="158008" cy="158008"/>
          </a:xfrm>
          <a:prstGeom prst="rect">
            <a:avLst/>
          </a:prstGeom>
          <a:solidFill>
            <a:schemeClr val="tx1">
              <a:alpha val="62000"/>
            </a:schemeClr>
          </a:solidFill>
          <a:ln w="12700">
            <a:solidFill>
              <a:schemeClr val="tx1">
                <a:alpha val="0"/>
              </a:schemeClr>
            </a:solidFill>
            <a:prstDash val="solid"/>
          </a:ln>
        </p:spPr>
      </p:sp>
      <p:sp>
        <p:nvSpPr>
          <p:cNvPr id="113" name="Shape 110"/>
          <p:cNvSpPr/>
          <p:nvPr/>
        </p:nvSpPr>
        <p:spPr>
          <a:xfrm>
            <a:off x="2267712" y="5797296"/>
            <a:ext cx="246888" cy="246888"/>
          </a:xfrm>
          <a:prstGeom prst="rect">
            <a:avLst/>
          </a:prstGeom>
          <a:solidFill>
            <a:schemeClr val="accent3">
              <a:alpha val="22000"/>
            </a:schemeClr>
          </a:solidFill>
          <a:ln w="3175">
            <a:solidFill>
              <a:schemeClr val="bg1"/>
            </a:solidFill>
            <a:prstDash val="solid"/>
          </a:ln>
        </p:spPr>
      </p:sp>
      <p:sp>
        <p:nvSpPr>
          <p:cNvPr id="114" name="Shape 111"/>
          <p:cNvSpPr/>
          <p:nvPr/>
        </p:nvSpPr>
        <p:spPr>
          <a:xfrm>
            <a:off x="2312152" y="5841736"/>
            <a:ext cx="158008" cy="158008"/>
          </a:xfrm>
          <a:prstGeom prst="rect">
            <a:avLst/>
          </a:prstGeom>
          <a:solidFill>
            <a:schemeClr val="tx1"/>
          </a:solidFill>
          <a:ln w="12700">
            <a:solidFill>
              <a:schemeClr val="tx1">
                <a:alpha val="0"/>
              </a:schemeClr>
            </a:solidFill>
            <a:prstDash val="solid"/>
          </a:ln>
        </p:spPr>
      </p:sp>
      <p:sp>
        <p:nvSpPr>
          <p:cNvPr id="115" name="Shape 112"/>
          <p:cNvSpPr/>
          <p:nvPr/>
        </p:nvSpPr>
        <p:spPr>
          <a:xfrm>
            <a:off x="2514600" y="5797296"/>
            <a:ext cx="246888" cy="246888"/>
          </a:xfrm>
          <a:prstGeom prst="rect">
            <a:avLst/>
          </a:prstGeom>
          <a:solidFill>
            <a:schemeClr val="accent3">
              <a:alpha val="22000"/>
            </a:schemeClr>
          </a:solidFill>
          <a:ln w="3175">
            <a:solidFill>
              <a:schemeClr val="bg1"/>
            </a:solidFill>
            <a:prstDash val="solid"/>
          </a:ln>
        </p:spPr>
      </p:sp>
      <p:sp>
        <p:nvSpPr>
          <p:cNvPr id="116" name="Shape 113"/>
          <p:cNvSpPr/>
          <p:nvPr/>
        </p:nvSpPr>
        <p:spPr>
          <a:xfrm>
            <a:off x="2559040" y="5841736"/>
            <a:ext cx="158008" cy="158008"/>
          </a:xfrm>
          <a:prstGeom prst="rect">
            <a:avLst/>
          </a:prstGeom>
          <a:solidFill>
            <a:schemeClr val="tx1">
              <a:alpha val="44000"/>
            </a:schemeClr>
          </a:solidFill>
          <a:ln w="12700">
            <a:solidFill>
              <a:schemeClr val="tx1">
                <a:alpha val="0"/>
              </a:schemeClr>
            </a:solidFill>
            <a:prstDash val="solid"/>
          </a:ln>
        </p:spPr>
      </p:sp>
      <p:sp>
        <p:nvSpPr>
          <p:cNvPr id="117" name="Shape 114"/>
          <p:cNvSpPr/>
          <p:nvPr/>
        </p:nvSpPr>
        <p:spPr>
          <a:xfrm>
            <a:off x="2761488" y="5797296"/>
            <a:ext cx="246888" cy="246888"/>
          </a:xfrm>
          <a:prstGeom prst="rect">
            <a:avLst/>
          </a:prstGeom>
          <a:solidFill>
            <a:schemeClr val="accent3">
              <a:alpha val="22000"/>
            </a:schemeClr>
          </a:solidFill>
          <a:ln w="3175">
            <a:solidFill>
              <a:schemeClr val="bg1"/>
            </a:solidFill>
            <a:prstDash val="solid"/>
          </a:ln>
        </p:spPr>
      </p:sp>
      <p:sp>
        <p:nvSpPr>
          <p:cNvPr id="118" name="Shape 115"/>
          <p:cNvSpPr/>
          <p:nvPr/>
        </p:nvSpPr>
        <p:spPr>
          <a:xfrm>
            <a:off x="3008376" y="5797296"/>
            <a:ext cx="246888" cy="246888"/>
          </a:xfrm>
          <a:prstGeom prst="rect">
            <a:avLst/>
          </a:prstGeom>
          <a:solidFill>
            <a:schemeClr val="accent3">
              <a:alpha val="22000"/>
            </a:schemeClr>
          </a:solidFill>
          <a:ln w="3175">
            <a:solidFill>
              <a:schemeClr val="bg1"/>
            </a:solidFill>
            <a:prstDash val="solid"/>
          </a:ln>
        </p:spPr>
      </p:sp>
      <p:sp>
        <p:nvSpPr>
          <p:cNvPr id="119" name="Shape 116"/>
          <p:cNvSpPr/>
          <p:nvPr/>
        </p:nvSpPr>
        <p:spPr>
          <a:xfrm>
            <a:off x="1527048" y="4933188"/>
            <a:ext cx="271577" cy="271577"/>
          </a:xfrm>
          <a:prstGeom prst="ellipse">
            <a:avLst/>
          </a:prstGeom>
          <a:solidFill>
            <a:schemeClr val="bg1"/>
          </a:solidFill>
          <a:ln w="12700">
            <a:solidFill>
              <a:schemeClr val="tx1"/>
            </a:solidFill>
            <a:prstDash val="solid"/>
          </a:ln>
        </p:spPr>
      </p:sp>
      <p:sp>
        <p:nvSpPr>
          <p:cNvPr id="120" name="Text 117"/>
          <p:cNvSpPr txBox="1"/>
          <p:nvPr/>
        </p:nvSpPr>
        <p:spPr>
          <a:xfrm>
            <a:off x="1527048" y="4933188"/>
            <a:ext cx="271577" cy="271577"/>
          </a:xfrm>
          <a:prstGeom prst="rect">
            <a:avLst/>
          </a:prstGeom>
          <a:noFill/>
          <a:ln/>
        </p:spPr>
        <p:txBody>
          <a:bodyPr wrap="square" lIns="0" tIns="0" rIns="0" bIns="0" rtlCol="0" anchor="ctr"/>
          <a:lstStyle/>
          <a:p>
            <a:pPr algn="ctr" indent="0" marL="0">
              <a:buNone/>
            </a:pPr>
            <a:r>
              <a:rPr lang="en-US" sz="1100" b="1" dirty="0">
                <a:solidFill>
                  <a:schemeClr val="tx1"/>
                </a:solidFill>
              </a:rPr>
              <a:t>A</a:t>
            </a:r>
            <a:endParaRPr lang="en-US" sz="1100" dirty="0"/>
          </a:p>
        </p:txBody>
      </p:sp>
      <p:sp>
        <p:nvSpPr>
          <p:cNvPr id="121" name="Shape 118"/>
          <p:cNvSpPr/>
          <p:nvPr/>
        </p:nvSpPr>
        <p:spPr>
          <a:xfrm>
            <a:off x="2514600" y="4439412"/>
            <a:ext cx="271577" cy="271577"/>
          </a:xfrm>
          <a:prstGeom prst="ellipse">
            <a:avLst/>
          </a:prstGeom>
          <a:solidFill>
            <a:schemeClr val="bg1"/>
          </a:solidFill>
          <a:ln w="12700">
            <a:solidFill>
              <a:schemeClr val="tx1"/>
            </a:solidFill>
            <a:prstDash val="solid"/>
          </a:ln>
        </p:spPr>
      </p:sp>
      <p:sp>
        <p:nvSpPr>
          <p:cNvPr id="122" name="Text 119"/>
          <p:cNvSpPr txBox="1"/>
          <p:nvPr/>
        </p:nvSpPr>
        <p:spPr>
          <a:xfrm>
            <a:off x="2514600" y="4439412"/>
            <a:ext cx="271577" cy="271577"/>
          </a:xfrm>
          <a:prstGeom prst="rect">
            <a:avLst/>
          </a:prstGeom>
          <a:noFill/>
          <a:ln/>
        </p:spPr>
        <p:txBody>
          <a:bodyPr wrap="square" lIns="0" tIns="0" rIns="0" bIns="0" rtlCol="0" anchor="ctr"/>
          <a:lstStyle/>
          <a:p>
            <a:pPr algn="ctr" indent="0" marL="0">
              <a:buNone/>
            </a:pPr>
            <a:r>
              <a:rPr lang="en-US" sz="1100" b="1" dirty="0">
                <a:solidFill>
                  <a:schemeClr val="tx1"/>
                </a:solidFill>
              </a:rPr>
              <a:t>B</a:t>
            </a:r>
            <a:endParaRPr lang="en-US" sz="1100" dirty="0"/>
          </a:p>
        </p:txBody>
      </p:sp>
      <p:sp>
        <p:nvSpPr>
          <p:cNvPr id="123" name="Shape 120"/>
          <p:cNvSpPr/>
          <p:nvPr/>
        </p:nvSpPr>
        <p:spPr>
          <a:xfrm>
            <a:off x="2514600" y="5451653"/>
            <a:ext cx="271577" cy="271577"/>
          </a:xfrm>
          <a:prstGeom prst="ellipse">
            <a:avLst/>
          </a:prstGeom>
          <a:solidFill>
            <a:schemeClr val="bg1"/>
          </a:solidFill>
          <a:ln w="12700">
            <a:solidFill>
              <a:schemeClr val="tx1"/>
            </a:solidFill>
            <a:prstDash val="solid"/>
          </a:ln>
        </p:spPr>
      </p:sp>
      <p:sp>
        <p:nvSpPr>
          <p:cNvPr id="124" name="Text 121"/>
          <p:cNvSpPr txBox="1"/>
          <p:nvPr/>
        </p:nvSpPr>
        <p:spPr>
          <a:xfrm>
            <a:off x="2514600" y="5451653"/>
            <a:ext cx="271577" cy="271577"/>
          </a:xfrm>
          <a:prstGeom prst="rect">
            <a:avLst/>
          </a:prstGeom>
          <a:noFill/>
          <a:ln/>
        </p:spPr>
        <p:txBody>
          <a:bodyPr wrap="square" lIns="0" tIns="0" rIns="0" bIns="0" rtlCol="0" anchor="ctr"/>
          <a:lstStyle/>
          <a:p>
            <a:pPr algn="ctr" indent="0" marL="0">
              <a:buNone/>
            </a:pPr>
            <a:r>
              <a:rPr lang="en-US" sz="1100" b="1" dirty="0">
                <a:solidFill>
                  <a:schemeClr val="tx1"/>
                </a:solidFill>
              </a:rPr>
              <a:t>C</a:t>
            </a:r>
            <a:endParaRPr lang="en-US" sz="1100" dirty="0"/>
          </a:p>
        </p:txBody>
      </p:sp>
      <p:sp>
        <p:nvSpPr>
          <p:cNvPr id="125" name="Text 122"/>
          <p:cNvSpPr txBox="1"/>
          <p:nvPr/>
        </p:nvSpPr>
        <p:spPr>
          <a:xfrm>
            <a:off x="822960" y="6099048"/>
            <a:ext cx="2926080" cy="274320"/>
          </a:xfrm>
          <a:prstGeom prst="rect">
            <a:avLst/>
          </a:prstGeom>
          <a:noFill/>
          <a:ln/>
        </p:spPr>
        <p:txBody>
          <a:bodyPr wrap="square" lIns="0" tIns="0" rIns="0" bIns="0" rtlCol="0" anchor="t"/>
          <a:lstStyle/>
          <a:p>
            <a:pPr algn="ctr" indent="0" marL="0">
              <a:buNone/>
            </a:pPr>
            <a:r>
              <a:rPr lang="en-US" sz="1100" dirty="0">
                <a:solidFill>
                  <a:schemeClr val="tx2"/>
                </a:solidFill>
              </a:rPr>
              <a:t>元画像とスーパーピクセル</a:t>
            </a:r>
            <a:endParaRPr lang="en-US" sz="1100" dirty="0"/>
          </a:p>
        </p:txBody>
      </p:sp>
      <p:sp>
        <p:nvSpPr>
          <p:cNvPr id="126" name="Shape 123"/>
          <p:cNvSpPr/>
          <p:nvPr/>
        </p:nvSpPr>
        <p:spPr>
          <a:xfrm>
            <a:off x="5394960" y="1371600"/>
            <a:ext cx="164592" cy="164592"/>
          </a:xfrm>
          <a:prstGeom prst="rect">
            <a:avLst/>
          </a:prstGeom>
          <a:solidFill>
            <a:schemeClr val="bg2"/>
          </a:solidFill>
          <a:ln w="3175">
            <a:solidFill>
              <a:schemeClr val="bg1"/>
            </a:solidFill>
            <a:prstDash val="solid"/>
          </a:ln>
        </p:spPr>
      </p:sp>
      <p:sp>
        <p:nvSpPr>
          <p:cNvPr id="127" name="Shape 124"/>
          <p:cNvSpPr/>
          <p:nvPr/>
        </p:nvSpPr>
        <p:spPr>
          <a:xfrm>
            <a:off x="5559552" y="1371600"/>
            <a:ext cx="164592" cy="164592"/>
          </a:xfrm>
          <a:prstGeom prst="rect">
            <a:avLst/>
          </a:prstGeom>
          <a:solidFill>
            <a:schemeClr val="bg2"/>
          </a:solidFill>
          <a:ln w="3175">
            <a:solidFill>
              <a:schemeClr val="bg1"/>
            </a:solidFill>
            <a:prstDash val="solid"/>
          </a:ln>
        </p:spPr>
      </p:sp>
      <p:sp>
        <p:nvSpPr>
          <p:cNvPr id="128" name="Shape 125"/>
          <p:cNvSpPr/>
          <p:nvPr/>
        </p:nvSpPr>
        <p:spPr>
          <a:xfrm>
            <a:off x="5724144" y="1371600"/>
            <a:ext cx="164592" cy="164592"/>
          </a:xfrm>
          <a:prstGeom prst="rect">
            <a:avLst/>
          </a:prstGeom>
          <a:solidFill>
            <a:schemeClr val="bg2"/>
          </a:solidFill>
          <a:ln w="3175">
            <a:solidFill>
              <a:schemeClr val="bg1"/>
            </a:solidFill>
            <a:prstDash val="solid"/>
          </a:ln>
        </p:spPr>
      </p:sp>
      <p:sp>
        <p:nvSpPr>
          <p:cNvPr id="129" name="Shape 126"/>
          <p:cNvSpPr/>
          <p:nvPr/>
        </p:nvSpPr>
        <p:spPr>
          <a:xfrm>
            <a:off x="5753771" y="1401227"/>
            <a:ext cx="105339" cy="105339"/>
          </a:xfrm>
          <a:prstGeom prst="rect">
            <a:avLst/>
          </a:prstGeom>
          <a:solidFill>
            <a:schemeClr val="tx1">
              <a:alpha val="12000"/>
            </a:schemeClr>
          </a:solidFill>
          <a:ln w="12700">
            <a:solidFill>
              <a:schemeClr val="tx1">
                <a:alpha val="0"/>
              </a:schemeClr>
            </a:solidFill>
            <a:prstDash val="solid"/>
          </a:ln>
        </p:spPr>
      </p:sp>
      <p:sp>
        <p:nvSpPr>
          <p:cNvPr id="130" name="Shape 127"/>
          <p:cNvSpPr/>
          <p:nvPr/>
        </p:nvSpPr>
        <p:spPr>
          <a:xfrm>
            <a:off x="5888736" y="1371600"/>
            <a:ext cx="164592" cy="164592"/>
          </a:xfrm>
          <a:prstGeom prst="rect">
            <a:avLst/>
          </a:prstGeom>
          <a:solidFill>
            <a:schemeClr val="bg2"/>
          </a:solidFill>
          <a:ln w="3175">
            <a:solidFill>
              <a:schemeClr val="bg1"/>
            </a:solidFill>
            <a:prstDash val="solid"/>
          </a:ln>
        </p:spPr>
      </p:sp>
      <p:sp>
        <p:nvSpPr>
          <p:cNvPr id="131" name="Shape 128"/>
          <p:cNvSpPr/>
          <p:nvPr/>
        </p:nvSpPr>
        <p:spPr>
          <a:xfrm>
            <a:off x="5918363" y="1401227"/>
            <a:ext cx="105339" cy="105339"/>
          </a:xfrm>
          <a:prstGeom prst="rect">
            <a:avLst/>
          </a:prstGeom>
          <a:solidFill>
            <a:schemeClr val="tx1">
              <a:alpha val="69000"/>
            </a:schemeClr>
          </a:solidFill>
          <a:ln w="12700">
            <a:solidFill>
              <a:schemeClr val="tx1">
                <a:alpha val="0"/>
              </a:schemeClr>
            </a:solidFill>
            <a:prstDash val="solid"/>
          </a:ln>
        </p:spPr>
      </p:sp>
      <p:sp>
        <p:nvSpPr>
          <p:cNvPr id="132" name="Shape 129"/>
          <p:cNvSpPr/>
          <p:nvPr/>
        </p:nvSpPr>
        <p:spPr>
          <a:xfrm>
            <a:off x="6053328" y="1371600"/>
            <a:ext cx="164592" cy="164592"/>
          </a:xfrm>
          <a:prstGeom prst="rect">
            <a:avLst/>
          </a:prstGeom>
          <a:solidFill>
            <a:schemeClr val="bg2"/>
          </a:solidFill>
          <a:ln w="3175">
            <a:solidFill>
              <a:schemeClr val="bg1"/>
            </a:solidFill>
            <a:prstDash val="solid"/>
          </a:ln>
        </p:spPr>
      </p:sp>
      <p:sp>
        <p:nvSpPr>
          <p:cNvPr id="133" name="Shape 130"/>
          <p:cNvSpPr/>
          <p:nvPr/>
        </p:nvSpPr>
        <p:spPr>
          <a:xfrm>
            <a:off x="6082955" y="1401227"/>
            <a:ext cx="105339" cy="105339"/>
          </a:xfrm>
          <a:prstGeom prst="rect">
            <a:avLst/>
          </a:prstGeom>
          <a:solidFill>
            <a:schemeClr val="tx1">
              <a:alpha val="81000"/>
            </a:schemeClr>
          </a:solidFill>
          <a:ln w="12700">
            <a:solidFill>
              <a:schemeClr val="tx1">
                <a:alpha val="0"/>
              </a:schemeClr>
            </a:solidFill>
            <a:prstDash val="solid"/>
          </a:ln>
        </p:spPr>
      </p:sp>
      <p:sp>
        <p:nvSpPr>
          <p:cNvPr id="134" name="Shape 131"/>
          <p:cNvSpPr/>
          <p:nvPr/>
        </p:nvSpPr>
        <p:spPr>
          <a:xfrm>
            <a:off x="6217920" y="1371600"/>
            <a:ext cx="164592" cy="164592"/>
          </a:xfrm>
          <a:prstGeom prst="rect">
            <a:avLst/>
          </a:prstGeom>
          <a:solidFill>
            <a:schemeClr val="bg2"/>
          </a:solidFill>
          <a:ln w="3175">
            <a:solidFill>
              <a:schemeClr val="bg1"/>
            </a:solidFill>
            <a:prstDash val="solid"/>
          </a:ln>
        </p:spPr>
      </p:sp>
      <p:sp>
        <p:nvSpPr>
          <p:cNvPr id="135" name="Shape 132"/>
          <p:cNvSpPr/>
          <p:nvPr/>
        </p:nvSpPr>
        <p:spPr>
          <a:xfrm>
            <a:off x="6247547" y="1401227"/>
            <a:ext cx="105339" cy="105339"/>
          </a:xfrm>
          <a:prstGeom prst="rect">
            <a:avLst/>
          </a:prstGeom>
          <a:solidFill>
            <a:schemeClr val="tx1">
              <a:alpha val="25000"/>
            </a:schemeClr>
          </a:solidFill>
          <a:ln w="12700">
            <a:solidFill>
              <a:schemeClr val="tx1">
                <a:alpha val="0"/>
              </a:schemeClr>
            </a:solidFill>
            <a:prstDash val="solid"/>
          </a:ln>
        </p:spPr>
      </p:sp>
      <p:sp>
        <p:nvSpPr>
          <p:cNvPr id="136" name="Shape 133"/>
          <p:cNvSpPr/>
          <p:nvPr/>
        </p:nvSpPr>
        <p:spPr>
          <a:xfrm>
            <a:off x="6382512" y="1371600"/>
            <a:ext cx="164592" cy="164592"/>
          </a:xfrm>
          <a:prstGeom prst="rect">
            <a:avLst/>
          </a:prstGeom>
          <a:solidFill>
            <a:schemeClr val="bg2"/>
          </a:solidFill>
          <a:ln w="3175">
            <a:solidFill>
              <a:schemeClr val="bg1"/>
            </a:solidFill>
            <a:prstDash val="solid"/>
          </a:ln>
        </p:spPr>
      </p:sp>
      <p:sp>
        <p:nvSpPr>
          <p:cNvPr id="137" name="Shape 134"/>
          <p:cNvSpPr/>
          <p:nvPr/>
        </p:nvSpPr>
        <p:spPr>
          <a:xfrm>
            <a:off x="6547104" y="1371600"/>
            <a:ext cx="164592" cy="164592"/>
          </a:xfrm>
          <a:prstGeom prst="rect">
            <a:avLst/>
          </a:prstGeom>
          <a:solidFill>
            <a:schemeClr val="bg2"/>
          </a:solidFill>
          <a:ln w="3175">
            <a:solidFill>
              <a:schemeClr val="bg1"/>
            </a:solidFill>
            <a:prstDash val="solid"/>
          </a:ln>
        </p:spPr>
      </p:sp>
      <p:sp>
        <p:nvSpPr>
          <p:cNvPr id="138" name="Shape 135"/>
          <p:cNvSpPr/>
          <p:nvPr/>
        </p:nvSpPr>
        <p:spPr>
          <a:xfrm>
            <a:off x="5394960" y="1536192"/>
            <a:ext cx="164592" cy="164592"/>
          </a:xfrm>
          <a:prstGeom prst="rect">
            <a:avLst/>
          </a:prstGeom>
          <a:solidFill>
            <a:schemeClr val="bg2"/>
          </a:solidFill>
          <a:ln w="3175">
            <a:solidFill>
              <a:schemeClr val="bg1"/>
            </a:solidFill>
            <a:prstDash val="solid"/>
          </a:ln>
        </p:spPr>
      </p:sp>
      <p:sp>
        <p:nvSpPr>
          <p:cNvPr id="139" name="Shape 136"/>
          <p:cNvSpPr/>
          <p:nvPr/>
        </p:nvSpPr>
        <p:spPr>
          <a:xfrm>
            <a:off x="5559552" y="1536192"/>
            <a:ext cx="164592" cy="164592"/>
          </a:xfrm>
          <a:prstGeom prst="rect">
            <a:avLst/>
          </a:prstGeom>
          <a:solidFill>
            <a:schemeClr val="bg2"/>
          </a:solidFill>
          <a:ln w="3175">
            <a:solidFill>
              <a:schemeClr val="bg1"/>
            </a:solidFill>
            <a:prstDash val="solid"/>
          </a:ln>
        </p:spPr>
      </p:sp>
      <p:sp>
        <p:nvSpPr>
          <p:cNvPr id="140" name="Shape 137"/>
          <p:cNvSpPr/>
          <p:nvPr/>
        </p:nvSpPr>
        <p:spPr>
          <a:xfrm>
            <a:off x="5724144" y="1536192"/>
            <a:ext cx="164592" cy="164592"/>
          </a:xfrm>
          <a:prstGeom prst="rect">
            <a:avLst/>
          </a:prstGeom>
          <a:solidFill>
            <a:schemeClr val="bg2"/>
          </a:solidFill>
          <a:ln w="3175">
            <a:solidFill>
              <a:schemeClr val="bg1"/>
            </a:solidFill>
            <a:prstDash val="solid"/>
          </a:ln>
        </p:spPr>
      </p:sp>
      <p:sp>
        <p:nvSpPr>
          <p:cNvPr id="141" name="Shape 138"/>
          <p:cNvSpPr/>
          <p:nvPr/>
        </p:nvSpPr>
        <p:spPr>
          <a:xfrm>
            <a:off x="5753771" y="1565819"/>
            <a:ext cx="105339" cy="105339"/>
          </a:xfrm>
          <a:prstGeom prst="rect">
            <a:avLst/>
          </a:prstGeom>
          <a:solidFill>
            <a:schemeClr val="tx1">
              <a:alpha val="75000"/>
            </a:schemeClr>
          </a:solidFill>
          <a:ln w="12700">
            <a:solidFill>
              <a:schemeClr val="tx1">
                <a:alpha val="0"/>
              </a:schemeClr>
            </a:solidFill>
            <a:prstDash val="solid"/>
          </a:ln>
        </p:spPr>
      </p:sp>
      <p:sp>
        <p:nvSpPr>
          <p:cNvPr id="142" name="Shape 139"/>
          <p:cNvSpPr/>
          <p:nvPr/>
        </p:nvSpPr>
        <p:spPr>
          <a:xfrm>
            <a:off x="5888736" y="1536192"/>
            <a:ext cx="164592" cy="164592"/>
          </a:xfrm>
          <a:prstGeom prst="rect">
            <a:avLst/>
          </a:prstGeom>
          <a:solidFill>
            <a:schemeClr val="bg2"/>
          </a:solidFill>
          <a:ln w="3175">
            <a:solidFill>
              <a:schemeClr val="bg1"/>
            </a:solidFill>
            <a:prstDash val="solid"/>
          </a:ln>
        </p:spPr>
      </p:sp>
      <p:sp>
        <p:nvSpPr>
          <p:cNvPr id="143" name="Shape 140"/>
          <p:cNvSpPr/>
          <p:nvPr/>
        </p:nvSpPr>
        <p:spPr>
          <a:xfrm>
            <a:off x="5918363" y="1565819"/>
            <a:ext cx="105339" cy="105339"/>
          </a:xfrm>
          <a:prstGeom prst="rect">
            <a:avLst/>
          </a:prstGeom>
          <a:solidFill>
            <a:schemeClr val="tx1"/>
          </a:solidFill>
          <a:ln w="12700">
            <a:solidFill>
              <a:schemeClr val="tx1">
                <a:alpha val="0"/>
              </a:schemeClr>
            </a:solidFill>
            <a:prstDash val="solid"/>
          </a:ln>
        </p:spPr>
      </p:sp>
      <p:sp>
        <p:nvSpPr>
          <p:cNvPr id="144" name="Shape 141"/>
          <p:cNvSpPr/>
          <p:nvPr/>
        </p:nvSpPr>
        <p:spPr>
          <a:xfrm>
            <a:off x="6053328" y="1536192"/>
            <a:ext cx="164592" cy="164592"/>
          </a:xfrm>
          <a:prstGeom prst="rect">
            <a:avLst/>
          </a:prstGeom>
          <a:solidFill>
            <a:schemeClr val="bg2"/>
          </a:solidFill>
          <a:ln w="3175">
            <a:solidFill>
              <a:schemeClr val="bg1"/>
            </a:solidFill>
            <a:prstDash val="solid"/>
          </a:ln>
        </p:spPr>
      </p:sp>
      <p:sp>
        <p:nvSpPr>
          <p:cNvPr id="145" name="Shape 142"/>
          <p:cNvSpPr/>
          <p:nvPr/>
        </p:nvSpPr>
        <p:spPr>
          <a:xfrm>
            <a:off x="6082955" y="1565819"/>
            <a:ext cx="105339" cy="105339"/>
          </a:xfrm>
          <a:prstGeom prst="rect">
            <a:avLst/>
          </a:prstGeom>
          <a:solidFill>
            <a:schemeClr val="tx1">
              <a:alpha val="81000"/>
            </a:schemeClr>
          </a:solidFill>
          <a:ln w="12700">
            <a:solidFill>
              <a:schemeClr val="tx1">
                <a:alpha val="0"/>
              </a:schemeClr>
            </a:solidFill>
            <a:prstDash val="solid"/>
          </a:ln>
        </p:spPr>
      </p:sp>
      <p:sp>
        <p:nvSpPr>
          <p:cNvPr id="146" name="Shape 143"/>
          <p:cNvSpPr/>
          <p:nvPr/>
        </p:nvSpPr>
        <p:spPr>
          <a:xfrm>
            <a:off x="6217920" y="1536192"/>
            <a:ext cx="164592" cy="164592"/>
          </a:xfrm>
          <a:prstGeom prst="rect">
            <a:avLst/>
          </a:prstGeom>
          <a:solidFill>
            <a:schemeClr val="bg2"/>
          </a:solidFill>
          <a:ln w="3175">
            <a:solidFill>
              <a:schemeClr val="bg1"/>
            </a:solidFill>
            <a:prstDash val="solid"/>
          </a:ln>
        </p:spPr>
      </p:sp>
      <p:sp>
        <p:nvSpPr>
          <p:cNvPr id="147" name="Shape 144"/>
          <p:cNvSpPr/>
          <p:nvPr/>
        </p:nvSpPr>
        <p:spPr>
          <a:xfrm>
            <a:off x="6247547" y="1565819"/>
            <a:ext cx="105339" cy="105339"/>
          </a:xfrm>
          <a:prstGeom prst="rect">
            <a:avLst/>
          </a:prstGeom>
          <a:solidFill>
            <a:schemeClr val="tx1">
              <a:alpha val="94000"/>
            </a:schemeClr>
          </a:solidFill>
          <a:ln w="12700">
            <a:solidFill>
              <a:schemeClr val="tx1">
                <a:alpha val="0"/>
              </a:schemeClr>
            </a:solidFill>
            <a:prstDash val="solid"/>
          </a:ln>
        </p:spPr>
      </p:sp>
      <p:sp>
        <p:nvSpPr>
          <p:cNvPr id="148" name="Shape 145"/>
          <p:cNvSpPr/>
          <p:nvPr/>
        </p:nvSpPr>
        <p:spPr>
          <a:xfrm>
            <a:off x="6382512" y="1536192"/>
            <a:ext cx="164592" cy="164592"/>
          </a:xfrm>
          <a:prstGeom prst="rect">
            <a:avLst/>
          </a:prstGeom>
          <a:solidFill>
            <a:schemeClr val="bg2"/>
          </a:solidFill>
          <a:ln w="3175">
            <a:solidFill>
              <a:schemeClr val="bg1"/>
            </a:solidFill>
            <a:prstDash val="solid"/>
          </a:ln>
        </p:spPr>
      </p:sp>
      <p:sp>
        <p:nvSpPr>
          <p:cNvPr id="149" name="Shape 146"/>
          <p:cNvSpPr/>
          <p:nvPr/>
        </p:nvSpPr>
        <p:spPr>
          <a:xfrm>
            <a:off x="6547104" y="1536192"/>
            <a:ext cx="164592" cy="164592"/>
          </a:xfrm>
          <a:prstGeom prst="rect">
            <a:avLst/>
          </a:prstGeom>
          <a:solidFill>
            <a:schemeClr val="bg2"/>
          </a:solidFill>
          <a:ln w="3175">
            <a:solidFill>
              <a:schemeClr val="bg1"/>
            </a:solidFill>
            <a:prstDash val="solid"/>
          </a:ln>
        </p:spPr>
      </p:sp>
      <p:sp>
        <p:nvSpPr>
          <p:cNvPr id="150" name="Shape 147"/>
          <p:cNvSpPr/>
          <p:nvPr/>
        </p:nvSpPr>
        <p:spPr>
          <a:xfrm>
            <a:off x="5394960" y="1700784"/>
            <a:ext cx="164592" cy="164592"/>
          </a:xfrm>
          <a:prstGeom prst="rect">
            <a:avLst/>
          </a:prstGeom>
          <a:solidFill>
            <a:schemeClr val="bg2"/>
          </a:solidFill>
          <a:ln w="3175">
            <a:solidFill>
              <a:schemeClr val="bg1"/>
            </a:solidFill>
            <a:prstDash val="solid"/>
          </a:ln>
        </p:spPr>
      </p:sp>
      <p:sp>
        <p:nvSpPr>
          <p:cNvPr id="151" name="Shape 148"/>
          <p:cNvSpPr/>
          <p:nvPr/>
        </p:nvSpPr>
        <p:spPr>
          <a:xfrm>
            <a:off x="5559552" y="1700784"/>
            <a:ext cx="164592" cy="164592"/>
          </a:xfrm>
          <a:prstGeom prst="rect">
            <a:avLst/>
          </a:prstGeom>
          <a:solidFill>
            <a:schemeClr val="bg2"/>
          </a:solidFill>
          <a:ln w="3175">
            <a:solidFill>
              <a:schemeClr val="bg1"/>
            </a:solidFill>
            <a:prstDash val="solid"/>
          </a:ln>
        </p:spPr>
      </p:sp>
      <p:sp>
        <p:nvSpPr>
          <p:cNvPr id="152" name="Shape 149"/>
          <p:cNvSpPr/>
          <p:nvPr/>
        </p:nvSpPr>
        <p:spPr>
          <a:xfrm>
            <a:off x="5724144" y="1700784"/>
            <a:ext cx="164592" cy="164592"/>
          </a:xfrm>
          <a:prstGeom prst="rect">
            <a:avLst/>
          </a:prstGeom>
          <a:solidFill>
            <a:schemeClr val="bg2"/>
          </a:solidFill>
          <a:ln w="3175">
            <a:solidFill>
              <a:schemeClr val="bg1"/>
            </a:solidFill>
            <a:prstDash val="solid"/>
          </a:ln>
        </p:spPr>
      </p:sp>
      <p:sp>
        <p:nvSpPr>
          <p:cNvPr id="153" name="Shape 150"/>
          <p:cNvSpPr/>
          <p:nvPr/>
        </p:nvSpPr>
        <p:spPr>
          <a:xfrm>
            <a:off x="5753771" y="1730411"/>
            <a:ext cx="105339" cy="105339"/>
          </a:xfrm>
          <a:prstGeom prst="rect">
            <a:avLst/>
          </a:prstGeom>
          <a:solidFill>
            <a:schemeClr val="tx1"/>
          </a:solidFill>
          <a:ln w="12700">
            <a:solidFill>
              <a:schemeClr val="tx1">
                <a:alpha val="0"/>
              </a:schemeClr>
            </a:solidFill>
            <a:prstDash val="solid"/>
          </a:ln>
        </p:spPr>
      </p:sp>
      <p:sp>
        <p:nvSpPr>
          <p:cNvPr id="154" name="Shape 151"/>
          <p:cNvSpPr/>
          <p:nvPr/>
        </p:nvSpPr>
        <p:spPr>
          <a:xfrm>
            <a:off x="5888736" y="1700784"/>
            <a:ext cx="164592" cy="164592"/>
          </a:xfrm>
          <a:prstGeom prst="rect">
            <a:avLst/>
          </a:prstGeom>
          <a:solidFill>
            <a:schemeClr val="bg2"/>
          </a:solidFill>
          <a:ln w="3175">
            <a:solidFill>
              <a:schemeClr val="bg1"/>
            </a:solidFill>
            <a:prstDash val="solid"/>
          </a:ln>
        </p:spPr>
      </p:sp>
      <p:sp>
        <p:nvSpPr>
          <p:cNvPr id="155" name="Shape 152"/>
          <p:cNvSpPr/>
          <p:nvPr/>
        </p:nvSpPr>
        <p:spPr>
          <a:xfrm>
            <a:off x="5918363" y="1730411"/>
            <a:ext cx="105339" cy="105339"/>
          </a:xfrm>
          <a:prstGeom prst="rect">
            <a:avLst/>
          </a:prstGeom>
          <a:solidFill>
            <a:schemeClr val="tx1">
              <a:alpha val="56000"/>
            </a:schemeClr>
          </a:solidFill>
          <a:ln w="12700">
            <a:solidFill>
              <a:schemeClr val="tx1">
                <a:alpha val="0"/>
              </a:schemeClr>
            </a:solidFill>
            <a:prstDash val="solid"/>
          </a:ln>
        </p:spPr>
      </p:sp>
      <p:sp>
        <p:nvSpPr>
          <p:cNvPr id="156" name="Shape 153"/>
          <p:cNvSpPr/>
          <p:nvPr/>
        </p:nvSpPr>
        <p:spPr>
          <a:xfrm>
            <a:off x="6053328" y="1700784"/>
            <a:ext cx="164592" cy="164592"/>
          </a:xfrm>
          <a:prstGeom prst="rect">
            <a:avLst/>
          </a:prstGeom>
          <a:solidFill>
            <a:schemeClr val="bg2"/>
          </a:solidFill>
          <a:ln w="3175">
            <a:solidFill>
              <a:schemeClr val="bg1"/>
            </a:solidFill>
            <a:prstDash val="solid"/>
          </a:ln>
        </p:spPr>
      </p:sp>
      <p:sp>
        <p:nvSpPr>
          <p:cNvPr id="157" name="Shape 154"/>
          <p:cNvSpPr/>
          <p:nvPr/>
        </p:nvSpPr>
        <p:spPr>
          <a:xfrm>
            <a:off x="6082955" y="1730411"/>
            <a:ext cx="105339" cy="105339"/>
          </a:xfrm>
          <a:prstGeom prst="rect">
            <a:avLst/>
          </a:prstGeom>
          <a:solidFill>
            <a:schemeClr val="tx1">
              <a:alpha val="6000"/>
            </a:schemeClr>
          </a:solidFill>
          <a:ln w="12700">
            <a:solidFill>
              <a:schemeClr val="tx1">
                <a:alpha val="0"/>
              </a:schemeClr>
            </a:solidFill>
            <a:prstDash val="solid"/>
          </a:ln>
        </p:spPr>
      </p:sp>
      <p:sp>
        <p:nvSpPr>
          <p:cNvPr id="158" name="Shape 155"/>
          <p:cNvSpPr/>
          <p:nvPr/>
        </p:nvSpPr>
        <p:spPr>
          <a:xfrm>
            <a:off x="6217920" y="1700784"/>
            <a:ext cx="164592" cy="164592"/>
          </a:xfrm>
          <a:prstGeom prst="rect">
            <a:avLst/>
          </a:prstGeom>
          <a:solidFill>
            <a:schemeClr val="bg2"/>
          </a:solidFill>
          <a:ln w="3175">
            <a:solidFill>
              <a:schemeClr val="bg1"/>
            </a:solidFill>
            <a:prstDash val="solid"/>
          </a:ln>
        </p:spPr>
      </p:sp>
      <p:sp>
        <p:nvSpPr>
          <p:cNvPr id="159" name="Shape 156"/>
          <p:cNvSpPr/>
          <p:nvPr/>
        </p:nvSpPr>
        <p:spPr>
          <a:xfrm>
            <a:off x="6247547" y="1730411"/>
            <a:ext cx="105339" cy="105339"/>
          </a:xfrm>
          <a:prstGeom prst="rect">
            <a:avLst/>
          </a:prstGeom>
          <a:solidFill>
            <a:schemeClr val="tx1">
              <a:alpha val="19000"/>
            </a:schemeClr>
          </a:solidFill>
          <a:ln w="12700">
            <a:solidFill>
              <a:schemeClr val="tx1">
                <a:alpha val="0"/>
              </a:schemeClr>
            </a:solidFill>
            <a:prstDash val="solid"/>
          </a:ln>
        </p:spPr>
      </p:sp>
      <p:sp>
        <p:nvSpPr>
          <p:cNvPr id="160" name="Shape 157"/>
          <p:cNvSpPr/>
          <p:nvPr/>
        </p:nvSpPr>
        <p:spPr>
          <a:xfrm>
            <a:off x="6382512" y="1700784"/>
            <a:ext cx="164592" cy="164592"/>
          </a:xfrm>
          <a:prstGeom prst="rect">
            <a:avLst/>
          </a:prstGeom>
          <a:solidFill>
            <a:schemeClr val="bg2"/>
          </a:solidFill>
          <a:ln w="3175">
            <a:solidFill>
              <a:schemeClr val="bg1"/>
            </a:solidFill>
            <a:prstDash val="solid"/>
          </a:ln>
        </p:spPr>
      </p:sp>
      <p:sp>
        <p:nvSpPr>
          <p:cNvPr id="161" name="Shape 158"/>
          <p:cNvSpPr/>
          <p:nvPr/>
        </p:nvSpPr>
        <p:spPr>
          <a:xfrm>
            <a:off x="6547104" y="1700784"/>
            <a:ext cx="164592" cy="164592"/>
          </a:xfrm>
          <a:prstGeom prst="rect">
            <a:avLst/>
          </a:prstGeom>
          <a:solidFill>
            <a:schemeClr val="bg2"/>
          </a:solidFill>
          <a:ln w="3175">
            <a:solidFill>
              <a:schemeClr val="bg1"/>
            </a:solidFill>
            <a:prstDash val="solid"/>
          </a:ln>
        </p:spPr>
      </p:sp>
      <p:sp>
        <p:nvSpPr>
          <p:cNvPr id="162" name="Shape 159"/>
          <p:cNvSpPr/>
          <p:nvPr/>
        </p:nvSpPr>
        <p:spPr>
          <a:xfrm>
            <a:off x="5394960" y="1865376"/>
            <a:ext cx="164592" cy="164592"/>
          </a:xfrm>
          <a:prstGeom prst="rect">
            <a:avLst/>
          </a:prstGeom>
          <a:solidFill>
            <a:schemeClr val="bg2"/>
          </a:solidFill>
          <a:ln w="3175">
            <a:solidFill>
              <a:schemeClr val="bg1"/>
            </a:solidFill>
            <a:prstDash val="solid"/>
          </a:ln>
        </p:spPr>
      </p:sp>
      <p:sp>
        <p:nvSpPr>
          <p:cNvPr id="163" name="Shape 160"/>
          <p:cNvSpPr/>
          <p:nvPr/>
        </p:nvSpPr>
        <p:spPr>
          <a:xfrm>
            <a:off x="5559552" y="1865376"/>
            <a:ext cx="164592" cy="164592"/>
          </a:xfrm>
          <a:prstGeom prst="rect">
            <a:avLst/>
          </a:prstGeom>
          <a:solidFill>
            <a:schemeClr val="bg2"/>
          </a:solidFill>
          <a:ln w="3175">
            <a:solidFill>
              <a:schemeClr val="bg1"/>
            </a:solidFill>
            <a:prstDash val="solid"/>
          </a:ln>
        </p:spPr>
      </p:sp>
      <p:sp>
        <p:nvSpPr>
          <p:cNvPr id="164" name="Shape 161"/>
          <p:cNvSpPr/>
          <p:nvPr/>
        </p:nvSpPr>
        <p:spPr>
          <a:xfrm>
            <a:off x="5589179" y="1895003"/>
            <a:ext cx="105339" cy="105339"/>
          </a:xfrm>
          <a:prstGeom prst="rect">
            <a:avLst/>
          </a:prstGeom>
          <a:solidFill>
            <a:schemeClr val="tx1">
              <a:alpha val="25000"/>
            </a:schemeClr>
          </a:solidFill>
          <a:ln w="12700">
            <a:solidFill>
              <a:schemeClr val="tx1">
                <a:alpha val="0"/>
              </a:schemeClr>
            </a:solidFill>
            <a:prstDash val="solid"/>
          </a:ln>
        </p:spPr>
      </p:sp>
      <p:sp>
        <p:nvSpPr>
          <p:cNvPr id="165" name="Shape 162"/>
          <p:cNvSpPr/>
          <p:nvPr/>
        </p:nvSpPr>
        <p:spPr>
          <a:xfrm>
            <a:off x="5724144" y="1865376"/>
            <a:ext cx="164592" cy="164592"/>
          </a:xfrm>
          <a:prstGeom prst="rect">
            <a:avLst/>
          </a:prstGeom>
          <a:solidFill>
            <a:schemeClr val="bg2"/>
          </a:solidFill>
          <a:ln w="3175">
            <a:solidFill>
              <a:schemeClr val="bg1"/>
            </a:solidFill>
            <a:prstDash val="solid"/>
          </a:ln>
        </p:spPr>
      </p:sp>
      <p:sp>
        <p:nvSpPr>
          <p:cNvPr id="166" name="Shape 163"/>
          <p:cNvSpPr/>
          <p:nvPr/>
        </p:nvSpPr>
        <p:spPr>
          <a:xfrm>
            <a:off x="5753771" y="1895003"/>
            <a:ext cx="105339" cy="105339"/>
          </a:xfrm>
          <a:prstGeom prst="rect">
            <a:avLst/>
          </a:prstGeom>
          <a:solidFill>
            <a:schemeClr val="tx1"/>
          </a:solidFill>
          <a:ln w="12700">
            <a:solidFill>
              <a:schemeClr val="tx1">
                <a:alpha val="0"/>
              </a:schemeClr>
            </a:solidFill>
            <a:prstDash val="solid"/>
          </a:ln>
        </p:spPr>
      </p:sp>
      <p:sp>
        <p:nvSpPr>
          <p:cNvPr id="167" name="Shape 164"/>
          <p:cNvSpPr/>
          <p:nvPr/>
        </p:nvSpPr>
        <p:spPr>
          <a:xfrm>
            <a:off x="5888736" y="1865376"/>
            <a:ext cx="164592" cy="164592"/>
          </a:xfrm>
          <a:prstGeom prst="rect">
            <a:avLst/>
          </a:prstGeom>
          <a:solidFill>
            <a:schemeClr val="bg2"/>
          </a:solidFill>
          <a:ln w="3175">
            <a:solidFill>
              <a:schemeClr val="bg1"/>
            </a:solidFill>
            <a:prstDash val="solid"/>
          </a:ln>
        </p:spPr>
      </p:sp>
      <p:sp>
        <p:nvSpPr>
          <p:cNvPr id="168" name="Shape 165"/>
          <p:cNvSpPr/>
          <p:nvPr/>
        </p:nvSpPr>
        <p:spPr>
          <a:xfrm>
            <a:off x="5918363" y="1895003"/>
            <a:ext cx="105339" cy="105339"/>
          </a:xfrm>
          <a:prstGeom prst="rect">
            <a:avLst/>
          </a:prstGeom>
          <a:solidFill>
            <a:schemeClr val="tx1">
              <a:alpha val="37000"/>
            </a:schemeClr>
          </a:solidFill>
          <a:ln w="12700">
            <a:solidFill>
              <a:schemeClr val="tx1">
                <a:alpha val="0"/>
              </a:schemeClr>
            </a:solidFill>
            <a:prstDash val="solid"/>
          </a:ln>
        </p:spPr>
      </p:sp>
      <p:sp>
        <p:nvSpPr>
          <p:cNvPr id="169" name="Shape 166"/>
          <p:cNvSpPr/>
          <p:nvPr/>
        </p:nvSpPr>
        <p:spPr>
          <a:xfrm>
            <a:off x="6053328" y="1865376"/>
            <a:ext cx="164592" cy="164592"/>
          </a:xfrm>
          <a:prstGeom prst="rect">
            <a:avLst/>
          </a:prstGeom>
          <a:solidFill>
            <a:schemeClr val="bg2"/>
          </a:solidFill>
          <a:ln w="3175">
            <a:solidFill>
              <a:schemeClr val="bg1"/>
            </a:solidFill>
            <a:prstDash val="solid"/>
          </a:ln>
        </p:spPr>
      </p:sp>
      <p:sp>
        <p:nvSpPr>
          <p:cNvPr id="170" name="Shape 167"/>
          <p:cNvSpPr/>
          <p:nvPr/>
        </p:nvSpPr>
        <p:spPr>
          <a:xfrm>
            <a:off x="6082955" y="1895003"/>
            <a:ext cx="105339" cy="105339"/>
          </a:xfrm>
          <a:prstGeom prst="rect">
            <a:avLst/>
          </a:prstGeom>
          <a:solidFill>
            <a:schemeClr val="tx1">
              <a:alpha val="87000"/>
            </a:schemeClr>
          </a:solidFill>
          <a:ln w="12700">
            <a:solidFill>
              <a:schemeClr val="tx1">
                <a:alpha val="0"/>
              </a:schemeClr>
            </a:solidFill>
            <a:prstDash val="solid"/>
          </a:ln>
        </p:spPr>
      </p:sp>
      <p:sp>
        <p:nvSpPr>
          <p:cNvPr id="171" name="Shape 168"/>
          <p:cNvSpPr/>
          <p:nvPr/>
        </p:nvSpPr>
        <p:spPr>
          <a:xfrm>
            <a:off x="6217920" y="1865376"/>
            <a:ext cx="164592" cy="164592"/>
          </a:xfrm>
          <a:prstGeom prst="rect">
            <a:avLst/>
          </a:prstGeom>
          <a:solidFill>
            <a:schemeClr val="bg2"/>
          </a:solidFill>
          <a:ln w="3175">
            <a:solidFill>
              <a:schemeClr val="bg1"/>
            </a:solidFill>
            <a:prstDash val="solid"/>
          </a:ln>
        </p:spPr>
      </p:sp>
      <p:sp>
        <p:nvSpPr>
          <p:cNvPr id="172" name="Shape 169"/>
          <p:cNvSpPr/>
          <p:nvPr/>
        </p:nvSpPr>
        <p:spPr>
          <a:xfrm>
            <a:off x="6247547" y="1895003"/>
            <a:ext cx="105339" cy="105339"/>
          </a:xfrm>
          <a:prstGeom prst="rect">
            <a:avLst/>
          </a:prstGeom>
          <a:solidFill>
            <a:schemeClr val="tx1">
              <a:alpha val="56000"/>
            </a:schemeClr>
          </a:solidFill>
          <a:ln w="12700">
            <a:solidFill>
              <a:schemeClr val="tx1">
                <a:alpha val="0"/>
              </a:schemeClr>
            </a:solidFill>
            <a:prstDash val="solid"/>
          </a:ln>
        </p:spPr>
      </p:sp>
      <p:sp>
        <p:nvSpPr>
          <p:cNvPr id="173" name="Shape 170"/>
          <p:cNvSpPr/>
          <p:nvPr/>
        </p:nvSpPr>
        <p:spPr>
          <a:xfrm>
            <a:off x="6382512" y="1865376"/>
            <a:ext cx="164592" cy="164592"/>
          </a:xfrm>
          <a:prstGeom prst="rect">
            <a:avLst/>
          </a:prstGeom>
          <a:solidFill>
            <a:schemeClr val="bg2"/>
          </a:solidFill>
          <a:ln w="3175">
            <a:solidFill>
              <a:schemeClr val="bg1"/>
            </a:solidFill>
            <a:prstDash val="solid"/>
          </a:ln>
        </p:spPr>
      </p:sp>
      <p:sp>
        <p:nvSpPr>
          <p:cNvPr id="174" name="Shape 171"/>
          <p:cNvSpPr/>
          <p:nvPr/>
        </p:nvSpPr>
        <p:spPr>
          <a:xfrm>
            <a:off x="6412139" y="1895003"/>
            <a:ext cx="105339" cy="105339"/>
          </a:xfrm>
          <a:prstGeom prst="rect">
            <a:avLst/>
          </a:prstGeom>
          <a:solidFill>
            <a:schemeClr val="tx1">
              <a:alpha val="6000"/>
            </a:schemeClr>
          </a:solidFill>
          <a:ln w="12700">
            <a:solidFill>
              <a:schemeClr val="tx1">
                <a:alpha val="0"/>
              </a:schemeClr>
            </a:solidFill>
            <a:prstDash val="solid"/>
          </a:ln>
        </p:spPr>
      </p:sp>
      <p:sp>
        <p:nvSpPr>
          <p:cNvPr id="175" name="Shape 172"/>
          <p:cNvSpPr/>
          <p:nvPr/>
        </p:nvSpPr>
        <p:spPr>
          <a:xfrm>
            <a:off x="6547104" y="1865376"/>
            <a:ext cx="164592" cy="164592"/>
          </a:xfrm>
          <a:prstGeom prst="rect">
            <a:avLst/>
          </a:prstGeom>
          <a:solidFill>
            <a:schemeClr val="bg2"/>
          </a:solidFill>
          <a:ln w="3175">
            <a:solidFill>
              <a:schemeClr val="bg1"/>
            </a:solidFill>
            <a:prstDash val="solid"/>
          </a:ln>
        </p:spPr>
      </p:sp>
      <p:sp>
        <p:nvSpPr>
          <p:cNvPr id="176" name="Shape 173"/>
          <p:cNvSpPr/>
          <p:nvPr/>
        </p:nvSpPr>
        <p:spPr>
          <a:xfrm>
            <a:off x="5394960" y="2029968"/>
            <a:ext cx="164592" cy="164592"/>
          </a:xfrm>
          <a:prstGeom prst="rect">
            <a:avLst/>
          </a:prstGeom>
          <a:solidFill>
            <a:schemeClr val="bg2"/>
          </a:solidFill>
          <a:ln w="3175">
            <a:solidFill>
              <a:schemeClr val="bg1"/>
            </a:solidFill>
            <a:prstDash val="solid"/>
          </a:ln>
        </p:spPr>
      </p:sp>
      <p:sp>
        <p:nvSpPr>
          <p:cNvPr id="177" name="Shape 174"/>
          <p:cNvSpPr/>
          <p:nvPr/>
        </p:nvSpPr>
        <p:spPr>
          <a:xfrm>
            <a:off x="5559552" y="2029968"/>
            <a:ext cx="164592" cy="164592"/>
          </a:xfrm>
          <a:prstGeom prst="rect">
            <a:avLst/>
          </a:prstGeom>
          <a:solidFill>
            <a:schemeClr val="bg2"/>
          </a:solidFill>
          <a:ln w="3175">
            <a:solidFill>
              <a:schemeClr val="bg1"/>
            </a:solidFill>
            <a:prstDash val="solid"/>
          </a:ln>
        </p:spPr>
      </p:sp>
      <p:sp>
        <p:nvSpPr>
          <p:cNvPr id="178" name="Shape 175"/>
          <p:cNvSpPr/>
          <p:nvPr/>
        </p:nvSpPr>
        <p:spPr>
          <a:xfrm>
            <a:off x="5589179" y="2059595"/>
            <a:ext cx="105339" cy="105339"/>
          </a:xfrm>
          <a:prstGeom prst="rect">
            <a:avLst/>
          </a:prstGeom>
          <a:solidFill>
            <a:schemeClr val="tx1">
              <a:alpha val="44000"/>
            </a:schemeClr>
          </a:solidFill>
          <a:ln w="12700">
            <a:solidFill>
              <a:schemeClr val="tx1">
                <a:alpha val="0"/>
              </a:schemeClr>
            </a:solidFill>
            <a:prstDash val="solid"/>
          </a:ln>
        </p:spPr>
      </p:sp>
      <p:sp>
        <p:nvSpPr>
          <p:cNvPr id="179" name="Shape 176"/>
          <p:cNvSpPr/>
          <p:nvPr/>
        </p:nvSpPr>
        <p:spPr>
          <a:xfrm>
            <a:off x="5724144" y="2029968"/>
            <a:ext cx="164592" cy="164592"/>
          </a:xfrm>
          <a:prstGeom prst="rect">
            <a:avLst/>
          </a:prstGeom>
          <a:solidFill>
            <a:schemeClr val="bg2"/>
          </a:solidFill>
          <a:ln w="3175">
            <a:solidFill>
              <a:schemeClr val="bg1"/>
            </a:solidFill>
            <a:prstDash val="solid"/>
          </a:ln>
        </p:spPr>
      </p:sp>
      <p:sp>
        <p:nvSpPr>
          <p:cNvPr id="180" name="Shape 177"/>
          <p:cNvSpPr/>
          <p:nvPr/>
        </p:nvSpPr>
        <p:spPr>
          <a:xfrm>
            <a:off x="5753771" y="2059595"/>
            <a:ext cx="105339" cy="105339"/>
          </a:xfrm>
          <a:prstGeom prst="rect">
            <a:avLst/>
          </a:prstGeom>
          <a:solidFill>
            <a:schemeClr val="tx1"/>
          </a:solidFill>
          <a:ln w="12700">
            <a:solidFill>
              <a:schemeClr val="tx1">
                <a:alpha val="0"/>
              </a:schemeClr>
            </a:solidFill>
            <a:prstDash val="solid"/>
          </a:ln>
        </p:spPr>
      </p:sp>
      <p:sp>
        <p:nvSpPr>
          <p:cNvPr id="181" name="Shape 178"/>
          <p:cNvSpPr/>
          <p:nvPr/>
        </p:nvSpPr>
        <p:spPr>
          <a:xfrm>
            <a:off x="5888736" y="2029968"/>
            <a:ext cx="164592" cy="164592"/>
          </a:xfrm>
          <a:prstGeom prst="rect">
            <a:avLst/>
          </a:prstGeom>
          <a:solidFill>
            <a:schemeClr val="bg2"/>
          </a:solidFill>
          <a:ln w="3175">
            <a:solidFill>
              <a:schemeClr val="bg1"/>
            </a:solidFill>
            <a:prstDash val="solid"/>
          </a:ln>
        </p:spPr>
      </p:sp>
      <p:sp>
        <p:nvSpPr>
          <p:cNvPr id="182" name="Shape 179"/>
          <p:cNvSpPr/>
          <p:nvPr/>
        </p:nvSpPr>
        <p:spPr>
          <a:xfrm>
            <a:off x="5918363" y="2059595"/>
            <a:ext cx="105339" cy="105339"/>
          </a:xfrm>
          <a:prstGeom prst="rect">
            <a:avLst/>
          </a:prstGeom>
          <a:solidFill>
            <a:schemeClr val="tx1"/>
          </a:solidFill>
          <a:ln w="12700">
            <a:solidFill>
              <a:schemeClr val="tx1">
                <a:alpha val="0"/>
              </a:schemeClr>
            </a:solidFill>
            <a:prstDash val="solid"/>
          </a:ln>
        </p:spPr>
      </p:sp>
      <p:sp>
        <p:nvSpPr>
          <p:cNvPr id="183" name="Shape 180"/>
          <p:cNvSpPr/>
          <p:nvPr/>
        </p:nvSpPr>
        <p:spPr>
          <a:xfrm>
            <a:off x="6053328" y="2029968"/>
            <a:ext cx="164592" cy="164592"/>
          </a:xfrm>
          <a:prstGeom prst="rect">
            <a:avLst/>
          </a:prstGeom>
          <a:solidFill>
            <a:schemeClr val="bg2"/>
          </a:solidFill>
          <a:ln w="3175">
            <a:solidFill>
              <a:schemeClr val="bg1"/>
            </a:solidFill>
            <a:prstDash val="solid"/>
          </a:ln>
        </p:spPr>
      </p:sp>
      <p:sp>
        <p:nvSpPr>
          <p:cNvPr id="184" name="Shape 181"/>
          <p:cNvSpPr/>
          <p:nvPr/>
        </p:nvSpPr>
        <p:spPr>
          <a:xfrm>
            <a:off x="6082955" y="2059595"/>
            <a:ext cx="105339" cy="105339"/>
          </a:xfrm>
          <a:prstGeom prst="rect">
            <a:avLst/>
          </a:prstGeom>
          <a:solidFill>
            <a:schemeClr val="tx1"/>
          </a:solidFill>
          <a:ln w="12700">
            <a:solidFill>
              <a:schemeClr val="tx1">
                <a:alpha val="0"/>
              </a:schemeClr>
            </a:solidFill>
            <a:prstDash val="solid"/>
          </a:ln>
        </p:spPr>
      </p:sp>
      <p:sp>
        <p:nvSpPr>
          <p:cNvPr id="185" name="Shape 182"/>
          <p:cNvSpPr/>
          <p:nvPr/>
        </p:nvSpPr>
        <p:spPr>
          <a:xfrm>
            <a:off x="6217920" y="2029968"/>
            <a:ext cx="164592" cy="164592"/>
          </a:xfrm>
          <a:prstGeom prst="rect">
            <a:avLst/>
          </a:prstGeom>
          <a:solidFill>
            <a:schemeClr val="bg2"/>
          </a:solidFill>
          <a:ln w="3175">
            <a:solidFill>
              <a:schemeClr val="bg1"/>
            </a:solidFill>
            <a:prstDash val="solid"/>
          </a:ln>
        </p:spPr>
      </p:sp>
      <p:sp>
        <p:nvSpPr>
          <p:cNvPr id="186" name="Shape 183"/>
          <p:cNvSpPr/>
          <p:nvPr/>
        </p:nvSpPr>
        <p:spPr>
          <a:xfrm>
            <a:off x="6247547" y="2059595"/>
            <a:ext cx="105339" cy="105339"/>
          </a:xfrm>
          <a:prstGeom prst="rect">
            <a:avLst/>
          </a:prstGeom>
          <a:solidFill>
            <a:schemeClr val="tx1"/>
          </a:solidFill>
          <a:ln w="12700">
            <a:solidFill>
              <a:schemeClr val="tx1">
                <a:alpha val="0"/>
              </a:schemeClr>
            </a:solidFill>
            <a:prstDash val="solid"/>
          </a:ln>
        </p:spPr>
      </p:sp>
      <p:sp>
        <p:nvSpPr>
          <p:cNvPr id="187" name="Shape 184"/>
          <p:cNvSpPr/>
          <p:nvPr/>
        </p:nvSpPr>
        <p:spPr>
          <a:xfrm>
            <a:off x="6382512" y="2029968"/>
            <a:ext cx="164592" cy="164592"/>
          </a:xfrm>
          <a:prstGeom prst="rect">
            <a:avLst/>
          </a:prstGeom>
          <a:solidFill>
            <a:schemeClr val="bg2"/>
          </a:solidFill>
          <a:ln w="3175">
            <a:solidFill>
              <a:schemeClr val="bg1"/>
            </a:solidFill>
            <a:prstDash val="solid"/>
          </a:ln>
        </p:spPr>
      </p:sp>
      <p:sp>
        <p:nvSpPr>
          <p:cNvPr id="188" name="Shape 185"/>
          <p:cNvSpPr/>
          <p:nvPr/>
        </p:nvSpPr>
        <p:spPr>
          <a:xfrm>
            <a:off x="6412139" y="2059595"/>
            <a:ext cx="105339" cy="105339"/>
          </a:xfrm>
          <a:prstGeom prst="rect">
            <a:avLst/>
          </a:prstGeom>
          <a:solidFill>
            <a:schemeClr val="tx1">
              <a:alpha val="37000"/>
            </a:schemeClr>
          </a:solidFill>
          <a:ln w="12700">
            <a:solidFill>
              <a:schemeClr val="tx1">
                <a:alpha val="0"/>
              </a:schemeClr>
            </a:solidFill>
            <a:prstDash val="solid"/>
          </a:ln>
        </p:spPr>
      </p:sp>
      <p:sp>
        <p:nvSpPr>
          <p:cNvPr id="189" name="Shape 186"/>
          <p:cNvSpPr/>
          <p:nvPr/>
        </p:nvSpPr>
        <p:spPr>
          <a:xfrm>
            <a:off x="6547104" y="2029968"/>
            <a:ext cx="164592" cy="164592"/>
          </a:xfrm>
          <a:prstGeom prst="rect">
            <a:avLst/>
          </a:prstGeom>
          <a:solidFill>
            <a:schemeClr val="bg2"/>
          </a:solidFill>
          <a:ln w="3175">
            <a:solidFill>
              <a:schemeClr val="bg1"/>
            </a:solidFill>
            <a:prstDash val="solid"/>
          </a:ln>
        </p:spPr>
      </p:sp>
      <p:sp>
        <p:nvSpPr>
          <p:cNvPr id="190" name="Shape 187"/>
          <p:cNvSpPr/>
          <p:nvPr/>
        </p:nvSpPr>
        <p:spPr>
          <a:xfrm>
            <a:off x="5394960" y="2194560"/>
            <a:ext cx="164592" cy="164592"/>
          </a:xfrm>
          <a:prstGeom prst="rect">
            <a:avLst/>
          </a:prstGeom>
          <a:solidFill>
            <a:schemeClr val="bg2"/>
          </a:solidFill>
          <a:ln w="3175">
            <a:solidFill>
              <a:schemeClr val="bg1"/>
            </a:solidFill>
            <a:prstDash val="solid"/>
          </a:ln>
        </p:spPr>
      </p:sp>
      <p:sp>
        <p:nvSpPr>
          <p:cNvPr id="191" name="Shape 188"/>
          <p:cNvSpPr/>
          <p:nvPr/>
        </p:nvSpPr>
        <p:spPr>
          <a:xfrm>
            <a:off x="5559552" y="2194560"/>
            <a:ext cx="164592" cy="164592"/>
          </a:xfrm>
          <a:prstGeom prst="rect">
            <a:avLst/>
          </a:prstGeom>
          <a:solidFill>
            <a:schemeClr val="bg2"/>
          </a:solidFill>
          <a:ln w="3175">
            <a:solidFill>
              <a:schemeClr val="bg1"/>
            </a:solidFill>
            <a:prstDash val="solid"/>
          </a:ln>
        </p:spPr>
      </p:sp>
      <p:sp>
        <p:nvSpPr>
          <p:cNvPr id="192" name="Shape 189"/>
          <p:cNvSpPr/>
          <p:nvPr/>
        </p:nvSpPr>
        <p:spPr>
          <a:xfrm>
            <a:off x="5589179" y="2224187"/>
            <a:ext cx="105339" cy="105339"/>
          </a:xfrm>
          <a:prstGeom prst="rect">
            <a:avLst/>
          </a:prstGeom>
          <a:solidFill>
            <a:schemeClr val="tx1">
              <a:alpha val="6000"/>
            </a:schemeClr>
          </a:solidFill>
          <a:ln w="12700">
            <a:solidFill>
              <a:schemeClr val="tx1">
                <a:alpha val="0"/>
              </a:schemeClr>
            </a:solidFill>
            <a:prstDash val="solid"/>
          </a:ln>
        </p:spPr>
      </p:sp>
      <p:sp>
        <p:nvSpPr>
          <p:cNvPr id="193" name="Shape 190"/>
          <p:cNvSpPr/>
          <p:nvPr/>
        </p:nvSpPr>
        <p:spPr>
          <a:xfrm>
            <a:off x="5724144" y="2194560"/>
            <a:ext cx="164592" cy="164592"/>
          </a:xfrm>
          <a:prstGeom prst="rect">
            <a:avLst/>
          </a:prstGeom>
          <a:solidFill>
            <a:schemeClr val="bg2"/>
          </a:solidFill>
          <a:ln w="3175">
            <a:solidFill>
              <a:schemeClr val="bg1"/>
            </a:solidFill>
            <a:prstDash val="solid"/>
          </a:ln>
        </p:spPr>
      </p:sp>
      <p:sp>
        <p:nvSpPr>
          <p:cNvPr id="194" name="Shape 191"/>
          <p:cNvSpPr/>
          <p:nvPr/>
        </p:nvSpPr>
        <p:spPr>
          <a:xfrm>
            <a:off x="5753771" y="2224187"/>
            <a:ext cx="105339" cy="105339"/>
          </a:xfrm>
          <a:prstGeom prst="rect">
            <a:avLst/>
          </a:prstGeom>
          <a:solidFill>
            <a:schemeClr val="tx1"/>
          </a:solidFill>
          <a:ln w="12700">
            <a:solidFill>
              <a:schemeClr val="tx1">
                <a:alpha val="0"/>
              </a:schemeClr>
            </a:solidFill>
            <a:prstDash val="solid"/>
          </a:ln>
        </p:spPr>
      </p:sp>
      <p:sp>
        <p:nvSpPr>
          <p:cNvPr id="195" name="Shape 192"/>
          <p:cNvSpPr/>
          <p:nvPr/>
        </p:nvSpPr>
        <p:spPr>
          <a:xfrm>
            <a:off x="5888736" y="2194560"/>
            <a:ext cx="164592" cy="164592"/>
          </a:xfrm>
          <a:prstGeom prst="rect">
            <a:avLst/>
          </a:prstGeom>
          <a:solidFill>
            <a:schemeClr val="bg2"/>
          </a:solidFill>
          <a:ln w="3175">
            <a:solidFill>
              <a:schemeClr val="bg1"/>
            </a:solidFill>
            <a:prstDash val="solid"/>
          </a:ln>
        </p:spPr>
      </p:sp>
      <p:sp>
        <p:nvSpPr>
          <p:cNvPr id="196" name="Shape 193"/>
          <p:cNvSpPr/>
          <p:nvPr/>
        </p:nvSpPr>
        <p:spPr>
          <a:xfrm>
            <a:off x="5918363" y="2224187"/>
            <a:ext cx="105339" cy="105339"/>
          </a:xfrm>
          <a:prstGeom prst="rect">
            <a:avLst/>
          </a:prstGeom>
          <a:solidFill>
            <a:schemeClr val="tx1">
              <a:alpha val="87000"/>
            </a:schemeClr>
          </a:solidFill>
          <a:ln w="12700">
            <a:solidFill>
              <a:schemeClr val="tx1">
                <a:alpha val="0"/>
              </a:schemeClr>
            </a:solidFill>
            <a:prstDash val="solid"/>
          </a:ln>
        </p:spPr>
      </p:sp>
      <p:sp>
        <p:nvSpPr>
          <p:cNvPr id="197" name="Shape 194"/>
          <p:cNvSpPr/>
          <p:nvPr/>
        </p:nvSpPr>
        <p:spPr>
          <a:xfrm>
            <a:off x="6053328" y="2194560"/>
            <a:ext cx="164592" cy="164592"/>
          </a:xfrm>
          <a:prstGeom prst="rect">
            <a:avLst/>
          </a:prstGeom>
          <a:solidFill>
            <a:schemeClr val="bg2"/>
          </a:solidFill>
          <a:ln w="3175">
            <a:solidFill>
              <a:schemeClr val="bg1"/>
            </a:solidFill>
            <a:prstDash val="solid"/>
          </a:ln>
        </p:spPr>
      </p:sp>
      <p:sp>
        <p:nvSpPr>
          <p:cNvPr id="198" name="Shape 195"/>
          <p:cNvSpPr/>
          <p:nvPr/>
        </p:nvSpPr>
        <p:spPr>
          <a:xfrm>
            <a:off x="6082955" y="2224187"/>
            <a:ext cx="105339" cy="105339"/>
          </a:xfrm>
          <a:prstGeom prst="rect">
            <a:avLst/>
          </a:prstGeom>
          <a:solidFill>
            <a:schemeClr val="tx1">
              <a:alpha val="25000"/>
            </a:schemeClr>
          </a:solidFill>
          <a:ln w="12700">
            <a:solidFill>
              <a:schemeClr val="tx1">
                <a:alpha val="0"/>
              </a:schemeClr>
            </a:solidFill>
            <a:prstDash val="solid"/>
          </a:ln>
        </p:spPr>
      </p:sp>
      <p:sp>
        <p:nvSpPr>
          <p:cNvPr id="199" name="Shape 196"/>
          <p:cNvSpPr/>
          <p:nvPr/>
        </p:nvSpPr>
        <p:spPr>
          <a:xfrm>
            <a:off x="6217920" y="2194560"/>
            <a:ext cx="164592" cy="164592"/>
          </a:xfrm>
          <a:prstGeom prst="rect">
            <a:avLst/>
          </a:prstGeom>
          <a:solidFill>
            <a:schemeClr val="bg2"/>
          </a:solidFill>
          <a:ln w="3175">
            <a:solidFill>
              <a:schemeClr val="bg1"/>
            </a:solidFill>
            <a:prstDash val="solid"/>
          </a:ln>
        </p:spPr>
      </p:sp>
      <p:sp>
        <p:nvSpPr>
          <p:cNvPr id="200" name="Shape 197"/>
          <p:cNvSpPr/>
          <p:nvPr/>
        </p:nvSpPr>
        <p:spPr>
          <a:xfrm>
            <a:off x="6247547" y="2224187"/>
            <a:ext cx="105339" cy="105339"/>
          </a:xfrm>
          <a:prstGeom prst="rect">
            <a:avLst/>
          </a:prstGeom>
          <a:solidFill>
            <a:schemeClr val="tx1"/>
          </a:solidFill>
          <a:ln w="12700">
            <a:solidFill>
              <a:schemeClr val="tx1">
                <a:alpha val="0"/>
              </a:schemeClr>
            </a:solidFill>
            <a:prstDash val="solid"/>
          </a:ln>
        </p:spPr>
      </p:sp>
      <p:sp>
        <p:nvSpPr>
          <p:cNvPr id="201" name="Shape 198"/>
          <p:cNvSpPr/>
          <p:nvPr/>
        </p:nvSpPr>
        <p:spPr>
          <a:xfrm>
            <a:off x="6382512" y="2194560"/>
            <a:ext cx="164592" cy="164592"/>
          </a:xfrm>
          <a:prstGeom prst="rect">
            <a:avLst/>
          </a:prstGeom>
          <a:solidFill>
            <a:schemeClr val="bg2"/>
          </a:solidFill>
          <a:ln w="3175">
            <a:solidFill>
              <a:schemeClr val="bg1"/>
            </a:solidFill>
            <a:prstDash val="solid"/>
          </a:ln>
        </p:spPr>
      </p:sp>
      <p:sp>
        <p:nvSpPr>
          <p:cNvPr id="202" name="Shape 199"/>
          <p:cNvSpPr/>
          <p:nvPr/>
        </p:nvSpPr>
        <p:spPr>
          <a:xfrm>
            <a:off x="6412139" y="2224187"/>
            <a:ext cx="105339" cy="105339"/>
          </a:xfrm>
          <a:prstGeom prst="rect">
            <a:avLst/>
          </a:prstGeom>
          <a:solidFill>
            <a:schemeClr val="tx1">
              <a:alpha val="50000"/>
            </a:schemeClr>
          </a:solidFill>
          <a:ln w="12700">
            <a:solidFill>
              <a:schemeClr val="tx1">
                <a:alpha val="0"/>
              </a:schemeClr>
            </a:solidFill>
            <a:prstDash val="solid"/>
          </a:ln>
        </p:spPr>
      </p:sp>
      <p:sp>
        <p:nvSpPr>
          <p:cNvPr id="203" name="Shape 200"/>
          <p:cNvSpPr/>
          <p:nvPr/>
        </p:nvSpPr>
        <p:spPr>
          <a:xfrm>
            <a:off x="6547104" y="2194560"/>
            <a:ext cx="164592" cy="164592"/>
          </a:xfrm>
          <a:prstGeom prst="rect">
            <a:avLst/>
          </a:prstGeom>
          <a:solidFill>
            <a:schemeClr val="bg2"/>
          </a:solidFill>
          <a:ln w="3175">
            <a:solidFill>
              <a:schemeClr val="bg1"/>
            </a:solidFill>
            <a:prstDash val="solid"/>
          </a:ln>
        </p:spPr>
      </p:sp>
      <p:sp>
        <p:nvSpPr>
          <p:cNvPr id="204" name="Shape 201"/>
          <p:cNvSpPr/>
          <p:nvPr/>
        </p:nvSpPr>
        <p:spPr>
          <a:xfrm>
            <a:off x="5394960" y="2359152"/>
            <a:ext cx="164592" cy="164592"/>
          </a:xfrm>
          <a:prstGeom prst="rect">
            <a:avLst/>
          </a:prstGeom>
          <a:solidFill>
            <a:schemeClr val="bg2"/>
          </a:solidFill>
          <a:ln w="3175">
            <a:solidFill>
              <a:schemeClr val="bg1"/>
            </a:solidFill>
            <a:prstDash val="solid"/>
          </a:ln>
        </p:spPr>
      </p:sp>
      <p:sp>
        <p:nvSpPr>
          <p:cNvPr id="205" name="Shape 202"/>
          <p:cNvSpPr/>
          <p:nvPr/>
        </p:nvSpPr>
        <p:spPr>
          <a:xfrm>
            <a:off x="5559552" y="2359152"/>
            <a:ext cx="164592" cy="164592"/>
          </a:xfrm>
          <a:prstGeom prst="rect">
            <a:avLst/>
          </a:prstGeom>
          <a:solidFill>
            <a:schemeClr val="bg2"/>
          </a:solidFill>
          <a:ln w="3175">
            <a:solidFill>
              <a:schemeClr val="bg1"/>
            </a:solidFill>
            <a:prstDash val="solid"/>
          </a:ln>
        </p:spPr>
      </p:sp>
      <p:sp>
        <p:nvSpPr>
          <p:cNvPr id="206" name="Shape 203"/>
          <p:cNvSpPr/>
          <p:nvPr/>
        </p:nvSpPr>
        <p:spPr>
          <a:xfrm>
            <a:off x="5724144" y="2359152"/>
            <a:ext cx="164592" cy="164592"/>
          </a:xfrm>
          <a:prstGeom prst="rect">
            <a:avLst/>
          </a:prstGeom>
          <a:solidFill>
            <a:schemeClr val="bg2"/>
          </a:solidFill>
          <a:ln w="3175">
            <a:solidFill>
              <a:schemeClr val="bg1"/>
            </a:solidFill>
            <a:prstDash val="solid"/>
          </a:ln>
        </p:spPr>
      </p:sp>
      <p:sp>
        <p:nvSpPr>
          <p:cNvPr id="207" name="Shape 204"/>
          <p:cNvSpPr/>
          <p:nvPr/>
        </p:nvSpPr>
        <p:spPr>
          <a:xfrm>
            <a:off x="5753771" y="2388779"/>
            <a:ext cx="105339" cy="105339"/>
          </a:xfrm>
          <a:prstGeom prst="rect">
            <a:avLst/>
          </a:prstGeom>
          <a:solidFill>
            <a:schemeClr val="tx1">
              <a:alpha val="75000"/>
            </a:schemeClr>
          </a:solidFill>
          <a:ln w="12700">
            <a:solidFill>
              <a:schemeClr val="tx1">
                <a:alpha val="0"/>
              </a:schemeClr>
            </a:solidFill>
            <a:prstDash val="solid"/>
          </a:ln>
        </p:spPr>
      </p:sp>
      <p:sp>
        <p:nvSpPr>
          <p:cNvPr id="208" name="Shape 205"/>
          <p:cNvSpPr/>
          <p:nvPr/>
        </p:nvSpPr>
        <p:spPr>
          <a:xfrm>
            <a:off x="5888736" y="2359152"/>
            <a:ext cx="164592" cy="164592"/>
          </a:xfrm>
          <a:prstGeom prst="rect">
            <a:avLst/>
          </a:prstGeom>
          <a:solidFill>
            <a:schemeClr val="bg2"/>
          </a:solidFill>
          <a:ln w="3175">
            <a:solidFill>
              <a:schemeClr val="bg1"/>
            </a:solidFill>
            <a:prstDash val="solid"/>
          </a:ln>
        </p:spPr>
      </p:sp>
      <p:sp>
        <p:nvSpPr>
          <p:cNvPr id="209" name="Shape 206"/>
          <p:cNvSpPr/>
          <p:nvPr/>
        </p:nvSpPr>
        <p:spPr>
          <a:xfrm>
            <a:off x="5918363" y="2388779"/>
            <a:ext cx="105339" cy="105339"/>
          </a:xfrm>
          <a:prstGeom prst="rect">
            <a:avLst/>
          </a:prstGeom>
          <a:solidFill>
            <a:schemeClr val="tx1"/>
          </a:solidFill>
          <a:ln w="12700">
            <a:solidFill>
              <a:schemeClr val="tx1">
                <a:alpha val="0"/>
              </a:schemeClr>
            </a:solidFill>
            <a:prstDash val="solid"/>
          </a:ln>
        </p:spPr>
      </p:sp>
      <p:sp>
        <p:nvSpPr>
          <p:cNvPr id="210" name="Shape 207"/>
          <p:cNvSpPr/>
          <p:nvPr/>
        </p:nvSpPr>
        <p:spPr>
          <a:xfrm>
            <a:off x="6053328" y="2359152"/>
            <a:ext cx="164592" cy="164592"/>
          </a:xfrm>
          <a:prstGeom prst="rect">
            <a:avLst/>
          </a:prstGeom>
          <a:solidFill>
            <a:schemeClr val="bg2"/>
          </a:solidFill>
          <a:ln w="3175">
            <a:solidFill>
              <a:schemeClr val="bg1"/>
            </a:solidFill>
            <a:prstDash val="solid"/>
          </a:ln>
        </p:spPr>
      </p:sp>
      <p:sp>
        <p:nvSpPr>
          <p:cNvPr id="211" name="Shape 208"/>
          <p:cNvSpPr/>
          <p:nvPr/>
        </p:nvSpPr>
        <p:spPr>
          <a:xfrm>
            <a:off x="6082955" y="2388779"/>
            <a:ext cx="105339" cy="105339"/>
          </a:xfrm>
          <a:prstGeom prst="rect">
            <a:avLst/>
          </a:prstGeom>
          <a:solidFill>
            <a:schemeClr val="tx1">
              <a:alpha val="81000"/>
            </a:schemeClr>
          </a:solidFill>
          <a:ln w="12700">
            <a:solidFill>
              <a:schemeClr val="tx1">
                <a:alpha val="0"/>
              </a:schemeClr>
            </a:solidFill>
            <a:prstDash val="solid"/>
          </a:ln>
        </p:spPr>
      </p:sp>
      <p:sp>
        <p:nvSpPr>
          <p:cNvPr id="212" name="Shape 209"/>
          <p:cNvSpPr/>
          <p:nvPr/>
        </p:nvSpPr>
        <p:spPr>
          <a:xfrm>
            <a:off x="6217920" y="2359152"/>
            <a:ext cx="164592" cy="164592"/>
          </a:xfrm>
          <a:prstGeom prst="rect">
            <a:avLst/>
          </a:prstGeom>
          <a:solidFill>
            <a:schemeClr val="bg2"/>
          </a:solidFill>
          <a:ln w="3175">
            <a:solidFill>
              <a:schemeClr val="bg1"/>
            </a:solidFill>
            <a:prstDash val="solid"/>
          </a:ln>
        </p:spPr>
      </p:sp>
      <p:sp>
        <p:nvSpPr>
          <p:cNvPr id="213" name="Shape 210"/>
          <p:cNvSpPr/>
          <p:nvPr/>
        </p:nvSpPr>
        <p:spPr>
          <a:xfrm>
            <a:off x="6247547" y="2388779"/>
            <a:ext cx="105339" cy="105339"/>
          </a:xfrm>
          <a:prstGeom prst="rect">
            <a:avLst/>
          </a:prstGeom>
          <a:solidFill>
            <a:schemeClr val="tx1"/>
          </a:solidFill>
          <a:ln w="12700">
            <a:solidFill>
              <a:schemeClr val="tx1">
                <a:alpha val="0"/>
              </a:schemeClr>
            </a:solidFill>
            <a:prstDash val="solid"/>
          </a:ln>
        </p:spPr>
      </p:sp>
      <p:sp>
        <p:nvSpPr>
          <p:cNvPr id="214" name="Shape 211"/>
          <p:cNvSpPr/>
          <p:nvPr/>
        </p:nvSpPr>
        <p:spPr>
          <a:xfrm>
            <a:off x="6382512" y="2359152"/>
            <a:ext cx="164592" cy="164592"/>
          </a:xfrm>
          <a:prstGeom prst="rect">
            <a:avLst/>
          </a:prstGeom>
          <a:solidFill>
            <a:schemeClr val="bg2"/>
          </a:solidFill>
          <a:ln w="3175">
            <a:solidFill>
              <a:schemeClr val="bg1"/>
            </a:solidFill>
            <a:prstDash val="solid"/>
          </a:ln>
        </p:spPr>
      </p:sp>
      <p:sp>
        <p:nvSpPr>
          <p:cNvPr id="215" name="Shape 212"/>
          <p:cNvSpPr/>
          <p:nvPr/>
        </p:nvSpPr>
        <p:spPr>
          <a:xfrm>
            <a:off x="6412139" y="2388779"/>
            <a:ext cx="105339" cy="105339"/>
          </a:xfrm>
          <a:prstGeom prst="rect">
            <a:avLst/>
          </a:prstGeom>
          <a:solidFill>
            <a:schemeClr val="tx1">
              <a:alpha val="12000"/>
            </a:schemeClr>
          </a:solidFill>
          <a:ln w="12700">
            <a:solidFill>
              <a:schemeClr val="tx1">
                <a:alpha val="0"/>
              </a:schemeClr>
            </a:solidFill>
            <a:prstDash val="solid"/>
          </a:ln>
        </p:spPr>
      </p:sp>
      <p:sp>
        <p:nvSpPr>
          <p:cNvPr id="216" name="Shape 213"/>
          <p:cNvSpPr/>
          <p:nvPr/>
        </p:nvSpPr>
        <p:spPr>
          <a:xfrm>
            <a:off x="6547104" y="2359152"/>
            <a:ext cx="164592" cy="164592"/>
          </a:xfrm>
          <a:prstGeom prst="rect">
            <a:avLst/>
          </a:prstGeom>
          <a:solidFill>
            <a:schemeClr val="bg2"/>
          </a:solidFill>
          <a:ln w="3175">
            <a:solidFill>
              <a:schemeClr val="bg1"/>
            </a:solidFill>
            <a:prstDash val="solid"/>
          </a:ln>
        </p:spPr>
      </p:sp>
      <p:sp>
        <p:nvSpPr>
          <p:cNvPr id="217" name="Shape 214"/>
          <p:cNvSpPr/>
          <p:nvPr/>
        </p:nvSpPr>
        <p:spPr>
          <a:xfrm>
            <a:off x="5394960" y="2523744"/>
            <a:ext cx="164592" cy="164592"/>
          </a:xfrm>
          <a:prstGeom prst="rect">
            <a:avLst/>
          </a:prstGeom>
          <a:solidFill>
            <a:schemeClr val="bg2"/>
          </a:solidFill>
          <a:ln w="3175">
            <a:solidFill>
              <a:schemeClr val="bg1"/>
            </a:solidFill>
            <a:prstDash val="solid"/>
          </a:ln>
        </p:spPr>
      </p:sp>
      <p:sp>
        <p:nvSpPr>
          <p:cNvPr id="218" name="Shape 215"/>
          <p:cNvSpPr/>
          <p:nvPr/>
        </p:nvSpPr>
        <p:spPr>
          <a:xfrm>
            <a:off x="5559552" y="2523744"/>
            <a:ext cx="164592" cy="164592"/>
          </a:xfrm>
          <a:prstGeom prst="rect">
            <a:avLst/>
          </a:prstGeom>
          <a:solidFill>
            <a:schemeClr val="bg2"/>
          </a:solidFill>
          <a:ln w="3175">
            <a:solidFill>
              <a:schemeClr val="bg1"/>
            </a:solidFill>
            <a:prstDash val="solid"/>
          </a:ln>
        </p:spPr>
      </p:sp>
      <p:sp>
        <p:nvSpPr>
          <p:cNvPr id="219" name="Shape 216"/>
          <p:cNvSpPr/>
          <p:nvPr/>
        </p:nvSpPr>
        <p:spPr>
          <a:xfrm>
            <a:off x="5724144" y="2523744"/>
            <a:ext cx="164592" cy="164592"/>
          </a:xfrm>
          <a:prstGeom prst="rect">
            <a:avLst/>
          </a:prstGeom>
          <a:solidFill>
            <a:schemeClr val="bg2"/>
          </a:solidFill>
          <a:ln w="3175">
            <a:solidFill>
              <a:schemeClr val="bg1"/>
            </a:solidFill>
            <a:prstDash val="solid"/>
          </a:ln>
        </p:spPr>
      </p:sp>
      <p:sp>
        <p:nvSpPr>
          <p:cNvPr id="220" name="Shape 217"/>
          <p:cNvSpPr/>
          <p:nvPr/>
        </p:nvSpPr>
        <p:spPr>
          <a:xfrm>
            <a:off x="5753771" y="2553371"/>
            <a:ext cx="105339" cy="105339"/>
          </a:xfrm>
          <a:prstGeom prst="rect">
            <a:avLst/>
          </a:prstGeom>
          <a:solidFill>
            <a:schemeClr val="tx1">
              <a:alpha val="12000"/>
            </a:schemeClr>
          </a:solidFill>
          <a:ln w="12700">
            <a:solidFill>
              <a:schemeClr val="tx1">
                <a:alpha val="0"/>
              </a:schemeClr>
            </a:solidFill>
            <a:prstDash val="solid"/>
          </a:ln>
        </p:spPr>
      </p:sp>
      <p:sp>
        <p:nvSpPr>
          <p:cNvPr id="221" name="Shape 218"/>
          <p:cNvSpPr/>
          <p:nvPr/>
        </p:nvSpPr>
        <p:spPr>
          <a:xfrm>
            <a:off x="5888736" y="2523744"/>
            <a:ext cx="164592" cy="164592"/>
          </a:xfrm>
          <a:prstGeom prst="rect">
            <a:avLst/>
          </a:prstGeom>
          <a:solidFill>
            <a:schemeClr val="bg2"/>
          </a:solidFill>
          <a:ln w="3175">
            <a:solidFill>
              <a:schemeClr val="bg1"/>
            </a:solidFill>
            <a:prstDash val="solid"/>
          </a:ln>
        </p:spPr>
      </p:sp>
      <p:sp>
        <p:nvSpPr>
          <p:cNvPr id="222" name="Shape 219"/>
          <p:cNvSpPr/>
          <p:nvPr/>
        </p:nvSpPr>
        <p:spPr>
          <a:xfrm>
            <a:off x="5918363" y="2553371"/>
            <a:ext cx="105339" cy="105339"/>
          </a:xfrm>
          <a:prstGeom prst="rect">
            <a:avLst/>
          </a:prstGeom>
          <a:solidFill>
            <a:schemeClr val="tx1">
              <a:alpha val="62000"/>
            </a:schemeClr>
          </a:solidFill>
          <a:ln w="12700">
            <a:solidFill>
              <a:schemeClr val="tx1">
                <a:alpha val="0"/>
              </a:schemeClr>
            </a:solidFill>
            <a:prstDash val="solid"/>
          </a:ln>
        </p:spPr>
      </p:sp>
      <p:sp>
        <p:nvSpPr>
          <p:cNvPr id="223" name="Shape 220"/>
          <p:cNvSpPr/>
          <p:nvPr/>
        </p:nvSpPr>
        <p:spPr>
          <a:xfrm>
            <a:off x="6053328" y="2523744"/>
            <a:ext cx="164592" cy="164592"/>
          </a:xfrm>
          <a:prstGeom prst="rect">
            <a:avLst/>
          </a:prstGeom>
          <a:solidFill>
            <a:schemeClr val="bg2"/>
          </a:solidFill>
          <a:ln w="3175">
            <a:solidFill>
              <a:schemeClr val="bg1"/>
            </a:solidFill>
            <a:prstDash val="solid"/>
          </a:ln>
        </p:spPr>
      </p:sp>
      <p:sp>
        <p:nvSpPr>
          <p:cNvPr id="224" name="Shape 221"/>
          <p:cNvSpPr/>
          <p:nvPr/>
        </p:nvSpPr>
        <p:spPr>
          <a:xfrm>
            <a:off x="6082955" y="2553371"/>
            <a:ext cx="105339" cy="105339"/>
          </a:xfrm>
          <a:prstGeom prst="rect">
            <a:avLst/>
          </a:prstGeom>
          <a:solidFill>
            <a:schemeClr val="tx1"/>
          </a:solidFill>
          <a:ln w="12700">
            <a:solidFill>
              <a:schemeClr val="tx1">
                <a:alpha val="0"/>
              </a:schemeClr>
            </a:solidFill>
            <a:prstDash val="solid"/>
          </a:ln>
        </p:spPr>
      </p:sp>
      <p:sp>
        <p:nvSpPr>
          <p:cNvPr id="225" name="Shape 222"/>
          <p:cNvSpPr/>
          <p:nvPr/>
        </p:nvSpPr>
        <p:spPr>
          <a:xfrm>
            <a:off x="6217920" y="2523744"/>
            <a:ext cx="164592" cy="164592"/>
          </a:xfrm>
          <a:prstGeom prst="rect">
            <a:avLst/>
          </a:prstGeom>
          <a:solidFill>
            <a:schemeClr val="bg2"/>
          </a:solidFill>
          <a:ln w="3175">
            <a:solidFill>
              <a:schemeClr val="bg1"/>
            </a:solidFill>
            <a:prstDash val="solid"/>
          </a:ln>
        </p:spPr>
      </p:sp>
      <p:sp>
        <p:nvSpPr>
          <p:cNvPr id="226" name="Shape 223"/>
          <p:cNvSpPr/>
          <p:nvPr/>
        </p:nvSpPr>
        <p:spPr>
          <a:xfrm>
            <a:off x="6247547" y="2553371"/>
            <a:ext cx="105339" cy="105339"/>
          </a:xfrm>
          <a:prstGeom prst="rect">
            <a:avLst/>
          </a:prstGeom>
          <a:solidFill>
            <a:schemeClr val="tx1">
              <a:alpha val="44000"/>
            </a:schemeClr>
          </a:solidFill>
          <a:ln w="12700">
            <a:solidFill>
              <a:schemeClr val="tx1">
                <a:alpha val="0"/>
              </a:schemeClr>
            </a:solidFill>
            <a:prstDash val="solid"/>
          </a:ln>
        </p:spPr>
      </p:sp>
      <p:sp>
        <p:nvSpPr>
          <p:cNvPr id="227" name="Shape 224"/>
          <p:cNvSpPr/>
          <p:nvPr/>
        </p:nvSpPr>
        <p:spPr>
          <a:xfrm>
            <a:off x="6382512" y="2523744"/>
            <a:ext cx="164592" cy="164592"/>
          </a:xfrm>
          <a:prstGeom prst="rect">
            <a:avLst/>
          </a:prstGeom>
          <a:solidFill>
            <a:schemeClr val="bg2"/>
          </a:solidFill>
          <a:ln w="3175">
            <a:solidFill>
              <a:schemeClr val="bg1"/>
            </a:solidFill>
            <a:prstDash val="solid"/>
          </a:ln>
        </p:spPr>
      </p:sp>
      <p:sp>
        <p:nvSpPr>
          <p:cNvPr id="228" name="Shape 225"/>
          <p:cNvSpPr/>
          <p:nvPr/>
        </p:nvSpPr>
        <p:spPr>
          <a:xfrm>
            <a:off x="6547104" y="2523744"/>
            <a:ext cx="164592" cy="164592"/>
          </a:xfrm>
          <a:prstGeom prst="rect">
            <a:avLst/>
          </a:prstGeom>
          <a:solidFill>
            <a:schemeClr val="bg2"/>
          </a:solidFill>
          <a:ln w="3175">
            <a:solidFill>
              <a:schemeClr val="bg1"/>
            </a:solidFill>
            <a:prstDash val="solid"/>
          </a:ln>
        </p:spPr>
      </p:sp>
      <p:sp>
        <p:nvSpPr>
          <p:cNvPr id="229" name="Text 226"/>
          <p:cNvSpPr txBox="1"/>
          <p:nvPr/>
        </p:nvSpPr>
        <p:spPr>
          <a:xfrm>
            <a:off x="5303520" y="2743200"/>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元画像</a:t>
            </a:r>
            <a:endParaRPr lang="en-US" sz="1200" dirty="0"/>
          </a:p>
        </p:txBody>
      </p:sp>
      <p:sp>
        <p:nvSpPr>
          <p:cNvPr id="230" name="Shape 227"/>
          <p:cNvSpPr/>
          <p:nvPr/>
        </p:nvSpPr>
        <p:spPr>
          <a:xfrm>
            <a:off x="6967728" y="1371600"/>
            <a:ext cx="164592" cy="164592"/>
          </a:xfrm>
          <a:prstGeom prst="rect">
            <a:avLst/>
          </a:prstGeom>
          <a:solidFill>
            <a:schemeClr val="accent5">
              <a:alpha val="85000"/>
            </a:schemeClr>
          </a:solidFill>
          <a:ln w="3175">
            <a:solidFill>
              <a:schemeClr val="bg1"/>
            </a:solidFill>
            <a:prstDash val="solid"/>
          </a:ln>
        </p:spPr>
      </p:sp>
      <p:sp>
        <p:nvSpPr>
          <p:cNvPr id="231" name="Shape 228"/>
          <p:cNvSpPr/>
          <p:nvPr/>
        </p:nvSpPr>
        <p:spPr>
          <a:xfrm>
            <a:off x="7132320" y="1371600"/>
            <a:ext cx="164592" cy="164592"/>
          </a:xfrm>
          <a:prstGeom prst="rect">
            <a:avLst/>
          </a:prstGeom>
          <a:solidFill>
            <a:schemeClr val="accent5">
              <a:alpha val="85000"/>
            </a:schemeClr>
          </a:solidFill>
          <a:ln w="3175">
            <a:solidFill>
              <a:schemeClr val="bg1"/>
            </a:solidFill>
            <a:prstDash val="solid"/>
          </a:ln>
        </p:spPr>
      </p:sp>
      <p:sp>
        <p:nvSpPr>
          <p:cNvPr id="232" name="Shape 229"/>
          <p:cNvSpPr/>
          <p:nvPr/>
        </p:nvSpPr>
        <p:spPr>
          <a:xfrm>
            <a:off x="7296912" y="1371600"/>
            <a:ext cx="164592" cy="164592"/>
          </a:xfrm>
          <a:prstGeom prst="rect">
            <a:avLst/>
          </a:prstGeom>
          <a:solidFill>
            <a:schemeClr val="accent5">
              <a:alpha val="85000"/>
            </a:schemeClr>
          </a:solidFill>
          <a:ln w="3175">
            <a:solidFill>
              <a:schemeClr val="bg1"/>
            </a:solidFill>
            <a:prstDash val="solid"/>
          </a:ln>
        </p:spPr>
      </p:sp>
      <p:sp>
        <p:nvSpPr>
          <p:cNvPr id="233" name="Shape 230"/>
          <p:cNvSpPr/>
          <p:nvPr/>
        </p:nvSpPr>
        <p:spPr>
          <a:xfrm>
            <a:off x="7461504" y="1371600"/>
            <a:ext cx="164592" cy="164592"/>
          </a:xfrm>
          <a:prstGeom prst="rect">
            <a:avLst/>
          </a:prstGeom>
          <a:solidFill>
            <a:schemeClr val="bg2"/>
          </a:solidFill>
          <a:ln w="3175">
            <a:solidFill>
              <a:schemeClr val="bg1"/>
            </a:solidFill>
            <a:prstDash val="solid"/>
          </a:ln>
        </p:spPr>
      </p:sp>
      <p:sp>
        <p:nvSpPr>
          <p:cNvPr id="234" name="Shape 231"/>
          <p:cNvSpPr/>
          <p:nvPr/>
        </p:nvSpPr>
        <p:spPr>
          <a:xfrm>
            <a:off x="7491131" y="1401227"/>
            <a:ext cx="105339" cy="105339"/>
          </a:xfrm>
          <a:prstGeom prst="rect">
            <a:avLst/>
          </a:prstGeom>
          <a:solidFill>
            <a:schemeClr val="tx1">
              <a:alpha val="69000"/>
            </a:schemeClr>
          </a:solidFill>
          <a:ln w="12700">
            <a:solidFill>
              <a:schemeClr val="tx1">
                <a:alpha val="0"/>
              </a:schemeClr>
            </a:solidFill>
            <a:prstDash val="solid"/>
          </a:ln>
        </p:spPr>
      </p:sp>
      <p:sp>
        <p:nvSpPr>
          <p:cNvPr id="235" name="Shape 232"/>
          <p:cNvSpPr/>
          <p:nvPr/>
        </p:nvSpPr>
        <p:spPr>
          <a:xfrm>
            <a:off x="7626096" y="1371600"/>
            <a:ext cx="164592" cy="164592"/>
          </a:xfrm>
          <a:prstGeom prst="rect">
            <a:avLst/>
          </a:prstGeom>
          <a:solidFill>
            <a:schemeClr val="bg2"/>
          </a:solidFill>
          <a:ln w="3175">
            <a:solidFill>
              <a:schemeClr val="bg1"/>
            </a:solidFill>
            <a:prstDash val="solid"/>
          </a:ln>
        </p:spPr>
      </p:sp>
      <p:sp>
        <p:nvSpPr>
          <p:cNvPr id="236" name="Shape 233"/>
          <p:cNvSpPr/>
          <p:nvPr/>
        </p:nvSpPr>
        <p:spPr>
          <a:xfrm>
            <a:off x="7655723" y="1401227"/>
            <a:ext cx="105339" cy="105339"/>
          </a:xfrm>
          <a:prstGeom prst="rect">
            <a:avLst/>
          </a:prstGeom>
          <a:solidFill>
            <a:schemeClr val="tx1">
              <a:alpha val="81000"/>
            </a:schemeClr>
          </a:solidFill>
          <a:ln w="12700">
            <a:solidFill>
              <a:schemeClr val="tx1">
                <a:alpha val="0"/>
              </a:schemeClr>
            </a:solidFill>
            <a:prstDash val="solid"/>
          </a:ln>
        </p:spPr>
      </p:sp>
      <p:sp>
        <p:nvSpPr>
          <p:cNvPr id="237" name="Shape 234"/>
          <p:cNvSpPr/>
          <p:nvPr/>
        </p:nvSpPr>
        <p:spPr>
          <a:xfrm>
            <a:off x="7790688" y="1371600"/>
            <a:ext cx="164592" cy="164592"/>
          </a:xfrm>
          <a:prstGeom prst="rect">
            <a:avLst/>
          </a:prstGeom>
          <a:solidFill>
            <a:schemeClr val="bg2"/>
          </a:solidFill>
          <a:ln w="3175">
            <a:solidFill>
              <a:schemeClr val="bg1"/>
            </a:solidFill>
            <a:prstDash val="solid"/>
          </a:ln>
        </p:spPr>
      </p:sp>
      <p:sp>
        <p:nvSpPr>
          <p:cNvPr id="238" name="Shape 235"/>
          <p:cNvSpPr/>
          <p:nvPr/>
        </p:nvSpPr>
        <p:spPr>
          <a:xfrm>
            <a:off x="7820315" y="1401227"/>
            <a:ext cx="105339" cy="105339"/>
          </a:xfrm>
          <a:prstGeom prst="rect">
            <a:avLst/>
          </a:prstGeom>
          <a:solidFill>
            <a:schemeClr val="tx1">
              <a:alpha val="25000"/>
            </a:schemeClr>
          </a:solidFill>
          <a:ln w="12700">
            <a:solidFill>
              <a:schemeClr val="tx1">
                <a:alpha val="0"/>
              </a:schemeClr>
            </a:solidFill>
            <a:prstDash val="solid"/>
          </a:ln>
        </p:spPr>
      </p:sp>
      <p:sp>
        <p:nvSpPr>
          <p:cNvPr id="239" name="Shape 236"/>
          <p:cNvSpPr/>
          <p:nvPr/>
        </p:nvSpPr>
        <p:spPr>
          <a:xfrm>
            <a:off x="7955280" y="1371600"/>
            <a:ext cx="164592" cy="164592"/>
          </a:xfrm>
          <a:prstGeom prst="rect">
            <a:avLst/>
          </a:prstGeom>
          <a:solidFill>
            <a:schemeClr val="bg2"/>
          </a:solidFill>
          <a:ln w="3175">
            <a:solidFill>
              <a:schemeClr val="bg1"/>
            </a:solidFill>
            <a:prstDash val="solid"/>
          </a:ln>
        </p:spPr>
      </p:sp>
      <p:sp>
        <p:nvSpPr>
          <p:cNvPr id="240" name="Shape 237"/>
          <p:cNvSpPr/>
          <p:nvPr/>
        </p:nvSpPr>
        <p:spPr>
          <a:xfrm>
            <a:off x="8119872" y="1371600"/>
            <a:ext cx="164592" cy="164592"/>
          </a:xfrm>
          <a:prstGeom prst="rect">
            <a:avLst/>
          </a:prstGeom>
          <a:solidFill>
            <a:schemeClr val="bg2"/>
          </a:solidFill>
          <a:ln w="3175">
            <a:solidFill>
              <a:schemeClr val="bg1"/>
            </a:solidFill>
            <a:prstDash val="solid"/>
          </a:ln>
        </p:spPr>
      </p:sp>
      <p:sp>
        <p:nvSpPr>
          <p:cNvPr id="241" name="Shape 238"/>
          <p:cNvSpPr/>
          <p:nvPr/>
        </p:nvSpPr>
        <p:spPr>
          <a:xfrm>
            <a:off x="6967728" y="1536192"/>
            <a:ext cx="164592" cy="164592"/>
          </a:xfrm>
          <a:prstGeom prst="rect">
            <a:avLst/>
          </a:prstGeom>
          <a:solidFill>
            <a:schemeClr val="accent5">
              <a:alpha val="85000"/>
            </a:schemeClr>
          </a:solidFill>
          <a:ln w="3175">
            <a:solidFill>
              <a:schemeClr val="bg1"/>
            </a:solidFill>
            <a:prstDash val="solid"/>
          </a:ln>
        </p:spPr>
      </p:sp>
      <p:sp>
        <p:nvSpPr>
          <p:cNvPr id="242" name="Shape 239"/>
          <p:cNvSpPr/>
          <p:nvPr/>
        </p:nvSpPr>
        <p:spPr>
          <a:xfrm>
            <a:off x="7132320" y="1536192"/>
            <a:ext cx="164592" cy="164592"/>
          </a:xfrm>
          <a:prstGeom prst="rect">
            <a:avLst/>
          </a:prstGeom>
          <a:solidFill>
            <a:schemeClr val="accent5">
              <a:alpha val="85000"/>
            </a:schemeClr>
          </a:solidFill>
          <a:ln w="3175">
            <a:solidFill>
              <a:schemeClr val="bg1"/>
            </a:solidFill>
            <a:prstDash val="solid"/>
          </a:ln>
        </p:spPr>
      </p:sp>
      <p:sp>
        <p:nvSpPr>
          <p:cNvPr id="243" name="Shape 240"/>
          <p:cNvSpPr/>
          <p:nvPr/>
        </p:nvSpPr>
        <p:spPr>
          <a:xfrm>
            <a:off x="7296912" y="1536192"/>
            <a:ext cx="164592" cy="164592"/>
          </a:xfrm>
          <a:prstGeom prst="rect">
            <a:avLst/>
          </a:prstGeom>
          <a:solidFill>
            <a:schemeClr val="accent5">
              <a:alpha val="85000"/>
            </a:schemeClr>
          </a:solidFill>
          <a:ln w="3175">
            <a:solidFill>
              <a:schemeClr val="bg1"/>
            </a:solidFill>
            <a:prstDash val="solid"/>
          </a:ln>
        </p:spPr>
      </p:sp>
      <p:sp>
        <p:nvSpPr>
          <p:cNvPr id="244" name="Shape 241"/>
          <p:cNvSpPr/>
          <p:nvPr/>
        </p:nvSpPr>
        <p:spPr>
          <a:xfrm>
            <a:off x="7461504" y="1536192"/>
            <a:ext cx="164592" cy="164592"/>
          </a:xfrm>
          <a:prstGeom prst="rect">
            <a:avLst/>
          </a:prstGeom>
          <a:solidFill>
            <a:schemeClr val="bg2"/>
          </a:solidFill>
          <a:ln w="3175">
            <a:solidFill>
              <a:schemeClr val="bg1"/>
            </a:solidFill>
            <a:prstDash val="solid"/>
          </a:ln>
        </p:spPr>
      </p:sp>
      <p:sp>
        <p:nvSpPr>
          <p:cNvPr id="245" name="Shape 242"/>
          <p:cNvSpPr/>
          <p:nvPr/>
        </p:nvSpPr>
        <p:spPr>
          <a:xfrm>
            <a:off x="7491131" y="1565819"/>
            <a:ext cx="105339" cy="105339"/>
          </a:xfrm>
          <a:prstGeom prst="rect">
            <a:avLst/>
          </a:prstGeom>
          <a:solidFill>
            <a:schemeClr val="tx1"/>
          </a:solidFill>
          <a:ln w="12700">
            <a:solidFill>
              <a:schemeClr val="tx1">
                <a:alpha val="0"/>
              </a:schemeClr>
            </a:solidFill>
            <a:prstDash val="solid"/>
          </a:ln>
        </p:spPr>
      </p:sp>
      <p:sp>
        <p:nvSpPr>
          <p:cNvPr id="246" name="Shape 243"/>
          <p:cNvSpPr/>
          <p:nvPr/>
        </p:nvSpPr>
        <p:spPr>
          <a:xfrm>
            <a:off x="7626096" y="1536192"/>
            <a:ext cx="164592" cy="164592"/>
          </a:xfrm>
          <a:prstGeom prst="rect">
            <a:avLst/>
          </a:prstGeom>
          <a:solidFill>
            <a:schemeClr val="bg2"/>
          </a:solidFill>
          <a:ln w="3175">
            <a:solidFill>
              <a:schemeClr val="bg1"/>
            </a:solidFill>
            <a:prstDash val="solid"/>
          </a:ln>
        </p:spPr>
      </p:sp>
      <p:sp>
        <p:nvSpPr>
          <p:cNvPr id="247" name="Shape 244"/>
          <p:cNvSpPr/>
          <p:nvPr/>
        </p:nvSpPr>
        <p:spPr>
          <a:xfrm>
            <a:off x="7655723" y="1565819"/>
            <a:ext cx="105339" cy="105339"/>
          </a:xfrm>
          <a:prstGeom prst="rect">
            <a:avLst/>
          </a:prstGeom>
          <a:solidFill>
            <a:schemeClr val="tx1">
              <a:alpha val="81000"/>
            </a:schemeClr>
          </a:solidFill>
          <a:ln w="12700">
            <a:solidFill>
              <a:schemeClr val="tx1">
                <a:alpha val="0"/>
              </a:schemeClr>
            </a:solidFill>
            <a:prstDash val="solid"/>
          </a:ln>
        </p:spPr>
      </p:sp>
      <p:sp>
        <p:nvSpPr>
          <p:cNvPr id="248" name="Shape 245"/>
          <p:cNvSpPr/>
          <p:nvPr/>
        </p:nvSpPr>
        <p:spPr>
          <a:xfrm>
            <a:off x="7790688" y="1536192"/>
            <a:ext cx="164592" cy="164592"/>
          </a:xfrm>
          <a:prstGeom prst="rect">
            <a:avLst/>
          </a:prstGeom>
          <a:solidFill>
            <a:schemeClr val="bg2"/>
          </a:solidFill>
          <a:ln w="3175">
            <a:solidFill>
              <a:schemeClr val="bg1"/>
            </a:solidFill>
            <a:prstDash val="solid"/>
          </a:ln>
        </p:spPr>
      </p:sp>
      <p:sp>
        <p:nvSpPr>
          <p:cNvPr id="249" name="Shape 246"/>
          <p:cNvSpPr/>
          <p:nvPr/>
        </p:nvSpPr>
        <p:spPr>
          <a:xfrm>
            <a:off x="7820315" y="1565819"/>
            <a:ext cx="105339" cy="105339"/>
          </a:xfrm>
          <a:prstGeom prst="rect">
            <a:avLst/>
          </a:prstGeom>
          <a:solidFill>
            <a:schemeClr val="tx1">
              <a:alpha val="94000"/>
            </a:schemeClr>
          </a:solidFill>
          <a:ln w="12700">
            <a:solidFill>
              <a:schemeClr val="tx1">
                <a:alpha val="0"/>
              </a:schemeClr>
            </a:solidFill>
            <a:prstDash val="solid"/>
          </a:ln>
        </p:spPr>
      </p:sp>
      <p:sp>
        <p:nvSpPr>
          <p:cNvPr id="250" name="Shape 247"/>
          <p:cNvSpPr/>
          <p:nvPr/>
        </p:nvSpPr>
        <p:spPr>
          <a:xfrm>
            <a:off x="7955280" y="1536192"/>
            <a:ext cx="164592" cy="164592"/>
          </a:xfrm>
          <a:prstGeom prst="rect">
            <a:avLst/>
          </a:prstGeom>
          <a:solidFill>
            <a:schemeClr val="bg2"/>
          </a:solidFill>
          <a:ln w="3175">
            <a:solidFill>
              <a:schemeClr val="bg1"/>
            </a:solidFill>
            <a:prstDash val="solid"/>
          </a:ln>
        </p:spPr>
      </p:sp>
      <p:sp>
        <p:nvSpPr>
          <p:cNvPr id="251" name="Shape 248"/>
          <p:cNvSpPr/>
          <p:nvPr/>
        </p:nvSpPr>
        <p:spPr>
          <a:xfrm>
            <a:off x="8119872" y="1536192"/>
            <a:ext cx="164592" cy="164592"/>
          </a:xfrm>
          <a:prstGeom prst="rect">
            <a:avLst/>
          </a:prstGeom>
          <a:solidFill>
            <a:schemeClr val="bg2"/>
          </a:solidFill>
          <a:ln w="3175">
            <a:solidFill>
              <a:schemeClr val="bg1"/>
            </a:solidFill>
            <a:prstDash val="solid"/>
          </a:ln>
        </p:spPr>
      </p:sp>
      <p:sp>
        <p:nvSpPr>
          <p:cNvPr id="252" name="Shape 249"/>
          <p:cNvSpPr/>
          <p:nvPr/>
        </p:nvSpPr>
        <p:spPr>
          <a:xfrm>
            <a:off x="6967728" y="1700784"/>
            <a:ext cx="164592" cy="164592"/>
          </a:xfrm>
          <a:prstGeom prst="rect">
            <a:avLst/>
          </a:prstGeom>
          <a:solidFill>
            <a:schemeClr val="accent5">
              <a:alpha val="85000"/>
            </a:schemeClr>
          </a:solidFill>
          <a:ln w="3175">
            <a:solidFill>
              <a:schemeClr val="bg1"/>
            </a:solidFill>
            <a:prstDash val="solid"/>
          </a:ln>
        </p:spPr>
      </p:sp>
      <p:sp>
        <p:nvSpPr>
          <p:cNvPr id="253" name="Shape 250"/>
          <p:cNvSpPr/>
          <p:nvPr/>
        </p:nvSpPr>
        <p:spPr>
          <a:xfrm>
            <a:off x="7132320" y="1700784"/>
            <a:ext cx="164592" cy="164592"/>
          </a:xfrm>
          <a:prstGeom prst="rect">
            <a:avLst/>
          </a:prstGeom>
          <a:solidFill>
            <a:schemeClr val="accent5">
              <a:alpha val="85000"/>
            </a:schemeClr>
          </a:solidFill>
          <a:ln w="3175">
            <a:solidFill>
              <a:schemeClr val="bg1"/>
            </a:solidFill>
            <a:prstDash val="solid"/>
          </a:ln>
        </p:spPr>
      </p:sp>
      <p:sp>
        <p:nvSpPr>
          <p:cNvPr id="254" name="Shape 251"/>
          <p:cNvSpPr/>
          <p:nvPr/>
        </p:nvSpPr>
        <p:spPr>
          <a:xfrm>
            <a:off x="7296912" y="1700784"/>
            <a:ext cx="164592" cy="164592"/>
          </a:xfrm>
          <a:prstGeom prst="rect">
            <a:avLst/>
          </a:prstGeom>
          <a:solidFill>
            <a:schemeClr val="accent5">
              <a:alpha val="85000"/>
            </a:schemeClr>
          </a:solidFill>
          <a:ln w="3175">
            <a:solidFill>
              <a:schemeClr val="bg1"/>
            </a:solidFill>
            <a:prstDash val="solid"/>
          </a:ln>
        </p:spPr>
      </p:sp>
      <p:sp>
        <p:nvSpPr>
          <p:cNvPr id="255" name="Shape 252"/>
          <p:cNvSpPr/>
          <p:nvPr/>
        </p:nvSpPr>
        <p:spPr>
          <a:xfrm>
            <a:off x="7461504" y="1700784"/>
            <a:ext cx="164592" cy="164592"/>
          </a:xfrm>
          <a:prstGeom prst="rect">
            <a:avLst/>
          </a:prstGeom>
          <a:solidFill>
            <a:schemeClr val="bg2"/>
          </a:solidFill>
          <a:ln w="3175">
            <a:solidFill>
              <a:schemeClr val="bg1"/>
            </a:solidFill>
            <a:prstDash val="solid"/>
          </a:ln>
        </p:spPr>
      </p:sp>
      <p:sp>
        <p:nvSpPr>
          <p:cNvPr id="256" name="Shape 253"/>
          <p:cNvSpPr/>
          <p:nvPr/>
        </p:nvSpPr>
        <p:spPr>
          <a:xfrm>
            <a:off x="7491131" y="1730411"/>
            <a:ext cx="105339" cy="105339"/>
          </a:xfrm>
          <a:prstGeom prst="rect">
            <a:avLst/>
          </a:prstGeom>
          <a:solidFill>
            <a:schemeClr val="tx1">
              <a:alpha val="56000"/>
            </a:schemeClr>
          </a:solidFill>
          <a:ln w="12700">
            <a:solidFill>
              <a:schemeClr val="tx1">
                <a:alpha val="0"/>
              </a:schemeClr>
            </a:solidFill>
            <a:prstDash val="solid"/>
          </a:ln>
        </p:spPr>
      </p:sp>
      <p:sp>
        <p:nvSpPr>
          <p:cNvPr id="257" name="Shape 254"/>
          <p:cNvSpPr/>
          <p:nvPr/>
        </p:nvSpPr>
        <p:spPr>
          <a:xfrm>
            <a:off x="7626096" y="1700784"/>
            <a:ext cx="164592" cy="164592"/>
          </a:xfrm>
          <a:prstGeom prst="rect">
            <a:avLst/>
          </a:prstGeom>
          <a:solidFill>
            <a:schemeClr val="bg2"/>
          </a:solidFill>
          <a:ln w="3175">
            <a:solidFill>
              <a:schemeClr val="bg1"/>
            </a:solidFill>
            <a:prstDash val="solid"/>
          </a:ln>
        </p:spPr>
      </p:sp>
      <p:sp>
        <p:nvSpPr>
          <p:cNvPr id="258" name="Shape 255"/>
          <p:cNvSpPr/>
          <p:nvPr/>
        </p:nvSpPr>
        <p:spPr>
          <a:xfrm>
            <a:off x="7655723" y="1730411"/>
            <a:ext cx="105339" cy="105339"/>
          </a:xfrm>
          <a:prstGeom prst="rect">
            <a:avLst/>
          </a:prstGeom>
          <a:solidFill>
            <a:schemeClr val="tx1">
              <a:alpha val="6000"/>
            </a:schemeClr>
          </a:solidFill>
          <a:ln w="12700">
            <a:solidFill>
              <a:schemeClr val="tx1">
                <a:alpha val="0"/>
              </a:schemeClr>
            </a:solidFill>
            <a:prstDash val="solid"/>
          </a:ln>
        </p:spPr>
      </p:sp>
      <p:sp>
        <p:nvSpPr>
          <p:cNvPr id="259" name="Shape 256"/>
          <p:cNvSpPr/>
          <p:nvPr/>
        </p:nvSpPr>
        <p:spPr>
          <a:xfrm>
            <a:off x="7790688" y="1700784"/>
            <a:ext cx="164592" cy="164592"/>
          </a:xfrm>
          <a:prstGeom prst="rect">
            <a:avLst/>
          </a:prstGeom>
          <a:solidFill>
            <a:schemeClr val="bg2"/>
          </a:solidFill>
          <a:ln w="3175">
            <a:solidFill>
              <a:schemeClr val="bg1"/>
            </a:solidFill>
            <a:prstDash val="solid"/>
          </a:ln>
        </p:spPr>
      </p:sp>
      <p:sp>
        <p:nvSpPr>
          <p:cNvPr id="260" name="Shape 257"/>
          <p:cNvSpPr/>
          <p:nvPr/>
        </p:nvSpPr>
        <p:spPr>
          <a:xfrm>
            <a:off x="7820315" y="1730411"/>
            <a:ext cx="105339" cy="105339"/>
          </a:xfrm>
          <a:prstGeom prst="rect">
            <a:avLst/>
          </a:prstGeom>
          <a:solidFill>
            <a:schemeClr val="tx1">
              <a:alpha val="19000"/>
            </a:schemeClr>
          </a:solidFill>
          <a:ln w="12700">
            <a:solidFill>
              <a:schemeClr val="tx1">
                <a:alpha val="0"/>
              </a:schemeClr>
            </a:solidFill>
            <a:prstDash val="solid"/>
          </a:ln>
        </p:spPr>
      </p:sp>
      <p:sp>
        <p:nvSpPr>
          <p:cNvPr id="261" name="Shape 258"/>
          <p:cNvSpPr/>
          <p:nvPr/>
        </p:nvSpPr>
        <p:spPr>
          <a:xfrm>
            <a:off x="7955280" y="1700784"/>
            <a:ext cx="164592" cy="164592"/>
          </a:xfrm>
          <a:prstGeom prst="rect">
            <a:avLst/>
          </a:prstGeom>
          <a:solidFill>
            <a:schemeClr val="bg2"/>
          </a:solidFill>
          <a:ln w="3175">
            <a:solidFill>
              <a:schemeClr val="bg1"/>
            </a:solidFill>
            <a:prstDash val="solid"/>
          </a:ln>
        </p:spPr>
      </p:sp>
      <p:sp>
        <p:nvSpPr>
          <p:cNvPr id="262" name="Shape 259"/>
          <p:cNvSpPr/>
          <p:nvPr/>
        </p:nvSpPr>
        <p:spPr>
          <a:xfrm>
            <a:off x="8119872" y="1700784"/>
            <a:ext cx="164592" cy="164592"/>
          </a:xfrm>
          <a:prstGeom prst="rect">
            <a:avLst/>
          </a:prstGeom>
          <a:solidFill>
            <a:schemeClr val="bg2"/>
          </a:solidFill>
          <a:ln w="3175">
            <a:solidFill>
              <a:schemeClr val="bg1"/>
            </a:solidFill>
            <a:prstDash val="solid"/>
          </a:ln>
        </p:spPr>
      </p:sp>
      <p:sp>
        <p:nvSpPr>
          <p:cNvPr id="263" name="Shape 260"/>
          <p:cNvSpPr/>
          <p:nvPr/>
        </p:nvSpPr>
        <p:spPr>
          <a:xfrm>
            <a:off x="6967728" y="1865376"/>
            <a:ext cx="164592" cy="164592"/>
          </a:xfrm>
          <a:prstGeom prst="rect">
            <a:avLst/>
          </a:prstGeom>
          <a:solidFill>
            <a:schemeClr val="accent5">
              <a:alpha val="85000"/>
            </a:schemeClr>
          </a:solidFill>
          <a:ln w="3175">
            <a:solidFill>
              <a:schemeClr val="bg1"/>
            </a:solidFill>
            <a:prstDash val="solid"/>
          </a:ln>
        </p:spPr>
      </p:sp>
      <p:sp>
        <p:nvSpPr>
          <p:cNvPr id="264" name="Shape 261"/>
          <p:cNvSpPr/>
          <p:nvPr/>
        </p:nvSpPr>
        <p:spPr>
          <a:xfrm>
            <a:off x="7132320" y="1865376"/>
            <a:ext cx="164592" cy="164592"/>
          </a:xfrm>
          <a:prstGeom prst="rect">
            <a:avLst/>
          </a:prstGeom>
          <a:solidFill>
            <a:schemeClr val="accent5">
              <a:alpha val="85000"/>
            </a:schemeClr>
          </a:solidFill>
          <a:ln w="3175">
            <a:solidFill>
              <a:schemeClr val="bg1"/>
            </a:solidFill>
            <a:prstDash val="solid"/>
          </a:ln>
        </p:spPr>
      </p:sp>
      <p:sp>
        <p:nvSpPr>
          <p:cNvPr id="265" name="Shape 262"/>
          <p:cNvSpPr/>
          <p:nvPr/>
        </p:nvSpPr>
        <p:spPr>
          <a:xfrm>
            <a:off x="7296912" y="1865376"/>
            <a:ext cx="164592" cy="164592"/>
          </a:xfrm>
          <a:prstGeom prst="rect">
            <a:avLst/>
          </a:prstGeom>
          <a:solidFill>
            <a:schemeClr val="accent5">
              <a:alpha val="85000"/>
            </a:schemeClr>
          </a:solidFill>
          <a:ln w="3175">
            <a:solidFill>
              <a:schemeClr val="bg1"/>
            </a:solidFill>
            <a:prstDash val="solid"/>
          </a:ln>
        </p:spPr>
      </p:sp>
      <p:sp>
        <p:nvSpPr>
          <p:cNvPr id="266" name="Shape 263"/>
          <p:cNvSpPr/>
          <p:nvPr/>
        </p:nvSpPr>
        <p:spPr>
          <a:xfrm>
            <a:off x="7461504" y="1865376"/>
            <a:ext cx="164592" cy="164592"/>
          </a:xfrm>
          <a:prstGeom prst="rect">
            <a:avLst/>
          </a:prstGeom>
          <a:solidFill>
            <a:schemeClr val="bg2"/>
          </a:solidFill>
          <a:ln w="3175">
            <a:solidFill>
              <a:schemeClr val="bg1"/>
            </a:solidFill>
            <a:prstDash val="solid"/>
          </a:ln>
        </p:spPr>
      </p:sp>
      <p:sp>
        <p:nvSpPr>
          <p:cNvPr id="267" name="Shape 264"/>
          <p:cNvSpPr/>
          <p:nvPr/>
        </p:nvSpPr>
        <p:spPr>
          <a:xfrm>
            <a:off x="7491131" y="1895003"/>
            <a:ext cx="105339" cy="105339"/>
          </a:xfrm>
          <a:prstGeom prst="rect">
            <a:avLst/>
          </a:prstGeom>
          <a:solidFill>
            <a:schemeClr val="tx1">
              <a:alpha val="37000"/>
            </a:schemeClr>
          </a:solidFill>
          <a:ln w="12700">
            <a:solidFill>
              <a:schemeClr val="tx1">
                <a:alpha val="0"/>
              </a:schemeClr>
            </a:solidFill>
            <a:prstDash val="solid"/>
          </a:ln>
        </p:spPr>
      </p:sp>
      <p:sp>
        <p:nvSpPr>
          <p:cNvPr id="268" name="Shape 265"/>
          <p:cNvSpPr/>
          <p:nvPr/>
        </p:nvSpPr>
        <p:spPr>
          <a:xfrm>
            <a:off x="7626096" y="1865376"/>
            <a:ext cx="164592" cy="164592"/>
          </a:xfrm>
          <a:prstGeom prst="rect">
            <a:avLst/>
          </a:prstGeom>
          <a:solidFill>
            <a:schemeClr val="bg2"/>
          </a:solidFill>
          <a:ln w="3175">
            <a:solidFill>
              <a:schemeClr val="bg1"/>
            </a:solidFill>
            <a:prstDash val="solid"/>
          </a:ln>
        </p:spPr>
      </p:sp>
      <p:sp>
        <p:nvSpPr>
          <p:cNvPr id="269" name="Shape 266"/>
          <p:cNvSpPr/>
          <p:nvPr/>
        </p:nvSpPr>
        <p:spPr>
          <a:xfrm>
            <a:off x="7655723" y="1895003"/>
            <a:ext cx="105339" cy="105339"/>
          </a:xfrm>
          <a:prstGeom prst="rect">
            <a:avLst/>
          </a:prstGeom>
          <a:solidFill>
            <a:schemeClr val="tx1">
              <a:alpha val="87000"/>
            </a:schemeClr>
          </a:solidFill>
          <a:ln w="12700">
            <a:solidFill>
              <a:schemeClr val="tx1">
                <a:alpha val="0"/>
              </a:schemeClr>
            </a:solidFill>
            <a:prstDash val="solid"/>
          </a:ln>
        </p:spPr>
      </p:sp>
      <p:sp>
        <p:nvSpPr>
          <p:cNvPr id="270" name="Shape 267"/>
          <p:cNvSpPr/>
          <p:nvPr/>
        </p:nvSpPr>
        <p:spPr>
          <a:xfrm>
            <a:off x="7790688" y="1865376"/>
            <a:ext cx="164592" cy="164592"/>
          </a:xfrm>
          <a:prstGeom prst="rect">
            <a:avLst/>
          </a:prstGeom>
          <a:solidFill>
            <a:schemeClr val="bg2"/>
          </a:solidFill>
          <a:ln w="3175">
            <a:solidFill>
              <a:schemeClr val="bg1"/>
            </a:solidFill>
            <a:prstDash val="solid"/>
          </a:ln>
        </p:spPr>
      </p:sp>
      <p:sp>
        <p:nvSpPr>
          <p:cNvPr id="271" name="Shape 268"/>
          <p:cNvSpPr/>
          <p:nvPr/>
        </p:nvSpPr>
        <p:spPr>
          <a:xfrm>
            <a:off x="7820315" y="1895003"/>
            <a:ext cx="105339" cy="105339"/>
          </a:xfrm>
          <a:prstGeom prst="rect">
            <a:avLst/>
          </a:prstGeom>
          <a:solidFill>
            <a:schemeClr val="tx1">
              <a:alpha val="56000"/>
            </a:schemeClr>
          </a:solidFill>
          <a:ln w="12700">
            <a:solidFill>
              <a:schemeClr val="tx1">
                <a:alpha val="0"/>
              </a:schemeClr>
            </a:solidFill>
            <a:prstDash val="solid"/>
          </a:ln>
        </p:spPr>
      </p:sp>
      <p:sp>
        <p:nvSpPr>
          <p:cNvPr id="272" name="Shape 269"/>
          <p:cNvSpPr/>
          <p:nvPr/>
        </p:nvSpPr>
        <p:spPr>
          <a:xfrm>
            <a:off x="7955280" y="1865376"/>
            <a:ext cx="164592" cy="164592"/>
          </a:xfrm>
          <a:prstGeom prst="rect">
            <a:avLst/>
          </a:prstGeom>
          <a:solidFill>
            <a:schemeClr val="bg2"/>
          </a:solidFill>
          <a:ln w="3175">
            <a:solidFill>
              <a:schemeClr val="bg1"/>
            </a:solidFill>
            <a:prstDash val="solid"/>
          </a:ln>
        </p:spPr>
      </p:sp>
      <p:sp>
        <p:nvSpPr>
          <p:cNvPr id="273" name="Shape 270"/>
          <p:cNvSpPr/>
          <p:nvPr/>
        </p:nvSpPr>
        <p:spPr>
          <a:xfrm>
            <a:off x="7984907" y="1895003"/>
            <a:ext cx="105339" cy="105339"/>
          </a:xfrm>
          <a:prstGeom prst="rect">
            <a:avLst/>
          </a:prstGeom>
          <a:solidFill>
            <a:schemeClr val="tx1">
              <a:alpha val="6000"/>
            </a:schemeClr>
          </a:solidFill>
          <a:ln w="12700">
            <a:solidFill>
              <a:schemeClr val="tx1">
                <a:alpha val="0"/>
              </a:schemeClr>
            </a:solidFill>
            <a:prstDash val="solid"/>
          </a:ln>
        </p:spPr>
      </p:sp>
      <p:sp>
        <p:nvSpPr>
          <p:cNvPr id="274" name="Shape 271"/>
          <p:cNvSpPr/>
          <p:nvPr/>
        </p:nvSpPr>
        <p:spPr>
          <a:xfrm>
            <a:off x="8119872" y="1865376"/>
            <a:ext cx="164592" cy="164592"/>
          </a:xfrm>
          <a:prstGeom prst="rect">
            <a:avLst/>
          </a:prstGeom>
          <a:solidFill>
            <a:schemeClr val="bg2"/>
          </a:solidFill>
          <a:ln w="3175">
            <a:solidFill>
              <a:schemeClr val="bg1"/>
            </a:solidFill>
            <a:prstDash val="solid"/>
          </a:ln>
        </p:spPr>
      </p:sp>
      <p:sp>
        <p:nvSpPr>
          <p:cNvPr id="275" name="Shape 272"/>
          <p:cNvSpPr/>
          <p:nvPr/>
        </p:nvSpPr>
        <p:spPr>
          <a:xfrm>
            <a:off x="6967728" y="2029968"/>
            <a:ext cx="164592" cy="164592"/>
          </a:xfrm>
          <a:prstGeom prst="rect">
            <a:avLst/>
          </a:prstGeom>
          <a:solidFill>
            <a:schemeClr val="accent5">
              <a:alpha val="85000"/>
            </a:schemeClr>
          </a:solidFill>
          <a:ln w="3175">
            <a:solidFill>
              <a:schemeClr val="bg1"/>
            </a:solidFill>
            <a:prstDash val="solid"/>
          </a:ln>
        </p:spPr>
      </p:sp>
      <p:sp>
        <p:nvSpPr>
          <p:cNvPr id="276" name="Shape 273"/>
          <p:cNvSpPr/>
          <p:nvPr/>
        </p:nvSpPr>
        <p:spPr>
          <a:xfrm>
            <a:off x="7132320" y="2029968"/>
            <a:ext cx="164592" cy="164592"/>
          </a:xfrm>
          <a:prstGeom prst="rect">
            <a:avLst/>
          </a:prstGeom>
          <a:solidFill>
            <a:schemeClr val="accent5">
              <a:alpha val="85000"/>
            </a:schemeClr>
          </a:solidFill>
          <a:ln w="3175">
            <a:solidFill>
              <a:schemeClr val="bg1"/>
            </a:solidFill>
            <a:prstDash val="solid"/>
          </a:ln>
        </p:spPr>
      </p:sp>
      <p:sp>
        <p:nvSpPr>
          <p:cNvPr id="277" name="Shape 274"/>
          <p:cNvSpPr/>
          <p:nvPr/>
        </p:nvSpPr>
        <p:spPr>
          <a:xfrm>
            <a:off x="7296912" y="2029968"/>
            <a:ext cx="164592" cy="164592"/>
          </a:xfrm>
          <a:prstGeom prst="rect">
            <a:avLst/>
          </a:prstGeom>
          <a:solidFill>
            <a:schemeClr val="accent5">
              <a:alpha val="85000"/>
            </a:schemeClr>
          </a:solidFill>
          <a:ln w="3175">
            <a:solidFill>
              <a:schemeClr val="bg1"/>
            </a:solidFill>
            <a:prstDash val="solid"/>
          </a:ln>
        </p:spPr>
      </p:sp>
      <p:sp>
        <p:nvSpPr>
          <p:cNvPr id="278" name="Shape 275"/>
          <p:cNvSpPr/>
          <p:nvPr/>
        </p:nvSpPr>
        <p:spPr>
          <a:xfrm>
            <a:off x="7461504" y="2029968"/>
            <a:ext cx="164592" cy="164592"/>
          </a:xfrm>
          <a:prstGeom prst="rect">
            <a:avLst/>
          </a:prstGeom>
          <a:solidFill>
            <a:schemeClr val="bg2"/>
          </a:solidFill>
          <a:ln w="3175">
            <a:solidFill>
              <a:schemeClr val="bg1"/>
            </a:solidFill>
            <a:prstDash val="solid"/>
          </a:ln>
        </p:spPr>
      </p:sp>
      <p:sp>
        <p:nvSpPr>
          <p:cNvPr id="279" name="Shape 276"/>
          <p:cNvSpPr/>
          <p:nvPr/>
        </p:nvSpPr>
        <p:spPr>
          <a:xfrm>
            <a:off x="7491131" y="2059595"/>
            <a:ext cx="105339" cy="105339"/>
          </a:xfrm>
          <a:prstGeom prst="rect">
            <a:avLst/>
          </a:prstGeom>
          <a:solidFill>
            <a:schemeClr val="tx1"/>
          </a:solidFill>
          <a:ln w="12700">
            <a:solidFill>
              <a:schemeClr val="tx1">
                <a:alpha val="0"/>
              </a:schemeClr>
            </a:solidFill>
            <a:prstDash val="solid"/>
          </a:ln>
        </p:spPr>
      </p:sp>
      <p:sp>
        <p:nvSpPr>
          <p:cNvPr id="280" name="Shape 277"/>
          <p:cNvSpPr/>
          <p:nvPr/>
        </p:nvSpPr>
        <p:spPr>
          <a:xfrm>
            <a:off x="7626096" y="2029968"/>
            <a:ext cx="164592" cy="164592"/>
          </a:xfrm>
          <a:prstGeom prst="rect">
            <a:avLst/>
          </a:prstGeom>
          <a:solidFill>
            <a:schemeClr val="bg2"/>
          </a:solidFill>
          <a:ln w="3175">
            <a:solidFill>
              <a:schemeClr val="bg1"/>
            </a:solidFill>
            <a:prstDash val="solid"/>
          </a:ln>
        </p:spPr>
      </p:sp>
      <p:sp>
        <p:nvSpPr>
          <p:cNvPr id="281" name="Shape 278"/>
          <p:cNvSpPr/>
          <p:nvPr/>
        </p:nvSpPr>
        <p:spPr>
          <a:xfrm>
            <a:off x="7655723" y="2059595"/>
            <a:ext cx="105339" cy="105339"/>
          </a:xfrm>
          <a:prstGeom prst="rect">
            <a:avLst/>
          </a:prstGeom>
          <a:solidFill>
            <a:schemeClr val="tx1"/>
          </a:solidFill>
          <a:ln w="12700">
            <a:solidFill>
              <a:schemeClr val="tx1">
                <a:alpha val="0"/>
              </a:schemeClr>
            </a:solidFill>
            <a:prstDash val="solid"/>
          </a:ln>
        </p:spPr>
      </p:sp>
      <p:sp>
        <p:nvSpPr>
          <p:cNvPr id="282" name="Shape 279"/>
          <p:cNvSpPr/>
          <p:nvPr/>
        </p:nvSpPr>
        <p:spPr>
          <a:xfrm>
            <a:off x="7790688" y="2029968"/>
            <a:ext cx="164592" cy="164592"/>
          </a:xfrm>
          <a:prstGeom prst="rect">
            <a:avLst/>
          </a:prstGeom>
          <a:solidFill>
            <a:schemeClr val="bg2"/>
          </a:solidFill>
          <a:ln w="3175">
            <a:solidFill>
              <a:schemeClr val="bg1"/>
            </a:solidFill>
            <a:prstDash val="solid"/>
          </a:ln>
        </p:spPr>
      </p:sp>
      <p:sp>
        <p:nvSpPr>
          <p:cNvPr id="283" name="Shape 280"/>
          <p:cNvSpPr/>
          <p:nvPr/>
        </p:nvSpPr>
        <p:spPr>
          <a:xfrm>
            <a:off x="7820315" y="2059595"/>
            <a:ext cx="105339" cy="105339"/>
          </a:xfrm>
          <a:prstGeom prst="rect">
            <a:avLst/>
          </a:prstGeom>
          <a:solidFill>
            <a:schemeClr val="tx1"/>
          </a:solidFill>
          <a:ln w="12700">
            <a:solidFill>
              <a:schemeClr val="tx1">
                <a:alpha val="0"/>
              </a:schemeClr>
            </a:solidFill>
            <a:prstDash val="solid"/>
          </a:ln>
        </p:spPr>
      </p:sp>
      <p:sp>
        <p:nvSpPr>
          <p:cNvPr id="284" name="Shape 281"/>
          <p:cNvSpPr/>
          <p:nvPr/>
        </p:nvSpPr>
        <p:spPr>
          <a:xfrm>
            <a:off x="7955280" y="2029968"/>
            <a:ext cx="164592" cy="164592"/>
          </a:xfrm>
          <a:prstGeom prst="rect">
            <a:avLst/>
          </a:prstGeom>
          <a:solidFill>
            <a:schemeClr val="bg2"/>
          </a:solidFill>
          <a:ln w="3175">
            <a:solidFill>
              <a:schemeClr val="bg1"/>
            </a:solidFill>
            <a:prstDash val="solid"/>
          </a:ln>
        </p:spPr>
      </p:sp>
      <p:sp>
        <p:nvSpPr>
          <p:cNvPr id="285" name="Shape 282"/>
          <p:cNvSpPr/>
          <p:nvPr/>
        </p:nvSpPr>
        <p:spPr>
          <a:xfrm>
            <a:off x="7984907" y="2059595"/>
            <a:ext cx="105339" cy="105339"/>
          </a:xfrm>
          <a:prstGeom prst="rect">
            <a:avLst/>
          </a:prstGeom>
          <a:solidFill>
            <a:schemeClr val="tx1">
              <a:alpha val="37000"/>
            </a:schemeClr>
          </a:solidFill>
          <a:ln w="12700">
            <a:solidFill>
              <a:schemeClr val="tx1">
                <a:alpha val="0"/>
              </a:schemeClr>
            </a:solidFill>
            <a:prstDash val="solid"/>
          </a:ln>
        </p:spPr>
      </p:sp>
      <p:sp>
        <p:nvSpPr>
          <p:cNvPr id="286" name="Shape 283"/>
          <p:cNvSpPr/>
          <p:nvPr/>
        </p:nvSpPr>
        <p:spPr>
          <a:xfrm>
            <a:off x="8119872" y="2029968"/>
            <a:ext cx="164592" cy="164592"/>
          </a:xfrm>
          <a:prstGeom prst="rect">
            <a:avLst/>
          </a:prstGeom>
          <a:solidFill>
            <a:schemeClr val="bg2"/>
          </a:solidFill>
          <a:ln w="3175">
            <a:solidFill>
              <a:schemeClr val="bg1"/>
            </a:solidFill>
            <a:prstDash val="solid"/>
          </a:ln>
        </p:spPr>
      </p:sp>
      <p:sp>
        <p:nvSpPr>
          <p:cNvPr id="287" name="Shape 284"/>
          <p:cNvSpPr/>
          <p:nvPr/>
        </p:nvSpPr>
        <p:spPr>
          <a:xfrm>
            <a:off x="6967728" y="2194560"/>
            <a:ext cx="164592" cy="164592"/>
          </a:xfrm>
          <a:prstGeom prst="rect">
            <a:avLst/>
          </a:prstGeom>
          <a:solidFill>
            <a:schemeClr val="accent5">
              <a:alpha val="85000"/>
            </a:schemeClr>
          </a:solidFill>
          <a:ln w="3175">
            <a:solidFill>
              <a:schemeClr val="bg1"/>
            </a:solidFill>
            <a:prstDash val="solid"/>
          </a:ln>
        </p:spPr>
      </p:sp>
      <p:sp>
        <p:nvSpPr>
          <p:cNvPr id="288" name="Shape 285"/>
          <p:cNvSpPr/>
          <p:nvPr/>
        </p:nvSpPr>
        <p:spPr>
          <a:xfrm>
            <a:off x="7132320" y="2194560"/>
            <a:ext cx="164592" cy="164592"/>
          </a:xfrm>
          <a:prstGeom prst="rect">
            <a:avLst/>
          </a:prstGeom>
          <a:solidFill>
            <a:schemeClr val="accent5">
              <a:alpha val="85000"/>
            </a:schemeClr>
          </a:solidFill>
          <a:ln w="3175">
            <a:solidFill>
              <a:schemeClr val="bg1"/>
            </a:solidFill>
            <a:prstDash val="solid"/>
          </a:ln>
        </p:spPr>
      </p:sp>
      <p:sp>
        <p:nvSpPr>
          <p:cNvPr id="289" name="Shape 286"/>
          <p:cNvSpPr/>
          <p:nvPr/>
        </p:nvSpPr>
        <p:spPr>
          <a:xfrm>
            <a:off x="7296912" y="2194560"/>
            <a:ext cx="164592" cy="164592"/>
          </a:xfrm>
          <a:prstGeom prst="rect">
            <a:avLst/>
          </a:prstGeom>
          <a:solidFill>
            <a:schemeClr val="accent5">
              <a:alpha val="85000"/>
            </a:schemeClr>
          </a:solidFill>
          <a:ln w="3175">
            <a:solidFill>
              <a:schemeClr val="bg1"/>
            </a:solidFill>
            <a:prstDash val="solid"/>
          </a:ln>
        </p:spPr>
      </p:sp>
      <p:sp>
        <p:nvSpPr>
          <p:cNvPr id="290" name="Shape 287"/>
          <p:cNvSpPr/>
          <p:nvPr/>
        </p:nvSpPr>
        <p:spPr>
          <a:xfrm>
            <a:off x="7461504" y="2194560"/>
            <a:ext cx="164592" cy="164592"/>
          </a:xfrm>
          <a:prstGeom prst="rect">
            <a:avLst/>
          </a:prstGeom>
          <a:solidFill>
            <a:schemeClr val="bg2"/>
          </a:solidFill>
          <a:ln w="3175">
            <a:solidFill>
              <a:schemeClr val="bg1"/>
            </a:solidFill>
            <a:prstDash val="solid"/>
          </a:ln>
        </p:spPr>
      </p:sp>
      <p:sp>
        <p:nvSpPr>
          <p:cNvPr id="291" name="Shape 288"/>
          <p:cNvSpPr/>
          <p:nvPr/>
        </p:nvSpPr>
        <p:spPr>
          <a:xfrm>
            <a:off x="7491131" y="2224187"/>
            <a:ext cx="105339" cy="105339"/>
          </a:xfrm>
          <a:prstGeom prst="rect">
            <a:avLst/>
          </a:prstGeom>
          <a:solidFill>
            <a:schemeClr val="tx1">
              <a:alpha val="87000"/>
            </a:schemeClr>
          </a:solidFill>
          <a:ln w="12700">
            <a:solidFill>
              <a:schemeClr val="tx1">
                <a:alpha val="0"/>
              </a:schemeClr>
            </a:solidFill>
            <a:prstDash val="solid"/>
          </a:ln>
        </p:spPr>
      </p:sp>
      <p:sp>
        <p:nvSpPr>
          <p:cNvPr id="292" name="Shape 289"/>
          <p:cNvSpPr/>
          <p:nvPr/>
        </p:nvSpPr>
        <p:spPr>
          <a:xfrm>
            <a:off x="7626096" y="2194560"/>
            <a:ext cx="164592" cy="164592"/>
          </a:xfrm>
          <a:prstGeom prst="rect">
            <a:avLst/>
          </a:prstGeom>
          <a:solidFill>
            <a:schemeClr val="bg2"/>
          </a:solidFill>
          <a:ln w="3175">
            <a:solidFill>
              <a:schemeClr val="bg1"/>
            </a:solidFill>
            <a:prstDash val="solid"/>
          </a:ln>
        </p:spPr>
      </p:sp>
      <p:sp>
        <p:nvSpPr>
          <p:cNvPr id="293" name="Shape 290"/>
          <p:cNvSpPr/>
          <p:nvPr/>
        </p:nvSpPr>
        <p:spPr>
          <a:xfrm>
            <a:off x="7655723" y="2224187"/>
            <a:ext cx="105339" cy="105339"/>
          </a:xfrm>
          <a:prstGeom prst="rect">
            <a:avLst/>
          </a:prstGeom>
          <a:solidFill>
            <a:schemeClr val="tx1">
              <a:alpha val="25000"/>
            </a:schemeClr>
          </a:solidFill>
          <a:ln w="12700">
            <a:solidFill>
              <a:schemeClr val="tx1">
                <a:alpha val="0"/>
              </a:schemeClr>
            </a:solidFill>
            <a:prstDash val="solid"/>
          </a:ln>
        </p:spPr>
      </p:sp>
      <p:sp>
        <p:nvSpPr>
          <p:cNvPr id="294" name="Shape 291"/>
          <p:cNvSpPr/>
          <p:nvPr/>
        </p:nvSpPr>
        <p:spPr>
          <a:xfrm>
            <a:off x="7790688" y="2194560"/>
            <a:ext cx="164592" cy="164592"/>
          </a:xfrm>
          <a:prstGeom prst="rect">
            <a:avLst/>
          </a:prstGeom>
          <a:solidFill>
            <a:schemeClr val="bg2"/>
          </a:solidFill>
          <a:ln w="3175">
            <a:solidFill>
              <a:schemeClr val="bg1"/>
            </a:solidFill>
            <a:prstDash val="solid"/>
          </a:ln>
        </p:spPr>
      </p:sp>
      <p:sp>
        <p:nvSpPr>
          <p:cNvPr id="295" name="Shape 292"/>
          <p:cNvSpPr/>
          <p:nvPr/>
        </p:nvSpPr>
        <p:spPr>
          <a:xfrm>
            <a:off x="7820315" y="2224187"/>
            <a:ext cx="105339" cy="105339"/>
          </a:xfrm>
          <a:prstGeom prst="rect">
            <a:avLst/>
          </a:prstGeom>
          <a:solidFill>
            <a:schemeClr val="tx1"/>
          </a:solidFill>
          <a:ln w="12700">
            <a:solidFill>
              <a:schemeClr val="tx1">
                <a:alpha val="0"/>
              </a:schemeClr>
            </a:solidFill>
            <a:prstDash val="solid"/>
          </a:ln>
        </p:spPr>
      </p:sp>
      <p:sp>
        <p:nvSpPr>
          <p:cNvPr id="296" name="Shape 293"/>
          <p:cNvSpPr/>
          <p:nvPr/>
        </p:nvSpPr>
        <p:spPr>
          <a:xfrm>
            <a:off x="7955280" y="2194560"/>
            <a:ext cx="164592" cy="164592"/>
          </a:xfrm>
          <a:prstGeom prst="rect">
            <a:avLst/>
          </a:prstGeom>
          <a:solidFill>
            <a:schemeClr val="bg2"/>
          </a:solidFill>
          <a:ln w="3175">
            <a:solidFill>
              <a:schemeClr val="bg1"/>
            </a:solidFill>
            <a:prstDash val="solid"/>
          </a:ln>
        </p:spPr>
      </p:sp>
      <p:sp>
        <p:nvSpPr>
          <p:cNvPr id="297" name="Shape 294"/>
          <p:cNvSpPr/>
          <p:nvPr/>
        </p:nvSpPr>
        <p:spPr>
          <a:xfrm>
            <a:off x="7984907" y="2224187"/>
            <a:ext cx="105339" cy="105339"/>
          </a:xfrm>
          <a:prstGeom prst="rect">
            <a:avLst/>
          </a:prstGeom>
          <a:solidFill>
            <a:schemeClr val="tx1">
              <a:alpha val="50000"/>
            </a:schemeClr>
          </a:solidFill>
          <a:ln w="12700">
            <a:solidFill>
              <a:schemeClr val="tx1">
                <a:alpha val="0"/>
              </a:schemeClr>
            </a:solidFill>
            <a:prstDash val="solid"/>
          </a:ln>
        </p:spPr>
      </p:sp>
      <p:sp>
        <p:nvSpPr>
          <p:cNvPr id="298" name="Shape 295"/>
          <p:cNvSpPr/>
          <p:nvPr/>
        </p:nvSpPr>
        <p:spPr>
          <a:xfrm>
            <a:off x="8119872" y="2194560"/>
            <a:ext cx="164592" cy="164592"/>
          </a:xfrm>
          <a:prstGeom prst="rect">
            <a:avLst/>
          </a:prstGeom>
          <a:solidFill>
            <a:schemeClr val="bg2"/>
          </a:solidFill>
          <a:ln w="3175">
            <a:solidFill>
              <a:schemeClr val="bg1"/>
            </a:solidFill>
            <a:prstDash val="solid"/>
          </a:ln>
        </p:spPr>
      </p:sp>
      <p:sp>
        <p:nvSpPr>
          <p:cNvPr id="299" name="Shape 296"/>
          <p:cNvSpPr/>
          <p:nvPr/>
        </p:nvSpPr>
        <p:spPr>
          <a:xfrm>
            <a:off x="6967728" y="2359152"/>
            <a:ext cx="164592" cy="164592"/>
          </a:xfrm>
          <a:prstGeom prst="rect">
            <a:avLst/>
          </a:prstGeom>
          <a:solidFill>
            <a:schemeClr val="accent5">
              <a:alpha val="85000"/>
            </a:schemeClr>
          </a:solidFill>
          <a:ln w="3175">
            <a:solidFill>
              <a:schemeClr val="bg1"/>
            </a:solidFill>
            <a:prstDash val="solid"/>
          </a:ln>
        </p:spPr>
      </p:sp>
      <p:sp>
        <p:nvSpPr>
          <p:cNvPr id="300" name="Shape 297"/>
          <p:cNvSpPr/>
          <p:nvPr/>
        </p:nvSpPr>
        <p:spPr>
          <a:xfrm>
            <a:off x="7132320" y="2359152"/>
            <a:ext cx="164592" cy="164592"/>
          </a:xfrm>
          <a:prstGeom prst="rect">
            <a:avLst/>
          </a:prstGeom>
          <a:solidFill>
            <a:schemeClr val="accent5">
              <a:alpha val="85000"/>
            </a:schemeClr>
          </a:solidFill>
          <a:ln w="3175">
            <a:solidFill>
              <a:schemeClr val="bg1"/>
            </a:solidFill>
            <a:prstDash val="solid"/>
          </a:ln>
        </p:spPr>
      </p:sp>
      <p:sp>
        <p:nvSpPr>
          <p:cNvPr id="301" name="Shape 298"/>
          <p:cNvSpPr/>
          <p:nvPr/>
        </p:nvSpPr>
        <p:spPr>
          <a:xfrm>
            <a:off x="7296912" y="2359152"/>
            <a:ext cx="164592" cy="164592"/>
          </a:xfrm>
          <a:prstGeom prst="rect">
            <a:avLst/>
          </a:prstGeom>
          <a:solidFill>
            <a:schemeClr val="accent5">
              <a:alpha val="85000"/>
            </a:schemeClr>
          </a:solidFill>
          <a:ln w="3175">
            <a:solidFill>
              <a:schemeClr val="bg1"/>
            </a:solidFill>
            <a:prstDash val="solid"/>
          </a:ln>
        </p:spPr>
      </p:sp>
      <p:sp>
        <p:nvSpPr>
          <p:cNvPr id="302" name="Shape 299"/>
          <p:cNvSpPr/>
          <p:nvPr/>
        </p:nvSpPr>
        <p:spPr>
          <a:xfrm>
            <a:off x="7461504" y="2359152"/>
            <a:ext cx="164592" cy="164592"/>
          </a:xfrm>
          <a:prstGeom prst="rect">
            <a:avLst/>
          </a:prstGeom>
          <a:solidFill>
            <a:schemeClr val="bg2"/>
          </a:solidFill>
          <a:ln w="3175">
            <a:solidFill>
              <a:schemeClr val="bg1"/>
            </a:solidFill>
            <a:prstDash val="solid"/>
          </a:ln>
        </p:spPr>
      </p:sp>
      <p:sp>
        <p:nvSpPr>
          <p:cNvPr id="303" name="Shape 300"/>
          <p:cNvSpPr/>
          <p:nvPr/>
        </p:nvSpPr>
        <p:spPr>
          <a:xfrm>
            <a:off x="7491131" y="2388779"/>
            <a:ext cx="105339" cy="105339"/>
          </a:xfrm>
          <a:prstGeom prst="rect">
            <a:avLst/>
          </a:prstGeom>
          <a:solidFill>
            <a:schemeClr val="tx1"/>
          </a:solidFill>
          <a:ln w="12700">
            <a:solidFill>
              <a:schemeClr val="tx1">
                <a:alpha val="0"/>
              </a:schemeClr>
            </a:solidFill>
            <a:prstDash val="solid"/>
          </a:ln>
        </p:spPr>
      </p:sp>
      <p:sp>
        <p:nvSpPr>
          <p:cNvPr id="304" name="Shape 301"/>
          <p:cNvSpPr/>
          <p:nvPr/>
        </p:nvSpPr>
        <p:spPr>
          <a:xfrm>
            <a:off x="7626096" y="2359152"/>
            <a:ext cx="164592" cy="164592"/>
          </a:xfrm>
          <a:prstGeom prst="rect">
            <a:avLst/>
          </a:prstGeom>
          <a:solidFill>
            <a:schemeClr val="bg2"/>
          </a:solidFill>
          <a:ln w="3175">
            <a:solidFill>
              <a:schemeClr val="bg1"/>
            </a:solidFill>
            <a:prstDash val="solid"/>
          </a:ln>
        </p:spPr>
      </p:sp>
      <p:sp>
        <p:nvSpPr>
          <p:cNvPr id="305" name="Shape 302"/>
          <p:cNvSpPr/>
          <p:nvPr/>
        </p:nvSpPr>
        <p:spPr>
          <a:xfrm>
            <a:off x="7655723" y="2388779"/>
            <a:ext cx="105339" cy="105339"/>
          </a:xfrm>
          <a:prstGeom prst="rect">
            <a:avLst/>
          </a:prstGeom>
          <a:solidFill>
            <a:schemeClr val="tx1">
              <a:alpha val="81000"/>
            </a:schemeClr>
          </a:solidFill>
          <a:ln w="12700">
            <a:solidFill>
              <a:schemeClr val="tx1">
                <a:alpha val="0"/>
              </a:schemeClr>
            </a:solidFill>
            <a:prstDash val="solid"/>
          </a:ln>
        </p:spPr>
      </p:sp>
      <p:sp>
        <p:nvSpPr>
          <p:cNvPr id="306" name="Shape 303"/>
          <p:cNvSpPr/>
          <p:nvPr/>
        </p:nvSpPr>
        <p:spPr>
          <a:xfrm>
            <a:off x="7790688" y="2359152"/>
            <a:ext cx="164592" cy="164592"/>
          </a:xfrm>
          <a:prstGeom prst="rect">
            <a:avLst/>
          </a:prstGeom>
          <a:solidFill>
            <a:schemeClr val="bg2"/>
          </a:solidFill>
          <a:ln w="3175">
            <a:solidFill>
              <a:schemeClr val="bg1"/>
            </a:solidFill>
            <a:prstDash val="solid"/>
          </a:ln>
        </p:spPr>
      </p:sp>
      <p:sp>
        <p:nvSpPr>
          <p:cNvPr id="307" name="Shape 304"/>
          <p:cNvSpPr/>
          <p:nvPr/>
        </p:nvSpPr>
        <p:spPr>
          <a:xfrm>
            <a:off x="7820315" y="2388779"/>
            <a:ext cx="105339" cy="105339"/>
          </a:xfrm>
          <a:prstGeom prst="rect">
            <a:avLst/>
          </a:prstGeom>
          <a:solidFill>
            <a:schemeClr val="tx1"/>
          </a:solidFill>
          <a:ln w="12700">
            <a:solidFill>
              <a:schemeClr val="tx1">
                <a:alpha val="0"/>
              </a:schemeClr>
            </a:solidFill>
            <a:prstDash val="solid"/>
          </a:ln>
        </p:spPr>
      </p:sp>
      <p:sp>
        <p:nvSpPr>
          <p:cNvPr id="308" name="Shape 305"/>
          <p:cNvSpPr/>
          <p:nvPr/>
        </p:nvSpPr>
        <p:spPr>
          <a:xfrm>
            <a:off x="7955280" y="2359152"/>
            <a:ext cx="164592" cy="164592"/>
          </a:xfrm>
          <a:prstGeom prst="rect">
            <a:avLst/>
          </a:prstGeom>
          <a:solidFill>
            <a:schemeClr val="bg2"/>
          </a:solidFill>
          <a:ln w="3175">
            <a:solidFill>
              <a:schemeClr val="bg1"/>
            </a:solidFill>
            <a:prstDash val="solid"/>
          </a:ln>
        </p:spPr>
      </p:sp>
      <p:sp>
        <p:nvSpPr>
          <p:cNvPr id="309" name="Shape 306"/>
          <p:cNvSpPr/>
          <p:nvPr/>
        </p:nvSpPr>
        <p:spPr>
          <a:xfrm>
            <a:off x="7984907" y="2388779"/>
            <a:ext cx="105339" cy="105339"/>
          </a:xfrm>
          <a:prstGeom prst="rect">
            <a:avLst/>
          </a:prstGeom>
          <a:solidFill>
            <a:schemeClr val="tx1">
              <a:alpha val="12000"/>
            </a:schemeClr>
          </a:solidFill>
          <a:ln w="12700">
            <a:solidFill>
              <a:schemeClr val="tx1">
                <a:alpha val="0"/>
              </a:schemeClr>
            </a:solidFill>
            <a:prstDash val="solid"/>
          </a:ln>
        </p:spPr>
      </p:sp>
      <p:sp>
        <p:nvSpPr>
          <p:cNvPr id="310" name="Shape 307"/>
          <p:cNvSpPr/>
          <p:nvPr/>
        </p:nvSpPr>
        <p:spPr>
          <a:xfrm>
            <a:off x="8119872" y="2359152"/>
            <a:ext cx="164592" cy="164592"/>
          </a:xfrm>
          <a:prstGeom prst="rect">
            <a:avLst/>
          </a:prstGeom>
          <a:solidFill>
            <a:schemeClr val="bg2"/>
          </a:solidFill>
          <a:ln w="3175">
            <a:solidFill>
              <a:schemeClr val="bg1"/>
            </a:solidFill>
            <a:prstDash val="solid"/>
          </a:ln>
        </p:spPr>
      </p:sp>
      <p:sp>
        <p:nvSpPr>
          <p:cNvPr id="311" name="Shape 308"/>
          <p:cNvSpPr/>
          <p:nvPr/>
        </p:nvSpPr>
        <p:spPr>
          <a:xfrm>
            <a:off x="6967728" y="2523744"/>
            <a:ext cx="164592" cy="164592"/>
          </a:xfrm>
          <a:prstGeom prst="rect">
            <a:avLst/>
          </a:prstGeom>
          <a:solidFill>
            <a:schemeClr val="accent5">
              <a:alpha val="85000"/>
            </a:schemeClr>
          </a:solidFill>
          <a:ln w="3175">
            <a:solidFill>
              <a:schemeClr val="bg1"/>
            </a:solidFill>
            <a:prstDash val="solid"/>
          </a:ln>
        </p:spPr>
      </p:sp>
      <p:sp>
        <p:nvSpPr>
          <p:cNvPr id="312" name="Shape 309"/>
          <p:cNvSpPr/>
          <p:nvPr/>
        </p:nvSpPr>
        <p:spPr>
          <a:xfrm>
            <a:off x="7132320" y="2523744"/>
            <a:ext cx="164592" cy="164592"/>
          </a:xfrm>
          <a:prstGeom prst="rect">
            <a:avLst/>
          </a:prstGeom>
          <a:solidFill>
            <a:schemeClr val="accent5">
              <a:alpha val="85000"/>
            </a:schemeClr>
          </a:solidFill>
          <a:ln w="3175">
            <a:solidFill>
              <a:schemeClr val="bg1"/>
            </a:solidFill>
            <a:prstDash val="solid"/>
          </a:ln>
        </p:spPr>
      </p:sp>
      <p:sp>
        <p:nvSpPr>
          <p:cNvPr id="313" name="Shape 310"/>
          <p:cNvSpPr/>
          <p:nvPr/>
        </p:nvSpPr>
        <p:spPr>
          <a:xfrm>
            <a:off x="7296912" y="2523744"/>
            <a:ext cx="164592" cy="164592"/>
          </a:xfrm>
          <a:prstGeom prst="rect">
            <a:avLst/>
          </a:prstGeom>
          <a:solidFill>
            <a:schemeClr val="accent5">
              <a:alpha val="85000"/>
            </a:schemeClr>
          </a:solidFill>
          <a:ln w="3175">
            <a:solidFill>
              <a:schemeClr val="bg1"/>
            </a:solidFill>
            <a:prstDash val="solid"/>
          </a:ln>
        </p:spPr>
      </p:sp>
      <p:sp>
        <p:nvSpPr>
          <p:cNvPr id="314" name="Shape 311"/>
          <p:cNvSpPr/>
          <p:nvPr/>
        </p:nvSpPr>
        <p:spPr>
          <a:xfrm>
            <a:off x="7461504" y="2523744"/>
            <a:ext cx="164592" cy="164592"/>
          </a:xfrm>
          <a:prstGeom prst="rect">
            <a:avLst/>
          </a:prstGeom>
          <a:solidFill>
            <a:schemeClr val="bg2"/>
          </a:solidFill>
          <a:ln w="3175">
            <a:solidFill>
              <a:schemeClr val="bg1"/>
            </a:solidFill>
            <a:prstDash val="solid"/>
          </a:ln>
        </p:spPr>
      </p:sp>
      <p:sp>
        <p:nvSpPr>
          <p:cNvPr id="315" name="Shape 312"/>
          <p:cNvSpPr/>
          <p:nvPr/>
        </p:nvSpPr>
        <p:spPr>
          <a:xfrm>
            <a:off x="7491131" y="2553371"/>
            <a:ext cx="105339" cy="105339"/>
          </a:xfrm>
          <a:prstGeom prst="rect">
            <a:avLst/>
          </a:prstGeom>
          <a:solidFill>
            <a:schemeClr val="tx1">
              <a:alpha val="62000"/>
            </a:schemeClr>
          </a:solidFill>
          <a:ln w="12700">
            <a:solidFill>
              <a:schemeClr val="tx1">
                <a:alpha val="0"/>
              </a:schemeClr>
            </a:solidFill>
            <a:prstDash val="solid"/>
          </a:ln>
        </p:spPr>
      </p:sp>
      <p:sp>
        <p:nvSpPr>
          <p:cNvPr id="316" name="Shape 313"/>
          <p:cNvSpPr/>
          <p:nvPr/>
        </p:nvSpPr>
        <p:spPr>
          <a:xfrm>
            <a:off x="7626096" y="2523744"/>
            <a:ext cx="164592" cy="164592"/>
          </a:xfrm>
          <a:prstGeom prst="rect">
            <a:avLst/>
          </a:prstGeom>
          <a:solidFill>
            <a:schemeClr val="bg2"/>
          </a:solidFill>
          <a:ln w="3175">
            <a:solidFill>
              <a:schemeClr val="bg1"/>
            </a:solidFill>
            <a:prstDash val="solid"/>
          </a:ln>
        </p:spPr>
      </p:sp>
      <p:sp>
        <p:nvSpPr>
          <p:cNvPr id="317" name="Shape 314"/>
          <p:cNvSpPr/>
          <p:nvPr/>
        </p:nvSpPr>
        <p:spPr>
          <a:xfrm>
            <a:off x="7655723" y="2553371"/>
            <a:ext cx="105339" cy="105339"/>
          </a:xfrm>
          <a:prstGeom prst="rect">
            <a:avLst/>
          </a:prstGeom>
          <a:solidFill>
            <a:schemeClr val="tx1"/>
          </a:solidFill>
          <a:ln w="12700">
            <a:solidFill>
              <a:schemeClr val="tx1">
                <a:alpha val="0"/>
              </a:schemeClr>
            </a:solidFill>
            <a:prstDash val="solid"/>
          </a:ln>
        </p:spPr>
      </p:sp>
      <p:sp>
        <p:nvSpPr>
          <p:cNvPr id="318" name="Shape 315"/>
          <p:cNvSpPr/>
          <p:nvPr/>
        </p:nvSpPr>
        <p:spPr>
          <a:xfrm>
            <a:off x="7790688" y="2523744"/>
            <a:ext cx="164592" cy="164592"/>
          </a:xfrm>
          <a:prstGeom prst="rect">
            <a:avLst/>
          </a:prstGeom>
          <a:solidFill>
            <a:schemeClr val="bg2"/>
          </a:solidFill>
          <a:ln w="3175">
            <a:solidFill>
              <a:schemeClr val="bg1"/>
            </a:solidFill>
            <a:prstDash val="solid"/>
          </a:ln>
        </p:spPr>
      </p:sp>
      <p:sp>
        <p:nvSpPr>
          <p:cNvPr id="319" name="Shape 316"/>
          <p:cNvSpPr/>
          <p:nvPr/>
        </p:nvSpPr>
        <p:spPr>
          <a:xfrm>
            <a:off x="7820315" y="2553371"/>
            <a:ext cx="105339" cy="105339"/>
          </a:xfrm>
          <a:prstGeom prst="rect">
            <a:avLst/>
          </a:prstGeom>
          <a:solidFill>
            <a:schemeClr val="tx1">
              <a:alpha val="44000"/>
            </a:schemeClr>
          </a:solidFill>
          <a:ln w="12700">
            <a:solidFill>
              <a:schemeClr val="tx1">
                <a:alpha val="0"/>
              </a:schemeClr>
            </a:solidFill>
            <a:prstDash val="solid"/>
          </a:ln>
        </p:spPr>
      </p:sp>
      <p:sp>
        <p:nvSpPr>
          <p:cNvPr id="320" name="Shape 317"/>
          <p:cNvSpPr/>
          <p:nvPr/>
        </p:nvSpPr>
        <p:spPr>
          <a:xfrm>
            <a:off x="7955280" y="2523744"/>
            <a:ext cx="164592" cy="164592"/>
          </a:xfrm>
          <a:prstGeom prst="rect">
            <a:avLst/>
          </a:prstGeom>
          <a:solidFill>
            <a:schemeClr val="bg2"/>
          </a:solidFill>
          <a:ln w="3175">
            <a:solidFill>
              <a:schemeClr val="bg1"/>
            </a:solidFill>
            <a:prstDash val="solid"/>
          </a:ln>
        </p:spPr>
      </p:sp>
      <p:sp>
        <p:nvSpPr>
          <p:cNvPr id="321" name="Shape 318"/>
          <p:cNvSpPr/>
          <p:nvPr/>
        </p:nvSpPr>
        <p:spPr>
          <a:xfrm>
            <a:off x="8119872" y="2523744"/>
            <a:ext cx="164592" cy="164592"/>
          </a:xfrm>
          <a:prstGeom prst="rect">
            <a:avLst/>
          </a:prstGeom>
          <a:solidFill>
            <a:schemeClr val="bg2"/>
          </a:solidFill>
          <a:ln w="3175">
            <a:solidFill>
              <a:schemeClr val="bg1"/>
            </a:solidFill>
            <a:prstDash val="solid"/>
          </a:ln>
        </p:spPr>
      </p:sp>
      <p:sp>
        <p:nvSpPr>
          <p:cNvPr id="322" name="Text 319"/>
          <p:cNvSpPr txBox="1"/>
          <p:nvPr/>
        </p:nvSpPr>
        <p:spPr>
          <a:xfrm>
            <a:off x="6876288" y="2743200"/>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Aを隠す</a:t>
            </a:r>
            <a:endParaRPr lang="en-US" sz="1200" dirty="0"/>
          </a:p>
        </p:txBody>
      </p:sp>
      <p:sp>
        <p:nvSpPr>
          <p:cNvPr id="323" name="Shape 320"/>
          <p:cNvSpPr/>
          <p:nvPr/>
        </p:nvSpPr>
        <p:spPr>
          <a:xfrm>
            <a:off x="8540496" y="1371600"/>
            <a:ext cx="164592" cy="164592"/>
          </a:xfrm>
          <a:prstGeom prst="rect">
            <a:avLst/>
          </a:prstGeom>
          <a:solidFill>
            <a:schemeClr val="bg2"/>
          </a:solidFill>
          <a:ln w="3175">
            <a:solidFill>
              <a:schemeClr val="bg1"/>
            </a:solidFill>
            <a:prstDash val="solid"/>
          </a:ln>
        </p:spPr>
      </p:sp>
      <p:sp>
        <p:nvSpPr>
          <p:cNvPr id="324" name="Shape 321"/>
          <p:cNvSpPr/>
          <p:nvPr/>
        </p:nvSpPr>
        <p:spPr>
          <a:xfrm>
            <a:off x="8705088" y="1371600"/>
            <a:ext cx="164592" cy="164592"/>
          </a:xfrm>
          <a:prstGeom prst="rect">
            <a:avLst/>
          </a:prstGeom>
          <a:solidFill>
            <a:schemeClr val="bg2"/>
          </a:solidFill>
          <a:ln w="3175">
            <a:solidFill>
              <a:schemeClr val="bg1"/>
            </a:solidFill>
            <a:prstDash val="solid"/>
          </a:ln>
        </p:spPr>
      </p:sp>
      <p:sp>
        <p:nvSpPr>
          <p:cNvPr id="325" name="Shape 322"/>
          <p:cNvSpPr/>
          <p:nvPr/>
        </p:nvSpPr>
        <p:spPr>
          <a:xfrm>
            <a:off x="8869680" y="1371600"/>
            <a:ext cx="164592" cy="164592"/>
          </a:xfrm>
          <a:prstGeom prst="rect">
            <a:avLst/>
          </a:prstGeom>
          <a:solidFill>
            <a:schemeClr val="bg2"/>
          </a:solidFill>
          <a:ln w="3175">
            <a:solidFill>
              <a:schemeClr val="bg1"/>
            </a:solidFill>
            <a:prstDash val="solid"/>
          </a:ln>
        </p:spPr>
      </p:sp>
      <p:sp>
        <p:nvSpPr>
          <p:cNvPr id="326" name="Shape 323"/>
          <p:cNvSpPr/>
          <p:nvPr/>
        </p:nvSpPr>
        <p:spPr>
          <a:xfrm>
            <a:off x="8899307" y="1401227"/>
            <a:ext cx="105339" cy="105339"/>
          </a:xfrm>
          <a:prstGeom prst="rect">
            <a:avLst/>
          </a:prstGeom>
          <a:solidFill>
            <a:schemeClr val="tx1">
              <a:alpha val="12000"/>
            </a:schemeClr>
          </a:solidFill>
          <a:ln w="12700">
            <a:solidFill>
              <a:schemeClr val="tx1">
                <a:alpha val="0"/>
              </a:schemeClr>
            </a:solidFill>
            <a:prstDash val="solid"/>
          </a:ln>
        </p:spPr>
      </p:sp>
      <p:sp>
        <p:nvSpPr>
          <p:cNvPr id="327" name="Shape 324"/>
          <p:cNvSpPr/>
          <p:nvPr/>
        </p:nvSpPr>
        <p:spPr>
          <a:xfrm>
            <a:off x="9034272" y="1371600"/>
            <a:ext cx="164592" cy="164592"/>
          </a:xfrm>
          <a:prstGeom prst="rect">
            <a:avLst/>
          </a:prstGeom>
          <a:solidFill>
            <a:schemeClr val="accent5">
              <a:alpha val="85000"/>
            </a:schemeClr>
          </a:solidFill>
          <a:ln w="3175">
            <a:solidFill>
              <a:schemeClr val="bg1"/>
            </a:solidFill>
            <a:prstDash val="solid"/>
          </a:ln>
        </p:spPr>
      </p:sp>
      <p:sp>
        <p:nvSpPr>
          <p:cNvPr id="328" name="Shape 325"/>
          <p:cNvSpPr/>
          <p:nvPr/>
        </p:nvSpPr>
        <p:spPr>
          <a:xfrm>
            <a:off x="9198864" y="1371600"/>
            <a:ext cx="164592" cy="164592"/>
          </a:xfrm>
          <a:prstGeom prst="rect">
            <a:avLst/>
          </a:prstGeom>
          <a:solidFill>
            <a:schemeClr val="accent5">
              <a:alpha val="85000"/>
            </a:schemeClr>
          </a:solidFill>
          <a:ln w="3175">
            <a:solidFill>
              <a:schemeClr val="bg1"/>
            </a:solidFill>
            <a:prstDash val="solid"/>
          </a:ln>
        </p:spPr>
      </p:sp>
      <p:sp>
        <p:nvSpPr>
          <p:cNvPr id="329" name="Shape 326"/>
          <p:cNvSpPr/>
          <p:nvPr/>
        </p:nvSpPr>
        <p:spPr>
          <a:xfrm>
            <a:off x="9363456" y="1371600"/>
            <a:ext cx="164592" cy="164592"/>
          </a:xfrm>
          <a:prstGeom prst="rect">
            <a:avLst/>
          </a:prstGeom>
          <a:solidFill>
            <a:schemeClr val="accent5">
              <a:alpha val="85000"/>
            </a:schemeClr>
          </a:solidFill>
          <a:ln w="3175">
            <a:solidFill>
              <a:schemeClr val="bg1"/>
            </a:solidFill>
            <a:prstDash val="solid"/>
          </a:ln>
        </p:spPr>
      </p:sp>
      <p:sp>
        <p:nvSpPr>
          <p:cNvPr id="330" name="Shape 327"/>
          <p:cNvSpPr/>
          <p:nvPr/>
        </p:nvSpPr>
        <p:spPr>
          <a:xfrm>
            <a:off x="9528048" y="1371600"/>
            <a:ext cx="164592" cy="164592"/>
          </a:xfrm>
          <a:prstGeom prst="rect">
            <a:avLst/>
          </a:prstGeom>
          <a:solidFill>
            <a:schemeClr val="accent5">
              <a:alpha val="85000"/>
            </a:schemeClr>
          </a:solidFill>
          <a:ln w="3175">
            <a:solidFill>
              <a:schemeClr val="bg1"/>
            </a:solidFill>
            <a:prstDash val="solid"/>
          </a:ln>
        </p:spPr>
      </p:sp>
      <p:sp>
        <p:nvSpPr>
          <p:cNvPr id="331" name="Shape 328"/>
          <p:cNvSpPr/>
          <p:nvPr/>
        </p:nvSpPr>
        <p:spPr>
          <a:xfrm>
            <a:off x="9692640" y="1371600"/>
            <a:ext cx="164592" cy="164592"/>
          </a:xfrm>
          <a:prstGeom prst="rect">
            <a:avLst/>
          </a:prstGeom>
          <a:solidFill>
            <a:schemeClr val="accent5">
              <a:alpha val="85000"/>
            </a:schemeClr>
          </a:solidFill>
          <a:ln w="3175">
            <a:solidFill>
              <a:schemeClr val="bg1"/>
            </a:solidFill>
            <a:prstDash val="solid"/>
          </a:ln>
        </p:spPr>
      </p:sp>
      <p:sp>
        <p:nvSpPr>
          <p:cNvPr id="332" name="Shape 329"/>
          <p:cNvSpPr/>
          <p:nvPr/>
        </p:nvSpPr>
        <p:spPr>
          <a:xfrm>
            <a:off x="8540496" y="1536192"/>
            <a:ext cx="164592" cy="164592"/>
          </a:xfrm>
          <a:prstGeom prst="rect">
            <a:avLst/>
          </a:prstGeom>
          <a:solidFill>
            <a:schemeClr val="bg2"/>
          </a:solidFill>
          <a:ln w="3175">
            <a:solidFill>
              <a:schemeClr val="bg1"/>
            </a:solidFill>
            <a:prstDash val="solid"/>
          </a:ln>
        </p:spPr>
      </p:sp>
      <p:sp>
        <p:nvSpPr>
          <p:cNvPr id="333" name="Shape 330"/>
          <p:cNvSpPr/>
          <p:nvPr/>
        </p:nvSpPr>
        <p:spPr>
          <a:xfrm>
            <a:off x="8705088" y="1536192"/>
            <a:ext cx="164592" cy="164592"/>
          </a:xfrm>
          <a:prstGeom prst="rect">
            <a:avLst/>
          </a:prstGeom>
          <a:solidFill>
            <a:schemeClr val="bg2"/>
          </a:solidFill>
          <a:ln w="3175">
            <a:solidFill>
              <a:schemeClr val="bg1"/>
            </a:solidFill>
            <a:prstDash val="solid"/>
          </a:ln>
        </p:spPr>
      </p:sp>
      <p:sp>
        <p:nvSpPr>
          <p:cNvPr id="334" name="Shape 331"/>
          <p:cNvSpPr/>
          <p:nvPr/>
        </p:nvSpPr>
        <p:spPr>
          <a:xfrm>
            <a:off x="8869680" y="1536192"/>
            <a:ext cx="164592" cy="164592"/>
          </a:xfrm>
          <a:prstGeom prst="rect">
            <a:avLst/>
          </a:prstGeom>
          <a:solidFill>
            <a:schemeClr val="bg2"/>
          </a:solidFill>
          <a:ln w="3175">
            <a:solidFill>
              <a:schemeClr val="bg1"/>
            </a:solidFill>
            <a:prstDash val="solid"/>
          </a:ln>
        </p:spPr>
      </p:sp>
      <p:sp>
        <p:nvSpPr>
          <p:cNvPr id="335" name="Shape 332"/>
          <p:cNvSpPr/>
          <p:nvPr/>
        </p:nvSpPr>
        <p:spPr>
          <a:xfrm>
            <a:off x="8899307" y="1565819"/>
            <a:ext cx="105339" cy="105339"/>
          </a:xfrm>
          <a:prstGeom prst="rect">
            <a:avLst/>
          </a:prstGeom>
          <a:solidFill>
            <a:schemeClr val="tx1">
              <a:alpha val="75000"/>
            </a:schemeClr>
          </a:solidFill>
          <a:ln w="12700">
            <a:solidFill>
              <a:schemeClr val="tx1">
                <a:alpha val="0"/>
              </a:schemeClr>
            </a:solidFill>
            <a:prstDash val="solid"/>
          </a:ln>
        </p:spPr>
      </p:sp>
      <p:sp>
        <p:nvSpPr>
          <p:cNvPr id="336" name="Shape 333"/>
          <p:cNvSpPr/>
          <p:nvPr/>
        </p:nvSpPr>
        <p:spPr>
          <a:xfrm>
            <a:off x="9034272" y="1536192"/>
            <a:ext cx="164592" cy="164592"/>
          </a:xfrm>
          <a:prstGeom prst="rect">
            <a:avLst/>
          </a:prstGeom>
          <a:solidFill>
            <a:schemeClr val="accent5">
              <a:alpha val="85000"/>
            </a:schemeClr>
          </a:solidFill>
          <a:ln w="3175">
            <a:solidFill>
              <a:schemeClr val="bg1"/>
            </a:solidFill>
            <a:prstDash val="solid"/>
          </a:ln>
        </p:spPr>
      </p:sp>
      <p:sp>
        <p:nvSpPr>
          <p:cNvPr id="337" name="Shape 334"/>
          <p:cNvSpPr/>
          <p:nvPr/>
        </p:nvSpPr>
        <p:spPr>
          <a:xfrm>
            <a:off x="9198864" y="1536192"/>
            <a:ext cx="164592" cy="164592"/>
          </a:xfrm>
          <a:prstGeom prst="rect">
            <a:avLst/>
          </a:prstGeom>
          <a:solidFill>
            <a:schemeClr val="accent5">
              <a:alpha val="85000"/>
            </a:schemeClr>
          </a:solidFill>
          <a:ln w="3175">
            <a:solidFill>
              <a:schemeClr val="bg1"/>
            </a:solidFill>
            <a:prstDash val="solid"/>
          </a:ln>
        </p:spPr>
      </p:sp>
      <p:sp>
        <p:nvSpPr>
          <p:cNvPr id="338" name="Shape 335"/>
          <p:cNvSpPr/>
          <p:nvPr/>
        </p:nvSpPr>
        <p:spPr>
          <a:xfrm>
            <a:off x="9363456" y="1536192"/>
            <a:ext cx="164592" cy="164592"/>
          </a:xfrm>
          <a:prstGeom prst="rect">
            <a:avLst/>
          </a:prstGeom>
          <a:solidFill>
            <a:schemeClr val="accent5">
              <a:alpha val="85000"/>
            </a:schemeClr>
          </a:solidFill>
          <a:ln w="3175">
            <a:solidFill>
              <a:schemeClr val="bg1"/>
            </a:solidFill>
            <a:prstDash val="solid"/>
          </a:ln>
        </p:spPr>
      </p:sp>
      <p:sp>
        <p:nvSpPr>
          <p:cNvPr id="339" name="Shape 336"/>
          <p:cNvSpPr/>
          <p:nvPr/>
        </p:nvSpPr>
        <p:spPr>
          <a:xfrm>
            <a:off x="9528048" y="1536192"/>
            <a:ext cx="164592" cy="164592"/>
          </a:xfrm>
          <a:prstGeom prst="rect">
            <a:avLst/>
          </a:prstGeom>
          <a:solidFill>
            <a:schemeClr val="accent5">
              <a:alpha val="85000"/>
            </a:schemeClr>
          </a:solidFill>
          <a:ln w="3175">
            <a:solidFill>
              <a:schemeClr val="bg1"/>
            </a:solidFill>
            <a:prstDash val="solid"/>
          </a:ln>
        </p:spPr>
      </p:sp>
      <p:sp>
        <p:nvSpPr>
          <p:cNvPr id="340" name="Shape 337"/>
          <p:cNvSpPr/>
          <p:nvPr/>
        </p:nvSpPr>
        <p:spPr>
          <a:xfrm>
            <a:off x="9692640" y="1536192"/>
            <a:ext cx="164592" cy="164592"/>
          </a:xfrm>
          <a:prstGeom prst="rect">
            <a:avLst/>
          </a:prstGeom>
          <a:solidFill>
            <a:schemeClr val="accent5">
              <a:alpha val="85000"/>
            </a:schemeClr>
          </a:solidFill>
          <a:ln w="3175">
            <a:solidFill>
              <a:schemeClr val="bg1"/>
            </a:solidFill>
            <a:prstDash val="solid"/>
          </a:ln>
        </p:spPr>
      </p:sp>
      <p:sp>
        <p:nvSpPr>
          <p:cNvPr id="341" name="Shape 338"/>
          <p:cNvSpPr/>
          <p:nvPr/>
        </p:nvSpPr>
        <p:spPr>
          <a:xfrm>
            <a:off x="8540496" y="1700784"/>
            <a:ext cx="164592" cy="164592"/>
          </a:xfrm>
          <a:prstGeom prst="rect">
            <a:avLst/>
          </a:prstGeom>
          <a:solidFill>
            <a:schemeClr val="bg2"/>
          </a:solidFill>
          <a:ln w="3175">
            <a:solidFill>
              <a:schemeClr val="bg1"/>
            </a:solidFill>
            <a:prstDash val="solid"/>
          </a:ln>
        </p:spPr>
      </p:sp>
      <p:sp>
        <p:nvSpPr>
          <p:cNvPr id="342" name="Shape 339"/>
          <p:cNvSpPr/>
          <p:nvPr/>
        </p:nvSpPr>
        <p:spPr>
          <a:xfrm>
            <a:off x="8705088" y="1700784"/>
            <a:ext cx="164592" cy="164592"/>
          </a:xfrm>
          <a:prstGeom prst="rect">
            <a:avLst/>
          </a:prstGeom>
          <a:solidFill>
            <a:schemeClr val="bg2"/>
          </a:solidFill>
          <a:ln w="3175">
            <a:solidFill>
              <a:schemeClr val="bg1"/>
            </a:solidFill>
            <a:prstDash val="solid"/>
          </a:ln>
        </p:spPr>
      </p:sp>
      <p:sp>
        <p:nvSpPr>
          <p:cNvPr id="343" name="Shape 340"/>
          <p:cNvSpPr/>
          <p:nvPr/>
        </p:nvSpPr>
        <p:spPr>
          <a:xfrm>
            <a:off x="8869680" y="1700784"/>
            <a:ext cx="164592" cy="164592"/>
          </a:xfrm>
          <a:prstGeom prst="rect">
            <a:avLst/>
          </a:prstGeom>
          <a:solidFill>
            <a:schemeClr val="bg2"/>
          </a:solidFill>
          <a:ln w="3175">
            <a:solidFill>
              <a:schemeClr val="bg1"/>
            </a:solidFill>
            <a:prstDash val="solid"/>
          </a:ln>
        </p:spPr>
      </p:sp>
      <p:sp>
        <p:nvSpPr>
          <p:cNvPr id="344" name="Shape 341"/>
          <p:cNvSpPr/>
          <p:nvPr/>
        </p:nvSpPr>
        <p:spPr>
          <a:xfrm>
            <a:off x="8899307" y="1730411"/>
            <a:ext cx="105339" cy="105339"/>
          </a:xfrm>
          <a:prstGeom prst="rect">
            <a:avLst/>
          </a:prstGeom>
          <a:solidFill>
            <a:schemeClr val="tx1"/>
          </a:solidFill>
          <a:ln w="12700">
            <a:solidFill>
              <a:schemeClr val="tx1">
                <a:alpha val="0"/>
              </a:schemeClr>
            </a:solidFill>
            <a:prstDash val="solid"/>
          </a:ln>
        </p:spPr>
      </p:sp>
      <p:sp>
        <p:nvSpPr>
          <p:cNvPr id="345" name="Shape 342"/>
          <p:cNvSpPr/>
          <p:nvPr/>
        </p:nvSpPr>
        <p:spPr>
          <a:xfrm>
            <a:off x="9034272" y="1700784"/>
            <a:ext cx="164592" cy="164592"/>
          </a:xfrm>
          <a:prstGeom prst="rect">
            <a:avLst/>
          </a:prstGeom>
          <a:solidFill>
            <a:schemeClr val="accent5">
              <a:alpha val="85000"/>
            </a:schemeClr>
          </a:solidFill>
          <a:ln w="3175">
            <a:solidFill>
              <a:schemeClr val="bg1"/>
            </a:solidFill>
            <a:prstDash val="solid"/>
          </a:ln>
        </p:spPr>
      </p:sp>
      <p:sp>
        <p:nvSpPr>
          <p:cNvPr id="346" name="Shape 343"/>
          <p:cNvSpPr/>
          <p:nvPr/>
        </p:nvSpPr>
        <p:spPr>
          <a:xfrm>
            <a:off x="9198864" y="1700784"/>
            <a:ext cx="164592" cy="164592"/>
          </a:xfrm>
          <a:prstGeom prst="rect">
            <a:avLst/>
          </a:prstGeom>
          <a:solidFill>
            <a:schemeClr val="accent5">
              <a:alpha val="85000"/>
            </a:schemeClr>
          </a:solidFill>
          <a:ln w="3175">
            <a:solidFill>
              <a:schemeClr val="bg1"/>
            </a:solidFill>
            <a:prstDash val="solid"/>
          </a:ln>
        </p:spPr>
      </p:sp>
      <p:sp>
        <p:nvSpPr>
          <p:cNvPr id="347" name="Shape 344"/>
          <p:cNvSpPr/>
          <p:nvPr/>
        </p:nvSpPr>
        <p:spPr>
          <a:xfrm>
            <a:off x="9363456" y="1700784"/>
            <a:ext cx="164592" cy="164592"/>
          </a:xfrm>
          <a:prstGeom prst="rect">
            <a:avLst/>
          </a:prstGeom>
          <a:solidFill>
            <a:schemeClr val="accent5">
              <a:alpha val="85000"/>
            </a:schemeClr>
          </a:solidFill>
          <a:ln w="3175">
            <a:solidFill>
              <a:schemeClr val="bg1"/>
            </a:solidFill>
            <a:prstDash val="solid"/>
          </a:ln>
        </p:spPr>
      </p:sp>
      <p:sp>
        <p:nvSpPr>
          <p:cNvPr id="348" name="Shape 345"/>
          <p:cNvSpPr/>
          <p:nvPr/>
        </p:nvSpPr>
        <p:spPr>
          <a:xfrm>
            <a:off x="9528048" y="1700784"/>
            <a:ext cx="164592" cy="164592"/>
          </a:xfrm>
          <a:prstGeom prst="rect">
            <a:avLst/>
          </a:prstGeom>
          <a:solidFill>
            <a:schemeClr val="accent5">
              <a:alpha val="85000"/>
            </a:schemeClr>
          </a:solidFill>
          <a:ln w="3175">
            <a:solidFill>
              <a:schemeClr val="bg1"/>
            </a:solidFill>
            <a:prstDash val="solid"/>
          </a:ln>
        </p:spPr>
      </p:sp>
      <p:sp>
        <p:nvSpPr>
          <p:cNvPr id="349" name="Shape 346"/>
          <p:cNvSpPr/>
          <p:nvPr/>
        </p:nvSpPr>
        <p:spPr>
          <a:xfrm>
            <a:off x="9692640" y="1700784"/>
            <a:ext cx="164592" cy="164592"/>
          </a:xfrm>
          <a:prstGeom prst="rect">
            <a:avLst/>
          </a:prstGeom>
          <a:solidFill>
            <a:schemeClr val="accent5">
              <a:alpha val="85000"/>
            </a:schemeClr>
          </a:solidFill>
          <a:ln w="3175">
            <a:solidFill>
              <a:schemeClr val="bg1"/>
            </a:solidFill>
            <a:prstDash val="solid"/>
          </a:ln>
        </p:spPr>
      </p:sp>
      <p:sp>
        <p:nvSpPr>
          <p:cNvPr id="350" name="Shape 347"/>
          <p:cNvSpPr/>
          <p:nvPr/>
        </p:nvSpPr>
        <p:spPr>
          <a:xfrm>
            <a:off x="8540496" y="1865376"/>
            <a:ext cx="164592" cy="164592"/>
          </a:xfrm>
          <a:prstGeom prst="rect">
            <a:avLst/>
          </a:prstGeom>
          <a:solidFill>
            <a:schemeClr val="bg2"/>
          </a:solidFill>
          <a:ln w="3175">
            <a:solidFill>
              <a:schemeClr val="bg1"/>
            </a:solidFill>
            <a:prstDash val="solid"/>
          </a:ln>
        </p:spPr>
      </p:sp>
      <p:sp>
        <p:nvSpPr>
          <p:cNvPr id="351" name="Shape 348"/>
          <p:cNvSpPr/>
          <p:nvPr/>
        </p:nvSpPr>
        <p:spPr>
          <a:xfrm>
            <a:off x="8705088" y="1865376"/>
            <a:ext cx="164592" cy="164592"/>
          </a:xfrm>
          <a:prstGeom prst="rect">
            <a:avLst/>
          </a:prstGeom>
          <a:solidFill>
            <a:schemeClr val="bg2"/>
          </a:solidFill>
          <a:ln w="3175">
            <a:solidFill>
              <a:schemeClr val="bg1"/>
            </a:solidFill>
            <a:prstDash val="solid"/>
          </a:ln>
        </p:spPr>
      </p:sp>
      <p:sp>
        <p:nvSpPr>
          <p:cNvPr id="352" name="Shape 349"/>
          <p:cNvSpPr/>
          <p:nvPr/>
        </p:nvSpPr>
        <p:spPr>
          <a:xfrm>
            <a:off x="8734715" y="1895003"/>
            <a:ext cx="105339" cy="105339"/>
          </a:xfrm>
          <a:prstGeom prst="rect">
            <a:avLst/>
          </a:prstGeom>
          <a:solidFill>
            <a:schemeClr val="tx1">
              <a:alpha val="25000"/>
            </a:schemeClr>
          </a:solidFill>
          <a:ln w="12700">
            <a:solidFill>
              <a:schemeClr val="tx1">
                <a:alpha val="0"/>
              </a:schemeClr>
            </a:solidFill>
            <a:prstDash val="solid"/>
          </a:ln>
        </p:spPr>
      </p:sp>
      <p:sp>
        <p:nvSpPr>
          <p:cNvPr id="353" name="Shape 350"/>
          <p:cNvSpPr/>
          <p:nvPr/>
        </p:nvSpPr>
        <p:spPr>
          <a:xfrm>
            <a:off x="8869680" y="1865376"/>
            <a:ext cx="164592" cy="164592"/>
          </a:xfrm>
          <a:prstGeom prst="rect">
            <a:avLst/>
          </a:prstGeom>
          <a:solidFill>
            <a:schemeClr val="bg2"/>
          </a:solidFill>
          <a:ln w="3175">
            <a:solidFill>
              <a:schemeClr val="bg1"/>
            </a:solidFill>
            <a:prstDash val="solid"/>
          </a:ln>
        </p:spPr>
      </p:sp>
      <p:sp>
        <p:nvSpPr>
          <p:cNvPr id="354" name="Shape 351"/>
          <p:cNvSpPr/>
          <p:nvPr/>
        </p:nvSpPr>
        <p:spPr>
          <a:xfrm>
            <a:off x="8899307" y="1895003"/>
            <a:ext cx="105339" cy="105339"/>
          </a:xfrm>
          <a:prstGeom prst="rect">
            <a:avLst/>
          </a:prstGeom>
          <a:solidFill>
            <a:schemeClr val="tx1"/>
          </a:solidFill>
          <a:ln w="12700">
            <a:solidFill>
              <a:schemeClr val="tx1">
                <a:alpha val="0"/>
              </a:schemeClr>
            </a:solidFill>
            <a:prstDash val="solid"/>
          </a:ln>
        </p:spPr>
      </p:sp>
      <p:sp>
        <p:nvSpPr>
          <p:cNvPr id="355" name="Shape 352"/>
          <p:cNvSpPr/>
          <p:nvPr/>
        </p:nvSpPr>
        <p:spPr>
          <a:xfrm>
            <a:off x="9034272" y="1865376"/>
            <a:ext cx="164592" cy="164592"/>
          </a:xfrm>
          <a:prstGeom prst="rect">
            <a:avLst/>
          </a:prstGeom>
          <a:solidFill>
            <a:schemeClr val="accent5">
              <a:alpha val="85000"/>
            </a:schemeClr>
          </a:solidFill>
          <a:ln w="3175">
            <a:solidFill>
              <a:schemeClr val="bg1"/>
            </a:solidFill>
            <a:prstDash val="solid"/>
          </a:ln>
        </p:spPr>
      </p:sp>
      <p:sp>
        <p:nvSpPr>
          <p:cNvPr id="356" name="Shape 353"/>
          <p:cNvSpPr/>
          <p:nvPr/>
        </p:nvSpPr>
        <p:spPr>
          <a:xfrm>
            <a:off x="9198864" y="1865376"/>
            <a:ext cx="164592" cy="164592"/>
          </a:xfrm>
          <a:prstGeom prst="rect">
            <a:avLst/>
          </a:prstGeom>
          <a:solidFill>
            <a:schemeClr val="accent5">
              <a:alpha val="85000"/>
            </a:schemeClr>
          </a:solidFill>
          <a:ln w="3175">
            <a:solidFill>
              <a:schemeClr val="bg1"/>
            </a:solidFill>
            <a:prstDash val="solid"/>
          </a:ln>
        </p:spPr>
      </p:sp>
      <p:sp>
        <p:nvSpPr>
          <p:cNvPr id="357" name="Shape 354"/>
          <p:cNvSpPr/>
          <p:nvPr/>
        </p:nvSpPr>
        <p:spPr>
          <a:xfrm>
            <a:off x="9363456" y="1865376"/>
            <a:ext cx="164592" cy="164592"/>
          </a:xfrm>
          <a:prstGeom prst="rect">
            <a:avLst/>
          </a:prstGeom>
          <a:solidFill>
            <a:schemeClr val="accent5">
              <a:alpha val="85000"/>
            </a:schemeClr>
          </a:solidFill>
          <a:ln w="3175">
            <a:solidFill>
              <a:schemeClr val="bg1"/>
            </a:solidFill>
            <a:prstDash val="solid"/>
          </a:ln>
        </p:spPr>
      </p:sp>
      <p:sp>
        <p:nvSpPr>
          <p:cNvPr id="358" name="Shape 355"/>
          <p:cNvSpPr/>
          <p:nvPr/>
        </p:nvSpPr>
        <p:spPr>
          <a:xfrm>
            <a:off x="9528048" y="1865376"/>
            <a:ext cx="164592" cy="164592"/>
          </a:xfrm>
          <a:prstGeom prst="rect">
            <a:avLst/>
          </a:prstGeom>
          <a:solidFill>
            <a:schemeClr val="accent5">
              <a:alpha val="85000"/>
            </a:schemeClr>
          </a:solidFill>
          <a:ln w="3175">
            <a:solidFill>
              <a:schemeClr val="bg1"/>
            </a:solidFill>
            <a:prstDash val="solid"/>
          </a:ln>
        </p:spPr>
      </p:sp>
      <p:sp>
        <p:nvSpPr>
          <p:cNvPr id="359" name="Shape 356"/>
          <p:cNvSpPr/>
          <p:nvPr/>
        </p:nvSpPr>
        <p:spPr>
          <a:xfrm>
            <a:off x="9692640" y="1865376"/>
            <a:ext cx="164592" cy="164592"/>
          </a:xfrm>
          <a:prstGeom prst="rect">
            <a:avLst/>
          </a:prstGeom>
          <a:solidFill>
            <a:schemeClr val="accent5">
              <a:alpha val="85000"/>
            </a:schemeClr>
          </a:solidFill>
          <a:ln w="3175">
            <a:solidFill>
              <a:schemeClr val="bg1"/>
            </a:solidFill>
            <a:prstDash val="solid"/>
          </a:ln>
        </p:spPr>
      </p:sp>
      <p:sp>
        <p:nvSpPr>
          <p:cNvPr id="360" name="Shape 357"/>
          <p:cNvSpPr/>
          <p:nvPr/>
        </p:nvSpPr>
        <p:spPr>
          <a:xfrm>
            <a:off x="8540496" y="2029968"/>
            <a:ext cx="164592" cy="164592"/>
          </a:xfrm>
          <a:prstGeom prst="rect">
            <a:avLst/>
          </a:prstGeom>
          <a:solidFill>
            <a:schemeClr val="bg2"/>
          </a:solidFill>
          <a:ln w="3175">
            <a:solidFill>
              <a:schemeClr val="bg1"/>
            </a:solidFill>
            <a:prstDash val="solid"/>
          </a:ln>
        </p:spPr>
      </p:sp>
      <p:sp>
        <p:nvSpPr>
          <p:cNvPr id="361" name="Shape 358"/>
          <p:cNvSpPr/>
          <p:nvPr/>
        </p:nvSpPr>
        <p:spPr>
          <a:xfrm>
            <a:off x="8705088" y="2029968"/>
            <a:ext cx="164592" cy="164592"/>
          </a:xfrm>
          <a:prstGeom prst="rect">
            <a:avLst/>
          </a:prstGeom>
          <a:solidFill>
            <a:schemeClr val="bg2"/>
          </a:solidFill>
          <a:ln w="3175">
            <a:solidFill>
              <a:schemeClr val="bg1"/>
            </a:solidFill>
            <a:prstDash val="solid"/>
          </a:ln>
        </p:spPr>
      </p:sp>
      <p:sp>
        <p:nvSpPr>
          <p:cNvPr id="362" name="Shape 359"/>
          <p:cNvSpPr/>
          <p:nvPr/>
        </p:nvSpPr>
        <p:spPr>
          <a:xfrm>
            <a:off x="8734715" y="2059595"/>
            <a:ext cx="105339" cy="105339"/>
          </a:xfrm>
          <a:prstGeom prst="rect">
            <a:avLst/>
          </a:prstGeom>
          <a:solidFill>
            <a:schemeClr val="tx1">
              <a:alpha val="44000"/>
            </a:schemeClr>
          </a:solidFill>
          <a:ln w="12700">
            <a:solidFill>
              <a:schemeClr val="tx1">
                <a:alpha val="0"/>
              </a:schemeClr>
            </a:solidFill>
            <a:prstDash val="solid"/>
          </a:ln>
        </p:spPr>
      </p:sp>
      <p:sp>
        <p:nvSpPr>
          <p:cNvPr id="363" name="Shape 360"/>
          <p:cNvSpPr/>
          <p:nvPr/>
        </p:nvSpPr>
        <p:spPr>
          <a:xfrm>
            <a:off x="8869680" y="2029968"/>
            <a:ext cx="164592" cy="164592"/>
          </a:xfrm>
          <a:prstGeom prst="rect">
            <a:avLst/>
          </a:prstGeom>
          <a:solidFill>
            <a:schemeClr val="bg2"/>
          </a:solidFill>
          <a:ln w="3175">
            <a:solidFill>
              <a:schemeClr val="bg1"/>
            </a:solidFill>
            <a:prstDash val="solid"/>
          </a:ln>
        </p:spPr>
      </p:sp>
      <p:sp>
        <p:nvSpPr>
          <p:cNvPr id="364" name="Shape 361"/>
          <p:cNvSpPr/>
          <p:nvPr/>
        </p:nvSpPr>
        <p:spPr>
          <a:xfrm>
            <a:off x="8899307" y="2059595"/>
            <a:ext cx="105339" cy="105339"/>
          </a:xfrm>
          <a:prstGeom prst="rect">
            <a:avLst/>
          </a:prstGeom>
          <a:solidFill>
            <a:schemeClr val="tx1"/>
          </a:solidFill>
          <a:ln w="12700">
            <a:solidFill>
              <a:schemeClr val="tx1">
                <a:alpha val="0"/>
              </a:schemeClr>
            </a:solidFill>
            <a:prstDash val="solid"/>
          </a:ln>
        </p:spPr>
      </p:sp>
      <p:sp>
        <p:nvSpPr>
          <p:cNvPr id="365" name="Shape 362"/>
          <p:cNvSpPr/>
          <p:nvPr/>
        </p:nvSpPr>
        <p:spPr>
          <a:xfrm>
            <a:off x="9034272" y="2029968"/>
            <a:ext cx="164592" cy="164592"/>
          </a:xfrm>
          <a:prstGeom prst="rect">
            <a:avLst/>
          </a:prstGeom>
          <a:solidFill>
            <a:schemeClr val="bg2"/>
          </a:solidFill>
          <a:ln w="3175">
            <a:solidFill>
              <a:schemeClr val="bg1"/>
            </a:solidFill>
            <a:prstDash val="solid"/>
          </a:ln>
        </p:spPr>
      </p:sp>
      <p:sp>
        <p:nvSpPr>
          <p:cNvPr id="366" name="Shape 363"/>
          <p:cNvSpPr/>
          <p:nvPr/>
        </p:nvSpPr>
        <p:spPr>
          <a:xfrm>
            <a:off x="9063899" y="2059595"/>
            <a:ext cx="105339" cy="105339"/>
          </a:xfrm>
          <a:prstGeom prst="rect">
            <a:avLst/>
          </a:prstGeom>
          <a:solidFill>
            <a:schemeClr val="tx1"/>
          </a:solidFill>
          <a:ln w="12700">
            <a:solidFill>
              <a:schemeClr val="tx1">
                <a:alpha val="0"/>
              </a:schemeClr>
            </a:solidFill>
            <a:prstDash val="solid"/>
          </a:ln>
        </p:spPr>
      </p:sp>
      <p:sp>
        <p:nvSpPr>
          <p:cNvPr id="367" name="Shape 364"/>
          <p:cNvSpPr/>
          <p:nvPr/>
        </p:nvSpPr>
        <p:spPr>
          <a:xfrm>
            <a:off x="9198864" y="2029968"/>
            <a:ext cx="164592" cy="164592"/>
          </a:xfrm>
          <a:prstGeom prst="rect">
            <a:avLst/>
          </a:prstGeom>
          <a:solidFill>
            <a:schemeClr val="bg2"/>
          </a:solidFill>
          <a:ln w="3175">
            <a:solidFill>
              <a:schemeClr val="bg1"/>
            </a:solidFill>
            <a:prstDash val="solid"/>
          </a:ln>
        </p:spPr>
      </p:sp>
      <p:sp>
        <p:nvSpPr>
          <p:cNvPr id="368" name="Shape 365"/>
          <p:cNvSpPr/>
          <p:nvPr/>
        </p:nvSpPr>
        <p:spPr>
          <a:xfrm>
            <a:off x="9228491" y="2059595"/>
            <a:ext cx="105339" cy="105339"/>
          </a:xfrm>
          <a:prstGeom prst="rect">
            <a:avLst/>
          </a:prstGeom>
          <a:solidFill>
            <a:schemeClr val="tx1"/>
          </a:solidFill>
          <a:ln w="12700">
            <a:solidFill>
              <a:schemeClr val="tx1">
                <a:alpha val="0"/>
              </a:schemeClr>
            </a:solidFill>
            <a:prstDash val="solid"/>
          </a:ln>
        </p:spPr>
      </p:sp>
      <p:sp>
        <p:nvSpPr>
          <p:cNvPr id="369" name="Shape 366"/>
          <p:cNvSpPr/>
          <p:nvPr/>
        </p:nvSpPr>
        <p:spPr>
          <a:xfrm>
            <a:off x="9363456" y="2029968"/>
            <a:ext cx="164592" cy="164592"/>
          </a:xfrm>
          <a:prstGeom prst="rect">
            <a:avLst/>
          </a:prstGeom>
          <a:solidFill>
            <a:schemeClr val="bg2"/>
          </a:solidFill>
          <a:ln w="3175">
            <a:solidFill>
              <a:schemeClr val="bg1"/>
            </a:solidFill>
            <a:prstDash val="solid"/>
          </a:ln>
        </p:spPr>
      </p:sp>
      <p:sp>
        <p:nvSpPr>
          <p:cNvPr id="370" name="Shape 367"/>
          <p:cNvSpPr/>
          <p:nvPr/>
        </p:nvSpPr>
        <p:spPr>
          <a:xfrm>
            <a:off x="9393083" y="2059595"/>
            <a:ext cx="105339" cy="105339"/>
          </a:xfrm>
          <a:prstGeom prst="rect">
            <a:avLst/>
          </a:prstGeom>
          <a:solidFill>
            <a:schemeClr val="tx1"/>
          </a:solidFill>
          <a:ln w="12700">
            <a:solidFill>
              <a:schemeClr val="tx1">
                <a:alpha val="0"/>
              </a:schemeClr>
            </a:solidFill>
            <a:prstDash val="solid"/>
          </a:ln>
        </p:spPr>
      </p:sp>
      <p:sp>
        <p:nvSpPr>
          <p:cNvPr id="371" name="Shape 368"/>
          <p:cNvSpPr/>
          <p:nvPr/>
        </p:nvSpPr>
        <p:spPr>
          <a:xfrm>
            <a:off x="9528048" y="2029968"/>
            <a:ext cx="164592" cy="164592"/>
          </a:xfrm>
          <a:prstGeom prst="rect">
            <a:avLst/>
          </a:prstGeom>
          <a:solidFill>
            <a:schemeClr val="bg2"/>
          </a:solidFill>
          <a:ln w="3175">
            <a:solidFill>
              <a:schemeClr val="bg1"/>
            </a:solidFill>
            <a:prstDash val="solid"/>
          </a:ln>
        </p:spPr>
      </p:sp>
      <p:sp>
        <p:nvSpPr>
          <p:cNvPr id="372" name="Shape 369"/>
          <p:cNvSpPr/>
          <p:nvPr/>
        </p:nvSpPr>
        <p:spPr>
          <a:xfrm>
            <a:off x="9557675" y="2059595"/>
            <a:ext cx="105339" cy="105339"/>
          </a:xfrm>
          <a:prstGeom prst="rect">
            <a:avLst/>
          </a:prstGeom>
          <a:solidFill>
            <a:schemeClr val="tx1">
              <a:alpha val="37000"/>
            </a:schemeClr>
          </a:solidFill>
          <a:ln w="12700">
            <a:solidFill>
              <a:schemeClr val="tx1">
                <a:alpha val="0"/>
              </a:schemeClr>
            </a:solidFill>
            <a:prstDash val="solid"/>
          </a:ln>
        </p:spPr>
      </p:sp>
      <p:sp>
        <p:nvSpPr>
          <p:cNvPr id="373" name="Shape 370"/>
          <p:cNvSpPr/>
          <p:nvPr/>
        </p:nvSpPr>
        <p:spPr>
          <a:xfrm>
            <a:off x="9692640" y="2029968"/>
            <a:ext cx="164592" cy="164592"/>
          </a:xfrm>
          <a:prstGeom prst="rect">
            <a:avLst/>
          </a:prstGeom>
          <a:solidFill>
            <a:schemeClr val="bg2"/>
          </a:solidFill>
          <a:ln w="3175">
            <a:solidFill>
              <a:schemeClr val="bg1"/>
            </a:solidFill>
            <a:prstDash val="solid"/>
          </a:ln>
        </p:spPr>
      </p:sp>
      <p:sp>
        <p:nvSpPr>
          <p:cNvPr id="374" name="Shape 371"/>
          <p:cNvSpPr/>
          <p:nvPr/>
        </p:nvSpPr>
        <p:spPr>
          <a:xfrm>
            <a:off x="8540496" y="2194560"/>
            <a:ext cx="164592" cy="164592"/>
          </a:xfrm>
          <a:prstGeom prst="rect">
            <a:avLst/>
          </a:prstGeom>
          <a:solidFill>
            <a:schemeClr val="bg2"/>
          </a:solidFill>
          <a:ln w="3175">
            <a:solidFill>
              <a:schemeClr val="bg1"/>
            </a:solidFill>
            <a:prstDash val="solid"/>
          </a:ln>
        </p:spPr>
      </p:sp>
      <p:sp>
        <p:nvSpPr>
          <p:cNvPr id="375" name="Shape 372"/>
          <p:cNvSpPr/>
          <p:nvPr/>
        </p:nvSpPr>
        <p:spPr>
          <a:xfrm>
            <a:off x="8705088" y="2194560"/>
            <a:ext cx="164592" cy="164592"/>
          </a:xfrm>
          <a:prstGeom prst="rect">
            <a:avLst/>
          </a:prstGeom>
          <a:solidFill>
            <a:schemeClr val="bg2"/>
          </a:solidFill>
          <a:ln w="3175">
            <a:solidFill>
              <a:schemeClr val="bg1"/>
            </a:solidFill>
            <a:prstDash val="solid"/>
          </a:ln>
        </p:spPr>
      </p:sp>
      <p:sp>
        <p:nvSpPr>
          <p:cNvPr id="376" name="Shape 373"/>
          <p:cNvSpPr/>
          <p:nvPr/>
        </p:nvSpPr>
        <p:spPr>
          <a:xfrm>
            <a:off x="8734715" y="2224187"/>
            <a:ext cx="105339" cy="105339"/>
          </a:xfrm>
          <a:prstGeom prst="rect">
            <a:avLst/>
          </a:prstGeom>
          <a:solidFill>
            <a:schemeClr val="tx1">
              <a:alpha val="6000"/>
            </a:schemeClr>
          </a:solidFill>
          <a:ln w="12700">
            <a:solidFill>
              <a:schemeClr val="tx1">
                <a:alpha val="0"/>
              </a:schemeClr>
            </a:solidFill>
            <a:prstDash val="solid"/>
          </a:ln>
        </p:spPr>
      </p:sp>
      <p:sp>
        <p:nvSpPr>
          <p:cNvPr id="377" name="Shape 374"/>
          <p:cNvSpPr/>
          <p:nvPr/>
        </p:nvSpPr>
        <p:spPr>
          <a:xfrm>
            <a:off x="8869680" y="2194560"/>
            <a:ext cx="164592" cy="164592"/>
          </a:xfrm>
          <a:prstGeom prst="rect">
            <a:avLst/>
          </a:prstGeom>
          <a:solidFill>
            <a:schemeClr val="bg2"/>
          </a:solidFill>
          <a:ln w="3175">
            <a:solidFill>
              <a:schemeClr val="bg1"/>
            </a:solidFill>
            <a:prstDash val="solid"/>
          </a:ln>
        </p:spPr>
      </p:sp>
      <p:sp>
        <p:nvSpPr>
          <p:cNvPr id="378" name="Shape 375"/>
          <p:cNvSpPr/>
          <p:nvPr/>
        </p:nvSpPr>
        <p:spPr>
          <a:xfrm>
            <a:off x="8899307" y="2224187"/>
            <a:ext cx="105339" cy="105339"/>
          </a:xfrm>
          <a:prstGeom prst="rect">
            <a:avLst/>
          </a:prstGeom>
          <a:solidFill>
            <a:schemeClr val="tx1"/>
          </a:solidFill>
          <a:ln w="12700">
            <a:solidFill>
              <a:schemeClr val="tx1">
                <a:alpha val="0"/>
              </a:schemeClr>
            </a:solidFill>
            <a:prstDash val="solid"/>
          </a:ln>
        </p:spPr>
      </p:sp>
      <p:sp>
        <p:nvSpPr>
          <p:cNvPr id="379" name="Shape 376"/>
          <p:cNvSpPr/>
          <p:nvPr/>
        </p:nvSpPr>
        <p:spPr>
          <a:xfrm>
            <a:off x="9034272" y="2194560"/>
            <a:ext cx="164592" cy="164592"/>
          </a:xfrm>
          <a:prstGeom prst="rect">
            <a:avLst/>
          </a:prstGeom>
          <a:solidFill>
            <a:schemeClr val="bg2"/>
          </a:solidFill>
          <a:ln w="3175">
            <a:solidFill>
              <a:schemeClr val="bg1"/>
            </a:solidFill>
            <a:prstDash val="solid"/>
          </a:ln>
        </p:spPr>
      </p:sp>
      <p:sp>
        <p:nvSpPr>
          <p:cNvPr id="380" name="Shape 377"/>
          <p:cNvSpPr/>
          <p:nvPr/>
        </p:nvSpPr>
        <p:spPr>
          <a:xfrm>
            <a:off x="9063899" y="2224187"/>
            <a:ext cx="105339" cy="105339"/>
          </a:xfrm>
          <a:prstGeom prst="rect">
            <a:avLst/>
          </a:prstGeom>
          <a:solidFill>
            <a:schemeClr val="tx1">
              <a:alpha val="87000"/>
            </a:schemeClr>
          </a:solidFill>
          <a:ln w="12700">
            <a:solidFill>
              <a:schemeClr val="tx1">
                <a:alpha val="0"/>
              </a:schemeClr>
            </a:solidFill>
            <a:prstDash val="solid"/>
          </a:ln>
        </p:spPr>
      </p:sp>
      <p:sp>
        <p:nvSpPr>
          <p:cNvPr id="381" name="Shape 378"/>
          <p:cNvSpPr/>
          <p:nvPr/>
        </p:nvSpPr>
        <p:spPr>
          <a:xfrm>
            <a:off x="9198864" y="2194560"/>
            <a:ext cx="164592" cy="164592"/>
          </a:xfrm>
          <a:prstGeom prst="rect">
            <a:avLst/>
          </a:prstGeom>
          <a:solidFill>
            <a:schemeClr val="bg2"/>
          </a:solidFill>
          <a:ln w="3175">
            <a:solidFill>
              <a:schemeClr val="bg1"/>
            </a:solidFill>
            <a:prstDash val="solid"/>
          </a:ln>
        </p:spPr>
      </p:sp>
      <p:sp>
        <p:nvSpPr>
          <p:cNvPr id="382" name="Shape 379"/>
          <p:cNvSpPr/>
          <p:nvPr/>
        </p:nvSpPr>
        <p:spPr>
          <a:xfrm>
            <a:off x="9228491" y="2224187"/>
            <a:ext cx="105339" cy="105339"/>
          </a:xfrm>
          <a:prstGeom prst="rect">
            <a:avLst/>
          </a:prstGeom>
          <a:solidFill>
            <a:schemeClr val="tx1">
              <a:alpha val="25000"/>
            </a:schemeClr>
          </a:solidFill>
          <a:ln w="12700">
            <a:solidFill>
              <a:schemeClr val="tx1">
                <a:alpha val="0"/>
              </a:schemeClr>
            </a:solidFill>
            <a:prstDash val="solid"/>
          </a:ln>
        </p:spPr>
      </p:sp>
      <p:sp>
        <p:nvSpPr>
          <p:cNvPr id="383" name="Shape 380"/>
          <p:cNvSpPr/>
          <p:nvPr/>
        </p:nvSpPr>
        <p:spPr>
          <a:xfrm>
            <a:off x="9363456" y="2194560"/>
            <a:ext cx="164592" cy="164592"/>
          </a:xfrm>
          <a:prstGeom prst="rect">
            <a:avLst/>
          </a:prstGeom>
          <a:solidFill>
            <a:schemeClr val="bg2"/>
          </a:solidFill>
          <a:ln w="3175">
            <a:solidFill>
              <a:schemeClr val="bg1"/>
            </a:solidFill>
            <a:prstDash val="solid"/>
          </a:ln>
        </p:spPr>
      </p:sp>
      <p:sp>
        <p:nvSpPr>
          <p:cNvPr id="384" name="Shape 381"/>
          <p:cNvSpPr/>
          <p:nvPr/>
        </p:nvSpPr>
        <p:spPr>
          <a:xfrm>
            <a:off x="9393083" y="2224187"/>
            <a:ext cx="105339" cy="105339"/>
          </a:xfrm>
          <a:prstGeom prst="rect">
            <a:avLst/>
          </a:prstGeom>
          <a:solidFill>
            <a:schemeClr val="tx1"/>
          </a:solidFill>
          <a:ln w="12700">
            <a:solidFill>
              <a:schemeClr val="tx1">
                <a:alpha val="0"/>
              </a:schemeClr>
            </a:solidFill>
            <a:prstDash val="solid"/>
          </a:ln>
        </p:spPr>
      </p:sp>
      <p:sp>
        <p:nvSpPr>
          <p:cNvPr id="385" name="Shape 382"/>
          <p:cNvSpPr/>
          <p:nvPr/>
        </p:nvSpPr>
        <p:spPr>
          <a:xfrm>
            <a:off x="9528048" y="2194560"/>
            <a:ext cx="164592" cy="164592"/>
          </a:xfrm>
          <a:prstGeom prst="rect">
            <a:avLst/>
          </a:prstGeom>
          <a:solidFill>
            <a:schemeClr val="bg2"/>
          </a:solidFill>
          <a:ln w="3175">
            <a:solidFill>
              <a:schemeClr val="bg1"/>
            </a:solidFill>
            <a:prstDash val="solid"/>
          </a:ln>
        </p:spPr>
      </p:sp>
      <p:sp>
        <p:nvSpPr>
          <p:cNvPr id="386" name="Shape 383"/>
          <p:cNvSpPr/>
          <p:nvPr/>
        </p:nvSpPr>
        <p:spPr>
          <a:xfrm>
            <a:off x="9557675" y="2224187"/>
            <a:ext cx="105339" cy="105339"/>
          </a:xfrm>
          <a:prstGeom prst="rect">
            <a:avLst/>
          </a:prstGeom>
          <a:solidFill>
            <a:schemeClr val="tx1">
              <a:alpha val="50000"/>
            </a:schemeClr>
          </a:solidFill>
          <a:ln w="12700">
            <a:solidFill>
              <a:schemeClr val="tx1">
                <a:alpha val="0"/>
              </a:schemeClr>
            </a:solidFill>
            <a:prstDash val="solid"/>
          </a:ln>
        </p:spPr>
      </p:sp>
      <p:sp>
        <p:nvSpPr>
          <p:cNvPr id="387" name="Shape 384"/>
          <p:cNvSpPr/>
          <p:nvPr/>
        </p:nvSpPr>
        <p:spPr>
          <a:xfrm>
            <a:off x="9692640" y="2194560"/>
            <a:ext cx="164592" cy="164592"/>
          </a:xfrm>
          <a:prstGeom prst="rect">
            <a:avLst/>
          </a:prstGeom>
          <a:solidFill>
            <a:schemeClr val="bg2"/>
          </a:solidFill>
          <a:ln w="3175">
            <a:solidFill>
              <a:schemeClr val="bg1"/>
            </a:solidFill>
            <a:prstDash val="solid"/>
          </a:ln>
        </p:spPr>
      </p:sp>
      <p:sp>
        <p:nvSpPr>
          <p:cNvPr id="388" name="Shape 385"/>
          <p:cNvSpPr/>
          <p:nvPr/>
        </p:nvSpPr>
        <p:spPr>
          <a:xfrm>
            <a:off x="8540496" y="2359152"/>
            <a:ext cx="164592" cy="164592"/>
          </a:xfrm>
          <a:prstGeom prst="rect">
            <a:avLst/>
          </a:prstGeom>
          <a:solidFill>
            <a:schemeClr val="bg2"/>
          </a:solidFill>
          <a:ln w="3175">
            <a:solidFill>
              <a:schemeClr val="bg1"/>
            </a:solidFill>
            <a:prstDash val="solid"/>
          </a:ln>
        </p:spPr>
      </p:sp>
      <p:sp>
        <p:nvSpPr>
          <p:cNvPr id="389" name="Shape 386"/>
          <p:cNvSpPr/>
          <p:nvPr/>
        </p:nvSpPr>
        <p:spPr>
          <a:xfrm>
            <a:off x="8705088" y="2359152"/>
            <a:ext cx="164592" cy="164592"/>
          </a:xfrm>
          <a:prstGeom prst="rect">
            <a:avLst/>
          </a:prstGeom>
          <a:solidFill>
            <a:schemeClr val="bg2"/>
          </a:solidFill>
          <a:ln w="3175">
            <a:solidFill>
              <a:schemeClr val="bg1"/>
            </a:solidFill>
            <a:prstDash val="solid"/>
          </a:ln>
        </p:spPr>
      </p:sp>
      <p:sp>
        <p:nvSpPr>
          <p:cNvPr id="390" name="Shape 387"/>
          <p:cNvSpPr/>
          <p:nvPr/>
        </p:nvSpPr>
        <p:spPr>
          <a:xfrm>
            <a:off x="8869680" y="2359152"/>
            <a:ext cx="164592" cy="164592"/>
          </a:xfrm>
          <a:prstGeom prst="rect">
            <a:avLst/>
          </a:prstGeom>
          <a:solidFill>
            <a:schemeClr val="bg2"/>
          </a:solidFill>
          <a:ln w="3175">
            <a:solidFill>
              <a:schemeClr val="bg1"/>
            </a:solidFill>
            <a:prstDash val="solid"/>
          </a:ln>
        </p:spPr>
      </p:sp>
      <p:sp>
        <p:nvSpPr>
          <p:cNvPr id="391" name="Shape 388"/>
          <p:cNvSpPr/>
          <p:nvPr/>
        </p:nvSpPr>
        <p:spPr>
          <a:xfrm>
            <a:off x="8899307" y="2388779"/>
            <a:ext cx="105339" cy="105339"/>
          </a:xfrm>
          <a:prstGeom prst="rect">
            <a:avLst/>
          </a:prstGeom>
          <a:solidFill>
            <a:schemeClr val="tx1">
              <a:alpha val="75000"/>
            </a:schemeClr>
          </a:solidFill>
          <a:ln w="12700">
            <a:solidFill>
              <a:schemeClr val="tx1">
                <a:alpha val="0"/>
              </a:schemeClr>
            </a:solidFill>
            <a:prstDash val="solid"/>
          </a:ln>
        </p:spPr>
      </p:sp>
      <p:sp>
        <p:nvSpPr>
          <p:cNvPr id="392" name="Shape 389"/>
          <p:cNvSpPr/>
          <p:nvPr/>
        </p:nvSpPr>
        <p:spPr>
          <a:xfrm>
            <a:off x="9034272" y="2359152"/>
            <a:ext cx="164592" cy="164592"/>
          </a:xfrm>
          <a:prstGeom prst="rect">
            <a:avLst/>
          </a:prstGeom>
          <a:solidFill>
            <a:schemeClr val="bg2"/>
          </a:solidFill>
          <a:ln w="3175">
            <a:solidFill>
              <a:schemeClr val="bg1"/>
            </a:solidFill>
            <a:prstDash val="solid"/>
          </a:ln>
        </p:spPr>
      </p:sp>
      <p:sp>
        <p:nvSpPr>
          <p:cNvPr id="393" name="Shape 390"/>
          <p:cNvSpPr/>
          <p:nvPr/>
        </p:nvSpPr>
        <p:spPr>
          <a:xfrm>
            <a:off x="9063899" y="2388779"/>
            <a:ext cx="105339" cy="105339"/>
          </a:xfrm>
          <a:prstGeom prst="rect">
            <a:avLst/>
          </a:prstGeom>
          <a:solidFill>
            <a:schemeClr val="tx1"/>
          </a:solidFill>
          <a:ln w="12700">
            <a:solidFill>
              <a:schemeClr val="tx1">
                <a:alpha val="0"/>
              </a:schemeClr>
            </a:solidFill>
            <a:prstDash val="solid"/>
          </a:ln>
        </p:spPr>
      </p:sp>
      <p:sp>
        <p:nvSpPr>
          <p:cNvPr id="394" name="Shape 391"/>
          <p:cNvSpPr/>
          <p:nvPr/>
        </p:nvSpPr>
        <p:spPr>
          <a:xfrm>
            <a:off x="9198864" y="2359152"/>
            <a:ext cx="164592" cy="164592"/>
          </a:xfrm>
          <a:prstGeom prst="rect">
            <a:avLst/>
          </a:prstGeom>
          <a:solidFill>
            <a:schemeClr val="bg2"/>
          </a:solidFill>
          <a:ln w="3175">
            <a:solidFill>
              <a:schemeClr val="bg1"/>
            </a:solidFill>
            <a:prstDash val="solid"/>
          </a:ln>
        </p:spPr>
      </p:sp>
      <p:sp>
        <p:nvSpPr>
          <p:cNvPr id="395" name="Shape 392"/>
          <p:cNvSpPr/>
          <p:nvPr/>
        </p:nvSpPr>
        <p:spPr>
          <a:xfrm>
            <a:off x="9228491" y="2388779"/>
            <a:ext cx="105339" cy="105339"/>
          </a:xfrm>
          <a:prstGeom prst="rect">
            <a:avLst/>
          </a:prstGeom>
          <a:solidFill>
            <a:schemeClr val="tx1">
              <a:alpha val="81000"/>
            </a:schemeClr>
          </a:solidFill>
          <a:ln w="12700">
            <a:solidFill>
              <a:schemeClr val="tx1">
                <a:alpha val="0"/>
              </a:schemeClr>
            </a:solidFill>
            <a:prstDash val="solid"/>
          </a:ln>
        </p:spPr>
      </p:sp>
      <p:sp>
        <p:nvSpPr>
          <p:cNvPr id="396" name="Shape 393"/>
          <p:cNvSpPr/>
          <p:nvPr/>
        </p:nvSpPr>
        <p:spPr>
          <a:xfrm>
            <a:off x="9363456" y="2359152"/>
            <a:ext cx="164592" cy="164592"/>
          </a:xfrm>
          <a:prstGeom prst="rect">
            <a:avLst/>
          </a:prstGeom>
          <a:solidFill>
            <a:schemeClr val="bg2"/>
          </a:solidFill>
          <a:ln w="3175">
            <a:solidFill>
              <a:schemeClr val="bg1"/>
            </a:solidFill>
            <a:prstDash val="solid"/>
          </a:ln>
        </p:spPr>
      </p:sp>
      <p:sp>
        <p:nvSpPr>
          <p:cNvPr id="397" name="Shape 394"/>
          <p:cNvSpPr/>
          <p:nvPr/>
        </p:nvSpPr>
        <p:spPr>
          <a:xfrm>
            <a:off x="9393083" y="2388779"/>
            <a:ext cx="105339" cy="105339"/>
          </a:xfrm>
          <a:prstGeom prst="rect">
            <a:avLst/>
          </a:prstGeom>
          <a:solidFill>
            <a:schemeClr val="tx1"/>
          </a:solidFill>
          <a:ln w="12700">
            <a:solidFill>
              <a:schemeClr val="tx1">
                <a:alpha val="0"/>
              </a:schemeClr>
            </a:solidFill>
            <a:prstDash val="solid"/>
          </a:ln>
        </p:spPr>
      </p:sp>
      <p:sp>
        <p:nvSpPr>
          <p:cNvPr id="398" name="Shape 395"/>
          <p:cNvSpPr/>
          <p:nvPr/>
        </p:nvSpPr>
        <p:spPr>
          <a:xfrm>
            <a:off x="9528048" y="2359152"/>
            <a:ext cx="164592" cy="164592"/>
          </a:xfrm>
          <a:prstGeom prst="rect">
            <a:avLst/>
          </a:prstGeom>
          <a:solidFill>
            <a:schemeClr val="bg2"/>
          </a:solidFill>
          <a:ln w="3175">
            <a:solidFill>
              <a:schemeClr val="bg1"/>
            </a:solidFill>
            <a:prstDash val="solid"/>
          </a:ln>
        </p:spPr>
      </p:sp>
      <p:sp>
        <p:nvSpPr>
          <p:cNvPr id="399" name="Shape 396"/>
          <p:cNvSpPr/>
          <p:nvPr/>
        </p:nvSpPr>
        <p:spPr>
          <a:xfrm>
            <a:off x="9557675" y="2388779"/>
            <a:ext cx="105339" cy="105339"/>
          </a:xfrm>
          <a:prstGeom prst="rect">
            <a:avLst/>
          </a:prstGeom>
          <a:solidFill>
            <a:schemeClr val="tx1">
              <a:alpha val="12000"/>
            </a:schemeClr>
          </a:solidFill>
          <a:ln w="12700">
            <a:solidFill>
              <a:schemeClr val="tx1">
                <a:alpha val="0"/>
              </a:schemeClr>
            </a:solidFill>
            <a:prstDash val="solid"/>
          </a:ln>
        </p:spPr>
      </p:sp>
      <p:sp>
        <p:nvSpPr>
          <p:cNvPr id="400" name="Shape 397"/>
          <p:cNvSpPr/>
          <p:nvPr/>
        </p:nvSpPr>
        <p:spPr>
          <a:xfrm>
            <a:off x="9692640" y="2359152"/>
            <a:ext cx="164592" cy="164592"/>
          </a:xfrm>
          <a:prstGeom prst="rect">
            <a:avLst/>
          </a:prstGeom>
          <a:solidFill>
            <a:schemeClr val="bg2"/>
          </a:solidFill>
          <a:ln w="3175">
            <a:solidFill>
              <a:schemeClr val="bg1"/>
            </a:solidFill>
            <a:prstDash val="solid"/>
          </a:ln>
        </p:spPr>
      </p:sp>
      <p:sp>
        <p:nvSpPr>
          <p:cNvPr id="401" name="Shape 398"/>
          <p:cNvSpPr/>
          <p:nvPr/>
        </p:nvSpPr>
        <p:spPr>
          <a:xfrm>
            <a:off x="8540496" y="2523744"/>
            <a:ext cx="164592" cy="164592"/>
          </a:xfrm>
          <a:prstGeom prst="rect">
            <a:avLst/>
          </a:prstGeom>
          <a:solidFill>
            <a:schemeClr val="bg2"/>
          </a:solidFill>
          <a:ln w="3175">
            <a:solidFill>
              <a:schemeClr val="bg1"/>
            </a:solidFill>
            <a:prstDash val="solid"/>
          </a:ln>
        </p:spPr>
      </p:sp>
      <p:sp>
        <p:nvSpPr>
          <p:cNvPr id="402" name="Shape 399"/>
          <p:cNvSpPr/>
          <p:nvPr/>
        </p:nvSpPr>
        <p:spPr>
          <a:xfrm>
            <a:off x="8705088" y="2523744"/>
            <a:ext cx="164592" cy="164592"/>
          </a:xfrm>
          <a:prstGeom prst="rect">
            <a:avLst/>
          </a:prstGeom>
          <a:solidFill>
            <a:schemeClr val="bg2"/>
          </a:solidFill>
          <a:ln w="3175">
            <a:solidFill>
              <a:schemeClr val="bg1"/>
            </a:solidFill>
            <a:prstDash val="solid"/>
          </a:ln>
        </p:spPr>
      </p:sp>
      <p:sp>
        <p:nvSpPr>
          <p:cNvPr id="403" name="Shape 400"/>
          <p:cNvSpPr/>
          <p:nvPr/>
        </p:nvSpPr>
        <p:spPr>
          <a:xfrm>
            <a:off x="8869680" y="2523744"/>
            <a:ext cx="164592" cy="164592"/>
          </a:xfrm>
          <a:prstGeom prst="rect">
            <a:avLst/>
          </a:prstGeom>
          <a:solidFill>
            <a:schemeClr val="bg2"/>
          </a:solidFill>
          <a:ln w="3175">
            <a:solidFill>
              <a:schemeClr val="bg1"/>
            </a:solidFill>
            <a:prstDash val="solid"/>
          </a:ln>
        </p:spPr>
      </p:sp>
      <p:sp>
        <p:nvSpPr>
          <p:cNvPr id="404" name="Shape 401"/>
          <p:cNvSpPr/>
          <p:nvPr/>
        </p:nvSpPr>
        <p:spPr>
          <a:xfrm>
            <a:off x="8899307" y="2553371"/>
            <a:ext cx="105339" cy="105339"/>
          </a:xfrm>
          <a:prstGeom prst="rect">
            <a:avLst/>
          </a:prstGeom>
          <a:solidFill>
            <a:schemeClr val="tx1">
              <a:alpha val="12000"/>
            </a:schemeClr>
          </a:solidFill>
          <a:ln w="12700">
            <a:solidFill>
              <a:schemeClr val="tx1">
                <a:alpha val="0"/>
              </a:schemeClr>
            </a:solidFill>
            <a:prstDash val="solid"/>
          </a:ln>
        </p:spPr>
      </p:sp>
      <p:sp>
        <p:nvSpPr>
          <p:cNvPr id="405" name="Shape 402"/>
          <p:cNvSpPr/>
          <p:nvPr/>
        </p:nvSpPr>
        <p:spPr>
          <a:xfrm>
            <a:off x="9034272" y="2523744"/>
            <a:ext cx="164592" cy="164592"/>
          </a:xfrm>
          <a:prstGeom prst="rect">
            <a:avLst/>
          </a:prstGeom>
          <a:solidFill>
            <a:schemeClr val="bg2"/>
          </a:solidFill>
          <a:ln w="3175">
            <a:solidFill>
              <a:schemeClr val="bg1"/>
            </a:solidFill>
            <a:prstDash val="solid"/>
          </a:ln>
        </p:spPr>
      </p:sp>
      <p:sp>
        <p:nvSpPr>
          <p:cNvPr id="406" name="Shape 403"/>
          <p:cNvSpPr/>
          <p:nvPr/>
        </p:nvSpPr>
        <p:spPr>
          <a:xfrm>
            <a:off x="9063899" y="2553371"/>
            <a:ext cx="105339" cy="105339"/>
          </a:xfrm>
          <a:prstGeom prst="rect">
            <a:avLst/>
          </a:prstGeom>
          <a:solidFill>
            <a:schemeClr val="tx1">
              <a:alpha val="62000"/>
            </a:schemeClr>
          </a:solidFill>
          <a:ln w="12700">
            <a:solidFill>
              <a:schemeClr val="tx1">
                <a:alpha val="0"/>
              </a:schemeClr>
            </a:solidFill>
            <a:prstDash val="solid"/>
          </a:ln>
        </p:spPr>
      </p:sp>
      <p:sp>
        <p:nvSpPr>
          <p:cNvPr id="407" name="Shape 404"/>
          <p:cNvSpPr/>
          <p:nvPr/>
        </p:nvSpPr>
        <p:spPr>
          <a:xfrm>
            <a:off x="9198864" y="2523744"/>
            <a:ext cx="164592" cy="164592"/>
          </a:xfrm>
          <a:prstGeom prst="rect">
            <a:avLst/>
          </a:prstGeom>
          <a:solidFill>
            <a:schemeClr val="bg2"/>
          </a:solidFill>
          <a:ln w="3175">
            <a:solidFill>
              <a:schemeClr val="bg1"/>
            </a:solidFill>
            <a:prstDash val="solid"/>
          </a:ln>
        </p:spPr>
      </p:sp>
      <p:sp>
        <p:nvSpPr>
          <p:cNvPr id="408" name="Shape 405"/>
          <p:cNvSpPr/>
          <p:nvPr/>
        </p:nvSpPr>
        <p:spPr>
          <a:xfrm>
            <a:off x="9228491" y="2553371"/>
            <a:ext cx="105339" cy="105339"/>
          </a:xfrm>
          <a:prstGeom prst="rect">
            <a:avLst/>
          </a:prstGeom>
          <a:solidFill>
            <a:schemeClr val="tx1"/>
          </a:solidFill>
          <a:ln w="12700">
            <a:solidFill>
              <a:schemeClr val="tx1">
                <a:alpha val="0"/>
              </a:schemeClr>
            </a:solidFill>
            <a:prstDash val="solid"/>
          </a:ln>
        </p:spPr>
      </p:sp>
      <p:sp>
        <p:nvSpPr>
          <p:cNvPr id="409" name="Shape 406"/>
          <p:cNvSpPr/>
          <p:nvPr/>
        </p:nvSpPr>
        <p:spPr>
          <a:xfrm>
            <a:off x="9363456" y="2523744"/>
            <a:ext cx="164592" cy="164592"/>
          </a:xfrm>
          <a:prstGeom prst="rect">
            <a:avLst/>
          </a:prstGeom>
          <a:solidFill>
            <a:schemeClr val="bg2"/>
          </a:solidFill>
          <a:ln w="3175">
            <a:solidFill>
              <a:schemeClr val="bg1"/>
            </a:solidFill>
            <a:prstDash val="solid"/>
          </a:ln>
        </p:spPr>
      </p:sp>
      <p:sp>
        <p:nvSpPr>
          <p:cNvPr id="410" name="Shape 407"/>
          <p:cNvSpPr/>
          <p:nvPr/>
        </p:nvSpPr>
        <p:spPr>
          <a:xfrm>
            <a:off x="9393083" y="2553371"/>
            <a:ext cx="105339" cy="105339"/>
          </a:xfrm>
          <a:prstGeom prst="rect">
            <a:avLst/>
          </a:prstGeom>
          <a:solidFill>
            <a:schemeClr val="tx1">
              <a:alpha val="44000"/>
            </a:schemeClr>
          </a:solidFill>
          <a:ln w="12700">
            <a:solidFill>
              <a:schemeClr val="tx1">
                <a:alpha val="0"/>
              </a:schemeClr>
            </a:solidFill>
            <a:prstDash val="solid"/>
          </a:ln>
        </p:spPr>
      </p:sp>
      <p:sp>
        <p:nvSpPr>
          <p:cNvPr id="411" name="Shape 408"/>
          <p:cNvSpPr/>
          <p:nvPr/>
        </p:nvSpPr>
        <p:spPr>
          <a:xfrm>
            <a:off x="9528048" y="2523744"/>
            <a:ext cx="164592" cy="164592"/>
          </a:xfrm>
          <a:prstGeom prst="rect">
            <a:avLst/>
          </a:prstGeom>
          <a:solidFill>
            <a:schemeClr val="bg2"/>
          </a:solidFill>
          <a:ln w="3175">
            <a:solidFill>
              <a:schemeClr val="bg1"/>
            </a:solidFill>
            <a:prstDash val="solid"/>
          </a:ln>
        </p:spPr>
      </p:sp>
      <p:sp>
        <p:nvSpPr>
          <p:cNvPr id="412" name="Shape 409"/>
          <p:cNvSpPr/>
          <p:nvPr/>
        </p:nvSpPr>
        <p:spPr>
          <a:xfrm>
            <a:off x="9692640" y="2523744"/>
            <a:ext cx="164592" cy="164592"/>
          </a:xfrm>
          <a:prstGeom prst="rect">
            <a:avLst/>
          </a:prstGeom>
          <a:solidFill>
            <a:schemeClr val="bg2"/>
          </a:solidFill>
          <a:ln w="3175">
            <a:solidFill>
              <a:schemeClr val="bg1"/>
            </a:solidFill>
            <a:prstDash val="solid"/>
          </a:ln>
        </p:spPr>
      </p:sp>
      <p:sp>
        <p:nvSpPr>
          <p:cNvPr id="413" name="Text 410"/>
          <p:cNvSpPr txBox="1"/>
          <p:nvPr/>
        </p:nvSpPr>
        <p:spPr>
          <a:xfrm>
            <a:off x="8449056" y="2743200"/>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Bを隠す</a:t>
            </a:r>
            <a:endParaRPr lang="en-US" sz="1200" dirty="0"/>
          </a:p>
        </p:txBody>
      </p:sp>
      <p:sp>
        <p:nvSpPr>
          <p:cNvPr id="414" name="Shape 411"/>
          <p:cNvSpPr/>
          <p:nvPr/>
        </p:nvSpPr>
        <p:spPr>
          <a:xfrm>
            <a:off x="10113264" y="1371600"/>
            <a:ext cx="164592" cy="164592"/>
          </a:xfrm>
          <a:prstGeom prst="rect">
            <a:avLst/>
          </a:prstGeom>
          <a:solidFill>
            <a:schemeClr val="bg2"/>
          </a:solidFill>
          <a:ln w="3175">
            <a:solidFill>
              <a:schemeClr val="bg1"/>
            </a:solidFill>
            <a:prstDash val="solid"/>
          </a:ln>
        </p:spPr>
      </p:sp>
      <p:sp>
        <p:nvSpPr>
          <p:cNvPr id="415" name="Shape 412"/>
          <p:cNvSpPr/>
          <p:nvPr/>
        </p:nvSpPr>
        <p:spPr>
          <a:xfrm>
            <a:off x="10277856" y="1371600"/>
            <a:ext cx="164592" cy="164592"/>
          </a:xfrm>
          <a:prstGeom prst="rect">
            <a:avLst/>
          </a:prstGeom>
          <a:solidFill>
            <a:schemeClr val="bg2"/>
          </a:solidFill>
          <a:ln w="3175">
            <a:solidFill>
              <a:schemeClr val="bg1"/>
            </a:solidFill>
            <a:prstDash val="solid"/>
          </a:ln>
        </p:spPr>
      </p:sp>
      <p:sp>
        <p:nvSpPr>
          <p:cNvPr id="416" name="Shape 413"/>
          <p:cNvSpPr/>
          <p:nvPr/>
        </p:nvSpPr>
        <p:spPr>
          <a:xfrm>
            <a:off x="10442448" y="1371600"/>
            <a:ext cx="164592" cy="164592"/>
          </a:xfrm>
          <a:prstGeom prst="rect">
            <a:avLst/>
          </a:prstGeom>
          <a:solidFill>
            <a:schemeClr val="bg2"/>
          </a:solidFill>
          <a:ln w="3175">
            <a:solidFill>
              <a:schemeClr val="bg1"/>
            </a:solidFill>
            <a:prstDash val="solid"/>
          </a:ln>
        </p:spPr>
      </p:sp>
      <p:sp>
        <p:nvSpPr>
          <p:cNvPr id="417" name="Shape 414"/>
          <p:cNvSpPr/>
          <p:nvPr/>
        </p:nvSpPr>
        <p:spPr>
          <a:xfrm>
            <a:off x="10472075" y="1401227"/>
            <a:ext cx="105339" cy="105339"/>
          </a:xfrm>
          <a:prstGeom prst="rect">
            <a:avLst/>
          </a:prstGeom>
          <a:solidFill>
            <a:schemeClr val="tx1">
              <a:alpha val="12000"/>
            </a:schemeClr>
          </a:solidFill>
          <a:ln w="12700">
            <a:solidFill>
              <a:schemeClr val="tx1">
                <a:alpha val="0"/>
              </a:schemeClr>
            </a:solidFill>
            <a:prstDash val="solid"/>
          </a:ln>
        </p:spPr>
      </p:sp>
      <p:sp>
        <p:nvSpPr>
          <p:cNvPr id="418" name="Shape 415"/>
          <p:cNvSpPr/>
          <p:nvPr/>
        </p:nvSpPr>
        <p:spPr>
          <a:xfrm>
            <a:off x="10607040" y="1371600"/>
            <a:ext cx="164592" cy="164592"/>
          </a:xfrm>
          <a:prstGeom prst="rect">
            <a:avLst/>
          </a:prstGeom>
          <a:solidFill>
            <a:schemeClr val="bg2"/>
          </a:solidFill>
          <a:ln w="3175">
            <a:solidFill>
              <a:schemeClr val="bg1"/>
            </a:solidFill>
            <a:prstDash val="solid"/>
          </a:ln>
        </p:spPr>
      </p:sp>
      <p:sp>
        <p:nvSpPr>
          <p:cNvPr id="419" name="Shape 416"/>
          <p:cNvSpPr/>
          <p:nvPr/>
        </p:nvSpPr>
        <p:spPr>
          <a:xfrm>
            <a:off x="10636667" y="1401227"/>
            <a:ext cx="105339" cy="105339"/>
          </a:xfrm>
          <a:prstGeom prst="rect">
            <a:avLst/>
          </a:prstGeom>
          <a:solidFill>
            <a:schemeClr val="tx1">
              <a:alpha val="69000"/>
            </a:schemeClr>
          </a:solidFill>
          <a:ln w="12700">
            <a:solidFill>
              <a:schemeClr val="tx1">
                <a:alpha val="0"/>
              </a:schemeClr>
            </a:solidFill>
            <a:prstDash val="solid"/>
          </a:ln>
        </p:spPr>
      </p:sp>
      <p:sp>
        <p:nvSpPr>
          <p:cNvPr id="420" name="Shape 417"/>
          <p:cNvSpPr/>
          <p:nvPr/>
        </p:nvSpPr>
        <p:spPr>
          <a:xfrm>
            <a:off x="10771632" y="1371600"/>
            <a:ext cx="164592" cy="164592"/>
          </a:xfrm>
          <a:prstGeom prst="rect">
            <a:avLst/>
          </a:prstGeom>
          <a:solidFill>
            <a:schemeClr val="bg2"/>
          </a:solidFill>
          <a:ln w="3175">
            <a:solidFill>
              <a:schemeClr val="bg1"/>
            </a:solidFill>
            <a:prstDash val="solid"/>
          </a:ln>
        </p:spPr>
      </p:sp>
      <p:sp>
        <p:nvSpPr>
          <p:cNvPr id="421" name="Shape 418"/>
          <p:cNvSpPr/>
          <p:nvPr/>
        </p:nvSpPr>
        <p:spPr>
          <a:xfrm>
            <a:off x="10801259" y="1401227"/>
            <a:ext cx="105339" cy="105339"/>
          </a:xfrm>
          <a:prstGeom prst="rect">
            <a:avLst/>
          </a:prstGeom>
          <a:solidFill>
            <a:schemeClr val="tx1">
              <a:alpha val="81000"/>
            </a:schemeClr>
          </a:solidFill>
          <a:ln w="12700">
            <a:solidFill>
              <a:schemeClr val="tx1">
                <a:alpha val="0"/>
              </a:schemeClr>
            </a:solidFill>
            <a:prstDash val="solid"/>
          </a:ln>
        </p:spPr>
      </p:sp>
      <p:sp>
        <p:nvSpPr>
          <p:cNvPr id="422" name="Shape 419"/>
          <p:cNvSpPr/>
          <p:nvPr/>
        </p:nvSpPr>
        <p:spPr>
          <a:xfrm>
            <a:off x="10936224" y="1371600"/>
            <a:ext cx="164592" cy="164592"/>
          </a:xfrm>
          <a:prstGeom prst="rect">
            <a:avLst/>
          </a:prstGeom>
          <a:solidFill>
            <a:schemeClr val="bg2"/>
          </a:solidFill>
          <a:ln w="3175">
            <a:solidFill>
              <a:schemeClr val="bg1"/>
            </a:solidFill>
            <a:prstDash val="solid"/>
          </a:ln>
        </p:spPr>
      </p:sp>
      <p:sp>
        <p:nvSpPr>
          <p:cNvPr id="423" name="Shape 420"/>
          <p:cNvSpPr/>
          <p:nvPr/>
        </p:nvSpPr>
        <p:spPr>
          <a:xfrm>
            <a:off x="10965851" y="1401227"/>
            <a:ext cx="105339" cy="105339"/>
          </a:xfrm>
          <a:prstGeom prst="rect">
            <a:avLst/>
          </a:prstGeom>
          <a:solidFill>
            <a:schemeClr val="tx1">
              <a:alpha val="25000"/>
            </a:schemeClr>
          </a:solidFill>
          <a:ln w="12700">
            <a:solidFill>
              <a:schemeClr val="tx1">
                <a:alpha val="0"/>
              </a:schemeClr>
            </a:solidFill>
            <a:prstDash val="solid"/>
          </a:ln>
        </p:spPr>
      </p:sp>
      <p:sp>
        <p:nvSpPr>
          <p:cNvPr id="424" name="Shape 421"/>
          <p:cNvSpPr/>
          <p:nvPr/>
        </p:nvSpPr>
        <p:spPr>
          <a:xfrm>
            <a:off x="11100816" y="1371600"/>
            <a:ext cx="164592" cy="164592"/>
          </a:xfrm>
          <a:prstGeom prst="rect">
            <a:avLst/>
          </a:prstGeom>
          <a:solidFill>
            <a:schemeClr val="bg2"/>
          </a:solidFill>
          <a:ln w="3175">
            <a:solidFill>
              <a:schemeClr val="bg1"/>
            </a:solidFill>
            <a:prstDash val="solid"/>
          </a:ln>
        </p:spPr>
      </p:sp>
      <p:sp>
        <p:nvSpPr>
          <p:cNvPr id="425" name="Shape 422"/>
          <p:cNvSpPr/>
          <p:nvPr/>
        </p:nvSpPr>
        <p:spPr>
          <a:xfrm>
            <a:off x="11265408" y="1371600"/>
            <a:ext cx="164592" cy="164592"/>
          </a:xfrm>
          <a:prstGeom prst="rect">
            <a:avLst/>
          </a:prstGeom>
          <a:solidFill>
            <a:schemeClr val="bg2"/>
          </a:solidFill>
          <a:ln w="3175">
            <a:solidFill>
              <a:schemeClr val="bg1"/>
            </a:solidFill>
            <a:prstDash val="solid"/>
          </a:ln>
        </p:spPr>
      </p:sp>
      <p:sp>
        <p:nvSpPr>
          <p:cNvPr id="426" name="Shape 423"/>
          <p:cNvSpPr/>
          <p:nvPr/>
        </p:nvSpPr>
        <p:spPr>
          <a:xfrm>
            <a:off x="10113264" y="1536192"/>
            <a:ext cx="164592" cy="164592"/>
          </a:xfrm>
          <a:prstGeom prst="rect">
            <a:avLst/>
          </a:prstGeom>
          <a:solidFill>
            <a:schemeClr val="bg2"/>
          </a:solidFill>
          <a:ln w="3175">
            <a:solidFill>
              <a:schemeClr val="bg1"/>
            </a:solidFill>
            <a:prstDash val="solid"/>
          </a:ln>
        </p:spPr>
      </p:sp>
      <p:sp>
        <p:nvSpPr>
          <p:cNvPr id="427" name="Shape 424"/>
          <p:cNvSpPr/>
          <p:nvPr/>
        </p:nvSpPr>
        <p:spPr>
          <a:xfrm>
            <a:off x="10277856" y="1536192"/>
            <a:ext cx="164592" cy="164592"/>
          </a:xfrm>
          <a:prstGeom prst="rect">
            <a:avLst/>
          </a:prstGeom>
          <a:solidFill>
            <a:schemeClr val="bg2"/>
          </a:solidFill>
          <a:ln w="3175">
            <a:solidFill>
              <a:schemeClr val="bg1"/>
            </a:solidFill>
            <a:prstDash val="solid"/>
          </a:ln>
        </p:spPr>
      </p:sp>
      <p:sp>
        <p:nvSpPr>
          <p:cNvPr id="428" name="Shape 425"/>
          <p:cNvSpPr/>
          <p:nvPr/>
        </p:nvSpPr>
        <p:spPr>
          <a:xfrm>
            <a:off x="10442448" y="1536192"/>
            <a:ext cx="164592" cy="164592"/>
          </a:xfrm>
          <a:prstGeom prst="rect">
            <a:avLst/>
          </a:prstGeom>
          <a:solidFill>
            <a:schemeClr val="bg2"/>
          </a:solidFill>
          <a:ln w="3175">
            <a:solidFill>
              <a:schemeClr val="bg1"/>
            </a:solidFill>
            <a:prstDash val="solid"/>
          </a:ln>
        </p:spPr>
      </p:sp>
      <p:sp>
        <p:nvSpPr>
          <p:cNvPr id="429" name="Shape 426"/>
          <p:cNvSpPr/>
          <p:nvPr/>
        </p:nvSpPr>
        <p:spPr>
          <a:xfrm>
            <a:off x="10472075" y="1565819"/>
            <a:ext cx="105339" cy="105339"/>
          </a:xfrm>
          <a:prstGeom prst="rect">
            <a:avLst/>
          </a:prstGeom>
          <a:solidFill>
            <a:schemeClr val="tx1">
              <a:alpha val="75000"/>
            </a:schemeClr>
          </a:solidFill>
          <a:ln w="12700">
            <a:solidFill>
              <a:schemeClr val="tx1">
                <a:alpha val="0"/>
              </a:schemeClr>
            </a:solidFill>
            <a:prstDash val="solid"/>
          </a:ln>
        </p:spPr>
      </p:sp>
      <p:sp>
        <p:nvSpPr>
          <p:cNvPr id="430" name="Shape 427"/>
          <p:cNvSpPr/>
          <p:nvPr/>
        </p:nvSpPr>
        <p:spPr>
          <a:xfrm>
            <a:off x="10607040" y="1536192"/>
            <a:ext cx="164592" cy="164592"/>
          </a:xfrm>
          <a:prstGeom prst="rect">
            <a:avLst/>
          </a:prstGeom>
          <a:solidFill>
            <a:schemeClr val="bg2"/>
          </a:solidFill>
          <a:ln w="3175">
            <a:solidFill>
              <a:schemeClr val="bg1"/>
            </a:solidFill>
            <a:prstDash val="solid"/>
          </a:ln>
        </p:spPr>
      </p:sp>
      <p:sp>
        <p:nvSpPr>
          <p:cNvPr id="431" name="Shape 428"/>
          <p:cNvSpPr/>
          <p:nvPr/>
        </p:nvSpPr>
        <p:spPr>
          <a:xfrm>
            <a:off x="10636667" y="1565819"/>
            <a:ext cx="105339" cy="105339"/>
          </a:xfrm>
          <a:prstGeom prst="rect">
            <a:avLst/>
          </a:prstGeom>
          <a:solidFill>
            <a:schemeClr val="tx1"/>
          </a:solidFill>
          <a:ln w="12700">
            <a:solidFill>
              <a:schemeClr val="tx1">
                <a:alpha val="0"/>
              </a:schemeClr>
            </a:solidFill>
            <a:prstDash val="solid"/>
          </a:ln>
        </p:spPr>
      </p:sp>
      <p:sp>
        <p:nvSpPr>
          <p:cNvPr id="432" name="Shape 429"/>
          <p:cNvSpPr/>
          <p:nvPr/>
        </p:nvSpPr>
        <p:spPr>
          <a:xfrm>
            <a:off x="10771632" y="1536192"/>
            <a:ext cx="164592" cy="164592"/>
          </a:xfrm>
          <a:prstGeom prst="rect">
            <a:avLst/>
          </a:prstGeom>
          <a:solidFill>
            <a:schemeClr val="bg2"/>
          </a:solidFill>
          <a:ln w="3175">
            <a:solidFill>
              <a:schemeClr val="bg1"/>
            </a:solidFill>
            <a:prstDash val="solid"/>
          </a:ln>
        </p:spPr>
      </p:sp>
      <p:sp>
        <p:nvSpPr>
          <p:cNvPr id="433" name="Shape 430"/>
          <p:cNvSpPr/>
          <p:nvPr/>
        </p:nvSpPr>
        <p:spPr>
          <a:xfrm>
            <a:off x="10801259" y="1565819"/>
            <a:ext cx="105339" cy="105339"/>
          </a:xfrm>
          <a:prstGeom prst="rect">
            <a:avLst/>
          </a:prstGeom>
          <a:solidFill>
            <a:schemeClr val="tx1">
              <a:alpha val="81000"/>
            </a:schemeClr>
          </a:solidFill>
          <a:ln w="12700">
            <a:solidFill>
              <a:schemeClr val="tx1">
                <a:alpha val="0"/>
              </a:schemeClr>
            </a:solidFill>
            <a:prstDash val="solid"/>
          </a:ln>
        </p:spPr>
      </p:sp>
      <p:sp>
        <p:nvSpPr>
          <p:cNvPr id="434" name="Shape 431"/>
          <p:cNvSpPr/>
          <p:nvPr/>
        </p:nvSpPr>
        <p:spPr>
          <a:xfrm>
            <a:off x="10936224" y="1536192"/>
            <a:ext cx="164592" cy="164592"/>
          </a:xfrm>
          <a:prstGeom prst="rect">
            <a:avLst/>
          </a:prstGeom>
          <a:solidFill>
            <a:schemeClr val="bg2"/>
          </a:solidFill>
          <a:ln w="3175">
            <a:solidFill>
              <a:schemeClr val="bg1"/>
            </a:solidFill>
            <a:prstDash val="solid"/>
          </a:ln>
        </p:spPr>
      </p:sp>
      <p:sp>
        <p:nvSpPr>
          <p:cNvPr id="435" name="Shape 432"/>
          <p:cNvSpPr/>
          <p:nvPr/>
        </p:nvSpPr>
        <p:spPr>
          <a:xfrm>
            <a:off x="10965851" y="1565819"/>
            <a:ext cx="105339" cy="105339"/>
          </a:xfrm>
          <a:prstGeom prst="rect">
            <a:avLst/>
          </a:prstGeom>
          <a:solidFill>
            <a:schemeClr val="tx1">
              <a:alpha val="94000"/>
            </a:schemeClr>
          </a:solidFill>
          <a:ln w="12700">
            <a:solidFill>
              <a:schemeClr val="tx1">
                <a:alpha val="0"/>
              </a:schemeClr>
            </a:solidFill>
            <a:prstDash val="solid"/>
          </a:ln>
        </p:spPr>
      </p:sp>
      <p:sp>
        <p:nvSpPr>
          <p:cNvPr id="436" name="Shape 433"/>
          <p:cNvSpPr/>
          <p:nvPr/>
        </p:nvSpPr>
        <p:spPr>
          <a:xfrm>
            <a:off x="11100816" y="1536192"/>
            <a:ext cx="164592" cy="164592"/>
          </a:xfrm>
          <a:prstGeom prst="rect">
            <a:avLst/>
          </a:prstGeom>
          <a:solidFill>
            <a:schemeClr val="bg2"/>
          </a:solidFill>
          <a:ln w="3175">
            <a:solidFill>
              <a:schemeClr val="bg1"/>
            </a:solidFill>
            <a:prstDash val="solid"/>
          </a:ln>
        </p:spPr>
      </p:sp>
      <p:sp>
        <p:nvSpPr>
          <p:cNvPr id="437" name="Shape 434"/>
          <p:cNvSpPr/>
          <p:nvPr/>
        </p:nvSpPr>
        <p:spPr>
          <a:xfrm>
            <a:off x="11265408" y="1536192"/>
            <a:ext cx="164592" cy="164592"/>
          </a:xfrm>
          <a:prstGeom prst="rect">
            <a:avLst/>
          </a:prstGeom>
          <a:solidFill>
            <a:schemeClr val="bg2"/>
          </a:solidFill>
          <a:ln w="3175">
            <a:solidFill>
              <a:schemeClr val="bg1"/>
            </a:solidFill>
            <a:prstDash val="solid"/>
          </a:ln>
        </p:spPr>
      </p:sp>
      <p:sp>
        <p:nvSpPr>
          <p:cNvPr id="438" name="Shape 435"/>
          <p:cNvSpPr/>
          <p:nvPr/>
        </p:nvSpPr>
        <p:spPr>
          <a:xfrm>
            <a:off x="10113264" y="1700784"/>
            <a:ext cx="164592" cy="164592"/>
          </a:xfrm>
          <a:prstGeom prst="rect">
            <a:avLst/>
          </a:prstGeom>
          <a:solidFill>
            <a:schemeClr val="bg2"/>
          </a:solidFill>
          <a:ln w="3175">
            <a:solidFill>
              <a:schemeClr val="bg1"/>
            </a:solidFill>
            <a:prstDash val="solid"/>
          </a:ln>
        </p:spPr>
      </p:sp>
      <p:sp>
        <p:nvSpPr>
          <p:cNvPr id="439" name="Shape 436"/>
          <p:cNvSpPr/>
          <p:nvPr/>
        </p:nvSpPr>
        <p:spPr>
          <a:xfrm>
            <a:off x="10277856" y="1700784"/>
            <a:ext cx="164592" cy="164592"/>
          </a:xfrm>
          <a:prstGeom prst="rect">
            <a:avLst/>
          </a:prstGeom>
          <a:solidFill>
            <a:schemeClr val="bg2"/>
          </a:solidFill>
          <a:ln w="3175">
            <a:solidFill>
              <a:schemeClr val="bg1"/>
            </a:solidFill>
            <a:prstDash val="solid"/>
          </a:ln>
        </p:spPr>
      </p:sp>
      <p:sp>
        <p:nvSpPr>
          <p:cNvPr id="440" name="Shape 437"/>
          <p:cNvSpPr/>
          <p:nvPr/>
        </p:nvSpPr>
        <p:spPr>
          <a:xfrm>
            <a:off x="10442448" y="1700784"/>
            <a:ext cx="164592" cy="164592"/>
          </a:xfrm>
          <a:prstGeom prst="rect">
            <a:avLst/>
          </a:prstGeom>
          <a:solidFill>
            <a:schemeClr val="bg2"/>
          </a:solidFill>
          <a:ln w="3175">
            <a:solidFill>
              <a:schemeClr val="bg1"/>
            </a:solidFill>
            <a:prstDash val="solid"/>
          </a:ln>
        </p:spPr>
      </p:sp>
      <p:sp>
        <p:nvSpPr>
          <p:cNvPr id="441" name="Shape 438"/>
          <p:cNvSpPr/>
          <p:nvPr/>
        </p:nvSpPr>
        <p:spPr>
          <a:xfrm>
            <a:off x="10472075" y="1730411"/>
            <a:ext cx="105339" cy="105339"/>
          </a:xfrm>
          <a:prstGeom prst="rect">
            <a:avLst/>
          </a:prstGeom>
          <a:solidFill>
            <a:schemeClr val="tx1"/>
          </a:solidFill>
          <a:ln w="12700">
            <a:solidFill>
              <a:schemeClr val="tx1">
                <a:alpha val="0"/>
              </a:schemeClr>
            </a:solidFill>
            <a:prstDash val="solid"/>
          </a:ln>
        </p:spPr>
      </p:sp>
      <p:sp>
        <p:nvSpPr>
          <p:cNvPr id="442" name="Shape 439"/>
          <p:cNvSpPr/>
          <p:nvPr/>
        </p:nvSpPr>
        <p:spPr>
          <a:xfrm>
            <a:off x="10607040" y="1700784"/>
            <a:ext cx="164592" cy="164592"/>
          </a:xfrm>
          <a:prstGeom prst="rect">
            <a:avLst/>
          </a:prstGeom>
          <a:solidFill>
            <a:schemeClr val="bg2"/>
          </a:solidFill>
          <a:ln w="3175">
            <a:solidFill>
              <a:schemeClr val="bg1"/>
            </a:solidFill>
            <a:prstDash val="solid"/>
          </a:ln>
        </p:spPr>
      </p:sp>
      <p:sp>
        <p:nvSpPr>
          <p:cNvPr id="443" name="Shape 440"/>
          <p:cNvSpPr/>
          <p:nvPr/>
        </p:nvSpPr>
        <p:spPr>
          <a:xfrm>
            <a:off x="10636667" y="1730411"/>
            <a:ext cx="105339" cy="105339"/>
          </a:xfrm>
          <a:prstGeom prst="rect">
            <a:avLst/>
          </a:prstGeom>
          <a:solidFill>
            <a:schemeClr val="tx1">
              <a:alpha val="56000"/>
            </a:schemeClr>
          </a:solidFill>
          <a:ln w="12700">
            <a:solidFill>
              <a:schemeClr val="tx1">
                <a:alpha val="0"/>
              </a:schemeClr>
            </a:solidFill>
            <a:prstDash val="solid"/>
          </a:ln>
        </p:spPr>
      </p:sp>
      <p:sp>
        <p:nvSpPr>
          <p:cNvPr id="444" name="Shape 441"/>
          <p:cNvSpPr/>
          <p:nvPr/>
        </p:nvSpPr>
        <p:spPr>
          <a:xfrm>
            <a:off x="10771632" y="1700784"/>
            <a:ext cx="164592" cy="164592"/>
          </a:xfrm>
          <a:prstGeom prst="rect">
            <a:avLst/>
          </a:prstGeom>
          <a:solidFill>
            <a:schemeClr val="bg2"/>
          </a:solidFill>
          <a:ln w="3175">
            <a:solidFill>
              <a:schemeClr val="bg1"/>
            </a:solidFill>
            <a:prstDash val="solid"/>
          </a:ln>
        </p:spPr>
      </p:sp>
      <p:sp>
        <p:nvSpPr>
          <p:cNvPr id="445" name="Shape 442"/>
          <p:cNvSpPr/>
          <p:nvPr/>
        </p:nvSpPr>
        <p:spPr>
          <a:xfrm>
            <a:off x="10801259" y="1730411"/>
            <a:ext cx="105339" cy="105339"/>
          </a:xfrm>
          <a:prstGeom prst="rect">
            <a:avLst/>
          </a:prstGeom>
          <a:solidFill>
            <a:schemeClr val="tx1">
              <a:alpha val="6000"/>
            </a:schemeClr>
          </a:solidFill>
          <a:ln w="12700">
            <a:solidFill>
              <a:schemeClr val="tx1">
                <a:alpha val="0"/>
              </a:schemeClr>
            </a:solidFill>
            <a:prstDash val="solid"/>
          </a:ln>
        </p:spPr>
      </p:sp>
      <p:sp>
        <p:nvSpPr>
          <p:cNvPr id="446" name="Shape 443"/>
          <p:cNvSpPr/>
          <p:nvPr/>
        </p:nvSpPr>
        <p:spPr>
          <a:xfrm>
            <a:off x="10936224" y="1700784"/>
            <a:ext cx="164592" cy="164592"/>
          </a:xfrm>
          <a:prstGeom prst="rect">
            <a:avLst/>
          </a:prstGeom>
          <a:solidFill>
            <a:schemeClr val="bg2"/>
          </a:solidFill>
          <a:ln w="3175">
            <a:solidFill>
              <a:schemeClr val="bg1"/>
            </a:solidFill>
            <a:prstDash val="solid"/>
          </a:ln>
        </p:spPr>
      </p:sp>
      <p:sp>
        <p:nvSpPr>
          <p:cNvPr id="447" name="Shape 444"/>
          <p:cNvSpPr/>
          <p:nvPr/>
        </p:nvSpPr>
        <p:spPr>
          <a:xfrm>
            <a:off x="10965851" y="1730411"/>
            <a:ext cx="105339" cy="105339"/>
          </a:xfrm>
          <a:prstGeom prst="rect">
            <a:avLst/>
          </a:prstGeom>
          <a:solidFill>
            <a:schemeClr val="tx1">
              <a:alpha val="19000"/>
            </a:schemeClr>
          </a:solidFill>
          <a:ln w="12700">
            <a:solidFill>
              <a:schemeClr val="tx1">
                <a:alpha val="0"/>
              </a:schemeClr>
            </a:solidFill>
            <a:prstDash val="solid"/>
          </a:ln>
        </p:spPr>
      </p:sp>
      <p:sp>
        <p:nvSpPr>
          <p:cNvPr id="448" name="Shape 445"/>
          <p:cNvSpPr/>
          <p:nvPr/>
        </p:nvSpPr>
        <p:spPr>
          <a:xfrm>
            <a:off x="11100816" y="1700784"/>
            <a:ext cx="164592" cy="164592"/>
          </a:xfrm>
          <a:prstGeom prst="rect">
            <a:avLst/>
          </a:prstGeom>
          <a:solidFill>
            <a:schemeClr val="bg2"/>
          </a:solidFill>
          <a:ln w="3175">
            <a:solidFill>
              <a:schemeClr val="bg1"/>
            </a:solidFill>
            <a:prstDash val="solid"/>
          </a:ln>
        </p:spPr>
      </p:sp>
      <p:sp>
        <p:nvSpPr>
          <p:cNvPr id="449" name="Shape 446"/>
          <p:cNvSpPr/>
          <p:nvPr/>
        </p:nvSpPr>
        <p:spPr>
          <a:xfrm>
            <a:off x="11265408" y="1700784"/>
            <a:ext cx="164592" cy="164592"/>
          </a:xfrm>
          <a:prstGeom prst="rect">
            <a:avLst/>
          </a:prstGeom>
          <a:solidFill>
            <a:schemeClr val="bg2"/>
          </a:solidFill>
          <a:ln w="3175">
            <a:solidFill>
              <a:schemeClr val="bg1"/>
            </a:solidFill>
            <a:prstDash val="solid"/>
          </a:ln>
        </p:spPr>
      </p:sp>
      <p:sp>
        <p:nvSpPr>
          <p:cNvPr id="450" name="Shape 447"/>
          <p:cNvSpPr/>
          <p:nvPr/>
        </p:nvSpPr>
        <p:spPr>
          <a:xfrm>
            <a:off x="10113264" y="1865376"/>
            <a:ext cx="164592" cy="164592"/>
          </a:xfrm>
          <a:prstGeom prst="rect">
            <a:avLst/>
          </a:prstGeom>
          <a:solidFill>
            <a:schemeClr val="bg2"/>
          </a:solidFill>
          <a:ln w="3175">
            <a:solidFill>
              <a:schemeClr val="bg1"/>
            </a:solidFill>
            <a:prstDash val="solid"/>
          </a:ln>
        </p:spPr>
      </p:sp>
      <p:sp>
        <p:nvSpPr>
          <p:cNvPr id="451" name="Shape 448"/>
          <p:cNvSpPr/>
          <p:nvPr/>
        </p:nvSpPr>
        <p:spPr>
          <a:xfrm>
            <a:off x="10277856" y="1865376"/>
            <a:ext cx="164592" cy="164592"/>
          </a:xfrm>
          <a:prstGeom prst="rect">
            <a:avLst/>
          </a:prstGeom>
          <a:solidFill>
            <a:schemeClr val="bg2"/>
          </a:solidFill>
          <a:ln w="3175">
            <a:solidFill>
              <a:schemeClr val="bg1"/>
            </a:solidFill>
            <a:prstDash val="solid"/>
          </a:ln>
        </p:spPr>
      </p:sp>
      <p:sp>
        <p:nvSpPr>
          <p:cNvPr id="452" name="Shape 449"/>
          <p:cNvSpPr/>
          <p:nvPr/>
        </p:nvSpPr>
        <p:spPr>
          <a:xfrm>
            <a:off x="10307483" y="1895003"/>
            <a:ext cx="105339" cy="105339"/>
          </a:xfrm>
          <a:prstGeom prst="rect">
            <a:avLst/>
          </a:prstGeom>
          <a:solidFill>
            <a:schemeClr val="tx1">
              <a:alpha val="25000"/>
            </a:schemeClr>
          </a:solidFill>
          <a:ln w="12700">
            <a:solidFill>
              <a:schemeClr val="tx1">
                <a:alpha val="0"/>
              </a:schemeClr>
            </a:solidFill>
            <a:prstDash val="solid"/>
          </a:ln>
        </p:spPr>
      </p:sp>
      <p:sp>
        <p:nvSpPr>
          <p:cNvPr id="453" name="Shape 450"/>
          <p:cNvSpPr/>
          <p:nvPr/>
        </p:nvSpPr>
        <p:spPr>
          <a:xfrm>
            <a:off x="10442448" y="1865376"/>
            <a:ext cx="164592" cy="164592"/>
          </a:xfrm>
          <a:prstGeom prst="rect">
            <a:avLst/>
          </a:prstGeom>
          <a:solidFill>
            <a:schemeClr val="bg2"/>
          </a:solidFill>
          <a:ln w="3175">
            <a:solidFill>
              <a:schemeClr val="bg1"/>
            </a:solidFill>
            <a:prstDash val="solid"/>
          </a:ln>
        </p:spPr>
      </p:sp>
      <p:sp>
        <p:nvSpPr>
          <p:cNvPr id="454" name="Shape 451"/>
          <p:cNvSpPr/>
          <p:nvPr/>
        </p:nvSpPr>
        <p:spPr>
          <a:xfrm>
            <a:off x="10472075" y="1895003"/>
            <a:ext cx="105339" cy="105339"/>
          </a:xfrm>
          <a:prstGeom prst="rect">
            <a:avLst/>
          </a:prstGeom>
          <a:solidFill>
            <a:schemeClr val="tx1"/>
          </a:solidFill>
          <a:ln w="12700">
            <a:solidFill>
              <a:schemeClr val="tx1">
                <a:alpha val="0"/>
              </a:schemeClr>
            </a:solidFill>
            <a:prstDash val="solid"/>
          </a:ln>
        </p:spPr>
      </p:sp>
      <p:sp>
        <p:nvSpPr>
          <p:cNvPr id="455" name="Shape 452"/>
          <p:cNvSpPr/>
          <p:nvPr/>
        </p:nvSpPr>
        <p:spPr>
          <a:xfrm>
            <a:off x="10607040" y="1865376"/>
            <a:ext cx="164592" cy="164592"/>
          </a:xfrm>
          <a:prstGeom prst="rect">
            <a:avLst/>
          </a:prstGeom>
          <a:solidFill>
            <a:schemeClr val="bg2"/>
          </a:solidFill>
          <a:ln w="3175">
            <a:solidFill>
              <a:schemeClr val="bg1"/>
            </a:solidFill>
            <a:prstDash val="solid"/>
          </a:ln>
        </p:spPr>
      </p:sp>
      <p:sp>
        <p:nvSpPr>
          <p:cNvPr id="456" name="Shape 453"/>
          <p:cNvSpPr/>
          <p:nvPr/>
        </p:nvSpPr>
        <p:spPr>
          <a:xfrm>
            <a:off x="10636667" y="1895003"/>
            <a:ext cx="105339" cy="105339"/>
          </a:xfrm>
          <a:prstGeom prst="rect">
            <a:avLst/>
          </a:prstGeom>
          <a:solidFill>
            <a:schemeClr val="tx1">
              <a:alpha val="37000"/>
            </a:schemeClr>
          </a:solidFill>
          <a:ln w="12700">
            <a:solidFill>
              <a:schemeClr val="tx1">
                <a:alpha val="0"/>
              </a:schemeClr>
            </a:solidFill>
            <a:prstDash val="solid"/>
          </a:ln>
        </p:spPr>
      </p:sp>
      <p:sp>
        <p:nvSpPr>
          <p:cNvPr id="457" name="Shape 454"/>
          <p:cNvSpPr/>
          <p:nvPr/>
        </p:nvSpPr>
        <p:spPr>
          <a:xfrm>
            <a:off x="10771632" y="1865376"/>
            <a:ext cx="164592" cy="164592"/>
          </a:xfrm>
          <a:prstGeom prst="rect">
            <a:avLst/>
          </a:prstGeom>
          <a:solidFill>
            <a:schemeClr val="bg2"/>
          </a:solidFill>
          <a:ln w="3175">
            <a:solidFill>
              <a:schemeClr val="bg1"/>
            </a:solidFill>
            <a:prstDash val="solid"/>
          </a:ln>
        </p:spPr>
      </p:sp>
      <p:sp>
        <p:nvSpPr>
          <p:cNvPr id="458" name="Shape 455"/>
          <p:cNvSpPr/>
          <p:nvPr/>
        </p:nvSpPr>
        <p:spPr>
          <a:xfrm>
            <a:off x="10801259" y="1895003"/>
            <a:ext cx="105339" cy="105339"/>
          </a:xfrm>
          <a:prstGeom prst="rect">
            <a:avLst/>
          </a:prstGeom>
          <a:solidFill>
            <a:schemeClr val="tx1">
              <a:alpha val="87000"/>
            </a:schemeClr>
          </a:solidFill>
          <a:ln w="12700">
            <a:solidFill>
              <a:schemeClr val="tx1">
                <a:alpha val="0"/>
              </a:schemeClr>
            </a:solidFill>
            <a:prstDash val="solid"/>
          </a:ln>
        </p:spPr>
      </p:sp>
      <p:sp>
        <p:nvSpPr>
          <p:cNvPr id="459" name="Shape 456"/>
          <p:cNvSpPr/>
          <p:nvPr/>
        </p:nvSpPr>
        <p:spPr>
          <a:xfrm>
            <a:off x="10936224" y="1865376"/>
            <a:ext cx="164592" cy="164592"/>
          </a:xfrm>
          <a:prstGeom prst="rect">
            <a:avLst/>
          </a:prstGeom>
          <a:solidFill>
            <a:schemeClr val="bg2"/>
          </a:solidFill>
          <a:ln w="3175">
            <a:solidFill>
              <a:schemeClr val="bg1"/>
            </a:solidFill>
            <a:prstDash val="solid"/>
          </a:ln>
        </p:spPr>
      </p:sp>
      <p:sp>
        <p:nvSpPr>
          <p:cNvPr id="460" name="Shape 457"/>
          <p:cNvSpPr/>
          <p:nvPr/>
        </p:nvSpPr>
        <p:spPr>
          <a:xfrm>
            <a:off x="10965851" y="1895003"/>
            <a:ext cx="105339" cy="105339"/>
          </a:xfrm>
          <a:prstGeom prst="rect">
            <a:avLst/>
          </a:prstGeom>
          <a:solidFill>
            <a:schemeClr val="tx1">
              <a:alpha val="56000"/>
            </a:schemeClr>
          </a:solidFill>
          <a:ln w="12700">
            <a:solidFill>
              <a:schemeClr val="tx1">
                <a:alpha val="0"/>
              </a:schemeClr>
            </a:solidFill>
            <a:prstDash val="solid"/>
          </a:ln>
        </p:spPr>
      </p:sp>
      <p:sp>
        <p:nvSpPr>
          <p:cNvPr id="461" name="Shape 458"/>
          <p:cNvSpPr/>
          <p:nvPr/>
        </p:nvSpPr>
        <p:spPr>
          <a:xfrm>
            <a:off x="11100816" y="1865376"/>
            <a:ext cx="164592" cy="164592"/>
          </a:xfrm>
          <a:prstGeom prst="rect">
            <a:avLst/>
          </a:prstGeom>
          <a:solidFill>
            <a:schemeClr val="bg2"/>
          </a:solidFill>
          <a:ln w="3175">
            <a:solidFill>
              <a:schemeClr val="bg1"/>
            </a:solidFill>
            <a:prstDash val="solid"/>
          </a:ln>
        </p:spPr>
      </p:sp>
      <p:sp>
        <p:nvSpPr>
          <p:cNvPr id="462" name="Shape 459"/>
          <p:cNvSpPr/>
          <p:nvPr/>
        </p:nvSpPr>
        <p:spPr>
          <a:xfrm>
            <a:off x="11130443" y="1895003"/>
            <a:ext cx="105339" cy="105339"/>
          </a:xfrm>
          <a:prstGeom prst="rect">
            <a:avLst/>
          </a:prstGeom>
          <a:solidFill>
            <a:schemeClr val="tx1">
              <a:alpha val="6000"/>
            </a:schemeClr>
          </a:solidFill>
          <a:ln w="12700">
            <a:solidFill>
              <a:schemeClr val="tx1">
                <a:alpha val="0"/>
              </a:schemeClr>
            </a:solidFill>
            <a:prstDash val="solid"/>
          </a:ln>
        </p:spPr>
      </p:sp>
      <p:sp>
        <p:nvSpPr>
          <p:cNvPr id="463" name="Shape 460"/>
          <p:cNvSpPr/>
          <p:nvPr/>
        </p:nvSpPr>
        <p:spPr>
          <a:xfrm>
            <a:off x="11265408" y="1865376"/>
            <a:ext cx="164592" cy="164592"/>
          </a:xfrm>
          <a:prstGeom prst="rect">
            <a:avLst/>
          </a:prstGeom>
          <a:solidFill>
            <a:schemeClr val="bg2"/>
          </a:solidFill>
          <a:ln w="3175">
            <a:solidFill>
              <a:schemeClr val="bg1"/>
            </a:solidFill>
            <a:prstDash val="solid"/>
          </a:ln>
        </p:spPr>
      </p:sp>
      <p:sp>
        <p:nvSpPr>
          <p:cNvPr id="464" name="Shape 461"/>
          <p:cNvSpPr/>
          <p:nvPr/>
        </p:nvSpPr>
        <p:spPr>
          <a:xfrm>
            <a:off x="10113264" y="2029968"/>
            <a:ext cx="164592" cy="164592"/>
          </a:xfrm>
          <a:prstGeom prst="rect">
            <a:avLst/>
          </a:prstGeom>
          <a:solidFill>
            <a:schemeClr val="bg2"/>
          </a:solidFill>
          <a:ln w="3175">
            <a:solidFill>
              <a:schemeClr val="bg1"/>
            </a:solidFill>
            <a:prstDash val="solid"/>
          </a:ln>
        </p:spPr>
      </p:sp>
      <p:sp>
        <p:nvSpPr>
          <p:cNvPr id="465" name="Shape 462"/>
          <p:cNvSpPr/>
          <p:nvPr/>
        </p:nvSpPr>
        <p:spPr>
          <a:xfrm>
            <a:off x="10277856" y="2029968"/>
            <a:ext cx="164592" cy="164592"/>
          </a:xfrm>
          <a:prstGeom prst="rect">
            <a:avLst/>
          </a:prstGeom>
          <a:solidFill>
            <a:schemeClr val="bg2"/>
          </a:solidFill>
          <a:ln w="3175">
            <a:solidFill>
              <a:schemeClr val="bg1"/>
            </a:solidFill>
            <a:prstDash val="solid"/>
          </a:ln>
        </p:spPr>
      </p:sp>
      <p:sp>
        <p:nvSpPr>
          <p:cNvPr id="466" name="Shape 463"/>
          <p:cNvSpPr/>
          <p:nvPr/>
        </p:nvSpPr>
        <p:spPr>
          <a:xfrm>
            <a:off x="10307483" y="2059595"/>
            <a:ext cx="105339" cy="105339"/>
          </a:xfrm>
          <a:prstGeom prst="rect">
            <a:avLst/>
          </a:prstGeom>
          <a:solidFill>
            <a:schemeClr val="tx1">
              <a:alpha val="44000"/>
            </a:schemeClr>
          </a:solidFill>
          <a:ln w="12700">
            <a:solidFill>
              <a:schemeClr val="tx1">
                <a:alpha val="0"/>
              </a:schemeClr>
            </a:solidFill>
            <a:prstDash val="solid"/>
          </a:ln>
        </p:spPr>
      </p:sp>
      <p:sp>
        <p:nvSpPr>
          <p:cNvPr id="467" name="Shape 464"/>
          <p:cNvSpPr/>
          <p:nvPr/>
        </p:nvSpPr>
        <p:spPr>
          <a:xfrm>
            <a:off x="10442448" y="2029968"/>
            <a:ext cx="164592" cy="164592"/>
          </a:xfrm>
          <a:prstGeom prst="rect">
            <a:avLst/>
          </a:prstGeom>
          <a:solidFill>
            <a:schemeClr val="bg2"/>
          </a:solidFill>
          <a:ln w="3175">
            <a:solidFill>
              <a:schemeClr val="bg1"/>
            </a:solidFill>
            <a:prstDash val="solid"/>
          </a:ln>
        </p:spPr>
      </p:sp>
      <p:sp>
        <p:nvSpPr>
          <p:cNvPr id="468" name="Shape 465"/>
          <p:cNvSpPr/>
          <p:nvPr/>
        </p:nvSpPr>
        <p:spPr>
          <a:xfrm>
            <a:off x="10472075" y="2059595"/>
            <a:ext cx="105339" cy="105339"/>
          </a:xfrm>
          <a:prstGeom prst="rect">
            <a:avLst/>
          </a:prstGeom>
          <a:solidFill>
            <a:schemeClr val="tx1"/>
          </a:solidFill>
          <a:ln w="12700">
            <a:solidFill>
              <a:schemeClr val="tx1">
                <a:alpha val="0"/>
              </a:schemeClr>
            </a:solidFill>
            <a:prstDash val="solid"/>
          </a:ln>
        </p:spPr>
      </p:sp>
      <p:sp>
        <p:nvSpPr>
          <p:cNvPr id="469" name="Shape 466"/>
          <p:cNvSpPr/>
          <p:nvPr/>
        </p:nvSpPr>
        <p:spPr>
          <a:xfrm>
            <a:off x="10607040" y="2029968"/>
            <a:ext cx="164592" cy="164592"/>
          </a:xfrm>
          <a:prstGeom prst="rect">
            <a:avLst/>
          </a:prstGeom>
          <a:solidFill>
            <a:schemeClr val="accent5">
              <a:alpha val="85000"/>
            </a:schemeClr>
          </a:solidFill>
          <a:ln w="3175">
            <a:solidFill>
              <a:schemeClr val="bg1"/>
            </a:solidFill>
            <a:prstDash val="solid"/>
          </a:ln>
        </p:spPr>
      </p:sp>
      <p:sp>
        <p:nvSpPr>
          <p:cNvPr id="470" name="Shape 467"/>
          <p:cNvSpPr/>
          <p:nvPr/>
        </p:nvSpPr>
        <p:spPr>
          <a:xfrm>
            <a:off x="10771632" y="2029968"/>
            <a:ext cx="164592" cy="164592"/>
          </a:xfrm>
          <a:prstGeom prst="rect">
            <a:avLst/>
          </a:prstGeom>
          <a:solidFill>
            <a:schemeClr val="accent5">
              <a:alpha val="85000"/>
            </a:schemeClr>
          </a:solidFill>
          <a:ln w="3175">
            <a:solidFill>
              <a:schemeClr val="bg1"/>
            </a:solidFill>
            <a:prstDash val="solid"/>
          </a:ln>
        </p:spPr>
      </p:sp>
      <p:sp>
        <p:nvSpPr>
          <p:cNvPr id="471" name="Shape 468"/>
          <p:cNvSpPr/>
          <p:nvPr/>
        </p:nvSpPr>
        <p:spPr>
          <a:xfrm>
            <a:off x="10936224" y="2029968"/>
            <a:ext cx="164592" cy="164592"/>
          </a:xfrm>
          <a:prstGeom prst="rect">
            <a:avLst/>
          </a:prstGeom>
          <a:solidFill>
            <a:schemeClr val="accent5">
              <a:alpha val="85000"/>
            </a:schemeClr>
          </a:solidFill>
          <a:ln w="3175">
            <a:solidFill>
              <a:schemeClr val="bg1"/>
            </a:solidFill>
            <a:prstDash val="solid"/>
          </a:ln>
        </p:spPr>
      </p:sp>
      <p:sp>
        <p:nvSpPr>
          <p:cNvPr id="472" name="Shape 469"/>
          <p:cNvSpPr/>
          <p:nvPr/>
        </p:nvSpPr>
        <p:spPr>
          <a:xfrm>
            <a:off x="11100816" y="2029968"/>
            <a:ext cx="164592" cy="164592"/>
          </a:xfrm>
          <a:prstGeom prst="rect">
            <a:avLst/>
          </a:prstGeom>
          <a:solidFill>
            <a:schemeClr val="accent5">
              <a:alpha val="85000"/>
            </a:schemeClr>
          </a:solidFill>
          <a:ln w="3175">
            <a:solidFill>
              <a:schemeClr val="bg1"/>
            </a:solidFill>
            <a:prstDash val="solid"/>
          </a:ln>
        </p:spPr>
      </p:sp>
      <p:sp>
        <p:nvSpPr>
          <p:cNvPr id="473" name="Shape 470"/>
          <p:cNvSpPr/>
          <p:nvPr/>
        </p:nvSpPr>
        <p:spPr>
          <a:xfrm>
            <a:off x="11265408" y="2029968"/>
            <a:ext cx="164592" cy="164592"/>
          </a:xfrm>
          <a:prstGeom prst="rect">
            <a:avLst/>
          </a:prstGeom>
          <a:solidFill>
            <a:schemeClr val="accent5">
              <a:alpha val="85000"/>
            </a:schemeClr>
          </a:solidFill>
          <a:ln w="3175">
            <a:solidFill>
              <a:schemeClr val="bg1"/>
            </a:solidFill>
            <a:prstDash val="solid"/>
          </a:ln>
        </p:spPr>
      </p:sp>
      <p:sp>
        <p:nvSpPr>
          <p:cNvPr id="474" name="Shape 471"/>
          <p:cNvSpPr/>
          <p:nvPr/>
        </p:nvSpPr>
        <p:spPr>
          <a:xfrm>
            <a:off x="10113264" y="2194560"/>
            <a:ext cx="164592" cy="164592"/>
          </a:xfrm>
          <a:prstGeom prst="rect">
            <a:avLst/>
          </a:prstGeom>
          <a:solidFill>
            <a:schemeClr val="bg2"/>
          </a:solidFill>
          <a:ln w="3175">
            <a:solidFill>
              <a:schemeClr val="bg1"/>
            </a:solidFill>
            <a:prstDash val="solid"/>
          </a:ln>
        </p:spPr>
      </p:sp>
      <p:sp>
        <p:nvSpPr>
          <p:cNvPr id="475" name="Shape 472"/>
          <p:cNvSpPr/>
          <p:nvPr/>
        </p:nvSpPr>
        <p:spPr>
          <a:xfrm>
            <a:off x="10277856" y="2194560"/>
            <a:ext cx="164592" cy="164592"/>
          </a:xfrm>
          <a:prstGeom prst="rect">
            <a:avLst/>
          </a:prstGeom>
          <a:solidFill>
            <a:schemeClr val="bg2"/>
          </a:solidFill>
          <a:ln w="3175">
            <a:solidFill>
              <a:schemeClr val="bg1"/>
            </a:solidFill>
            <a:prstDash val="solid"/>
          </a:ln>
        </p:spPr>
      </p:sp>
      <p:sp>
        <p:nvSpPr>
          <p:cNvPr id="476" name="Shape 473"/>
          <p:cNvSpPr/>
          <p:nvPr/>
        </p:nvSpPr>
        <p:spPr>
          <a:xfrm>
            <a:off x="10307483" y="2224187"/>
            <a:ext cx="105339" cy="105339"/>
          </a:xfrm>
          <a:prstGeom prst="rect">
            <a:avLst/>
          </a:prstGeom>
          <a:solidFill>
            <a:schemeClr val="tx1">
              <a:alpha val="6000"/>
            </a:schemeClr>
          </a:solidFill>
          <a:ln w="12700">
            <a:solidFill>
              <a:schemeClr val="tx1">
                <a:alpha val="0"/>
              </a:schemeClr>
            </a:solidFill>
            <a:prstDash val="solid"/>
          </a:ln>
        </p:spPr>
      </p:sp>
      <p:sp>
        <p:nvSpPr>
          <p:cNvPr id="477" name="Shape 474"/>
          <p:cNvSpPr/>
          <p:nvPr/>
        </p:nvSpPr>
        <p:spPr>
          <a:xfrm>
            <a:off x="10442448" y="2194560"/>
            <a:ext cx="164592" cy="164592"/>
          </a:xfrm>
          <a:prstGeom prst="rect">
            <a:avLst/>
          </a:prstGeom>
          <a:solidFill>
            <a:schemeClr val="bg2"/>
          </a:solidFill>
          <a:ln w="3175">
            <a:solidFill>
              <a:schemeClr val="bg1"/>
            </a:solidFill>
            <a:prstDash val="solid"/>
          </a:ln>
        </p:spPr>
      </p:sp>
      <p:sp>
        <p:nvSpPr>
          <p:cNvPr id="478" name="Shape 475"/>
          <p:cNvSpPr/>
          <p:nvPr/>
        </p:nvSpPr>
        <p:spPr>
          <a:xfrm>
            <a:off x="10472075" y="2224187"/>
            <a:ext cx="105339" cy="105339"/>
          </a:xfrm>
          <a:prstGeom prst="rect">
            <a:avLst/>
          </a:prstGeom>
          <a:solidFill>
            <a:schemeClr val="tx1"/>
          </a:solidFill>
          <a:ln w="12700">
            <a:solidFill>
              <a:schemeClr val="tx1">
                <a:alpha val="0"/>
              </a:schemeClr>
            </a:solidFill>
            <a:prstDash val="solid"/>
          </a:ln>
        </p:spPr>
      </p:sp>
      <p:sp>
        <p:nvSpPr>
          <p:cNvPr id="479" name="Shape 476"/>
          <p:cNvSpPr/>
          <p:nvPr/>
        </p:nvSpPr>
        <p:spPr>
          <a:xfrm>
            <a:off x="10607040" y="2194560"/>
            <a:ext cx="164592" cy="164592"/>
          </a:xfrm>
          <a:prstGeom prst="rect">
            <a:avLst/>
          </a:prstGeom>
          <a:solidFill>
            <a:schemeClr val="accent5">
              <a:alpha val="85000"/>
            </a:schemeClr>
          </a:solidFill>
          <a:ln w="3175">
            <a:solidFill>
              <a:schemeClr val="bg1"/>
            </a:solidFill>
            <a:prstDash val="solid"/>
          </a:ln>
        </p:spPr>
      </p:sp>
      <p:sp>
        <p:nvSpPr>
          <p:cNvPr id="480" name="Shape 477"/>
          <p:cNvSpPr/>
          <p:nvPr/>
        </p:nvSpPr>
        <p:spPr>
          <a:xfrm>
            <a:off x="10771632" y="2194560"/>
            <a:ext cx="164592" cy="164592"/>
          </a:xfrm>
          <a:prstGeom prst="rect">
            <a:avLst/>
          </a:prstGeom>
          <a:solidFill>
            <a:schemeClr val="accent5">
              <a:alpha val="85000"/>
            </a:schemeClr>
          </a:solidFill>
          <a:ln w="3175">
            <a:solidFill>
              <a:schemeClr val="bg1"/>
            </a:solidFill>
            <a:prstDash val="solid"/>
          </a:ln>
        </p:spPr>
      </p:sp>
      <p:sp>
        <p:nvSpPr>
          <p:cNvPr id="481" name="Shape 478"/>
          <p:cNvSpPr/>
          <p:nvPr/>
        </p:nvSpPr>
        <p:spPr>
          <a:xfrm>
            <a:off x="10936224" y="2194560"/>
            <a:ext cx="164592" cy="164592"/>
          </a:xfrm>
          <a:prstGeom prst="rect">
            <a:avLst/>
          </a:prstGeom>
          <a:solidFill>
            <a:schemeClr val="accent5">
              <a:alpha val="85000"/>
            </a:schemeClr>
          </a:solidFill>
          <a:ln w="3175">
            <a:solidFill>
              <a:schemeClr val="bg1"/>
            </a:solidFill>
            <a:prstDash val="solid"/>
          </a:ln>
        </p:spPr>
      </p:sp>
      <p:sp>
        <p:nvSpPr>
          <p:cNvPr id="482" name="Shape 479"/>
          <p:cNvSpPr/>
          <p:nvPr/>
        </p:nvSpPr>
        <p:spPr>
          <a:xfrm>
            <a:off x="11100816" y="2194560"/>
            <a:ext cx="164592" cy="164592"/>
          </a:xfrm>
          <a:prstGeom prst="rect">
            <a:avLst/>
          </a:prstGeom>
          <a:solidFill>
            <a:schemeClr val="accent5">
              <a:alpha val="85000"/>
            </a:schemeClr>
          </a:solidFill>
          <a:ln w="3175">
            <a:solidFill>
              <a:schemeClr val="bg1"/>
            </a:solidFill>
            <a:prstDash val="solid"/>
          </a:ln>
        </p:spPr>
      </p:sp>
      <p:sp>
        <p:nvSpPr>
          <p:cNvPr id="483" name="Shape 480"/>
          <p:cNvSpPr/>
          <p:nvPr/>
        </p:nvSpPr>
        <p:spPr>
          <a:xfrm>
            <a:off x="11265408" y="2194560"/>
            <a:ext cx="164592" cy="164592"/>
          </a:xfrm>
          <a:prstGeom prst="rect">
            <a:avLst/>
          </a:prstGeom>
          <a:solidFill>
            <a:schemeClr val="accent5">
              <a:alpha val="85000"/>
            </a:schemeClr>
          </a:solidFill>
          <a:ln w="3175">
            <a:solidFill>
              <a:schemeClr val="bg1"/>
            </a:solidFill>
            <a:prstDash val="solid"/>
          </a:ln>
        </p:spPr>
      </p:sp>
      <p:sp>
        <p:nvSpPr>
          <p:cNvPr id="484" name="Shape 481"/>
          <p:cNvSpPr/>
          <p:nvPr/>
        </p:nvSpPr>
        <p:spPr>
          <a:xfrm>
            <a:off x="10113264" y="2359152"/>
            <a:ext cx="164592" cy="164592"/>
          </a:xfrm>
          <a:prstGeom prst="rect">
            <a:avLst/>
          </a:prstGeom>
          <a:solidFill>
            <a:schemeClr val="bg2"/>
          </a:solidFill>
          <a:ln w="3175">
            <a:solidFill>
              <a:schemeClr val="bg1"/>
            </a:solidFill>
            <a:prstDash val="solid"/>
          </a:ln>
        </p:spPr>
      </p:sp>
      <p:sp>
        <p:nvSpPr>
          <p:cNvPr id="485" name="Shape 482"/>
          <p:cNvSpPr/>
          <p:nvPr/>
        </p:nvSpPr>
        <p:spPr>
          <a:xfrm>
            <a:off x="10277856" y="2359152"/>
            <a:ext cx="164592" cy="164592"/>
          </a:xfrm>
          <a:prstGeom prst="rect">
            <a:avLst/>
          </a:prstGeom>
          <a:solidFill>
            <a:schemeClr val="bg2"/>
          </a:solidFill>
          <a:ln w="3175">
            <a:solidFill>
              <a:schemeClr val="bg1"/>
            </a:solidFill>
            <a:prstDash val="solid"/>
          </a:ln>
        </p:spPr>
      </p:sp>
      <p:sp>
        <p:nvSpPr>
          <p:cNvPr id="486" name="Shape 483"/>
          <p:cNvSpPr/>
          <p:nvPr/>
        </p:nvSpPr>
        <p:spPr>
          <a:xfrm>
            <a:off x="10442448" y="2359152"/>
            <a:ext cx="164592" cy="164592"/>
          </a:xfrm>
          <a:prstGeom prst="rect">
            <a:avLst/>
          </a:prstGeom>
          <a:solidFill>
            <a:schemeClr val="bg2"/>
          </a:solidFill>
          <a:ln w="3175">
            <a:solidFill>
              <a:schemeClr val="bg1"/>
            </a:solidFill>
            <a:prstDash val="solid"/>
          </a:ln>
        </p:spPr>
      </p:sp>
      <p:sp>
        <p:nvSpPr>
          <p:cNvPr id="487" name="Shape 484"/>
          <p:cNvSpPr/>
          <p:nvPr/>
        </p:nvSpPr>
        <p:spPr>
          <a:xfrm>
            <a:off x="10472075" y="2388779"/>
            <a:ext cx="105339" cy="105339"/>
          </a:xfrm>
          <a:prstGeom prst="rect">
            <a:avLst/>
          </a:prstGeom>
          <a:solidFill>
            <a:schemeClr val="tx1">
              <a:alpha val="75000"/>
            </a:schemeClr>
          </a:solidFill>
          <a:ln w="12700">
            <a:solidFill>
              <a:schemeClr val="tx1">
                <a:alpha val="0"/>
              </a:schemeClr>
            </a:solidFill>
            <a:prstDash val="solid"/>
          </a:ln>
        </p:spPr>
      </p:sp>
      <p:sp>
        <p:nvSpPr>
          <p:cNvPr id="488" name="Shape 485"/>
          <p:cNvSpPr/>
          <p:nvPr/>
        </p:nvSpPr>
        <p:spPr>
          <a:xfrm>
            <a:off x="10607040" y="2359152"/>
            <a:ext cx="164592" cy="164592"/>
          </a:xfrm>
          <a:prstGeom prst="rect">
            <a:avLst/>
          </a:prstGeom>
          <a:solidFill>
            <a:schemeClr val="accent5">
              <a:alpha val="85000"/>
            </a:schemeClr>
          </a:solidFill>
          <a:ln w="3175">
            <a:solidFill>
              <a:schemeClr val="bg1"/>
            </a:solidFill>
            <a:prstDash val="solid"/>
          </a:ln>
        </p:spPr>
      </p:sp>
      <p:sp>
        <p:nvSpPr>
          <p:cNvPr id="489" name="Shape 486"/>
          <p:cNvSpPr/>
          <p:nvPr/>
        </p:nvSpPr>
        <p:spPr>
          <a:xfrm>
            <a:off x="10771632" y="2359152"/>
            <a:ext cx="164592" cy="164592"/>
          </a:xfrm>
          <a:prstGeom prst="rect">
            <a:avLst/>
          </a:prstGeom>
          <a:solidFill>
            <a:schemeClr val="accent5">
              <a:alpha val="85000"/>
            </a:schemeClr>
          </a:solidFill>
          <a:ln w="3175">
            <a:solidFill>
              <a:schemeClr val="bg1"/>
            </a:solidFill>
            <a:prstDash val="solid"/>
          </a:ln>
        </p:spPr>
      </p:sp>
      <p:sp>
        <p:nvSpPr>
          <p:cNvPr id="490" name="Shape 487"/>
          <p:cNvSpPr/>
          <p:nvPr/>
        </p:nvSpPr>
        <p:spPr>
          <a:xfrm>
            <a:off x="10936224" y="2359152"/>
            <a:ext cx="164592" cy="164592"/>
          </a:xfrm>
          <a:prstGeom prst="rect">
            <a:avLst/>
          </a:prstGeom>
          <a:solidFill>
            <a:schemeClr val="accent5">
              <a:alpha val="85000"/>
            </a:schemeClr>
          </a:solidFill>
          <a:ln w="3175">
            <a:solidFill>
              <a:schemeClr val="bg1"/>
            </a:solidFill>
            <a:prstDash val="solid"/>
          </a:ln>
        </p:spPr>
      </p:sp>
      <p:sp>
        <p:nvSpPr>
          <p:cNvPr id="491" name="Shape 488"/>
          <p:cNvSpPr/>
          <p:nvPr/>
        </p:nvSpPr>
        <p:spPr>
          <a:xfrm>
            <a:off x="11100816" y="2359152"/>
            <a:ext cx="164592" cy="164592"/>
          </a:xfrm>
          <a:prstGeom prst="rect">
            <a:avLst/>
          </a:prstGeom>
          <a:solidFill>
            <a:schemeClr val="accent5">
              <a:alpha val="85000"/>
            </a:schemeClr>
          </a:solidFill>
          <a:ln w="3175">
            <a:solidFill>
              <a:schemeClr val="bg1"/>
            </a:solidFill>
            <a:prstDash val="solid"/>
          </a:ln>
        </p:spPr>
      </p:sp>
      <p:sp>
        <p:nvSpPr>
          <p:cNvPr id="492" name="Shape 489"/>
          <p:cNvSpPr/>
          <p:nvPr/>
        </p:nvSpPr>
        <p:spPr>
          <a:xfrm>
            <a:off x="11265408" y="2359152"/>
            <a:ext cx="164592" cy="164592"/>
          </a:xfrm>
          <a:prstGeom prst="rect">
            <a:avLst/>
          </a:prstGeom>
          <a:solidFill>
            <a:schemeClr val="accent5">
              <a:alpha val="85000"/>
            </a:schemeClr>
          </a:solidFill>
          <a:ln w="3175">
            <a:solidFill>
              <a:schemeClr val="bg1"/>
            </a:solidFill>
            <a:prstDash val="solid"/>
          </a:ln>
        </p:spPr>
      </p:sp>
      <p:sp>
        <p:nvSpPr>
          <p:cNvPr id="493" name="Shape 490"/>
          <p:cNvSpPr/>
          <p:nvPr/>
        </p:nvSpPr>
        <p:spPr>
          <a:xfrm>
            <a:off x="10113264" y="2523744"/>
            <a:ext cx="164592" cy="164592"/>
          </a:xfrm>
          <a:prstGeom prst="rect">
            <a:avLst/>
          </a:prstGeom>
          <a:solidFill>
            <a:schemeClr val="bg2"/>
          </a:solidFill>
          <a:ln w="3175">
            <a:solidFill>
              <a:schemeClr val="bg1"/>
            </a:solidFill>
            <a:prstDash val="solid"/>
          </a:ln>
        </p:spPr>
      </p:sp>
      <p:sp>
        <p:nvSpPr>
          <p:cNvPr id="494" name="Shape 491"/>
          <p:cNvSpPr/>
          <p:nvPr/>
        </p:nvSpPr>
        <p:spPr>
          <a:xfrm>
            <a:off x="10277856" y="2523744"/>
            <a:ext cx="164592" cy="164592"/>
          </a:xfrm>
          <a:prstGeom prst="rect">
            <a:avLst/>
          </a:prstGeom>
          <a:solidFill>
            <a:schemeClr val="bg2"/>
          </a:solidFill>
          <a:ln w="3175">
            <a:solidFill>
              <a:schemeClr val="bg1"/>
            </a:solidFill>
            <a:prstDash val="solid"/>
          </a:ln>
        </p:spPr>
      </p:sp>
      <p:sp>
        <p:nvSpPr>
          <p:cNvPr id="495" name="Shape 492"/>
          <p:cNvSpPr/>
          <p:nvPr/>
        </p:nvSpPr>
        <p:spPr>
          <a:xfrm>
            <a:off x="10442448" y="2523744"/>
            <a:ext cx="164592" cy="164592"/>
          </a:xfrm>
          <a:prstGeom prst="rect">
            <a:avLst/>
          </a:prstGeom>
          <a:solidFill>
            <a:schemeClr val="bg2"/>
          </a:solidFill>
          <a:ln w="3175">
            <a:solidFill>
              <a:schemeClr val="bg1"/>
            </a:solidFill>
            <a:prstDash val="solid"/>
          </a:ln>
        </p:spPr>
      </p:sp>
      <p:sp>
        <p:nvSpPr>
          <p:cNvPr id="496" name="Shape 493"/>
          <p:cNvSpPr/>
          <p:nvPr/>
        </p:nvSpPr>
        <p:spPr>
          <a:xfrm>
            <a:off x="10472075" y="2553371"/>
            <a:ext cx="105339" cy="105339"/>
          </a:xfrm>
          <a:prstGeom prst="rect">
            <a:avLst/>
          </a:prstGeom>
          <a:solidFill>
            <a:schemeClr val="tx1">
              <a:alpha val="12000"/>
            </a:schemeClr>
          </a:solidFill>
          <a:ln w="12700">
            <a:solidFill>
              <a:schemeClr val="tx1">
                <a:alpha val="0"/>
              </a:schemeClr>
            </a:solidFill>
            <a:prstDash val="solid"/>
          </a:ln>
        </p:spPr>
      </p:sp>
      <p:sp>
        <p:nvSpPr>
          <p:cNvPr id="497" name="Shape 494"/>
          <p:cNvSpPr/>
          <p:nvPr/>
        </p:nvSpPr>
        <p:spPr>
          <a:xfrm>
            <a:off x="10607040" y="2523744"/>
            <a:ext cx="164592" cy="164592"/>
          </a:xfrm>
          <a:prstGeom prst="rect">
            <a:avLst/>
          </a:prstGeom>
          <a:solidFill>
            <a:schemeClr val="accent5">
              <a:alpha val="85000"/>
            </a:schemeClr>
          </a:solidFill>
          <a:ln w="3175">
            <a:solidFill>
              <a:schemeClr val="bg1"/>
            </a:solidFill>
            <a:prstDash val="solid"/>
          </a:ln>
        </p:spPr>
      </p:sp>
      <p:sp>
        <p:nvSpPr>
          <p:cNvPr id="498" name="Shape 495"/>
          <p:cNvSpPr/>
          <p:nvPr/>
        </p:nvSpPr>
        <p:spPr>
          <a:xfrm>
            <a:off x="10771632" y="2523744"/>
            <a:ext cx="164592" cy="164592"/>
          </a:xfrm>
          <a:prstGeom prst="rect">
            <a:avLst/>
          </a:prstGeom>
          <a:solidFill>
            <a:schemeClr val="accent5">
              <a:alpha val="85000"/>
            </a:schemeClr>
          </a:solidFill>
          <a:ln w="3175">
            <a:solidFill>
              <a:schemeClr val="bg1"/>
            </a:solidFill>
            <a:prstDash val="solid"/>
          </a:ln>
        </p:spPr>
      </p:sp>
      <p:sp>
        <p:nvSpPr>
          <p:cNvPr id="499" name="Shape 496"/>
          <p:cNvSpPr/>
          <p:nvPr/>
        </p:nvSpPr>
        <p:spPr>
          <a:xfrm>
            <a:off x="10936224" y="2523744"/>
            <a:ext cx="164592" cy="164592"/>
          </a:xfrm>
          <a:prstGeom prst="rect">
            <a:avLst/>
          </a:prstGeom>
          <a:solidFill>
            <a:schemeClr val="accent5">
              <a:alpha val="85000"/>
            </a:schemeClr>
          </a:solidFill>
          <a:ln w="3175">
            <a:solidFill>
              <a:schemeClr val="bg1"/>
            </a:solidFill>
            <a:prstDash val="solid"/>
          </a:ln>
        </p:spPr>
      </p:sp>
      <p:sp>
        <p:nvSpPr>
          <p:cNvPr id="500" name="Shape 497"/>
          <p:cNvSpPr/>
          <p:nvPr/>
        </p:nvSpPr>
        <p:spPr>
          <a:xfrm>
            <a:off x="11100816" y="2523744"/>
            <a:ext cx="164592" cy="164592"/>
          </a:xfrm>
          <a:prstGeom prst="rect">
            <a:avLst/>
          </a:prstGeom>
          <a:solidFill>
            <a:schemeClr val="accent5">
              <a:alpha val="85000"/>
            </a:schemeClr>
          </a:solidFill>
          <a:ln w="3175">
            <a:solidFill>
              <a:schemeClr val="bg1"/>
            </a:solidFill>
            <a:prstDash val="solid"/>
          </a:ln>
        </p:spPr>
      </p:sp>
      <p:sp>
        <p:nvSpPr>
          <p:cNvPr id="501" name="Shape 498"/>
          <p:cNvSpPr/>
          <p:nvPr/>
        </p:nvSpPr>
        <p:spPr>
          <a:xfrm>
            <a:off x="11265408" y="2523744"/>
            <a:ext cx="164592" cy="164592"/>
          </a:xfrm>
          <a:prstGeom prst="rect">
            <a:avLst/>
          </a:prstGeom>
          <a:solidFill>
            <a:schemeClr val="accent5">
              <a:alpha val="85000"/>
            </a:schemeClr>
          </a:solidFill>
          <a:ln w="3175">
            <a:solidFill>
              <a:schemeClr val="bg1"/>
            </a:solidFill>
            <a:prstDash val="solid"/>
          </a:ln>
        </p:spPr>
      </p:sp>
      <p:sp>
        <p:nvSpPr>
          <p:cNvPr id="502" name="Text 499"/>
          <p:cNvSpPr txBox="1"/>
          <p:nvPr/>
        </p:nvSpPr>
        <p:spPr>
          <a:xfrm>
            <a:off x="10021824" y="2743200"/>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Cを隠す</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394960" y="3246120"/>
          <a:ext cx="6217920" cy="914400"/>
        </p:xfrm>
        <a:graphic>
          <a:graphicData uri="http://schemas.openxmlformats.org/drawingml/2006/table">
            <a:tbl>
              <a:tblPr/>
              <a:tblGrid>
                <a:gridCol w="1828800"/>
                <a:gridCol w="914400"/>
                <a:gridCol w="914400"/>
                <a:gridCol w="914400"/>
                <a:gridCol w="1645920"/>
              </a:tblGrid>
              <a:tr h="438912">
                <a:tc>
                  <a:txBody>
                    <a:bodyPr/>
                    <a:lstStyle/>
                    <a:p>
                      <a:pPr algn="ctr" indent="0" marL="0">
                        <a:buNone/>
                      </a:pPr>
                      <a:r>
                        <a:rPr lang="en-US" sz="1500" b="1" dirty="0">
                          <a:solidFill>
                            <a:schemeClr val="bg1"/>
                          </a:solidFill>
                        </a:rPr>
                        <a:t>摂動画像</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A</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B</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C</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6の確率</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438912">
                <a:tc>
                  <a:txBody>
                    <a:bodyPr/>
                    <a:lstStyle/>
                    <a:p>
                      <a:pPr algn="ctr" indent="0" marL="0">
                        <a:buNone/>
                      </a:pPr>
                      <a:r>
                        <a:rPr lang="en-US" sz="1500" dirty="0">
                          <a:solidFill>
                            <a:schemeClr val="tx1"/>
                          </a:solidFill>
                        </a:rPr>
                        <a:t>元画像</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0.50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ctr" indent="0" marL="0">
                        <a:buNone/>
                      </a:pPr>
                      <a:r>
                        <a:rPr lang="en-US" sz="1500" dirty="0">
                          <a:solidFill>
                            <a:schemeClr val="tx1"/>
                          </a:solidFill>
                        </a:rPr>
                        <a:t>Aを隠す</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0.20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38912">
                <a:tc>
                  <a:txBody>
                    <a:bodyPr/>
                    <a:lstStyle/>
                    <a:p>
                      <a:pPr algn="ctr" indent="0" marL="0">
                        <a:buNone/>
                      </a:pPr>
                      <a:r>
                        <a:rPr lang="en-US" sz="1500" dirty="0">
                          <a:solidFill>
                            <a:schemeClr val="tx1"/>
                          </a:solidFill>
                        </a:rPr>
                        <a:t>Bを隠す</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0.80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38912">
                <a:tc>
                  <a:txBody>
                    <a:bodyPr/>
                    <a:lstStyle/>
                    <a:p>
                      <a:pPr algn="ctr" indent="0" marL="0">
                        <a:buNone/>
                      </a:pPr>
                      <a:r>
                        <a:rPr lang="en-US" sz="1500" dirty="0">
                          <a:solidFill>
                            <a:schemeClr val="tx1"/>
                          </a:solidFill>
                        </a:rPr>
                        <a:t>Cを隠す</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0.40</a:t>
                      </a:r>
                      <a:endParaRPr lang="en-US" sz="15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504" name="Text 500"/>
          <p:cNvSpPr txBox="1"/>
          <p:nvPr/>
        </p:nvSpPr>
        <p:spPr>
          <a:xfrm>
            <a:off x="5394960" y="5532120"/>
            <a:ext cx="6217920" cy="274320"/>
          </a:xfrm>
          <a:prstGeom prst="rect">
            <a:avLst/>
          </a:prstGeom>
          <a:noFill/>
          <a:ln/>
        </p:spPr>
        <p:txBody>
          <a:bodyPr wrap="square" lIns="0" tIns="0" rIns="0" bIns="0" rtlCol="0" anchor="t"/>
          <a:lstStyle/>
          <a:p>
            <a:pPr indent="0" marL="0">
              <a:buNone/>
            </a:pPr>
            <a:r>
              <a:rPr lang="en-US" sz="1100" dirty="0">
                <a:solidFill>
                  <a:schemeClr val="tx2"/>
                </a:solidFill>
              </a:rPr>
              <a:t>1 = 残した、0 = 隠した（数値は説明のための例）</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LIMEのおさらい（2）線形回帰してヒートマップにする</a:t>
            </a:r>
            <a:endParaRPr lang="en-US" sz="3000" dirty="0"/>
          </a:p>
        </p:txBody>
      </p:sp>
      <p:sp>
        <p:nvSpPr>
          <p:cNvPr id="4" name="Shape 1"/>
          <p:cNvSpPr/>
          <p:nvPr/>
        </p:nvSpPr>
        <p:spPr>
          <a:xfrm>
            <a:off x="548640" y="1280160"/>
            <a:ext cx="5760720" cy="2011680"/>
          </a:xfrm>
          <a:prstGeom prst="roundRect">
            <a:avLst>
              <a:gd name="adj" fmla="val 5455"/>
            </a:avLst>
          </a:prstGeom>
          <a:solidFill>
            <a:schemeClr val="bg2"/>
          </a:solidFill>
          <a:ln w="12700">
            <a:solidFill>
              <a:schemeClr val="bg2"/>
            </a:solidFill>
            <a:prstDash val="solid"/>
          </a:ln>
        </p:spPr>
      </p:sp>
      <p:sp>
        <p:nvSpPr>
          <p:cNvPr id="5" name="Text 2"/>
          <p:cNvSpPr txBox="1"/>
          <p:nvPr/>
        </p:nvSpPr>
        <p:spPr>
          <a:xfrm>
            <a:off x="777240" y="1417320"/>
            <a:ext cx="5303520" cy="320040"/>
          </a:xfrm>
          <a:prstGeom prst="rect">
            <a:avLst/>
          </a:prstGeom>
          <a:noFill/>
          <a:ln/>
        </p:spPr>
        <p:txBody>
          <a:bodyPr wrap="square" lIns="0" tIns="0" rIns="0" bIns="0" rtlCol="0" anchor="t"/>
          <a:lstStyle/>
          <a:p>
            <a:pPr indent="0" marL="0">
              <a:buNone/>
            </a:pPr>
            <a:r>
              <a:rPr lang="en-US" sz="1300" dirty="0">
                <a:solidFill>
                  <a:schemeClr val="tx2"/>
                </a:solidFill>
              </a:rPr>
              <a:t>線形回帰の結果</a:t>
            </a:r>
            <a:endParaRPr lang="en-US" sz="1300" dirty="0"/>
          </a:p>
        </p:txBody>
      </p:sp>
      <p:sp>
        <p:nvSpPr>
          <p:cNvPr id="6" name="Text 3"/>
          <p:cNvSpPr txBox="1"/>
          <p:nvPr/>
        </p:nvSpPr>
        <p:spPr>
          <a:xfrm>
            <a:off x="777240" y="1783080"/>
            <a:ext cx="5440680" cy="548640"/>
          </a:xfrm>
          <a:prstGeom prst="rect">
            <a:avLst/>
          </a:prstGeom>
          <a:noFill/>
          <a:ln/>
        </p:spPr>
        <p:txBody>
          <a:bodyPr wrap="square" lIns="0" tIns="0" rIns="0" bIns="0" rtlCol="0" anchor="ctr"/>
          <a:lstStyle/>
          <a:p>
            <a:pPr indent="0" marL="0">
              <a:buNone/>
            </a:pPr>
            <a:r>
              <a:rPr lang="en-US" sz="1900" dirty="0">
                <a:solidFill>
                  <a:schemeClr val="tx1"/>
                </a:solidFill>
              </a:rPr>
              <a:t>6の確率 ≈ 0.40＋</a:t>
            </a:r>
            <a:pPr indent="0" marL="0">
              <a:buNone/>
            </a:pPr>
            <a:r>
              <a:rPr lang="en-US" sz="1900" b="1" dirty="0">
                <a:solidFill>
                  <a:schemeClr val="accent1"/>
                </a:solidFill>
              </a:rPr>
              <a:t>0.30A</a:t>
            </a:r>
            <a:pPr indent="0" marL="0">
              <a:buNone/>
            </a:pPr>
            <a:r>
              <a:rPr lang="en-US" sz="1900" dirty="0">
                <a:solidFill>
                  <a:schemeClr val="tx1"/>
                </a:solidFill>
              </a:rPr>
              <a:t>−</a:t>
            </a:r>
            <a:pPr indent="0" marL="0">
              <a:buNone/>
            </a:pPr>
            <a:r>
              <a:rPr lang="en-US" sz="1900" b="1" dirty="0">
                <a:solidFill>
                  <a:schemeClr val="accent2"/>
                </a:solidFill>
              </a:rPr>
              <a:t>0.30B</a:t>
            </a:r>
            <a:pPr indent="0" marL="0">
              <a:buNone/>
            </a:pPr>
            <a:r>
              <a:rPr lang="en-US" sz="1900" dirty="0">
                <a:solidFill>
                  <a:schemeClr val="tx1"/>
                </a:solidFill>
              </a:rPr>
              <a:t>＋0.10C</a:t>
            </a:r>
            <a:endParaRPr lang="en-US" sz="1900" dirty="0"/>
          </a:p>
        </p:txBody>
      </p:sp>
      <p:sp>
        <p:nvSpPr>
          <p:cNvPr id="7" name="Text 4"/>
          <p:cNvSpPr txBox="1"/>
          <p:nvPr/>
        </p:nvSpPr>
        <p:spPr>
          <a:xfrm>
            <a:off x="777240" y="2514600"/>
            <a:ext cx="5394960" cy="548640"/>
          </a:xfrm>
          <a:prstGeom prst="rect">
            <a:avLst/>
          </a:prstGeom>
          <a:noFill/>
          <a:ln/>
        </p:spPr>
        <p:txBody>
          <a:bodyPr wrap="square" lIns="0" tIns="0" rIns="0" bIns="0" rtlCol="0" anchor="t"/>
          <a:lstStyle/>
          <a:p>
            <a:pPr indent="0" marL="0">
              <a:buNone/>
            </a:pPr>
            <a:r>
              <a:rPr lang="en-US" sz="1400" dirty="0">
                <a:solidFill>
                  <a:schemeClr val="tx1"/>
                </a:solidFill>
              </a:rPr>
              <a:t>係数 ＝ その領域があると、6の確率がどれだけ上がるか</a:t>
            </a:r>
            <a:endParaRPr lang="en-US" sz="1400" dirty="0"/>
          </a:p>
        </p:txBody>
      </p:sp>
      <p:sp>
        <p:nvSpPr>
          <p:cNvPr id="8" name="Shape 5"/>
          <p:cNvSpPr/>
          <p:nvPr/>
        </p:nvSpPr>
        <p:spPr>
          <a:xfrm>
            <a:off x="777240" y="3657600"/>
            <a:ext cx="411480" cy="411480"/>
          </a:xfrm>
          <a:prstGeom prst="roundRect">
            <a:avLst>
              <a:gd name="adj" fmla="val 13333"/>
            </a:avLst>
          </a:prstGeom>
          <a:solidFill>
            <a:schemeClr val="accent1"/>
          </a:solidFill>
          <a:ln w="12700">
            <a:solidFill>
              <a:schemeClr val="accent1"/>
            </a:solidFill>
            <a:prstDash val="solid"/>
          </a:ln>
        </p:spPr>
      </p:sp>
      <p:sp>
        <p:nvSpPr>
          <p:cNvPr id="9" name="Text 6"/>
          <p:cNvSpPr txBox="1"/>
          <p:nvPr/>
        </p:nvSpPr>
        <p:spPr>
          <a:xfrm>
            <a:off x="1325880" y="3657600"/>
            <a:ext cx="4754880" cy="411480"/>
          </a:xfrm>
          <a:prstGeom prst="rect">
            <a:avLst/>
          </a:prstGeom>
          <a:noFill/>
          <a:ln/>
        </p:spPr>
        <p:txBody>
          <a:bodyPr wrap="square" lIns="0" tIns="0" rIns="0" bIns="0" rtlCol="0" anchor="ctr"/>
          <a:lstStyle/>
          <a:p>
            <a:pPr indent="0" marL="0">
              <a:buNone/>
            </a:pPr>
            <a:r>
              <a:rPr lang="en-US" sz="1600" dirty="0">
                <a:solidFill>
                  <a:schemeClr val="tx1"/>
                </a:solidFill>
              </a:rPr>
              <a:t>あると6の確率が上がる領域</a:t>
            </a:r>
            <a:endParaRPr lang="en-US" sz="1600" dirty="0"/>
          </a:p>
        </p:txBody>
      </p:sp>
      <p:sp>
        <p:nvSpPr>
          <p:cNvPr id="10" name="Shape 7"/>
          <p:cNvSpPr/>
          <p:nvPr/>
        </p:nvSpPr>
        <p:spPr>
          <a:xfrm>
            <a:off x="777240" y="4297680"/>
            <a:ext cx="411480" cy="411480"/>
          </a:xfrm>
          <a:prstGeom prst="roundRect">
            <a:avLst>
              <a:gd name="adj" fmla="val 13333"/>
            </a:avLst>
          </a:prstGeom>
          <a:solidFill>
            <a:schemeClr val="accent2"/>
          </a:solidFill>
          <a:ln w="12700">
            <a:solidFill>
              <a:schemeClr val="accent2"/>
            </a:solidFill>
            <a:prstDash val="solid"/>
          </a:ln>
        </p:spPr>
      </p:sp>
      <p:sp>
        <p:nvSpPr>
          <p:cNvPr id="11" name="Text 8"/>
          <p:cNvSpPr txBox="1"/>
          <p:nvPr/>
        </p:nvSpPr>
        <p:spPr>
          <a:xfrm>
            <a:off x="1325880" y="4297680"/>
            <a:ext cx="4754880" cy="411480"/>
          </a:xfrm>
          <a:prstGeom prst="rect">
            <a:avLst/>
          </a:prstGeom>
          <a:noFill/>
          <a:ln/>
        </p:spPr>
        <p:txBody>
          <a:bodyPr wrap="square" lIns="0" tIns="0" rIns="0" bIns="0" rtlCol="0" anchor="ctr"/>
          <a:lstStyle/>
          <a:p>
            <a:pPr indent="0" marL="0">
              <a:buNone/>
            </a:pPr>
            <a:r>
              <a:rPr lang="en-US" sz="1600" dirty="0">
                <a:solidFill>
                  <a:schemeClr val="tx1"/>
                </a:solidFill>
              </a:rPr>
              <a:t>あると6の確率が下がる領域</a:t>
            </a:r>
            <a:endParaRPr lang="en-US" sz="1600" dirty="0"/>
          </a:p>
        </p:txBody>
      </p:sp>
      <p:sp>
        <p:nvSpPr>
          <p:cNvPr id="12" name="Text 9"/>
          <p:cNvSpPr txBox="1"/>
          <p:nvPr/>
        </p:nvSpPr>
        <p:spPr>
          <a:xfrm>
            <a:off x="777240" y="5074920"/>
            <a:ext cx="5486400" cy="731520"/>
          </a:xfrm>
          <a:prstGeom prst="rect">
            <a:avLst/>
          </a:prstGeom>
          <a:noFill/>
          <a:ln/>
        </p:spPr>
        <p:txBody>
          <a:bodyPr wrap="square" lIns="0" tIns="0" rIns="0" bIns="0" rtlCol="0" anchor="t"/>
          <a:lstStyle/>
          <a:p>
            <a:pPr indent="0" marL="0">
              <a:buNone/>
            </a:pPr>
            <a:r>
              <a:rPr lang="en-US" sz="1500" b="1" dirty="0">
                <a:solidFill>
                  <a:schemeClr val="accent1"/>
                </a:solidFill>
              </a:rPr>
              <a:t>読み方　左の縦線（A）があるから6。右上（B）があると6らしさが下がる</a:t>
            </a:r>
            <a:endParaRPr lang="en-US" sz="1500" dirty="0"/>
          </a:p>
        </p:txBody>
      </p:sp>
      <p:sp>
        <p:nvSpPr>
          <p:cNvPr id="13" name="Shape 10"/>
          <p:cNvSpPr/>
          <p:nvPr/>
        </p:nvSpPr>
        <p:spPr>
          <a:xfrm>
            <a:off x="6537960" y="3291840"/>
            <a:ext cx="457200" cy="411480"/>
          </a:xfrm>
          <a:prstGeom prst="rightArrow">
            <a:avLst/>
          </a:prstGeom>
          <a:solidFill>
            <a:schemeClr val="accent1"/>
          </a:solidFill>
          <a:ln w="12700">
            <a:solidFill>
              <a:schemeClr val="accent1"/>
            </a:solidFill>
            <a:prstDash val="solid"/>
          </a:ln>
        </p:spPr>
      </p:sp>
      <p:sp>
        <p:nvSpPr>
          <p:cNvPr id="14" name="Shape 11"/>
          <p:cNvSpPr/>
          <p:nvPr/>
        </p:nvSpPr>
        <p:spPr>
          <a:xfrm>
            <a:off x="7406640" y="1417320"/>
            <a:ext cx="475488" cy="475488"/>
          </a:xfrm>
          <a:prstGeom prst="rect">
            <a:avLst/>
          </a:prstGeom>
          <a:solidFill>
            <a:schemeClr val="accent1">
              <a:alpha val="90000"/>
            </a:schemeClr>
          </a:solidFill>
          <a:ln w="3175">
            <a:solidFill>
              <a:schemeClr val="bg1"/>
            </a:solidFill>
            <a:prstDash val="solid"/>
          </a:ln>
        </p:spPr>
      </p:sp>
      <p:sp>
        <p:nvSpPr>
          <p:cNvPr id="15" name="Shape 12"/>
          <p:cNvSpPr/>
          <p:nvPr/>
        </p:nvSpPr>
        <p:spPr>
          <a:xfrm>
            <a:off x="7882128" y="1417320"/>
            <a:ext cx="475488" cy="475488"/>
          </a:xfrm>
          <a:prstGeom prst="rect">
            <a:avLst/>
          </a:prstGeom>
          <a:solidFill>
            <a:schemeClr val="accent1">
              <a:alpha val="90000"/>
            </a:schemeClr>
          </a:solidFill>
          <a:ln w="3175">
            <a:solidFill>
              <a:schemeClr val="bg1"/>
            </a:solidFill>
            <a:prstDash val="solid"/>
          </a:ln>
        </p:spPr>
      </p:sp>
      <p:sp>
        <p:nvSpPr>
          <p:cNvPr id="16" name="Shape 13"/>
          <p:cNvSpPr/>
          <p:nvPr/>
        </p:nvSpPr>
        <p:spPr>
          <a:xfrm>
            <a:off x="8357616" y="1417320"/>
            <a:ext cx="475488" cy="475488"/>
          </a:xfrm>
          <a:prstGeom prst="rect">
            <a:avLst/>
          </a:prstGeom>
          <a:solidFill>
            <a:schemeClr val="accent1">
              <a:alpha val="90000"/>
            </a:schemeClr>
          </a:solidFill>
          <a:ln w="3175">
            <a:solidFill>
              <a:schemeClr val="bg1"/>
            </a:solidFill>
            <a:prstDash val="solid"/>
          </a:ln>
        </p:spPr>
      </p:sp>
      <p:sp>
        <p:nvSpPr>
          <p:cNvPr id="17" name="Shape 14"/>
          <p:cNvSpPr/>
          <p:nvPr/>
        </p:nvSpPr>
        <p:spPr>
          <a:xfrm>
            <a:off x="8443204" y="1502908"/>
            <a:ext cx="304312" cy="304312"/>
          </a:xfrm>
          <a:prstGeom prst="rect">
            <a:avLst/>
          </a:prstGeom>
          <a:solidFill>
            <a:schemeClr val="tx1">
              <a:alpha val="12000"/>
            </a:schemeClr>
          </a:solidFill>
          <a:ln w="12700">
            <a:solidFill>
              <a:schemeClr val="tx1">
                <a:alpha val="0"/>
              </a:schemeClr>
            </a:solidFill>
            <a:prstDash val="solid"/>
          </a:ln>
        </p:spPr>
      </p:sp>
      <p:sp>
        <p:nvSpPr>
          <p:cNvPr id="18" name="Shape 15"/>
          <p:cNvSpPr/>
          <p:nvPr/>
        </p:nvSpPr>
        <p:spPr>
          <a:xfrm>
            <a:off x="8833104" y="1417320"/>
            <a:ext cx="475488" cy="475488"/>
          </a:xfrm>
          <a:prstGeom prst="rect">
            <a:avLst/>
          </a:prstGeom>
          <a:solidFill>
            <a:schemeClr val="accent2">
              <a:alpha val="90000"/>
            </a:schemeClr>
          </a:solidFill>
          <a:ln w="3175">
            <a:solidFill>
              <a:schemeClr val="bg1"/>
            </a:solidFill>
            <a:prstDash val="solid"/>
          </a:ln>
        </p:spPr>
      </p:sp>
      <p:sp>
        <p:nvSpPr>
          <p:cNvPr id="19" name="Shape 16"/>
          <p:cNvSpPr/>
          <p:nvPr/>
        </p:nvSpPr>
        <p:spPr>
          <a:xfrm>
            <a:off x="8918692" y="1502908"/>
            <a:ext cx="304312" cy="304312"/>
          </a:xfrm>
          <a:prstGeom prst="rect">
            <a:avLst/>
          </a:prstGeom>
          <a:solidFill>
            <a:schemeClr val="tx1">
              <a:alpha val="69000"/>
            </a:schemeClr>
          </a:solidFill>
          <a:ln w="12700">
            <a:solidFill>
              <a:schemeClr val="tx1">
                <a:alpha val="0"/>
              </a:schemeClr>
            </a:solidFill>
            <a:prstDash val="solid"/>
          </a:ln>
        </p:spPr>
      </p:sp>
      <p:sp>
        <p:nvSpPr>
          <p:cNvPr id="20" name="Shape 17"/>
          <p:cNvSpPr/>
          <p:nvPr/>
        </p:nvSpPr>
        <p:spPr>
          <a:xfrm>
            <a:off x="9308592" y="1417320"/>
            <a:ext cx="475488" cy="475488"/>
          </a:xfrm>
          <a:prstGeom prst="rect">
            <a:avLst/>
          </a:prstGeom>
          <a:solidFill>
            <a:schemeClr val="accent2">
              <a:alpha val="90000"/>
            </a:schemeClr>
          </a:solidFill>
          <a:ln w="3175">
            <a:solidFill>
              <a:schemeClr val="bg1"/>
            </a:solidFill>
            <a:prstDash val="solid"/>
          </a:ln>
        </p:spPr>
      </p:sp>
      <p:sp>
        <p:nvSpPr>
          <p:cNvPr id="21" name="Shape 18"/>
          <p:cNvSpPr/>
          <p:nvPr/>
        </p:nvSpPr>
        <p:spPr>
          <a:xfrm>
            <a:off x="9394180" y="1502908"/>
            <a:ext cx="304312" cy="304312"/>
          </a:xfrm>
          <a:prstGeom prst="rect">
            <a:avLst/>
          </a:prstGeom>
          <a:solidFill>
            <a:schemeClr val="tx1">
              <a:alpha val="81000"/>
            </a:schemeClr>
          </a:solidFill>
          <a:ln w="12700">
            <a:solidFill>
              <a:schemeClr val="tx1">
                <a:alpha val="0"/>
              </a:schemeClr>
            </a:solidFill>
            <a:prstDash val="solid"/>
          </a:ln>
        </p:spPr>
      </p:sp>
      <p:sp>
        <p:nvSpPr>
          <p:cNvPr id="22" name="Shape 19"/>
          <p:cNvSpPr/>
          <p:nvPr/>
        </p:nvSpPr>
        <p:spPr>
          <a:xfrm>
            <a:off x="9784080" y="1417320"/>
            <a:ext cx="475488" cy="475488"/>
          </a:xfrm>
          <a:prstGeom prst="rect">
            <a:avLst/>
          </a:prstGeom>
          <a:solidFill>
            <a:schemeClr val="accent2">
              <a:alpha val="90000"/>
            </a:schemeClr>
          </a:solidFill>
          <a:ln w="3175">
            <a:solidFill>
              <a:schemeClr val="bg1"/>
            </a:solidFill>
            <a:prstDash val="solid"/>
          </a:ln>
        </p:spPr>
      </p:sp>
      <p:sp>
        <p:nvSpPr>
          <p:cNvPr id="23" name="Shape 20"/>
          <p:cNvSpPr/>
          <p:nvPr/>
        </p:nvSpPr>
        <p:spPr>
          <a:xfrm>
            <a:off x="9869668" y="1502908"/>
            <a:ext cx="304312" cy="304312"/>
          </a:xfrm>
          <a:prstGeom prst="rect">
            <a:avLst/>
          </a:prstGeom>
          <a:solidFill>
            <a:schemeClr val="tx1">
              <a:alpha val="25000"/>
            </a:schemeClr>
          </a:solidFill>
          <a:ln w="12700">
            <a:solidFill>
              <a:schemeClr val="tx1">
                <a:alpha val="0"/>
              </a:schemeClr>
            </a:solidFill>
            <a:prstDash val="solid"/>
          </a:ln>
        </p:spPr>
      </p:sp>
      <p:sp>
        <p:nvSpPr>
          <p:cNvPr id="24" name="Shape 21"/>
          <p:cNvSpPr/>
          <p:nvPr/>
        </p:nvSpPr>
        <p:spPr>
          <a:xfrm>
            <a:off x="10259568" y="1417320"/>
            <a:ext cx="475488" cy="475488"/>
          </a:xfrm>
          <a:prstGeom prst="rect">
            <a:avLst/>
          </a:prstGeom>
          <a:solidFill>
            <a:schemeClr val="accent2">
              <a:alpha val="90000"/>
            </a:schemeClr>
          </a:solidFill>
          <a:ln w="3175">
            <a:solidFill>
              <a:schemeClr val="bg1"/>
            </a:solidFill>
            <a:prstDash val="solid"/>
          </a:ln>
        </p:spPr>
      </p:sp>
      <p:sp>
        <p:nvSpPr>
          <p:cNvPr id="25" name="Shape 22"/>
          <p:cNvSpPr/>
          <p:nvPr/>
        </p:nvSpPr>
        <p:spPr>
          <a:xfrm>
            <a:off x="10735056" y="1417320"/>
            <a:ext cx="475488" cy="475488"/>
          </a:xfrm>
          <a:prstGeom prst="rect">
            <a:avLst/>
          </a:prstGeom>
          <a:solidFill>
            <a:schemeClr val="accent2">
              <a:alpha val="90000"/>
            </a:schemeClr>
          </a:solidFill>
          <a:ln w="3175">
            <a:solidFill>
              <a:schemeClr val="bg1"/>
            </a:solidFill>
            <a:prstDash val="solid"/>
          </a:ln>
        </p:spPr>
      </p:sp>
      <p:sp>
        <p:nvSpPr>
          <p:cNvPr id="26" name="Shape 23"/>
          <p:cNvSpPr/>
          <p:nvPr/>
        </p:nvSpPr>
        <p:spPr>
          <a:xfrm>
            <a:off x="7406640" y="1892808"/>
            <a:ext cx="475488" cy="475488"/>
          </a:xfrm>
          <a:prstGeom prst="rect">
            <a:avLst/>
          </a:prstGeom>
          <a:solidFill>
            <a:schemeClr val="accent1">
              <a:alpha val="90000"/>
            </a:schemeClr>
          </a:solidFill>
          <a:ln w="3175">
            <a:solidFill>
              <a:schemeClr val="bg1"/>
            </a:solidFill>
            <a:prstDash val="solid"/>
          </a:ln>
        </p:spPr>
      </p:sp>
      <p:sp>
        <p:nvSpPr>
          <p:cNvPr id="27" name="Shape 24"/>
          <p:cNvSpPr/>
          <p:nvPr/>
        </p:nvSpPr>
        <p:spPr>
          <a:xfrm>
            <a:off x="7882128" y="1892808"/>
            <a:ext cx="475488" cy="475488"/>
          </a:xfrm>
          <a:prstGeom prst="rect">
            <a:avLst/>
          </a:prstGeom>
          <a:solidFill>
            <a:schemeClr val="accent1">
              <a:alpha val="90000"/>
            </a:schemeClr>
          </a:solidFill>
          <a:ln w="3175">
            <a:solidFill>
              <a:schemeClr val="bg1"/>
            </a:solidFill>
            <a:prstDash val="solid"/>
          </a:ln>
        </p:spPr>
      </p:sp>
      <p:sp>
        <p:nvSpPr>
          <p:cNvPr id="28" name="Shape 25"/>
          <p:cNvSpPr/>
          <p:nvPr/>
        </p:nvSpPr>
        <p:spPr>
          <a:xfrm>
            <a:off x="8357616" y="1892808"/>
            <a:ext cx="475488" cy="475488"/>
          </a:xfrm>
          <a:prstGeom prst="rect">
            <a:avLst/>
          </a:prstGeom>
          <a:solidFill>
            <a:schemeClr val="accent1">
              <a:alpha val="90000"/>
            </a:schemeClr>
          </a:solidFill>
          <a:ln w="3175">
            <a:solidFill>
              <a:schemeClr val="bg1"/>
            </a:solidFill>
            <a:prstDash val="solid"/>
          </a:ln>
        </p:spPr>
      </p:sp>
      <p:sp>
        <p:nvSpPr>
          <p:cNvPr id="29" name="Shape 26"/>
          <p:cNvSpPr/>
          <p:nvPr/>
        </p:nvSpPr>
        <p:spPr>
          <a:xfrm>
            <a:off x="8443204" y="1978396"/>
            <a:ext cx="304312" cy="304312"/>
          </a:xfrm>
          <a:prstGeom prst="rect">
            <a:avLst/>
          </a:prstGeom>
          <a:solidFill>
            <a:schemeClr val="tx1">
              <a:alpha val="75000"/>
            </a:schemeClr>
          </a:solidFill>
          <a:ln w="12700">
            <a:solidFill>
              <a:schemeClr val="tx1">
                <a:alpha val="0"/>
              </a:schemeClr>
            </a:solidFill>
            <a:prstDash val="solid"/>
          </a:ln>
        </p:spPr>
      </p:sp>
      <p:sp>
        <p:nvSpPr>
          <p:cNvPr id="30" name="Shape 27"/>
          <p:cNvSpPr/>
          <p:nvPr/>
        </p:nvSpPr>
        <p:spPr>
          <a:xfrm>
            <a:off x="8833104" y="1892808"/>
            <a:ext cx="475488" cy="475488"/>
          </a:xfrm>
          <a:prstGeom prst="rect">
            <a:avLst/>
          </a:prstGeom>
          <a:solidFill>
            <a:schemeClr val="accent2">
              <a:alpha val="90000"/>
            </a:schemeClr>
          </a:solidFill>
          <a:ln w="3175">
            <a:solidFill>
              <a:schemeClr val="bg1"/>
            </a:solidFill>
            <a:prstDash val="solid"/>
          </a:ln>
        </p:spPr>
      </p:sp>
      <p:sp>
        <p:nvSpPr>
          <p:cNvPr id="31" name="Shape 28"/>
          <p:cNvSpPr/>
          <p:nvPr/>
        </p:nvSpPr>
        <p:spPr>
          <a:xfrm>
            <a:off x="8918692" y="1978396"/>
            <a:ext cx="304312" cy="304312"/>
          </a:xfrm>
          <a:prstGeom prst="rect">
            <a:avLst/>
          </a:prstGeom>
          <a:solidFill>
            <a:schemeClr val="tx1"/>
          </a:solidFill>
          <a:ln w="12700">
            <a:solidFill>
              <a:schemeClr val="tx1">
                <a:alpha val="0"/>
              </a:schemeClr>
            </a:solidFill>
            <a:prstDash val="solid"/>
          </a:ln>
        </p:spPr>
      </p:sp>
      <p:sp>
        <p:nvSpPr>
          <p:cNvPr id="32" name="Shape 29"/>
          <p:cNvSpPr/>
          <p:nvPr/>
        </p:nvSpPr>
        <p:spPr>
          <a:xfrm>
            <a:off x="9308592" y="1892808"/>
            <a:ext cx="475488" cy="475488"/>
          </a:xfrm>
          <a:prstGeom prst="rect">
            <a:avLst/>
          </a:prstGeom>
          <a:solidFill>
            <a:schemeClr val="accent2">
              <a:alpha val="90000"/>
            </a:schemeClr>
          </a:solidFill>
          <a:ln w="3175">
            <a:solidFill>
              <a:schemeClr val="bg1"/>
            </a:solidFill>
            <a:prstDash val="solid"/>
          </a:ln>
        </p:spPr>
      </p:sp>
      <p:sp>
        <p:nvSpPr>
          <p:cNvPr id="33" name="Shape 30"/>
          <p:cNvSpPr/>
          <p:nvPr/>
        </p:nvSpPr>
        <p:spPr>
          <a:xfrm>
            <a:off x="9394180" y="1978396"/>
            <a:ext cx="304312" cy="304312"/>
          </a:xfrm>
          <a:prstGeom prst="rect">
            <a:avLst/>
          </a:prstGeom>
          <a:solidFill>
            <a:schemeClr val="tx1">
              <a:alpha val="81000"/>
            </a:schemeClr>
          </a:solidFill>
          <a:ln w="12700">
            <a:solidFill>
              <a:schemeClr val="tx1">
                <a:alpha val="0"/>
              </a:schemeClr>
            </a:solidFill>
            <a:prstDash val="solid"/>
          </a:ln>
        </p:spPr>
      </p:sp>
      <p:sp>
        <p:nvSpPr>
          <p:cNvPr id="34" name="Shape 31"/>
          <p:cNvSpPr/>
          <p:nvPr/>
        </p:nvSpPr>
        <p:spPr>
          <a:xfrm>
            <a:off x="9784080" y="1892808"/>
            <a:ext cx="475488" cy="475488"/>
          </a:xfrm>
          <a:prstGeom prst="rect">
            <a:avLst/>
          </a:prstGeom>
          <a:solidFill>
            <a:schemeClr val="accent2">
              <a:alpha val="90000"/>
            </a:schemeClr>
          </a:solidFill>
          <a:ln w="3175">
            <a:solidFill>
              <a:schemeClr val="bg1"/>
            </a:solidFill>
            <a:prstDash val="solid"/>
          </a:ln>
        </p:spPr>
      </p:sp>
      <p:sp>
        <p:nvSpPr>
          <p:cNvPr id="35" name="Shape 32"/>
          <p:cNvSpPr/>
          <p:nvPr/>
        </p:nvSpPr>
        <p:spPr>
          <a:xfrm>
            <a:off x="9869668" y="1978396"/>
            <a:ext cx="304312" cy="304312"/>
          </a:xfrm>
          <a:prstGeom prst="rect">
            <a:avLst/>
          </a:prstGeom>
          <a:solidFill>
            <a:schemeClr val="tx1">
              <a:alpha val="94000"/>
            </a:schemeClr>
          </a:solidFill>
          <a:ln w="12700">
            <a:solidFill>
              <a:schemeClr val="tx1">
                <a:alpha val="0"/>
              </a:schemeClr>
            </a:solidFill>
            <a:prstDash val="solid"/>
          </a:ln>
        </p:spPr>
      </p:sp>
      <p:sp>
        <p:nvSpPr>
          <p:cNvPr id="36" name="Shape 33"/>
          <p:cNvSpPr/>
          <p:nvPr/>
        </p:nvSpPr>
        <p:spPr>
          <a:xfrm>
            <a:off x="10259568" y="1892808"/>
            <a:ext cx="475488" cy="475488"/>
          </a:xfrm>
          <a:prstGeom prst="rect">
            <a:avLst/>
          </a:prstGeom>
          <a:solidFill>
            <a:schemeClr val="accent2">
              <a:alpha val="90000"/>
            </a:schemeClr>
          </a:solidFill>
          <a:ln w="3175">
            <a:solidFill>
              <a:schemeClr val="bg1"/>
            </a:solidFill>
            <a:prstDash val="solid"/>
          </a:ln>
        </p:spPr>
      </p:sp>
      <p:sp>
        <p:nvSpPr>
          <p:cNvPr id="37" name="Shape 34"/>
          <p:cNvSpPr/>
          <p:nvPr/>
        </p:nvSpPr>
        <p:spPr>
          <a:xfrm>
            <a:off x="10735056" y="1892808"/>
            <a:ext cx="475488" cy="475488"/>
          </a:xfrm>
          <a:prstGeom prst="rect">
            <a:avLst/>
          </a:prstGeom>
          <a:solidFill>
            <a:schemeClr val="accent2">
              <a:alpha val="90000"/>
            </a:schemeClr>
          </a:solidFill>
          <a:ln w="3175">
            <a:solidFill>
              <a:schemeClr val="bg1"/>
            </a:solidFill>
            <a:prstDash val="solid"/>
          </a:ln>
        </p:spPr>
      </p:sp>
      <p:sp>
        <p:nvSpPr>
          <p:cNvPr id="38" name="Shape 35"/>
          <p:cNvSpPr/>
          <p:nvPr/>
        </p:nvSpPr>
        <p:spPr>
          <a:xfrm>
            <a:off x="7406640" y="2368296"/>
            <a:ext cx="475488" cy="475488"/>
          </a:xfrm>
          <a:prstGeom prst="rect">
            <a:avLst/>
          </a:prstGeom>
          <a:solidFill>
            <a:schemeClr val="accent1">
              <a:alpha val="90000"/>
            </a:schemeClr>
          </a:solidFill>
          <a:ln w="3175">
            <a:solidFill>
              <a:schemeClr val="bg1"/>
            </a:solidFill>
            <a:prstDash val="solid"/>
          </a:ln>
        </p:spPr>
      </p:sp>
      <p:sp>
        <p:nvSpPr>
          <p:cNvPr id="39" name="Shape 36"/>
          <p:cNvSpPr/>
          <p:nvPr/>
        </p:nvSpPr>
        <p:spPr>
          <a:xfrm>
            <a:off x="7882128" y="2368296"/>
            <a:ext cx="475488" cy="475488"/>
          </a:xfrm>
          <a:prstGeom prst="rect">
            <a:avLst/>
          </a:prstGeom>
          <a:solidFill>
            <a:schemeClr val="accent1">
              <a:alpha val="90000"/>
            </a:schemeClr>
          </a:solidFill>
          <a:ln w="3175">
            <a:solidFill>
              <a:schemeClr val="bg1"/>
            </a:solidFill>
            <a:prstDash val="solid"/>
          </a:ln>
        </p:spPr>
      </p:sp>
      <p:sp>
        <p:nvSpPr>
          <p:cNvPr id="40" name="Shape 37"/>
          <p:cNvSpPr/>
          <p:nvPr/>
        </p:nvSpPr>
        <p:spPr>
          <a:xfrm>
            <a:off x="8357616" y="2368296"/>
            <a:ext cx="475488" cy="475488"/>
          </a:xfrm>
          <a:prstGeom prst="rect">
            <a:avLst/>
          </a:prstGeom>
          <a:solidFill>
            <a:schemeClr val="accent1">
              <a:alpha val="90000"/>
            </a:schemeClr>
          </a:solidFill>
          <a:ln w="3175">
            <a:solidFill>
              <a:schemeClr val="bg1"/>
            </a:solidFill>
            <a:prstDash val="solid"/>
          </a:ln>
        </p:spPr>
      </p:sp>
      <p:sp>
        <p:nvSpPr>
          <p:cNvPr id="41" name="Shape 38"/>
          <p:cNvSpPr/>
          <p:nvPr/>
        </p:nvSpPr>
        <p:spPr>
          <a:xfrm>
            <a:off x="8443204" y="2453884"/>
            <a:ext cx="304312" cy="304312"/>
          </a:xfrm>
          <a:prstGeom prst="rect">
            <a:avLst/>
          </a:prstGeom>
          <a:solidFill>
            <a:schemeClr val="tx1"/>
          </a:solidFill>
          <a:ln w="12700">
            <a:solidFill>
              <a:schemeClr val="tx1">
                <a:alpha val="0"/>
              </a:schemeClr>
            </a:solidFill>
            <a:prstDash val="solid"/>
          </a:ln>
        </p:spPr>
      </p:sp>
      <p:sp>
        <p:nvSpPr>
          <p:cNvPr id="42" name="Shape 39"/>
          <p:cNvSpPr/>
          <p:nvPr/>
        </p:nvSpPr>
        <p:spPr>
          <a:xfrm>
            <a:off x="8833104" y="2368296"/>
            <a:ext cx="475488" cy="475488"/>
          </a:xfrm>
          <a:prstGeom prst="rect">
            <a:avLst/>
          </a:prstGeom>
          <a:solidFill>
            <a:schemeClr val="accent2">
              <a:alpha val="90000"/>
            </a:schemeClr>
          </a:solidFill>
          <a:ln w="3175">
            <a:solidFill>
              <a:schemeClr val="bg1"/>
            </a:solidFill>
            <a:prstDash val="solid"/>
          </a:ln>
        </p:spPr>
      </p:sp>
      <p:sp>
        <p:nvSpPr>
          <p:cNvPr id="43" name="Shape 40"/>
          <p:cNvSpPr/>
          <p:nvPr/>
        </p:nvSpPr>
        <p:spPr>
          <a:xfrm>
            <a:off x="8918692" y="2453884"/>
            <a:ext cx="304312" cy="304312"/>
          </a:xfrm>
          <a:prstGeom prst="rect">
            <a:avLst/>
          </a:prstGeom>
          <a:solidFill>
            <a:schemeClr val="tx1">
              <a:alpha val="56000"/>
            </a:schemeClr>
          </a:solidFill>
          <a:ln w="12700">
            <a:solidFill>
              <a:schemeClr val="tx1">
                <a:alpha val="0"/>
              </a:schemeClr>
            </a:solidFill>
            <a:prstDash val="solid"/>
          </a:ln>
        </p:spPr>
      </p:sp>
      <p:sp>
        <p:nvSpPr>
          <p:cNvPr id="44" name="Shape 41"/>
          <p:cNvSpPr/>
          <p:nvPr/>
        </p:nvSpPr>
        <p:spPr>
          <a:xfrm>
            <a:off x="9308592" y="2368296"/>
            <a:ext cx="475488" cy="475488"/>
          </a:xfrm>
          <a:prstGeom prst="rect">
            <a:avLst/>
          </a:prstGeom>
          <a:solidFill>
            <a:schemeClr val="accent2">
              <a:alpha val="90000"/>
            </a:schemeClr>
          </a:solidFill>
          <a:ln w="3175">
            <a:solidFill>
              <a:schemeClr val="bg1"/>
            </a:solidFill>
            <a:prstDash val="solid"/>
          </a:ln>
        </p:spPr>
      </p:sp>
      <p:sp>
        <p:nvSpPr>
          <p:cNvPr id="45" name="Shape 42"/>
          <p:cNvSpPr/>
          <p:nvPr/>
        </p:nvSpPr>
        <p:spPr>
          <a:xfrm>
            <a:off x="9394180" y="2453884"/>
            <a:ext cx="304312" cy="304312"/>
          </a:xfrm>
          <a:prstGeom prst="rect">
            <a:avLst/>
          </a:prstGeom>
          <a:solidFill>
            <a:schemeClr val="tx1">
              <a:alpha val="6000"/>
            </a:schemeClr>
          </a:solidFill>
          <a:ln w="12700">
            <a:solidFill>
              <a:schemeClr val="tx1">
                <a:alpha val="0"/>
              </a:schemeClr>
            </a:solidFill>
            <a:prstDash val="solid"/>
          </a:ln>
        </p:spPr>
      </p:sp>
      <p:sp>
        <p:nvSpPr>
          <p:cNvPr id="46" name="Shape 43"/>
          <p:cNvSpPr/>
          <p:nvPr/>
        </p:nvSpPr>
        <p:spPr>
          <a:xfrm>
            <a:off x="9784080" y="2368296"/>
            <a:ext cx="475488" cy="475488"/>
          </a:xfrm>
          <a:prstGeom prst="rect">
            <a:avLst/>
          </a:prstGeom>
          <a:solidFill>
            <a:schemeClr val="accent2">
              <a:alpha val="90000"/>
            </a:schemeClr>
          </a:solidFill>
          <a:ln w="3175">
            <a:solidFill>
              <a:schemeClr val="bg1"/>
            </a:solidFill>
            <a:prstDash val="solid"/>
          </a:ln>
        </p:spPr>
      </p:sp>
      <p:sp>
        <p:nvSpPr>
          <p:cNvPr id="47" name="Shape 44"/>
          <p:cNvSpPr/>
          <p:nvPr/>
        </p:nvSpPr>
        <p:spPr>
          <a:xfrm>
            <a:off x="9869668" y="2453884"/>
            <a:ext cx="304312" cy="304312"/>
          </a:xfrm>
          <a:prstGeom prst="rect">
            <a:avLst/>
          </a:prstGeom>
          <a:solidFill>
            <a:schemeClr val="tx1">
              <a:alpha val="19000"/>
            </a:schemeClr>
          </a:solidFill>
          <a:ln w="12700">
            <a:solidFill>
              <a:schemeClr val="tx1">
                <a:alpha val="0"/>
              </a:schemeClr>
            </a:solidFill>
            <a:prstDash val="solid"/>
          </a:ln>
        </p:spPr>
      </p:sp>
      <p:sp>
        <p:nvSpPr>
          <p:cNvPr id="48" name="Shape 45"/>
          <p:cNvSpPr/>
          <p:nvPr/>
        </p:nvSpPr>
        <p:spPr>
          <a:xfrm>
            <a:off x="10259568" y="2368296"/>
            <a:ext cx="475488" cy="475488"/>
          </a:xfrm>
          <a:prstGeom prst="rect">
            <a:avLst/>
          </a:prstGeom>
          <a:solidFill>
            <a:schemeClr val="accent2">
              <a:alpha val="90000"/>
            </a:schemeClr>
          </a:solidFill>
          <a:ln w="3175">
            <a:solidFill>
              <a:schemeClr val="bg1"/>
            </a:solidFill>
            <a:prstDash val="solid"/>
          </a:ln>
        </p:spPr>
      </p:sp>
      <p:sp>
        <p:nvSpPr>
          <p:cNvPr id="49" name="Shape 46"/>
          <p:cNvSpPr/>
          <p:nvPr/>
        </p:nvSpPr>
        <p:spPr>
          <a:xfrm>
            <a:off x="10735056" y="2368296"/>
            <a:ext cx="475488" cy="475488"/>
          </a:xfrm>
          <a:prstGeom prst="rect">
            <a:avLst/>
          </a:prstGeom>
          <a:solidFill>
            <a:schemeClr val="accent2">
              <a:alpha val="90000"/>
            </a:schemeClr>
          </a:solidFill>
          <a:ln w="3175">
            <a:solidFill>
              <a:schemeClr val="bg1"/>
            </a:solidFill>
            <a:prstDash val="solid"/>
          </a:ln>
        </p:spPr>
      </p:sp>
      <p:sp>
        <p:nvSpPr>
          <p:cNvPr id="50" name="Shape 47"/>
          <p:cNvSpPr/>
          <p:nvPr/>
        </p:nvSpPr>
        <p:spPr>
          <a:xfrm>
            <a:off x="7406640" y="2843784"/>
            <a:ext cx="475488" cy="475488"/>
          </a:xfrm>
          <a:prstGeom prst="rect">
            <a:avLst/>
          </a:prstGeom>
          <a:solidFill>
            <a:schemeClr val="accent1">
              <a:alpha val="90000"/>
            </a:schemeClr>
          </a:solidFill>
          <a:ln w="3175">
            <a:solidFill>
              <a:schemeClr val="bg1"/>
            </a:solidFill>
            <a:prstDash val="solid"/>
          </a:ln>
        </p:spPr>
      </p:sp>
      <p:sp>
        <p:nvSpPr>
          <p:cNvPr id="51" name="Shape 48"/>
          <p:cNvSpPr/>
          <p:nvPr/>
        </p:nvSpPr>
        <p:spPr>
          <a:xfrm>
            <a:off x="7882128" y="2843784"/>
            <a:ext cx="475488" cy="475488"/>
          </a:xfrm>
          <a:prstGeom prst="rect">
            <a:avLst/>
          </a:prstGeom>
          <a:solidFill>
            <a:schemeClr val="accent1">
              <a:alpha val="90000"/>
            </a:schemeClr>
          </a:solidFill>
          <a:ln w="3175">
            <a:solidFill>
              <a:schemeClr val="bg1"/>
            </a:solidFill>
            <a:prstDash val="solid"/>
          </a:ln>
        </p:spPr>
      </p:sp>
      <p:sp>
        <p:nvSpPr>
          <p:cNvPr id="52" name="Shape 49"/>
          <p:cNvSpPr/>
          <p:nvPr/>
        </p:nvSpPr>
        <p:spPr>
          <a:xfrm>
            <a:off x="7967716" y="2929372"/>
            <a:ext cx="304312" cy="304312"/>
          </a:xfrm>
          <a:prstGeom prst="rect">
            <a:avLst/>
          </a:prstGeom>
          <a:solidFill>
            <a:schemeClr val="tx1">
              <a:alpha val="25000"/>
            </a:schemeClr>
          </a:solidFill>
          <a:ln w="12700">
            <a:solidFill>
              <a:schemeClr val="tx1">
                <a:alpha val="0"/>
              </a:schemeClr>
            </a:solidFill>
            <a:prstDash val="solid"/>
          </a:ln>
        </p:spPr>
      </p:sp>
      <p:sp>
        <p:nvSpPr>
          <p:cNvPr id="53" name="Shape 50"/>
          <p:cNvSpPr/>
          <p:nvPr/>
        </p:nvSpPr>
        <p:spPr>
          <a:xfrm>
            <a:off x="8357616" y="2843784"/>
            <a:ext cx="475488" cy="475488"/>
          </a:xfrm>
          <a:prstGeom prst="rect">
            <a:avLst/>
          </a:prstGeom>
          <a:solidFill>
            <a:schemeClr val="accent1">
              <a:alpha val="90000"/>
            </a:schemeClr>
          </a:solidFill>
          <a:ln w="3175">
            <a:solidFill>
              <a:schemeClr val="bg1"/>
            </a:solidFill>
            <a:prstDash val="solid"/>
          </a:ln>
        </p:spPr>
      </p:sp>
      <p:sp>
        <p:nvSpPr>
          <p:cNvPr id="54" name="Shape 51"/>
          <p:cNvSpPr/>
          <p:nvPr/>
        </p:nvSpPr>
        <p:spPr>
          <a:xfrm>
            <a:off x="8443204" y="2929372"/>
            <a:ext cx="304312" cy="304312"/>
          </a:xfrm>
          <a:prstGeom prst="rect">
            <a:avLst/>
          </a:prstGeom>
          <a:solidFill>
            <a:schemeClr val="tx1"/>
          </a:solidFill>
          <a:ln w="12700">
            <a:solidFill>
              <a:schemeClr val="tx1">
                <a:alpha val="0"/>
              </a:schemeClr>
            </a:solidFill>
            <a:prstDash val="solid"/>
          </a:ln>
        </p:spPr>
      </p:sp>
      <p:sp>
        <p:nvSpPr>
          <p:cNvPr id="55" name="Shape 52"/>
          <p:cNvSpPr/>
          <p:nvPr/>
        </p:nvSpPr>
        <p:spPr>
          <a:xfrm>
            <a:off x="8833104" y="2843784"/>
            <a:ext cx="475488" cy="475488"/>
          </a:xfrm>
          <a:prstGeom prst="rect">
            <a:avLst/>
          </a:prstGeom>
          <a:solidFill>
            <a:schemeClr val="accent2">
              <a:alpha val="90000"/>
            </a:schemeClr>
          </a:solidFill>
          <a:ln w="3175">
            <a:solidFill>
              <a:schemeClr val="bg1"/>
            </a:solidFill>
            <a:prstDash val="solid"/>
          </a:ln>
        </p:spPr>
      </p:sp>
      <p:sp>
        <p:nvSpPr>
          <p:cNvPr id="56" name="Shape 53"/>
          <p:cNvSpPr/>
          <p:nvPr/>
        </p:nvSpPr>
        <p:spPr>
          <a:xfrm>
            <a:off x="8918692" y="2929372"/>
            <a:ext cx="304312" cy="304312"/>
          </a:xfrm>
          <a:prstGeom prst="rect">
            <a:avLst/>
          </a:prstGeom>
          <a:solidFill>
            <a:schemeClr val="tx1">
              <a:alpha val="37000"/>
            </a:schemeClr>
          </a:solidFill>
          <a:ln w="12700">
            <a:solidFill>
              <a:schemeClr val="tx1">
                <a:alpha val="0"/>
              </a:schemeClr>
            </a:solidFill>
            <a:prstDash val="solid"/>
          </a:ln>
        </p:spPr>
      </p:sp>
      <p:sp>
        <p:nvSpPr>
          <p:cNvPr id="57" name="Shape 54"/>
          <p:cNvSpPr/>
          <p:nvPr/>
        </p:nvSpPr>
        <p:spPr>
          <a:xfrm>
            <a:off x="9308592" y="2843784"/>
            <a:ext cx="475488" cy="475488"/>
          </a:xfrm>
          <a:prstGeom prst="rect">
            <a:avLst/>
          </a:prstGeom>
          <a:solidFill>
            <a:schemeClr val="accent2">
              <a:alpha val="90000"/>
            </a:schemeClr>
          </a:solidFill>
          <a:ln w="3175">
            <a:solidFill>
              <a:schemeClr val="bg1"/>
            </a:solidFill>
            <a:prstDash val="solid"/>
          </a:ln>
        </p:spPr>
      </p:sp>
      <p:sp>
        <p:nvSpPr>
          <p:cNvPr id="58" name="Shape 55"/>
          <p:cNvSpPr/>
          <p:nvPr/>
        </p:nvSpPr>
        <p:spPr>
          <a:xfrm>
            <a:off x="9394180" y="2929372"/>
            <a:ext cx="304312" cy="304312"/>
          </a:xfrm>
          <a:prstGeom prst="rect">
            <a:avLst/>
          </a:prstGeom>
          <a:solidFill>
            <a:schemeClr val="tx1">
              <a:alpha val="87000"/>
            </a:schemeClr>
          </a:solidFill>
          <a:ln w="12700">
            <a:solidFill>
              <a:schemeClr val="tx1">
                <a:alpha val="0"/>
              </a:schemeClr>
            </a:solidFill>
            <a:prstDash val="solid"/>
          </a:ln>
        </p:spPr>
      </p:sp>
      <p:sp>
        <p:nvSpPr>
          <p:cNvPr id="59" name="Shape 56"/>
          <p:cNvSpPr/>
          <p:nvPr/>
        </p:nvSpPr>
        <p:spPr>
          <a:xfrm>
            <a:off x="9784080" y="2843784"/>
            <a:ext cx="475488" cy="475488"/>
          </a:xfrm>
          <a:prstGeom prst="rect">
            <a:avLst/>
          </a:prstGeom>
          <a:solidFill>
            <a:schemeClr val="accent2">
              <a:alpha val="90000"/>
            </a:schemeClr>
          </a:solidFill>
          <a:ln w="3175">
            <a:solidFill>
              <a:schemeClr val="bg1"/>
            </a:solidFill>
            <a:prstDash val="solid"/>
          </a:ln>
        </p:spPr>
      </p:sp>
      <p:sp>
        <p:nvSpPr>
          <p:cNvPr id="60" name="Shape 57"/>
          <p:cNvSpPr/>
          <p:nvPr/>
        </p:nvSpPr>
        <p:spPr>
          <a:xfrm>
            <a:off x="9869668" y="2929372"/>
            <a:ext cx="304312" cy="304312"/>
          </a:xfrm>
          <a:prstGeom prst="rect">
            <a:avLst/>
          </a:prstGeom>
          <a:solidFill>
            <a:schemeClr val="tx1">
              <a:alpha val="56000"/>
            </a:schemeClr>
          </a:solidFill>
          <a:ln w="12700">
            <a:solidFill>
              <a:schemeClr val="tx1">
                <a:alpha val="0"/>
              </a:schemeClr>
            </a:solidFill>
            <a:prstDash val="solid"/>
          </a:ln>
        </p:spPr>
      </p:sp>
      <p:sp>
        <p:nvSpPr>
          <p:cNvPr id="61" name="Shape 58"/>
          <p:cNvSpPr/>
          <p:nvPr/>
        </p:nvSpPr>
        <p:spPr>
          <a:xfrm>
            <a:off x="10259568" y="2843784"/>
            <a:ext cx="475488" cy="475488"/>
          </a:xfrm>
          <a:prstGeom prst="rect">
            <a:avLst/>
          </a:prstGeom>
          <a:solidFill>
            <a:schemeClr val="accent2">
              <a:alpha val="90000"/>
            </a:schemeClr>
          </a:solidFill>
          <a:ln w="3175">
            <a:solidFill>
              <a:schemeClr val="bg1"/>
            </a:solidFill>
            <a:prstDash val="solid"/>
          </a:ln>
        </p:spPr>
      </p:sp>
      <p:sp>
        <p:nvSpPr>
          <p:cNvPr id="62" name="Shape 59"/>
          <p:cNvSpPr/>
          <p:nvPr/>
        </p:nvSpPr>
        <p:spPr>
          <a:xfrm>
            <a:off x="10345156" y="2929372"/>
            <a:ext cx="304312" cy="304312"/>
          </a:xfrm>
          <a:prstGeom prst="rect">
            <a:avLst/>
          </a:prstGeom>
          <a:solidFill>
            <a:schemeClr val="tx1">
              <a:alpha val="6000"/>
            </a:schemeClr>
          </a:solidFill>
          <a:ln w="12700">
            <a:solidFill>
              <a:schemeClr val="tx1">
                <a:alpha val="0"/>
              </a:schemeClr>
            </a:solidFill>
            <a:prstDash val="solid"/>
          </a:ln>
        </p:spPr>
      </p:sp>
      <p:sp>
        <p:nvSpPr>
          <p:cNvPr id="63" name="Shape 60"/>
          <p:cNvSpPr/>
          <p:nvPr/>
        </p:nvSpPr>
        <p:spPr>
          <a:xfrm>
            <a:off x="10735056" y="2843784"/>
            <a:ext cx="475488" cy="475488"/>
          </a:xfrm>
          <a:prstGeom prst="rect">
            <a:avLst/>
          </a:prstGeom>
          <a:solidFill>
            <a:schemeClr val="accent2">
              <a:alpha val="90000"/>
            </a:schemeClr>
          </a:solidFill>
          <a:ln w="3175">
            <a:solidFill>
              <a:schemeClr val="bg1"/>
            </a:solidFill>
            <a:prstDash val="solid"/>
          </a:ln>
        </p:spPr>
      </p:sp>
      <p:sp>
        <p:nvSpPr>
          <p:cNvPr id="64" name="Shape 61"/>
          <p:cNvSpPr/>
          <p:nvPr/>
        </p:nvSpPr>
        <p:spPr>
          <a:xfrm>
            <a:off x="7406640" y="3319272"/>
            <a:ext cx="475488" cy="475488"/>
          </a:xfrm>
          <a:prstGeom prst="rect">
            <a:avLst/>
          </a:prstGeom>
          <a:solidFill>
            <a:schemeClr val="accent1">
              <a:alpha val="90000"/>
            </a:schemeClr>
          </a:solidFill>
          <a:ln w="3175">
            <a:solidFill>
              <a:schemeClr val="bg1"/>
            </a:solidFill>
            <a:prstDash val="solid"/>
          </a:ln>
        </p:spPr>
      </p:sp>
      <p:sp>
        <p:nvSpPr>
          <p:cNvPr id="65" name="Shape 62"/>
          <p:cNvSpPr/>
          <p:nvPr/>
        </p:nvSpPr>
        <p:spPr>
          <a:xfrm>
            <a:off x="7882128" y="3319272"/>
            <a:ext cx="475488" cy="475488"/>
          </a:xfrm>
          <a:prstGeom prst="rect">
            <a:avLst/>
          </a:prstGeom>
          <a:solidFill>
            <a:schemeClr val="accent1">
              <a:alpha val="90000"/>
            </a:schemeClr>
          </a:solidFill>
          <a:ln w="3175">
            <a:solidFill>
              <a:schemeClr val="bg1"/>
            </a:solidFill>
            <a:prstDash val="solid"/>
          </a:ln>
        </p:spPr>
      </p:sp>
      <p:sp>
        <p:nvSpPr>
          <p:cNvPr id="66" name="Shape 63"/>
          <p:cNvSpPr/>
          <p:nvPr/>
        </p:nvSpPr>
        <p:spPr>
          <a:xfrm>
            <a:off x="7967716" y="3404860"/>
            <a:ext cx="304312" cy="304312"/>
          </a:xfrm>
          <a:prstGeom prst="rect">
            <a:avLst/>
          </a:prstGeom>
          <a:solidFill>
            <a:schemeClr val="tx1">
              <a:alpha val="44000"/>
            </a:schemeClr>
          </a:solidFill>
          <a:ln w="12700">
            <a:solidFill>
              <a:schemeClr val="tx1">
                <a:alpha val="0"/>
              </a:schemeClr>
            </a:solidFill>
            <a:prstDash val="solid"/>
          </a:ln>
        </p:spPr>
      </p:sp>
      <p:sp>
        <p:nvSpPr>
          <p:cNvPr id="67" name="Shape 64"/>
          <p:cNvSpPr/>
          <p:nvPr/>
        </p:nvSpPr>
        <p:spPr>
          <a:xfrm>
            <a:off x="8357616" y="3319272"/>
            <a:ext cx="475488" cy="475488"/>
          </a:xfrm>
          <a:prstGeom prst="rect">
            <a:avLst/>
          </a:prstGeom>
          <a:solidFill>
            <a:schemeClr val="accent1">
              <a:alpha val="90000"/>
            </a:schemeClr>
          </a:solidFill>
          <a:ln w="3175">
            <a:solidFill>
              <a:schemeClr val="bg1"/>
            </a:solidFill>
            <a:prstDash val="solid"/>
          </a:ln>
        </p:spPr>
      </p:sp>
      <p:sp>
        <p:nvSpPr>
          <p:cNvPr id="68" name="Shape 65"/>
          <p:cNvSpPr/>
          <p:nvPr/>
        </p:nvSpPr>
        <p:spPr>
          <a:xfrm>
            <a:off x="8443204" y="3404860"/>
            <a:ext cx="304312" cy="304312"/>
          </a:xfrm>
          <a:prstGeom prst="rect">
            <a:avLst/>
          </a:prstGeom>
          <a:solidFill>
            <a:schemeClr val="tx1"/>
          </a:solidFill>
          <a:ln w="12700">
            <a:solidFill>
              <a:schemeClr val="tx1">
                <a:alpha val="0"/>
              </a:schemeClr>
            </a:solidFill>
            <a:prstDash val="solid"/>
          </a:ln>
        </p:spPr>
      </p:sp>
      <p:sp>
        <p:nvSpPr>
          <p:cNvPr id="69" name="Shape 66"/>
          <p:cNvSpPr/>
          <p:nvPr/>
        </p:nvSpPr>
        <p:spPr>
          <a:xfrm>
            <a:off x="8833104" y="3319272"/>
            <a:ext cx="475488" cy="475488"/>
          </a:xfrm>
          <a:prstGeom prst="rect">
            <a:avLst/>
          </a:prstGeom>
          <a:solidFill>
            <a:schemeClr val="accent1">
              <a:alpha val="40000"/>
            </a:schemeClr>
          </a:solidFill>
          <a:ln w="3175">
            <a:solidFill>
              <a:schemeClr val="bg1"/>
            </a:solidFill>
            <a:prstDash val="solid"/>
          </a:ln>
        </p:spPr>
      </p:sp>
      <p:sp>
        <p:nvSpPr>
          <p:cNvPr id="70" name="Shape 67"/>
          <p:cNvSpPr/>
          <p:nvPr/>
        </p:nvSpPr>
        <p:spPr>
          <a:xfrm>
            <a:off x="8918692" y="3404860"/>
            <a:ext cx="304312" cy="304312"/>
          </a:xfrm>
          <a:prstGeom prst="rect">
            <a:avLst/>
          </a:prstGeom>
          <a:solidFill>
            <a:schemeClr val="tx1"/>
          </a:solidFill>
          <a:ln w="12700">
            <a:solidFill>
              <a:schemeClr val="tx1">
                <a:alpha val="0"/>
              </a:schemeClr>
            </a:solidFill>
            <a:prstDash val="solid"/>
          </a:ln>
        </p:spPr>
      </p:sp>
      <p:sp>
        <p:nvSpPr>
          <p:cNvPr id="71" name="Shape 68"/>
          <p:cNvSpPr/>
          <p:nvPr/>
        </p:nvSpPr>
        <p:spPr>
          <a:xfrm>
            <a:off x="9308592" y="3319272"/>
            <a:ext cx="475488" cy="475488"/>
          </a:xfrm>
          <a:prstGeom prst="rect">
            <a:avLst/>
          </a:prstGeom>
          <a:solidFill>
            <a:schemeClr val="accent1">
              <a:alpha val="40000"/>
            </a:schemeClr>
          </a:solidFill>
          <a:ln w="3175">
            <a:solidFill>
              <a:schemeClr val="bg1"/>
            </a:solidFill>
            <a:prstDash val="solid"/>
          </a:ln>
        </p:spPr>
      </p:sp>
      <p:sp>
        <p:nvSpPr>
          <p:cNvPr id="72" name="Shape 69"/>
          <p:cNvSpPr/>
          <p:nvPr/>
        </p:nvSpPr>
        <p:spPr>
          <a:xfrm>
            <a:off x="9394180" y="3404860"/>
            <a:ext cx="304312" cy="304312"/>
          </a:xfrm>
          <a:prstGeom prst="rect">
            <a:avLst/>
          </a:prstGeom>
          <a:solidFill>
            <a:schemeClr val="tx1"/>
          </a:solidFill>
          <a:ln w="12700">
            <a:solidFill>
              <a:schemeClr val="tx1">
                <a:alpha val="0"/>
              </a:schemeClr>
            </a:solidFill>
            <a:prstDash val="solid"/>
          </a:ln>
        </p:spPr>
      </p:sp>
      <p:sp>
        <p:nvSpPr>
          <p:cNvPr id="73" name="Shape 70"/>
          <p:cNvSpPr/>
          <p:nvPr/>
        </p:nvSpPr>
        <p:spPr>
          <a:xfrm>
            <a:off x="9784080" y="3319272"/>
            <a:ext cx="475488" cy="475488"/>
          </a:xfrm>
          <a:prstGeom prst="rect">
            <a:avLst/>
          </a:prstGeom>
          <a:solidFill>
            <a:schemeClr val="accent1">
              <a:alpha val="40000"/>
            </a:schemeClr>
          </a:solidFill>
          <a:ln w="3175">
            <a:solidFill>
              <a:schemeClr val="bg1"/>
            </a:solidFill>
            <a:prstDash val="solid"/>
          </a:ln>
        </p:spPr>
      </p:sp>
      <p:sp>
        <p:nvSpPr>
          <p:cNvPr id="74" name="Shape 71"/>
          <p:cNvSpPr/>
          <p:nvPr/>
        </p:nvSpPr>
        <p:spPr>
          <a:xfrm>
            <a:off x="9869668" y="3404860"/>
            <a:ext cx="304312" cy="304312"/>
          </a:xfrm>
          <a:prstGeom prst="rect">
            <a:avLst/>
          </a:prstGeom>
          <a:solidFill>
            <a:schemeClr val="tx1"/>
          </a:solidFill>
          <a:ln w="12700">
            <a:solidFill>
              <a:schemeClr val="tx1">
                <a:alpha val="0"/>
              </a:schemeClr>
            </a:solidFill>
            <a:prstDash val="solid"/>
          </a:ln>
        </p:spPr>
      </p:sp>
      <p:sp>
        <p:nvSpPr>
          <p:cNvPr id="75" name="Shape 72"/>
          <p:cNvSpPr/>
          <p:nvPr/>
        </p:nvSpPr>
        <p:spPr>
          <a:xfrm>
            <a:off x="10259568" y="3319272"/>
            <a:ext cx="475488" cy="475488"/>
          </a:xfrm>
          <a:prstGeom prst="rect">
            <a:avLst/>
          </a:prstGeom>
          <a:solidFill>
            <a:schemeClr val="accent1">
              <a:alpha val="40000"/>
            </a:schemeClr>
          </a:solidFill>
          <a:ln w="3175">
            <a:solidFill>
              <a:schemeClr val="bg1"/>
            </a:solidFill>
            <a:prstDash val="solid"/>
          </a:ln>
        </p:spPr>
      </p:sp>
      <p:sp>
        <p:nvSpPr>
          <p:cNvPr id="76" name="Shape 73"/>
          <p:cNvSpPr/>
          <p:nvPr/>
        </p:nvSpPr>
        <p:spPr>
          <a:xfrm>
            <a:off x="10345156" y="3404860"/>
            <a:ext cx="304312" cy="304312"/>
          </a:xfrm>
          <a:prstGeom prst="rect">
            <a:avLst/>
          </a:prstGeom>
          <a:solidFill>
            <a:schemeClr val="tx1">
              <a:alpha val="37000"/>
            </a:schemeClr>
          </a:solidFill>
          <a:ln w="12700">
            <a:solidFill>
              <a:schemeClr val="tx1">
                <a:alpha val="0"/>
              </a:schemeClr>
            </a:solidFill>
            <a:prstDash val="solid"/>
          </a:ln>
        </p:spPr>
      </p:sp>
      <p:sp>
        <p:nvSpPr>
          <p:cNvPr id="77" name="Shape 74"/>
          <p:cNvSpPr/>
          <p:nvPr/>
        </p:nvSpPr>
        <p:spPr>
          <a:xfrm>
            <a:off x="10735056" y="3319272"/>
            <a:ext cx="475488" cy="475488"/>
          </a:xfrm>
          <a:prstGeom prst="rect">
            <a:avLst/>
          </a:prstGeom>
          <a:solidFill>
            <a:schemeClr val="accent1">
              <a:alpha val="40000"/>
            </a:schemeClr>
          </a:solidFill>
          <a:ln w="3175">
            <a:solidFill>
              <a:schemeClr val="bg1"/>
            </a:solidFill>
            <a:prstDash val="solid"/>
          </a:ln>
        </p:spPr>
      </p:sp>
      <p:sp>
        <p:nvSpPr>
          <p:cNvPr id="78" name="Shape 75"/>
          <p:cNvSpPr/>
          <p:nvPr/>
        </p:nvSpPr>
        <p:spPr>
          <a:xfrm>
            <a:off x="7406640" y="3794760"/>
            <a:ext cx="475488" cy="475488"/>
          </a:xfrm>
          <a:prstGeom prst="rect">
            <a:avLst/>
          </a:prstGeom>
          <a:solidFill>
            <a:schemeClr val="accent1">
              <a:alpha val="90000"/>
            </a:schemeClr>
          </a:solidFill>
          <a:ln w="3175">
            <a:solidFill>
              <a:schemeClr val="bg1"/>
            </a:solidFill>
            <a:prstDash val="solid"/>
          </a:ln>
        </p:spPr>
      </p:sp>
      <p:sp>
        <p:nvSpPr>
          <p:cNvPr id="79" name="Shape 76"/>
          <p:cNvSpPr/>
          <p:nvPr/>
        </p:nvSpPr>
        <p:spPr>
          <a:xfrm>
            <a:off x="7882128" y="3794760"/>
            <a:ext cx="475488" cy="475488"/>
          </a:xfrm>
          <a:prstGeom prst="rect">
            <a:avLst/>
          </a:prstGeom>
          <a:solidFill>
            <a:schemeClr val="accent1">
              <a:alpha val="90000"/>
            </a:schemeClr>
          </a:solidFill>
          <a:ln w="3175">
            <a:solidFill>
              <a:schemeClr val="bg1"/>
            </a:solidFill>
            <a:prstDash val="solid"/>
          </a:ln>
        </p:spPr>
      </p:sp>
      <p:sp>
        <p:nvSpPr>
          <p:cNvPr id="80" name="Shape 77"/>
          <p:cNvSpPr/>
          <p:nvPr/>
        </p:nvSpPr>
        <p:spPr>
          <a:xfrm>
            <a:off x="7967716" y="3880348"/>
            <a:ext cx="304312" cy="304312"/>
          </a:xfrm>
          <a:prstGeom prst="rect">
            <a:avLst/>
          </a:prstGeom>
          <a:solidFill>
            <a:schemeClr val="tx1">
              <a:alpha val="6000"/>
            </a:schemeClr>
          </a:solidFill>
          <a:ln w="12700">
            <a:solidFill>
              <a:schemeClr val="tx1">
                <a:alpha val="0"/>
              </a:schemeClr>
            </a:solidFill>
            <a:prstDash val="solid"/>
          </a:ln>
        </p:spPr>
      </p:sp>
      <p:sp>
        <p:nvSpPr>
          <p:cNvPr id="81" name="Shape 78"/>
          <p:cNvSpPr/>
          <p:nvPr/>
        </p:nvSpPr>
        <p:spPr>
          <a:xfrm>
            <a:off x="8357616" y="3794760"/>
            <a:ext cx="475488" cy="475488"/>
          </a:xfrm>
          <a:prstGeom prst="rect">
            <a:avLst/>
          </a:prstGeom>
          <a:solidFill>
            <a:schemeClr val="accent1">
              <a:alpha val="90000"/>
            </a:schemeClr>
          </a:solidFill>
          <a:ln w="3175">
            <a:solidFill>
              <a:schemeClr val="bg1"/>
            </a:solidFill>
            <a:prstDash val="solid"/>
          </a:ln>
        </p:spPr>
      </p:sp>
      <p:sp>
        <p:nvSpPr>
          <p:cNvPr id="82" name="Shape 79"/>
          <p:cNvSpPr/>
          <p:nvPr/>
        </p:nvSpPr>
        <p:spPr>
          <a:xfrm>
            <a:off x="8443204" y="3880348"/>
            <a:ext cx="304312" cy="304312"/>
          </a:xfrm>
          <a:prstGeom prst="rect">
            <a:avLst/>
          </a:prstGeom>
          <a:solidFill>
            <a:schemeClr val="tx1"/>
          </a:solidFill>
          <a:ln w="12700">
            <a:solidFill>
              <a:schemeClr val="tx1">
                <a:alpha val="0"/>
              </a:schemeClr>
            </a:solidFill>
            <a:prstDash val="solid"/>
          </a:ln>
        </p:spPr>
      </p:sp>
      <p:sp>
        <p:nvSpPr>
          <p:cNvPr id="83" name="Shape 80"/>
          <p:cNvSpPr/>
          <p:nvPr/>
        </p:nvSpPr>
        <p:spPr>
          <a:xfrm>
            <a:off x="8833104" y="3794760"/>
            <a:ext cx="475488" cy="475488"/>
          </a:xfrm>
          <a:prstGeom prst="rect">
            <a:avLst/>
          </a:prstGeom>
          <a:solidFill>
            <a:schemeClr val="accent1">
              <a:alpha val="40000"/>
            </a:schemeClr>
          </a:solidFill>
          <a:ln w="3175">
            <a:solidFill>
              <a:schemeClr val="bg1"/>
            </a:solidFill>
            <a:prstDash val="solid"/>
          </a:ln>
        </p:spPr>
      </p:sp>
      <p:sp>
        <p:nvSpPr>
          <p:cNvPr id="84" name="Shape 81"/>
          <p:cNvSpPr/>
          <p:nvPr/>
        </p:nvSpPr>
        <p:spPr>
          <a:xfrm>
            <a:off x="8918692" y="3880348"/>
            <a:ext cx="304312" cy="304312"/>
          </a:xfrm>
          <a:prstGeom prst="rect">
            <a:avLst/>
          </a:prstGeom>
          <a:solidFill>
            <a:schemeClr val="tx1">
              <a:alpha val="87000"/>
            </a:schemeClr>
          </a:solidFill>
          <a:ln w="12700">
            <a:solidFill>
              <a:schemeClr val="tx1">
                <a:alpha val="0"/>
              </a:schemeClr>
            </a:solidFill>
            <a:prstDash val="solid"/>
          </a:ln>
        </p:spPr>
      </p:sp>
      <p:sp>
        <p:nvSpPr>
          <p:cNvPr id="85" name="Shape 82"/>
          <p:cNvSpPr/>
          <p:nvPr/>
        </p:nvSpPr>
        <p:spPr>
          <a:xfrm>
            <a:off x="9308592" y="3794760"/>
            <a:ext cx="475488" cy="475488"/>
          </a:xfrm>
          <a:prstGeom prst="rect">
            <a:avLst/>
          </a:prstGeom>
          <a:solidFill>
            <a:schemeClr val="accent1">
              <a:alpha val="40000"/>
            </a:schemeClr>
          </a:solidFill>
          <a:ln w="3175">
            <a:solidFill>
              <a:schemeClr val="bg1"/>
            </a:solidFill>
            <a:prstDash val="solid"/>
          </a:ln>
        </p:spPr>
      </p:sp>
      <p:sp>
        <p:nvSpPr>
          <p:cNvPr id="86" name="Shape 83"/>
          <p:cNvSpPr/>
          <p:nvPr/>
        </p:nvSpPr>
        <p:spPr>
          <a:xfrm>
            <a:off x="9394180" y="3880348"/>
            <a:ext cx="304312" cy="304312"/>
          </a:xfrm>
          <a:prstGeom prst="rect">
            <a:avLst/>
          </a:prstGeom>
          <a:solidFill>
            <a:schemeClr val="tx1">
              <a:alpha val="25000"/>
            </a:schemeClr>
          </a:solidFill>
          <a:ln w="12700">
            <a:solidFill>
              <a:schemeClr val="tx1">
                <a:alpha val="0"/>
              </a:schemeClr>
            </a:solidFill>
            <a:prstDash val="solid"/>
          </a:ln>
        </p:spPr>
      </p:sp>
      <p:sp>
        <p:nvSpPr>
          <p:cNvPr id="87" name="Shape 84"/>
          <p:cNvSpPr/>
          <p:nvPr/>
        </p:nvSpPr>
        <p:spPr>
          <a:xfrm>
            <a:off x="9784080" y="3794760"/>
            <a:ext cx="475488" cy="475488"/>
          </a:xfrm>
          <a:prstGeom prst="rect">
            <a:avLst/>
          </a:prstGeom>
          <a:solidFill>
            <a:schemeClr val="accent1">
              <a:alpha val="40000"/>
            </a:schemeClr>
          </a:solidFill>
          <a:ln w="3175">
            <a:solidFill>
              <a:schemeClr val="bg1"/>
            </a:solidFill>
            <a:prstDash val="solid"/>
          </a:ln>
        </p:spPr>
      </p:sp>
      <p:sp>
        <p:nvSpPr>
          <p:cNvPr id="88" name="Shape 85"/>
          <p:cNvSpPr/>
          <p:nvPr/>
        </p:nvSpPr>
        <p:spPr>
          <a:xfrm>
            <a:off x="9869668" y="3880348"/>
            <a:ext cx="304312" cy="304312"/>
          </a:xfrm>
          <a:prstGeom prst="rect">
            <a:avLst/>
          </a:prstGeom>
          <a:solidFill>
            <a:schemeClr val="tx1"/>
          </a:solidFill>
          <a:ln w="12700">
            <a:solidFill>
              <a:schemeClr val="tx1">
                <a:alpha val="0"/>
              </a:schemeClr>
            </a:solidFill>
            <a:prstDash val="solid"/>
          </a:ln>
        </p:spPr>
      </p:sp>
      <p:sp>
        <p:nvSpPr>
          <p:cNvPr id="89" name="Shape 86"/>
          <p:cNvSpPr/>
          <p:nvPr/>
        </p:nvSpPr>
        <p:spPr>
          <a:xfrm>
            <a:off x="10259568" y="3794760"/>
            <a:ext cx="475488" cy="475488"/>
          </a:xfrm>
          <a:prstGeom prst="rect">
            <a:avLst/>
          </a:prstGeom>
          <a:solidFill>
            <a:schemeClr val="accent1">
              <a:alpha val="40000"/>
            </a:schemeClr>
          </a:solidFill>
          <a:ln w="3175">
            <a:solidFill>
              <a:schemeClr val="bg1"/>
            </a:solidFill>
            <a:prstDash val="solid"/>
          </a:ln>
        </p:spPr>
      </p:sp>
      <p:sp>
        <p:nvSpPr>
          <p:cNvPr id="90" name="Shape 87"/>
          <p:cNvSpPr/>
          <p:nvPr/>
        </p:nvSpPr>
        <p:spPr>
          <a:xfrm>
            <a:off x="10345156" y="3880348"/>
            <a:ext cx="304312" cy="304312"/>
          </a:xfrm>
          <a:prstGeom prst="rect">
            <a:avLst/>
          </a:prstGeom>
          <a:solidFill>
            <a:schemeClr val="tx1">
              <a:alpha val="50000"/>
            </a:schemeClr>
          </a:solidFill>
          <a:ln w="12700">
            <a:solidFill>
              <a:schemeClr val="tx1">
                <a:alpha val="0"/>
              </a:schemeClr>
            </a:solidFill>
            <a:prstDash val="solid"/>
          </a:ln>
        </p:spPr>
      </p:sp>
      <p:sp>
        <p:nvSpPr>
          <p:cNvPr id="91" name="Shape 88"/>
          <p:cNvSpPr/>
          <p:nvPr/>
        </p:nvSpPr>
        <p:spPr>
          <a:xfrm>
            <a:off x="10735056" y="3794760"/>
            <a:ext cx="475488" cy="475488"/>
          </a:xfrm>
          <a:prstGeom prst="rect">
            <a:avLst/>
          </a:prstGeom>
          <a:solidFill>
            <a:schemeClr val="accent1">
              <a:alpha val="40000"/>
            </a:schemeClr>
          </a:solidFill>
          <a:ln w="3175">
            <a:solidFill>
              <a:schemeClr val="bg1"/>
            </a:solidFill>
            <a:prstDash val="solid"/>
          </a:ln>
        </p:spPr>
      </p:sp>
      <p:sp>
        <p:nvSpPr>
          <p:cNvPr id="92" name="Shape 89"/>
          <p:cNvSpPr/>
          <p:nvPr/>
        </p:nvSpPr>
        <p:spPr>
          <a:xfrm>
            <a:off x="7406640" y="4270248"/>
            <a:ext cx="475488" cy="475488"/>
          </a:xfrm>
          <a:prstGeom prst="rect">
            <a:avLst/>
          </a:prstGeom>
          <a:solidFill>
            <a:schemeClr val="accent1">
              <a:alpha val="90000"/>
            </a:schemeClr>
          </a:solidFill>
          <a:ln w="3175">
            <a:solidFill>
              <a:schemeClr val="bg1"/>
            </a:solidFill>
            <a:prstDash val="solid"/>
          </a:ln>
        </p:spPr>
      </p:sp>
      <p:sp>
        <p:nvSpPr>
          <p:cNvPr id="93" name="Shape 90"/>
          <p:cNvSpPr/>
          <p:nvPr/>
        </p:nvSpPr>
        <p:spPr>
          <a:xfrm>
            <a:off x="7882128" y="4270248"/>
            <a:ext cx="475488" cy="475488"/>
          </a:xfrm>
          <a:prstGeom prst="rect">
            <a:avLst/>
          </a:prstGeom>
          <a:solidFill>
            <a:schemeClr val="accent1">
              <a:alpha val="90000"/>
            </a:schemeClr>
          </a:solidFill>
          <a:ln w="3175">
            <a:solidFill>
              <a:schemeClr val="bg1"/>
            </a:solidFill>
            <a:prstDash val="solid"/>
          </a:ln>
        </p:spPr>
      </p:sp>
      <p:sp>
        <p:nvSpPr>
          <p:cNvPr id="94" name="Shape 91"/>
          <p:cNvSpPr/>
          <p:nvPr/>
        </p:nvSpPr>
        <p:spPr>
          <a:xfrm>
            <a:off x="8357616" y="4270248"/>
            <a:ext cx="475488" cy="475488"/>
          </a:xfrm>
          <a:prstGeom prst="rect">
            <a:avLst/>
          </a:prstGeom>
          <a:solidFill>
            <a:schemeClr val="accent1">
              <a:alpha val="90000"/>
            </a:schemeClr>
          </a:solidFill>
          <a:ln w="3175">
            <a:solidFill>
              <a:schemeClr val="bg1"/>
            </a:solidFill>
            <a:prstDash val="solid"/>
          </a:ln>
        </p:spPr>
      </p:sp>
      <p:sp>
        <p:nvSpPr>
          <p:cNvPr id="95" name="Shape 92"/>
          <p:cNvSpPr/>
          <p:nvPr/>
        </p:nvSpPr>
        <p:spPr>
          <a:xfrm>
            <a:off x="8443204" y="4355836"/>
            <a:ext cx="304312" cy="304312"/>
          </a:xfrm>
          <a:prstGeom prst="rect">
            <a:avLst/>
          </a:prstGeom>
          <a:solidFill>
            <a:schemeClr val="tx1">
              <a:alpha val="75000"/>
            </a:schemeClr>
          </a:solidFill>
          <a:ln w="12700">
            <a:solidFill>
              <a:schemeClr val="tx1">
                <a:alpha val="0"/>
              </a:schemeClr>
            </a:solidFill>
            <a:prstDash val="solid"/>
          </a:ln>
        </p:spPr>
      </p:sp>
      <p:sp>
        <p:nvSpPr>
          <p:cNvPr id="96" name="Shape 93"/>
          <p:cNvSpPr/>
          <p:nvPr/>
        </p:nvSpPr>
        <p:spPr>
          <a:xfrm>
            <a:off x="8833104" y="4270248"/>
            <a:ext cx="475488" cy="475488"/>
          </a:xfrm>
          <a:prstGeom prst="rect">
            <a:avLst/>
          </a:prstGeom>
          <a:solidFill>
            <a:schemeClr val="accent1">
              <a:alpha val="40000"/>
            </a:schemeClr>
          </a:solidFill>
          <a:ln w="3175">
            <a:solidFill>
              <a:schemeClr val="bg1"/>
            </a:solidFill>
            <a:prstDash val="solid"/>
          </a:ln>
        </p:spPr>
      </p:sp>
      <p:sp>
        <p:nvSpPr>
          <p:cNvPr id="97" name="Shape 94"/>
          <p:cNvSpPr/>
          <p:nvPr/>
        </p:nvSpPr>
        <p:spPr>
          <a:xfrm>
            <a:off x="8918692" y="4355836"/>
            <a:ext cx="304312" cy="304312"/>
          </a:xfrm>
          <a:prstGeom prst="rect">
            <a:avLst/>
          </a:prstGeom>
          <a:solidFill>
            <a:schemeClr val="tx1"/>
          </a:solidFill>
          <a:ln w="12700">
            <a:solidFill>
              <a:schemeClr val="tx1">
                <a:alpha val="0"/>
              </a:schemeClr>
            </a:solidFill>
            <a:prstDash val="solid"/>
          </a:ln>
        </p:spPr>
      </p:sp>
      <p:sp>
        <p:nvSpPr>
          <p:cNvPr id="98" name="Shape 95"/>
          <p:cNvSpPr/>
          <p:nvPr/>
        </p:nvSpPr>
        <p:spPr>
          <a:xfrm>
            <a:off x="9308592" y="4270248"/>
            <a:ext cx="475488" cy="475488"/>
          </a:xfrm>
          <a:prstGeom prst="rect">
            <a:avLst/>
          </a:prstGeom>
          <a:solidFill>
            <a:schemeClr val="accent1">
              <a:alpha val="40000"/>
            </a:schemeClr>
          </a:solidFill>
          <a:ln w="3175">
            <a:solidFill>
              <a:schemeClr val="bg1"/>
            </a:solidFill>
            <a:prstDash val="solid"/>
          </a:ln>
        </p:spPr>
      </p:sp>
      <p:sp>
        <p:nvSpPr>
          <p:cNvPr id="99" name="Shape 96"/>
          <p:cNvSpPr/>
          <p:nvPr/>
        </p:nvSpPr>
        <p:spPr>
          <a:xfrm>
            <a:off x="9394180" y="4355836"/>
            <a:ext cx="304312" cy="304312"/>
          </a:xfrm>
          <a:prstGeom prst="rect">
            <a:avLst/>
          </a:prstGeom>
          <a:solidFill>
            <a:schemeClr val="tx1">
              <a:alpha val="81000"/>
            </a:schemeClr>
          </a:solidFill>
          <a:ln w="12700">
            <a:solidFill>
              <a:schemeClr val="tx1">
                <a:alpha val="0"/>
              </a:schemeClr>
            </a:solidFill>
            <a:prstDash val="solid"/>
          </a:ln>
        </p:spPr>
      </p:sp>
      <p:sp>
        <p:nvSpPr>
          <p:cNvPr id="100" name="Shape 97"/>
          <p:cNvSpPr/>
          <p:nvPr/>
        </p:nvSpPr>
        <p:spPr>
          <a:xfrm>
            <a:off x="9784080" y="4270248"/>
            <a:ext cx="475488" cy="475488"/>
          </a:xfrm>
          <a:prstGeom prst="rect">
            <a:avLst/>
          </a:prstGeom>
          <a:solidFill>
            <a:schemeClr val="accent1">
              <a:alpha val="40000"/>
            </a:schemeClr>
          </a:solidFill>
          <a:ln w="3175">
            <a:solidFill>
              <a:schemeClr val="bg1"/>
            </a:solidFill>
            <a:prstDash val="solid"/>
          </a:ln>
        </p:spPr>
      </p:sp>
      <p:sp>
        <p:nvSpPr>
          <p:cNvPr id="101" name="Shape 98"/>
          <p:cNvSpPr/>
          <p:nvPr/>
        </p:nvSpPr>
        <p:spPr>
          <a:xfrm>
            <a:off x="9869668" y="4355836"/>
            <a:ext cx="304312" cy="304312"/>
          </a:xfrm>
          <a:prstGeom prst="rect">
            <a:avLst/>
          </a:prstGeom>
          <a:solidFill>
            <a:schemeClr val="tx1"/>
          </a:solidFill>
          <a:ln w="12700">
            <a:solidFill>
              <a:schemeClr val="tx1">
                <a:alpha val="0"/>
              </a:schemeClr>
            </a:solidFill>
            <a:prstDash val="solid"/>
          </a:ln>
        </p:spPr>
      </p:sp>
      <p:sp>
        <p:nvSpPr>
          <p:cNvPr id="102" name="Shape 99"/>
          <p:cNvSpPr/>
          <p:nvPr/>
        </p:nvSpPr>
        <p:spPr>
          <a:xfrm>
            <a:off x="10259568" y="4270248"/>
            <a:ext cx="475488" cy="475488"/>
          </a:xfrm>
          <a:prstGeom prst="rect">
            <a:avLst/>
          </a:prstGeom>
          <a:solidFill>
            <a:schemeClr val="accent1">
              <a:alpha val="40000"/>
            </a:schemeClr>
          </a:solidFill>
          <a:ln w="3175">
            <a:solidFill>
              <a:schemeClr val="bg1"/>
            </a:solidFill>
            <a:prstDash val="solid"/>
          </a:ln>
        </p:spPr>
      </p:sp>
      <p:sp>
        <p:nvSpPr>
          <p:cNvPr id="103" name="Shape 100"/>
          <p:cNvSpPr/>
          <p:nvPr/>
        </p:nvSpPr>
        <p:spPr>
          <a:xfrm>
            <a:off x="10345156" y="4355836"/>
            <a:ext cx="304312" cy="304312"/>
          </a:xfrm>
          <a:prstGeom prst="rect">
            <a:avLst/>
          </a:prstGeom>
          <a:solidFill>
            <a:schemeClr val="tx1">
              <a:alpha val="12000"/>
            </a:schemeClr>
          </a:solidFill>
          <a:ln w="12700">
            <a:solidFill>
              <a:schemeClr val="tx1">
                <a:alpha val="0"/>
              </a:schemeClr>
            </a:solidFill>
            <a:prstDash val="solid"/>
          </a:ln>
        </p:spPr>
      </p:sp>
      <p:sp>
        <p:nvSpPr>
          <p:cNvPr id="104" name="Shape 101"/>
          <p:cNvSpPr/>
          <p:nvPr/>
        </p:nvSpPr>
        <p:spPr>
          <a:xfrm>
            <a:off x="10735056" y="4270248"/>
            <a:ext cx="475488" cy="475488"/>
          </a:xfrm>
          <a:prstGeom prst="rect">
            <a:avLst/>
          </a:prstGeom>
          <a:solidFill>
            <a:schemeClr val="accent1">
              <a:alpha val="40000"/>
            </a:schemeClr>
          </a:solidFill>
          <a:ln w="3175">
            <a:solidFill>
              <a:schemeClr val="bg1"/>
            </a:solidFill>
            <a:prstDash val="solid"/>
          </a:ln>
        </p:spPr>
      </p:sp>
      <p:sp>
        <p:nvSpPr>
          <p:cNvPr id="105" name="Shape 102"/>
          <p:cNvSpPr/>
          <p:nvPr/>
        </p:nvSpPr>
        <p:spPr>
          <a:xfrm>
            <a:off x="7406640" y="4745736"/>
            <a:ext cx="475488" cy="475488"/>
          </a:xfrm>
          <a:prstGeom prst="rect">
            <a:avLst/>
          </a:prstGeom>
          <a:solidFill>
            <a:schemeClr val="accent1">
              <a:alpha val="90000"/>
            </a:schemeClr>
          </a:solidFill>
          <a:ln w="3175">
            <a:solidFill>
              <a:schemeClr val="bg1"/>
            </a:solidFill>
            <a:prstDash val="solid"/>
          </a:ln>
        </p:spPr>
      </p:sp>
      <p:sp>
        <p:nvSpPr>
          <p:cNvPr id="106" name="Shape 103"/>
          <p:cNvSpPr/>
          <p:nvPr/>
        </p:nvSpPr>
        <p:spPr>
          <a:xfrm>
            <a:off x="7882128" y="4745736"/>
            <a:ext cx="475488" cy="475488"/>
          </a:xfrm>
          <a:prstGeom prst="rect">
            <a:avLst/>
          </a:prstGeom>
          <a:solidFill>
            <a:schemeClr val="accent1">
              <a:alpha val="90000"/>
            </a:schemeClr>
          </a:solidFill>
          <a:ln w="3175">
            <a:solidFill>
              <a:schemeClr val="bg1"/>
            </a:solidFill>
            <a:prstDash val="solid"/>
          </a:ln>
        </p:spPr>
      </p:sp>
      <p:sp>
        <p:nvSpPr>
          <p:cNvPr id="107" name="Shape 104"/>
          <p:cNvSpPr/>
          <p:nvPr/>
        </p:nvSpPr>
        <p:spPr>
          <a:xfrm>
            <a:off x="8357616" y="4745736"/>
            <a:ext cx="475488" cy="475488"/>
          </a:xfrm>
          <a:prstGeom prst="rect">
            <a:avLst/>
          </a:prstGeom>
          <a:solidFill>
            <a:schemeClr val="accent1">
              <a:alpha val="90000"/>
            </a:schemeClr>
          </a:solidFill>
          <a:ln w="3175">
            <a:solidFill>
              <a:schemeClr val="bg1"/>
            </a:solidFill>
            <a:prstDash val="solid"/>
          </a:ln>
        </p:spPr>
      </p:sp>
      <p:sp>
        <p:nvSpPr>
          <p:cNvPr id="108" name="Shape 105"/>
          <p:cNvSpPr/>
          <p:nvPr/>
        </p:nvSpPr>
        <p:spPr>
          <a:xfrm>
            <a:off x="8443204" y="4831324"/>
            <a:ext cx="304312" cy="304312"/>
          </a:xfrm>
          <a:prstGeom prst="rect">
            <a:avLst/>
          </a:prstGeom>
          <a:solidFill>
            <a:schemeClr val="tx1">
              <a:alpha val="12000"/>
            </a:schemeClr>
          </a:solidFill>
          <a:ln w="12700">
            <a:solidFill>
              <a:schemeClr val="tx1">
                <a:alpha val="0"/>
              </a:schemeClr>
            </a:solidFill>
            <a:prstDash val="solid"/>
          </a:ln>
        </p:spPr>
      </p:sp>
      <p:sp>
        <p:nvSpPr>
          <p:cNvPr id="109" name="Shape 106"/>
          <p:cNvSpPr/>
          <p:nvPr/>
        </p:nvSpPr>
        <p:spPr>
          <a:xfrm>
            <a:off x="8833104" y="4745736"/>
            <a:ext cx="475488" cy="475488"/>
          </a:xfrm>
          <a:prstGeom prst="rect">
            <a:avLst/>
          </a:prstGeom>
          <a:solidFill>
            <a:schemeClr val="accent1">
              <a:alpha val="40000"/>
            </a:schemeClr>
          </a:solidFill>
          <a:ln w="3175">
            <a:solidFill>
              <a:schemeClr val="bg1"/>
            </a:solidFill>
            <a:prstDash val="solid"/>
          </a:ln>
        </p:spPr>
      </p:sp>
      <p:sp>
        <p:nvSpPr>
          <p:cNvPr id="110" name="Shape 107"/>
          <p:cNvSpPr/>
          <p:nvPr/>
        </p:nvSpPr>
        <p:spPr>
          <a:xfrm>
            <a:off x="8918692" y="4831324"/>
            <a:ext cx="304312" cy="304312"/>
          </a:xfrm>
          <a:prstGeom prst="rect">
            <a:avLst/>
          </a:prstGeom>
          <a:solidFill>
            <a:schemeClr val="tx1">
              <a:alpha val="62000"/>
            </a:schemeClr>
          </a:solidFill>
          <a:ln w="12700">
            <a:solidFill>
              <a:schemeClr val="tx1">
                <a:alpha val="0"/>
              </a:schemeClr>
            </a:solidFill>
            <a:prstDash val="solid"/>
          </a:ln>
        </p:spPr>
      </p:sp>
      <p:sp>
        <p:nvSpPr>
          <p:cNvPr id="111" name="Shape 108"/>
          <p:cNvSpPr/>
          <p:nvPr/>
        </p:nvSpPr>
        <p:spPr>
          <a:xfrm>
            <a:off x="9308592" y="4745736"/>
            <a:ext cx="475488" cy="475488"/>
          </a:xfrm>
          <a:prstGeom prst="rect">
            <a:avLst/>
          </a:prstGeom>
          <a:solidFill>
            <a:schemeClr val="accent1">
              <a:alpha val="40000"/>
            </a:schemeClr>
          </a:solidFill>
          <a:ln w="3175">
            <a:solidFill>
              <a:schemeClr val="bg1"/>
            </a:solidFill>
            <a:prstDash val="solid"/>
          </a:ln>
        </p:spPr>
      </p:sp>
      <p:sp>
        <p:nvSpPr>
          <p:cNvPr id="112" name="Shape 109"/>
          <p:cNvSpPr/>
          <p:nvPr/>
        </p:nvSpPr>
        <p:spPr>
          <a:xfrm>
            <a:off x="9394180" y="4831324"/>
            <a:ext cx="304312" cy="304312"/>
          </a:xfrm>
          <a:prstGeom prst="rect">
            <a:avLst/>
          </a:prstGeom>
          <a:solidFill>
            <a:schemeClr val="tx1"/>
          </a:solidFill>
          <a:ln w="12700">
            <a:solidFill>
              <a:schemeClr val="tx1">
                <a:alpha val="0"/>
              </a:schemeClr>
            </a:solidFill>
            <a:prstDash val="solid"/>
          </a:ln>
        </p:spPr>
      </p:sp>
      <p:sp>
        <p:nvSpPr>
          <p:cNvPr id="113" name="Shape 110"/>
          <p:cNvSpPr/>
          <p:nvPr/>
        </p:nvSpPr>
        <p:spPr>
          <a:xfrm>
            <a:off x="9784080" y="4745736"/>
            <a:ext cx="475488" cy="475488"/>
          </a:xfrm>
          <a:prstGeom prst="rect">
            <a:avLst/>
          </a:prstGeom>
          <a:solidFill>
            <a:schemeClr val="accent1">
              <a:alpha val="40000"/>
            </a:schemeClr>
          </a:solidFill>
          <a:ln w="3175">
            <a:solidFill>
              <a:schemeClr val="bg1"/>
            </a:solidFill>
            <a:prstDash val="solid"/>
          </a:ln>
        </p:spPr>
      </p:sp>
      <p:sp>
        <p:nvSpPr>
          <p:cNvPr id="114" name="Shape 111"/>
          <p:cNvSpPr/>
          <p:nvPr/>
        </p:nvSpPr>
        <p:spPr>
          <a:xfrm>
            <a:off x="9869668" y="4831324"/>
            <a:ext cx="304312" cy="304312"/>
          </a:xfrm>
          <a:prstGeom prst="rect">
            <a:avLst/>
          </a:prstGeom>
          <a:solidFill>
            <a:schemeClr val="tx1">
              <a:alpha val="44000"/>
            </a:schemeClr>
          </a:solidFill>
          <a:ln w="12700">
            <a:solidFill>
              <a:schemeClr val="tx1">
                <a:alpha val="0"/>
              </a:schemeClr>
            </a:solidFill>
            <a:prstDash val="solid"/>
          </a:ln>
        </p:spPr>
      </p:sp>
      <p:sp>
        <p:nvSpPr>
          <p:cNvPr id="115" name="Shape 112"/>
          <p:cNvSpPr/>
          <p:nvPr/>
        </p:nvSpPr>
        <p:spPr>
          <a:xfrm>
            <a:off x="10259568" y="4745736"/>
            <a:ext cx="475488" cy="475488"/>
          </a:xfrm>
          <a:prstGeom prst="rect">
            <a:avLst/>
          </a:prstGeom>
          <a:solidFill>
            <a:schemeClr val="accent1">
              <a:alpha val="40000"/>
            </a:schemeClr>
          </a:solidFill>
          <a:ln w="3175">
            <a:solidFill>
              <a:schemeClr val="bg1"/>
            </a:solidFill>
            <a:prstDash val="solid"/>
          </a:ln>
        </p:spPr>
      </p:sp>
      <p:sp>
        <p:nvSpPr>
          <p:cNvPr id="116" name="Shape 113"/>
          <p:cNvSpPr/>
          <p:nvPr/>
        </p:nvSpPr>
        <p:spPr>
          <a:xfrm>
            <a:off x="10735056" y="4745736"/>
            <a:ext cx="475488" cy="475488"/>
          </a:xfrm>
          <a:prstGeom prst="rect">
            <a:avLst/>
          </a:prstGeom>
          <a:solidFill>
            <a:schemeClr val="accent1">
              <a:alpha val="40000"/>
            </a:schemeClr>
          </a:solidFill>
          <a:ln w="3175">
            <a:solidFill>
              <a:schemeClr val="bg1"/>
            </a:solidFill>
            <a:prstDash val="solid"/>
          </a:ln>
        </p:spPr>
      </p:sp>
      <p:sp>
        <p:nvSpPr>
          <p:cNvPr id="117" name="Shape 114"/>
          <p:cNvSpPr/>
          <p:nvPr/>
        </p:nvSpPr>
        <p:spPr>
          <a:xfrm>
            <a:off x="7882128" y="3081528"/>
            <a:ext cx="523037" cy="523037"/>
          </a:xfrm>
          <a:prstGeom prst="ellipse">
            <a:avLst/>
          </a:prstGeom>
          <a:solidFill>
            <a:schemeClr val="bg1"/>
          </a:solidFill>
          <a:ln w="12700">
            <a:solidFill>
              <a:schemeClr val="tx1"/>
            </a:solidFill>
            <a:prstDash val="solid"/>
          </a:ln>
        </p:spPr>
      </p:sp>
      <p:sp>
        <p:nvSpPr>
          <p:cNvPr id="118" name="Text 115"/>
          <p:cNvSpPr txBox="1"/>
          <p:nvPr/>
        </p:nvSpPr>
        <p:spPr>
          <a:xfrm>
            <a:off x="7882128" y="3081528"/>
            <a:ext cx="523037" cy="523037"/>
          </a:xfrm>
          <a:prstGeom prst="rect">
            <a:avLst/>
          </a:prstGeom>
          <a:noFill/>
          <a:ln/>
        </p:spPr>
        <p:txBody>
          <a:bodyPr wrap="square" lIns="0" tIns="0" rIns="0" bIns="0" rtlCol="0" anchor="ctr"/>
          <a:lstStyle/>
          <a:p>
            <a:pPr algn="ctr" indent="0" marL="0">
              <a:buNone/>
            </a:pPr>
            <a:r>
              <a:rPr lang="en-US" sz="2100" b="1" dirty="0">
                <a:solidFill>
                  <a:schemeClr val="tx1"/>
                </a:solidFill>
              </a:rPr>
              <a:t>A</a:t>
            </a:r>
            <a:endParaRPr lang="en-US" sz="2100" dirty="0"/>
          </a:p>
        </p:txBody>
      </p:sp>
      <p:sp>
        <p:nvSpPr>
          <p:cNvPr id="119" name="Shape 116"/>
          <p:cNvSpPr/>
          <p:nvPr/>
        </p:nvSpPr>
        <p:spPr>
          <a:xfrm>
            <a:off x="9784080" y="2130552"/>
            <a:ext cx="523037" cy="523037"/>
          </a:xfrm>
          <a:prstGeom prst="ellipse">
            <a:avLst/>
          </a:prstGeom>
          <a:solidFill>
            <a:schemeClr val="bg1"/>
          </a:solidFill>
          <a:ln w="12700">
            <a:solidFill>
              <a:schemeClr val="tx1"/>
            </a:solidFill>
            <a:prstDash val="solid"/>
          </a:ln>
        </p:spPr>
      </p:sp>
      <p:sp>
        <p:nvSpPr>
          <p:cNvPr id="120" name="Text 117"/>
          <p:cNvSpPr txBox="1"/>
          <p:nvPr/>
        </p:nvSpPr>
        <p:spPr>
          <a:xfrm>
            <a:off x="9784080" y="2130552"/>
            <a:ext cx="523037" cy="523037"/>
          </a:xfrm>
          <a:prstGeom prst="rect">
            <a:avLst/>
          </a:prstGeom>
          <a:noFill/>
          <a:ln/>
        </p:spPr>
        <p:txBody>
          <a:bodyPr wrap="square" lIns="0" tIns="0" rIns="0" bIns="0" rtlCol="0" anchor="ctr"/>
          <a:lstStyle/>
          <a:p>
            <a:pPr algn="ctr" indent="0" marL="0">
              <a:buNone/>
            </a:pPr>
            <a:r>
              <a:rPr lang="en-US" sz="2100" b="1" dirty="0">
                <a:solidFill>
                  <a:schemeClr val="tx1"/>
                </a:solidFill>
              </a:rPr>
              <a:t>B</a:t>
            </a:r>
            <a:endParaRPr lang="en-US" sz="2100" dirty="0"/>
          </a:p>
        </p:txBody>
      </p:sp>
      <p:sp>
        <p:nvSpPr>
          <p:cNvPr id="121" name="Shape 118"/>
          <p:cNvSpPr/>
          <p:nvPr/>
        </p:nvSpPr>
        <p:spPr>
          <a:xfrm>
            <a:off x="9784080" y="4080053"/>
            <a:ext cx="523037" cy="523037"/>
          </a:xfrm>
          <a:prstGeom prst="ellipse">
            <a:avLst/>
          </a:prstGeom>
          <a:solidFill>
            <a:schemeClr val="bg1"/>
          </a:solidFill>
          <a:ln w="12700">
            <a:solidFill>
              <a:schemeClr val="tx1"/>
            </a:solidFill>
            <a:prstDash val="solid"/>
          </a:ln>
        </p:spPr>
      </p:sp>
      <p:sp>
        <p:nvSpPr>
          <p:cNvPr id="122" name="Text 119"/>
          <p:cNvSpPr txBox="1"/>
          <p:nvPr/>
        </p:nvSpPr>
        <p:spPr>
          <a:xfrm>
            <a:off x="9784080" y="4080053"/>
            <a:ext cx="523037" cy="523037"/>
          </a:xfrm>
          <a:prstGeom prst="rect">
            <a:avLst/>
          </a:prstGeom>
          <a:noFill/>
          <a:ln/>
        </p:spPr>
        <p:txBody>
          <a:bodyPr wrap="square" lIns="0" tIns="0" rIns="0" bIns="0" rtlCol="0" anchor="ctr"/>
          <a:lstStyle/>
          <a:p>
            <a:pPr algn="ctr" indent="0" marL="0">
              <a:buNone/>
            </a:pPr>
            <a:r>
              <a:rPr lang="en-US" sz="2100" b="1" dirty="0">
                <a:solidFill>
                  <a:schemeClr val="tx1"/>
                </a:solidFill>
              </a:rPr>
              <a:t>C</a:t>
            </a:r>
            <a:endParaRPr lang="en-US" sz="2100" dirty="0"/>
          </a:p>
        </p:txBody>
      </p:sp>
      <p:sp>
        <p:nvSpPr>
          <p:cNvPr id="123" name="Text 120"/>
          <p:cNvSpPr txBox="1"/>
          <p:nvPr/>
        </p:nvSpPr>
        <p:spPr>
          <a:xfrm>
            <a:off x="7406640" y="5303520"/>
            <a:ext cx="3840480" cy="320040"/>
          </a:xfrm>
          <a:prstGeom prst="rect">
            <a:avLst/>
          </a:prstGeom>
          <a:noFill/>
          <a:ln/>
        </p:spPr>
        <p:txBody>
          <a:bodyPr wrap="square" lIns="0" tIns="0" rIns="0" bIns="0" rtlCol="0" anchor="t"/>
          <a:lstStyle/>
          <a:p>
            <a:pPr algn="ctr" indent="0" marL="0">
              <a:buNone/>
            </a:pPr>
            <a:r>
              <a:rPr lang="en-US" sz="1300" dirty="0">
                <a:solidFill>
                  <a:schemeClr val="tx2"/>
                </a:solidFill>
              </a:rPr>
              <a:t>6のヒートマップ（LIMEの出力）</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多クラス分類でのLIMEのやり方</a:t>
            </a:r>
            <a:endParaRPr lang="en-US" sz="3000" dirty="0"/>
          </a:p>
        </p:txBody>
      </p:sp>
      <p:sp>
        <p:nvSpPr>
          <p:cNvPr id="4" name="Shape 1"/>
          <p:cNvSpPr/>
          <p:nvPr/>
        </p:nvSpPr>
        <p:spPr>
          <a:xfrm>
            <a:off x="548640" y="1417320"/>
            <a:ext cx="1874520" cy="1920240"/>
          </a:xfrm>
          <a:prstGeom prst="roundRect">
            <a:avLst>
              <a:gd name="adj" fmla="val 5854"/>
            </a:avLst>
          </a:prstGeom>
          <a:solidFill>
            <a:schemeClr val="bg2"/>
          </a:solidFill>
          <a:ln w="12700">
            <a:solidFill>
              <a:schemeClr val="bg2"/>
            </a:solidFill>
            <a:prstDash val="solid"/>
          </a:ln>
        </p:spPr>
      </p:sp>
      <p:sp>
        <p:nvSpPr>
          <p:cNvPr id="5" name="Text 2"/>
          <p:cNvSpPr txBox="1"/>
          <p:nvPr/>
        </p:nvSpPr>
        <p:spPr>
          <a:xfrm>
            <a:off x="685800" y="1554480"/>
            <a:ext cx="1600200" cy="411480"/>
          </a:xfrm>
          <a:prstGeom prst="rect">
            <a:avLst/>
          </a:prstGeom>
          <a:noFill/>
          <a:ln/>
        </p:spPr>
        <p:txBody>
          <a:bodyPr wrap="square" lIns="0" tIns="0" rIns="0" bIns="0" rtlCol="0" anchor="t"/>
          <a:lstStyle/>
          <a:p>
            <a:pPr indent="0" marL="0">
              <a:buNone/>
            </a:pPr>
            <a:r>
              <a:rPr lang="en-US" sz="1400" b="1" dirty="0">
                <a:solidFill>
                  <a:schemeClr val="tx1"/>
                </a:solidFill>
              </a:rPr>
              <a:t>摂動画像</a:t>
            </a:r>
            <a:endParaRPr lang="en-US" sz="1400" dirty="0"/>
          </a:p>
        </p:txBody>
      </p:sp>
      <p:sp>
        <p:nvSpPr>
          <p:cNvPr id="6" name="Text 3"/>
          <p:cNvSpPr txBox="1"/>
          <p:nvPr/>
        </p:nvSpPr>
        <p:spPr>
          <a:xfrm>
            <a:off x="685800" y="2743200"/>
            <a:ext cx="1600200" cy="548640"/>
          </a:xfrm>
          <a:prstGeom prst="rect">
            <a:avLst/>
          </a:prstGeom>
          <a:noFill/>
          <a:ln/>
        </p:spPr>
        <p:txBody>
          <a:bodyPr wrap="square" lIns="0" tIns="0" rIns="0" bIns="0" rtlCol="0" anchor="t"/>
          <a:lstStyle/>
          <a:p>
            <a:pPr indent="0" marL="0">
              <a:buNone/>
            </a:pPr>
            <a:r>
              <a:rPr lang="en-US" sz="1200" dirty="0">
                <a:solidFill>
                  <a:schemeClr val="tx2"/>
                </a:solidFill>
              </a:rPr>
              <a:t>領域の隠し方を変えた画像を多数作る</a:t>
            </a:r>
            <a:endParaRPr lang="en-US" sz="1200" dirty="0"/>
          </a:p>
        </p:txBody>
      </p:sp>
      <p:sp>
        <p:nvSpPr>
          <p:cNvPr id="7" name="Shape 4"/>
          <p:cNvSpPr/>
          <p:nvPr/>
        </p:nvSpPr>
        <p:spPr>
          <a:xfrm>
            <a:off x="2496312" y="2240280"/>
            <a:ext cx="274320" cy="274320"/>
          </a:xfrm>
          <a:prstGeom prst="rightArrow">
            <a:avLst/>
          </a:prstGeom>
          <a:solidFill>
            <a:schemeClr val="accent5"/>
          </a:solidFill>
          <a:ln w="12700">
            <a:solidFill>
              <a:schemeClr val="accent5"/>
            </a:solidFill>
            <a:prstDash val="solid"/>
          </a:ln>
        </p:spPr>
      </p:sp>
      <p:sp>
        <p:nvSpPr>
          <p:cNvPr id="8" name="Shape 5"/>
          <p:cNvSpPr/>
          <p:nvPr/>
        </p:nvSpPr>
        <p:spPr>
          <a:xfrm>
            <a:off x="2843784" y="1417320"/>
            <a:ext cx="1874520" cy="1920240"/>
          </a:xfrm>
          <a:prstGeom prst="roundRect">
            <a:avLst>
              <a:gd name="adj" fmla="val 5854"/>
            </a:avLst>
          </a:prstGeom>
          <a:solidFill>
            <a:schemeClr val="bg2"/>
          </a:solidFill>
          <a:ln w="12700">
            <a:solidFill>
              <a:schemeClr val="bg2"/>
            </a:solidFill>
            <a:prstDash val="solid"/>
          </a:ln>
        </p:spPr>
      </p:sp>
      <p:sp>
        <p:nvSpPr>
          <p:cNvPr id="9" name="Text 6"/>
          <p:cNvSpPr txBox="1"/>
          <p:nvPr/>
        </p:nvSpPr>
        <p:spPr>
          <a:xfrm>
            <a:off x="2980944" y="1554480"/>
            <a:ext cx="1600200" cy="411480"/>
          </a:xfrm>
          <a:prstGeom prst="rect">
            <a:avLst/>
          </a:prstGeom>
          <a:noFill/>
          <a:ln/>
        </p:spPr>
        <p:txBody>
          <a:bodyPr wrap="square" lIns="0" tIns="0" rIns="0" bIns="0" rtlCol="0" anchor="t"/>
          <a:lstStyle/>
          <a:p>
            <a:pPr indent="0" marL="0">
              <a:buNone/>
            </a:pPr>
            <a:r>
              <a:rPr lang="en-US" sz="1400" b="1" dirty="0">
                <a:solidFill>
                  <a:schemeClr val="tx1"/>
                </a:solidFill>
              </a:rPr>
              <a:t>AI</a:t>
            </a:r>
            <a:endParaRPr lang="en-US" sz="1400" dirty="0"/>
          </a:p>
        </p:txBody>
      </p:sp>
      <p:sp>
        <p:nvSpPr>
          <p:cNvPr id="10" name="Text 7"/>
          <p:cNvSpPr txBox="1"/>
          <p:nvPr/>
        </p:nvSpPr>
        <p:spPr>
          <a:xfrm>
            <a:off x="2980944" y="2743200"/>
            <a:ext cx="1600200" cy="548640"/>
          </a:xfrm>
          <a:prstGeom prst="rect">
            <a:avLst/>
          </a:prstGeom>
          <a:noFill/>
          <a:ln/>
        </p:spPr>
        <p:txBody>
          <a:bodyPr wrap="square" lIns="0" tIns="0" rIns="0" bIns="0" rtlCol="0" anchor="t"/>
          <a:lstStyle/>
          <a:p>
            <a:pPr indent="0" marL="0">
              <a:buNone/>
            </a:pPr>
            <a:r>
              <a:rPr lang="en-US" sz="1200" dirty="0">
                <a:solidFill>
                  <a:schemeClr val="tx2"/>
                </a:solidFill>
              </a:rPr>
              <a:t>それぞれを分類する</a:t>
            </a:r>
            <a:endParaRPr lang="en-US" sz="1200" dirty="0"/>
          </a:p>
        </p:txBody>
      </p:sp>
      <p:sp>
        <p:nvSpPr>
          <p:cNvPr id="11" name="Shape 8"/>
          <p:cNvSpPr/>
          <p:nvPr/>
        </p:nvSpPr>
        <p:spPr>
          <a:xfrm>
            <a:off x="4791456" y="2240280"/>
            <a:ext cx="274320" cy="274320"/>
          </a:xfrm>
          <a:prstGeom prst="rightArrow">
            <a:avLst/>
          </a:prstGeom>
          <a:solidFill>
            <a:schemeClr val="accent5"/>
          </a:solidFill>
          <a:ln w="12700">
            <a:solidFill>
              <a:schemeClr val="accent5"/>
            </a:solidFill>
            <a:prstDash val="solid"/>
          </a:ln>
        </p:spPr>
      </p:sp>
      <p:sp>
        <p:nvSpPr>
          <p:cNvPr id="12" name="Shape 9"/>
          <p:cNvSpPr/>
          <p:nvPr/>
        </p:nvSpPr>
        <p:spPr>
          <a:xfrm>
            <a:off x="5138928" y="1417320"/>
            <a:ext cx="1874520" cy="1920240"/>
          </a:xfrm>
          <a:prstGeom prst="roundRect">
            <a:avLst>
              <a:gd name="adj" fmla="val 5854"/>
            </a:avLst>
          </a:prstGeom>
          <a:solidFill>
            <a:schemeClr val="bg2"/>
          </a:solidFill>
          <a:ln w="12700">
            <a:solidFill>
              <a:schemeClr val="bg2"/>
            </a:solidFill>
            <a:prstDash val="solid"/>
          </a:ln>
        </p:spPr>
      </p:sp>
      <p:sp>
        <p:nvSpPr>
          <p:cNvPr id="13" name="Text 10"/>
          <p:cNvSpPr txBox="1"/>
          <p:nvPr/>
        </p:nvSpPr>
        <p:spPr>
          <a:xfrm>
            <a:off x="5276088" y="1554480"/>
            <a:ext cx="1600200" cy="411480"/>
          </a:xfrm>
          <a:prstGeom prst="rect">
            <a:avLst/>
          </a:prstGeom>
          <a:noFill/>
          <a:ln/>
        </p:spPr>
        <p:txBody>
          <a:bodyPr wrap="square" lIns="0" tIns="0" rIns="0" bIns="0" rtlCol="0" anchor="t"/>
          <a:lstStyle/>
          <a:p>
            <a:pPr indent="0" marL="0">
              <a:buNone/>
            </a:pPr>
            <a:r>
              <a:rPr lang="en-US" sz="1400" b="1" dirty="0">
                <a:solidFill>
                  <a:schemeClr val="tx1"/>
                </a:solidFill>
              </a:rPr>
              <a:t>10クラスの確率</a:t>
            </a:r>
            <a:endParaRPr lang="en-US" sz="1400" dirty="0"/>
          </a:p>
        </p:txBody>
      </p:sp>
      <p:sp>
        <p:nvSpPr>
          <p:cNvPr id="14" name="Text 11"/>
          <p:cNvSpPr txBox="1"/>
          <p:nvPr/>
        </p:nvSpPr>
        <p:spPr>
          <a:xfrm>
            <a:off x="5276088" y="2743200"/>
            <a:ext cx="1600200" cy="548640"/>
          </a:xfrm>
          <a:prstGeom prst="rect">
            <a:avLst/>
          </a:prstGeom>
          <a:noFill/>
          <a:ln/>
        </p:spPr>
        <p:txBody>
          <a:bodyPr wrap="square" lIns="0" tIns="0" rIns="0" bIns="0" rtlCol="0" anchor="t"/>
          <a:lstStyle/>
          <a:p>
            <a:pPr indent="0" marL="0">
              <a:buNone/>
            </a:pPr>
            <a:r>
              <a:rPr lang="en-US" sz="1200" dirty="0">
                <a:solidFill>
                  <a:schemeClr val="tx2"/>
                </a:solidFill>
              </a:rPr>
              <a:t>1枚ごとに10個の数</a:t>
            </a:r>
            <a:endParaRPr lang="en-US" sz="1200" dirty="0"/>
          </a:p>
        </p:txBody>
      </p:sp>
      <p:sp>
        <p:nvSpPr>
          <p:cNvPr id="15" name="Shape 12"/>
          <p:cNvSpPr/>
          <p:nvPr/>
        </p:nvSpPr>
        <p:spPr>
          <a:xfrm>
            <a:off x="7086600" y="2240280"/>
            <a:ext cx="274320" cy="274320"/>
          </a:xfrm>
          <a:prstGeom prst="rightArrow">
            <a:avLst/>
          </a:prstGeom>
          <a:solidFill>
            <a:schemeClr val="accent5"/>
          </a:solidFill>
          <a:ln w="12700">
            <a:solidFill>
              <a:schemeClr val="accent5"/>
            </a:solidFill>
            <a:prstDash val="solid"/>
          </a:ln>
        </p:spPr>
      </p:sp>
      <p:sp>
        <p:nvSpPr>
          <p:cNvPr id="16" name="Shape 13"/>
          <p:cNvSpPr/>
          <p:nvPr/>
        </p:nvSpPr>
        <p:spPr>
          <a:xfrm>
            <a:off x="7434072" y="1417320"/>
            <a:ext cx="1874520" cy="1920240"/>
          </a:xfrm>
          <a:prstGeom prst="roundRect">
            <a:avLst>
              <a:gd name="adj" fmla="val 5854"/>
            </a:avLst>
          </a:prstGeom>
          <a:solidFill>
            <a:schemeClr val="bg2"/>
          </a:solidFill>
          <a:ln w="12700">
            <a:solidFill>
              <a:schemeClr val="bg2"/>
            </a:solidFill>
            <a:prstDash val="solid"/>
          </a:ln>
        </p:spPr>
      </p:sp>
      <p:sp>
        <p:nvSpPr>
          <p:cNvPr id="17" name="Text 14"/>
          <p:cNvSpPr txBox="1"/>
          <p:nvPr/>
        </p:nvSpPr>
        <p:spPr>
          <a:xfrm>
            <a:off x="7571232" y="1554480"/>
            <a:ext cx="1600200" cy="411480"/>
          </a:xfrm>
          <a:prstGeom prst="rect">
            <a:avLst/>
          </a:prstGeom>
          <a:noFill/>
          <a:ln/>
        </p:spPr>
        <p:txBody>
          <a:bodyPr wrap="square" lIns="0" tIns="0" rIns="0" bIns="0" rtlCol="0" anchor="t"/>
          <a:lstStyle/>
          <a:p>
            <a:pPr indent="0" marL="0">
              <a:buNone/>
            </a:pPr>
            <a:r>
              <a:rPr lang="en-US" sz="1400" b="1" dirty="0">
                <a:solidFill>
                  <a:schemeClr val="tx1"/>
                </a:solidFill>
              </a:rPr>
              <a:t>10個の線形モデル</a:t>
            </a:r>
            <a:endParaRPr lang="en-US" sz="1400" dirty="0"/>
          </a:p>
        </p:txBody>
      </p:sp>
      <p:sp>
        <p:nvSpPr>
          <p:cNvPr id="18" name="Text 15"/>
          <p:cNvSpPr txBox="1"/>
          <p:nvPr/>
        </p:nvSpPr>
        <p:spPr>
          <a:xfrm>
            <a:off x="7571232" y="2743200"/>
            <a:ext cx="1600200" cy="548640"/>
          </a:xfrm>
          <a:prstGeom prst="rect">
            <a:avLst/>
          </a:prstGeom>
          <a:noFill/>
          <a:ln/>
        </p:spPr>
        <p:txBody>
          <a:bodyPr wrap="square" lIns="0" tIns="0" rIns="0" bIns="0" rtlCol="0" anchor="t"/>
          <a:lstStyle/>
          <a:p>
            <a:pPr indent="0" marL="0">
              <a:buNone/>
            </a:pPr>
            <a:r>
              <a:rPr lang="en-US" sz="1200" dirty="0">
                <a:solidFill>
                  <a:schemeClr val="tx2"/>
                </a:solidFill>
              </a:rPr>
              <a:t>クラスごとに別々に回帰</a:t>
            </a:r>
            <a:endParaRPr lang="en-US" sz="1200" dirty="0"/>
          </a:p>
        </p:txBody>
      </p:sp>
      <p:sp>
        <p:nvSpPr>
          <p:cNvPr id="19" name="Shape 16"/>
          <p:cNvSpPr/>
          <p:nvPr/>
        </p:nvSpPr>
        <p:spPr>
          <a:xfrm>
            <a:off x="9381744" y="2240280"/>
            <a:ext cx="274320" cy="274320"/>
          </a:xfrm>
          <a:prstGeom prst="rightArrow">
            <a:avLst/>
          </a:prstGeom>
          <a:solidFill>
            <a:schemeClr val="accent5"/>
          </a:solidFill>
          <a:ln w="12700">
            <a:solidFill>
              <a:schemeClr val="accent5"/>
            </a:solidFill>
            <a:prstDash val="solid"/>
          </a:ln>
        </p:spPr>
      </p:sp>
      <p:sp>
        <p:nvSpPr>
          <p:cNvPr id="20" name="Shape 17"/>
          <p:cNvSpPr/>
          <p:nvPr/>
        </p:nvSpPr>
        <p:spPr>
          <a:xfrm>
            <a:off x="9729216" y="1417320"/>
            <a:ext cx="1874520" cy="1920240"/>
          </a:xfrm>
          <a:prstGeom prst="roundRect">
            <a:avLst>
              <a:gd name="adj" fmla="val 5854"/>
            </a:avLst>
          </a:prstGeom>
          <a:solidFill>
            <a:srgbClr val="FBE6DF"/>
          </a:solidFill>
          <a:ln w="12700">
            <a:solidFill>
              <a:srgbClr val="FBE6DF"/>
            </a:solidFill>
            <a:prstDash val="solid"/>
          </a:ln>
        </p:spPr>
      </p:sp>
      <p:sp>
        <p:nvSpPr>
          <p:cNvPr id="21" name="Text 18"/>
          <p:cNvSpPr txBox="1"/>
          <p:nvPr/>
        </p:nvSpPr>
        <p:spPr>
          <a:xfrm>
            <a:off x="9866376" y="1554480"/>
            <a:ext cx="1600200" cy="411480"/>
          </a:xfrm>
          <a:prstGeom prst="rect">
            <a:avLst/>
          </a:prstGeom>
          <a:noFill/>
          <a:ln/>
        </p:spPr>
        <p:txBody>
          <a:bodyPr wrap="square" lIns="0" tIns="0" rIns="0" bIns="0" rtlCol="0" anchor="t"/>
          <a:lstStyle/>
          <a:p>
            <a:pPr indent="0" marL="0">
              <a:buNone/>
            </a:pPr>
            <a:r>
              <a:rPr lang="en-US" sz="1400" b="1" dirty="0">
                <a:solidFill>
                  <a:schemeClr val="tx1"/>
                </a:solidFill>
              </a:rPr>
              <a:t>ヒートマップ10枚</a:t>
            </a:r>
            <a:endParaRPr lang="en-US" sz="1400" dirty="0"/>
          </a:p>
        </p:txBody>
      </p:sp>
      <p:sp>
        <p:nvSpPr>
          <p:cNvPr id="22" name="Text 19"/>
          <p:cNvSpPr txBox="1"/>
          <p:nvPr/>
        </p:nvSpPr>
        <p:spPr>
          <a:xfrm>
            <a:off x="9866376" y="2743200"/>
            <a:ext cx="1600200" cy="548640"/>
          </a:xfrm>
          <a:prstGeom prst="rect">
            <a:avLst/>
          </a:prstGeom>
          <a:noFill/>
          <a:ln/>
        </p:spPr>
        <p:txBody>
          <a:bodyPr wrap="square" lIns="0" tIns="0" rIns="0" bIns="0" rtlCol="0" anchor="t"/>
          <a:lstStyle/>
          <a:p>
            <a:pPr indent="0" marL="0">
              <a:buNone/>
            </a:pPr>
            <a:r>
              <a:rPr lang="en-US" sz="1200" dirty="0">
                <a:solidFill>
                  <a:schemeClr val="tx2"/>
                </a:solidFill>
              </a:rPr>
              <a:t>クラスごとの説明</a:t>
            </a:r>
            <a:endParaRPr lang="en-US" sz="1200" dirty="0"/>
          </a:p>
        </p:txBody>
      </p:sp>
      <p:sp>
        <p:nvSpPr>
          <p:cNvPr id="23" name="Shape 20"/>
          <p:cNvSpPr/>
          <p:nvPr/>
        </p:nvSpPr>
        <p:spPr>
          <a:xfrm>
            <a:off x="731520" y="2103120"/>
            <a:ext cx="100584" cy="100584"/>
          </a:xfrm>
          <a:prstGeom prst="rect">
            <a:avLst/>
          </a:prstGeom>
          <a:solidFill>
            <a:schemeClr val="tx2">
              <a:alpha val="70000"/>
            </a:schemeClr>
          </a:solidFill>
          <a:ln w="6350">
            <a:solidFill>
              <a:schemeClr val="bg1"/>
            </a:solidFill>
            <a:prstDash val="solid"/>
          </a:ln>
        </p:spPr>
      </p:sp>
      <p:sp>
        <p:nvSpPr>
          <p:cNvPr id="24" name="Shape 21"/>
          <p:cNvSpPr/>
          <p:nvPr/>
        </p:nvSpPr>
        <p:spPr>
          <a:xfrm>
            <a:off x="841248" y="2103120"/>
            <a:ext cx="100584" cy="100584"/>
          </a:xfrm>
          <a:prstGeom prst="rect">
            <a:avLst/>
          </a:prstGeom>
          <a:solidFill>
            <a:schemeClr val="tx2">
              <a:alpha val="15000"/>
            </a:schemeClr>
          </a:solidFill>
          <a:ln w="6350">
            <a:solidFill>
              <a:schemeClr val="bg1"/>
            </a:solidFill>
            <a:prstDash val="solid"/>
          </a:ln>
        </p:spPr>
      </p:sp>
      <p:sp>
        <p:nvSpPr>
          <p:cNvPr id="25" name="Shape 22"/>
          <p:cNvSpPr/>
          <p:nvPr/>
        </p:nvSpPr>
        <p:spPr>
          <a:xfrm>
            <a:off x="950976" y="2103120"/>
            <a:ext cx="100584" cy="100584"/>
          </a:xfrm>
          <a:prstGeom prst="rect">
            <a:avLst/>
          </a:prstGeom>
          <a:solidFill>
            <a:schemeClr val="tx2">
              <a:alpha val="70000"/>
            </a:schemeClr>
          </a:solidFill>
          <a:ln w="6350">
            <a:solidFill>
              <a:schemeClr val="bg1"/>
            </a:solidFill>
            <a:prstDash val="solid"/>
          </a:ln>
        </p:spPr>
      </p:sp>
      <p:sp>
        <p:nvSpPr>
          <p:cNvPr id="26" name="Shape 23"/>
          <p:cNvSpPr/>
          <p:nvPr/>
        </p:nvSpPr>
        <p:spPr>
          <a:xfrm>
            <a:off x="1060704" y="2103120"/>
            <a:ext cx="100584" cy="100584"/>
          </a:xfrm>
          <a:prstGeom prst="rect">
            <a:avLst/>
          </a:prstGeom>
          <a:solidFill>
            <a:schemeClr val="tx2">
              <a:alpha val="70000"/>
            </a:schemeClr>
          </a:solidFill>
          <a:ln w="6350">
            <a:solidFill>
              <a:schemeClr val="bg1"/>
            </a:solidFill>
            <a:prstDash val="solid"/>
          </a:ln>
        </p:spPr>
      </p:sp>
      <p:sp>
        <p:nvSpPr>
          <p:cNvPr id="27" name="Shape 24"/>
          <p:cNvSpPr/>
          <p:nvPr/>
        </p:nvSpPr>
        <p:spPr>
          <a:xfrm>
            <a:off x="731520" y="2212848"/>
            <a:ext cx="100584" cy="100584"/>
          </a:xfrm>
          <a:prstGeom prst="rect">
            <a:avLst/>
          </a:prstGeom>
          <a:solidFill>
            <a:schemeClr val="tx2">
              <a:alpha val="70000"/>
            </a:schemeClr>
          </a:solidFill>
          <a:ln w="6350">
            <a:solidFill>
              <a:schemeClr val="bg1"/>
            </a:solidFill>
            <a:prstDash val="solid"/>
          </a:ln>
        </p:spPr>
      </p:sp>
      <p:sp>
        <p:nvSpPr>
          <p:cNvPr id="28" name="Shape 25"/>
          <p:cNvSpPr/>
          <p:nvPr/>
        </p:nvSpPr>
        <p:spPr>
          <a:xfrm>
            <a:off x="841248" y="2212848"/>
            <a:ext cx="100584" cy="100584"/>
          </a:xfrm>
          <a:prstGeom prst="rect">
            <a:avLst/>
          </a:prstGeom>
          <a:solidFill>
            <a:schemeClr val="tx2">
              <a:alpha val="70000"/>
            </a:schemeClr>
          </a:solidFill>
          <a:ln w="6350">
            <a:solidFill>
              <a:schemeClr val="bg1"/>
            </a:solidFill>
            <a:prstDash val="solid"/>
          </a:ln>
        </p:spPr>
      </p:sp>
      <p:sp>
        <p:nvSpPr>
          <p:cNvPr id="29" name="Shape 26"/>
          <p:cNvSpPr/>
          <p:nvPr/>
        </p:nvSpPr>
        <p:spPr>
          <a:xfrm>
            <a:off x="950976" y="2212848"/>
            <a:ext cx="100584" cy="100584"/>
          </a:xfrm>
          <a:prstGeom prst="rect">
            <a:avLst/>
          </a:prstGeom>
          <a:solidFill>
            <a:schemeClr val="tx2">
              <a:alpha val="15000"/>
            </a:schemeClr>
          </a:solidFill>
          <a:ln w="6350">
            <a:solidFill>
              <a:schemeClr val="bg1"/>
            </a:solidFill>
            <a:prstDash val="solid"/>
          </a:ln>
        </p:spPr>
      </p:sp>
      <p:sp>
        <p:nvSpPr>
          <p:cNvPr id="30" name="Shape 27"/>
          <p:cNvSpPr/>
          <p:nvPr/>
        </p:nvSpPr>
        <p:spPr>
          <a:xfrm>
            <a:off x="1060704" y="2212848"/>
            <a:ext cx="100584" cy="100584"/>
          </a:xfrm>
          <a:prstGeom prst="rect">
            <a:avLst/>
          </a:prstGeom>
          <a:solidFill>
            <a:schemeClr val="tx2">
              <a:alpha val="70000"/>
            </a:schemeClr>
          </a:solidFill>
          <a:ln w="6350">
            <a:solidFill>
              <a:schemeClr val="bg1"/>
            </a:solidFill>
            <a:prstDash val="solid"/>
          </a:ln>
        </p:spPr>
      </p:sp>
      <p:sp>
        <p:nvSpPr>
          <p:cNvPr id="31" name="Shape 28"/>
          <p:cNvSpPr/>
          <p:nvPr/>
        </p:nvSpPr>
        <p:spPr>
          <a:xfrm>
            <a:off x="731520" y="2322576"/>
            <a:ext cx="100584" cy="100584"/>
          </a:xfrm>
          <a:prstGeom prst="rect">
            <a:avLst/>
          </a:prstGeom>
          <a:solidFill>
            <a:schemeClr val="tx2">
              <a:alpha val="15000"/>
            </a:schemeClr>
          </a:solidFill>
          <a:ln w="6350">
            <a:solidFill>
              <a:schemeClr val="bg1"/>
            </a:solidFill>
            <a:prstDash val="solid"/>
          </a:ln>
        </p:spPr>
      </p:sp>
      <p:sp>
        <p:nvSpPr>
          <p:cNvPr id="32" name="Shape 29"/>
          <p:cNvSpPr/>
          <p:nvPr/>
        </p:nvSpPr>
        <p:spPr>
          <a:xfrm>
            <a:off x="841248" y="2322576"/>
            <a:ext cx="100584" cy="100584"/>
          </a:xfrm>
          <a:prstGeom prst="rect">
            <a:avLst/>
          </a:prstGeom>
          <a:solidFill>
            <a:schemeClr val="tx2">
              <a:alpha val="70000"/>
            </a:schemeClr>
          </a:solidFill>
          <a:ln w="6350">
            <a:solidFill>
              <a:schemeClr val="bg1"/>
            </a:solidFill>
            <a:prstDash val="solid"/>
          </a:ln>
        </p:spPr>
      </p:sp>
      <p:sp>
        <p:nvSpPr>
          <p:cNvPr id="33" name="Shape 30"/>
          <p:cNvSpPr/>
          <p:nvPr/>
        </p:nvSpPr>
        <p:spPr>
          <a:xfrm>
            <a:off x="950976" y="2322576"/>
            <a:ext cx="100584" cy="100584"/>
          </a:xfrm>
          <a:prstGeom prst="rect">
            <a:avLst/>
          </a:prstGeom>
          <a:solidFill>
            <a:schemeClr val="tx2">
              <a:alpha val="70000"/>
            </a:schemeClr>
          </a:solidFill>
          <a:ln w="6350">
            <a:solidFill>
              <a:schemeClr val="bg1"/>
            </a:solidFill>
            <a:prstDash val="solid"/>
          </a:ln>
        </p:spPr>
      </p:sp>
      <p:sp>
        <p:nvSpPr>
          <p:cNvPr id="34" name="Shape 31"/>
          <p:cNvSpPr/>
          <p:nvPr/>
        </p:nvSpPr>
        <p:spPr>
          <a:xfrm>
            <a:off x="1060704" y="2322576"/>
            <a:ext cx="100584" cy="100584"/>
          </a:xfrm>
          <a:prstGeom prst="rect">
            <a:avLst/>
          </a:prstGeom>
          <a:solidFill>
            <a:schemeClr val="tx2">
              <a:alpha val="70000"/>
            </a:schemeClr>
          </a:solidFill>
          <a:ln w="6350">
            <a:solidFill>
              <a:schemeClr val="bg1"/>
            </a:solidFill>
            <a:prstDash val="solid"/>
          </a:ln>
        </p:spPr>
      </p:sp>
      <p:sp>
        <p:nvSpPr>
          <p:cNvPr id="35" name="Shape 32"/>
          <p:cNvSpPr/>
          <p:nvPr/>
        </p:nvSpPr>
        <p:spPr>
          <a:xfrm>
            <a:off x="731520" y="2432304"/>
            <a:ext cx="100584" cy="100584"/>
          </a:xfrm>
          <a:prstGeom prst="rect">
            <a:avLst/>
          </a:prstGeom>
          <a:solidFill>
            <a:schemeClr val="tx2">
              <a:alpha val="70000"/>
            </a:schemeClr>
          </a:solidFill>
          <a:ln w="6350">
            <a:solidFill>
              <a:schemeClr val="bg1"/>
            </a:solidFill>
            <a:prstDash val="solid"/>
          </a:ln>
        </p:spPr>
      </p:sp>
      <p:sp>
        <p:nvSpPr>
          <p:cNvPr id="36" name="Shape 33"/>
          <p:cNvSpPr/>
          <p:nvPr/>
        </p:nvSpPr>
        <p:spPr>
          <a:xfrm>
            <a:off x="841248" y="2432304"/>
            <a:ext cx="100584" cy="100584"/>
          </a:xfrm>
          <a:prstGeom prst="rect">
            <a:avLst/>
          </a:prstGeom>
          <a:solidFill>
            <a:schemeClr val="tx2">
              <a:alpha val="70000"/>
            </a:schemeClr>
          </a:solidFill>
          <a:ln w="6350">
            <a:solidFill>
              <a:schemeClr val="bg1"/>
            </a:solidFill>
            <a:prstDash val="solid"/>
          </a:ln>
        </p:spPr>
      </p:sp>
      <p:sp>
        <p:nvSpPr>
          <p:cNvPr id="37" name="Shape 34"/>
          <p:cNvSpPr/>
          <p:nvPr/>
        </p:nvSpPr>
        <p:spPr>
          <a:xfrm>
            <a:off x="950976" y="2432304"/>
            <a:ext cx="100584" cy="100584"/>
          </a:xfrm>
          <a:prstGeom prst="rect">
            <a:avLst/>
          </a:prstGeom>
          <a:solidFill>
            <a:schemeClr val="tx2">
              <a:alpha val="70000"/>
            </a:schemeClr>
          </a:solidFill>
          <a:ln w="6350">
            <a:solidFill>
              <a:schemeClr val="bg1"/>
            </a:solidFill>
            <a:prstDash val="solid"/>
          </a:ln>
        </p:spPr>
      </p:sp>
      <p:sp>
        <p:nvSpPr>
          <p:cNvPr id="38" name="Shape 35"/>
          <p:cNvSpPr/>
          <p:nvPr/>
        </p:nvSpPr>
        <p:spPr>
          <a:xfrm>
            <a:off x="1060704" y="2432304"/>
            <a:ext cx="100584" cy="100584"/>
          </a:xfrm>
          <a:prstGeom prst="rect">
            <a:avLst/>
          </a:prstGeom>
          <a:solidFill>
            <a:schemeClr val="tx2">
              <a:alpha val="15000"/>
            </a:schemeClr>
          </a:solidFill>
          <a:ln w="6350">
            <a:solidFill>
              <a:schemeClr val="bg1"/>
            </a:solidFill>
            <a:prstDash val="solid"/>
          </a:ln>
        </p:spPr>
      </p:sp>
      <p:sp>
        <p:nvSpPr>
          <p:cNvPr id="39" name="Shape 36"/>
          <p:cNvSpPr/>
          <p:nvPr/>
        </p:nvSpPr>
        <p:spPr>
          <a:xfrm>
            <a:off x="1280160" y="2103120"/>
            <a:ext cx="100584" cy="100584"/>
          </a:xfrm>
          <a:prstGeom prst="rect">
            <a:avLst/>
          </a:prstGeom>
          <a:solidFill>
            <a:schemeClr val="tx2">
              <a:alpha val="15000"/>
            </a:schemeClr>
          </a:solidFill>
          <a:ln w="6350">
            <a:solidFill>
              <a:schemeClr val="bg1"/>
            </a:solidFill>
            <a:prstDash val="solid"/>
          </a:ln>
        </p:spPr>
      </p:sp>
      <p:sp>
        <p:nvSpPr>
          <p:cNvPr id="40" name="Shape 37"/>
          <p:cNvSpPr/>
          <p:nvPr/>
        </p:nvSpPr>
        <p:spPr>
          <a:xfrm>
            <a:off x="1389888" y="2103120"/>
            <a:ext cx="100584" cy="100584"/>
          </a:xfrm>
          <a:prstGeom prst="rect">
            <a:avLst/>
          </a:prstGeom>
          <a:solidFill>
            <a:schemeClr val="tx2">
              <a:alpha val="70000"/>
            </a:schemeClr>
          </a:solidFill>
          <a:ln w="6350">
            <a:solidFill>
              <a:schemeClr val="bg1"/>
            </a:solidFill>
            <a:prstDash val="solid"/>
          </a:ln>
        </p:spPr>
      </p:sp>
      <p:sp>
        <p:nvSpPr>
          <p:cNvPr id="41" name="Shape 38"/>
          <p:cNvSpPr/>
          <p:nvPr/>
        </p:nvSpPr>
        <p:spPr>
          <a:xfrm>
            <a:off x="1499616" y="2103120"/>
            <a:ext cx="100584" cy="100584"/>
          </a:xfrm>
          <a:prstGeom prst="rect">
            <a:avLst/>
          </a:prstGeom>
          <a:solidFill>
            <a:schemeClr val="tx2">
              <a:alpha val="15000"/>
            </a:schemeClr>
          </a:solidFill>
          <a:ln w="6350">
            <a:solidFill>
              <a:schemeClr val="bg1"/>
            </a:solidFill>
            <a:prstDash val="solid"/>
          </a:ln>
        </p:spPr>
      </p:sp>
      <p:sp>
        <p:nvSpPr>
          <p:cNvPr id="42" name="Shape 39"/>
          <p:cNvSpPr/>
          <p:nvPr/>
        </p:nvSpPr>
        <p:spPr>
          <a:xfrm>
            <a:off x="1609344" y="2103120"/>
            <a:ext cx="100584" cy="100584"/>
          </a:xfrm>
          <a:prstGeom prst="rect">
            <a:avLst/>
          </a:prstGeom>
          <a:solidFill>
            <a:schemeClr val="tx2">
              <a:alpha val="15000"/>
            </a:schemeClr>
          </a:solidFill>
          <a:ln w="6350">
            <a:solidFill>
              <a:schemeClr val="bg1"/>
            </a:solidFill>
            <a:prstDash val="solid"/>
          </a:ln>
        </p:spPr>
      </p:sp>
      <p:sp>
        <p:nvSpPr>
          <p:cNvPr id="43" name="Shape 40"/>
          <p:cNvSpPr/>
          <p:nvPr/>
        </p:nvSpPr>
        <p:spPr>
          <a:xfrm>
            <a:off x="1280160" y="2212848"/>
            <a:ext cx="100584" cy="100584"/>
          </a:xfrm>
          <a:prstGeom prst="rect">
            <a:avLst/>
          </a:prstGeom>
          <a:solidFill>
            <a:schemeClr val="tx2">
              <a:alpha val="15000"/>
            </a:schemeClr>
          </a:solidFill>
          <a:ln w="6350">
            <a:solidFill>
              <a:schemeClr val="bg1"/>
            </a:solidFill>
            <a:prstDash val="solid"/>
          </a:ln>
        </p:spPr>
      </p:sp>
      <p:sp>
        <p:nvSpPr>
          <p:cNvPr id="44" name="Shape 41"/>
          <p:cNvSpPr/>
          <p:nvPr/>
        </p:nvSpPr>
        <p:spPr>
          <a:xfrm>
            <a:off x="1389888" y="2212848"/>
            <a:ext cx="100584" cy="100584"/>
          </a:xfrm>
          <a:prstGeom prst="rect">
            <a:avLst/>
          </a:prstGeom>
          <a:solidFill>
            <a:schemeClr val="tx2">
              <a:alpha val="15000"/>
            </a:schemeClr>
          </a:solidFill>
          <a:ln w="6350">
            <a:solidFill>
              <a:schemeClr val="bg1"/>
            </a:solidFill>
            <a:prstDash val="solid"/>
          </a:ln>
        </p:spPr>
      </p:sp>
      <p:sp>
        <p:nvSpPr>
          <p:cNvPr id="45" name="Shape 42"/>
          <p:cNvSpPr/>
          <p:nvPr/>
        </p:nvSpPr>
        <p:spPr>
          <a:xfrm>
            <a:off x="1499616" y="2212848"/>
            <a:ext cx="100584" cy="100584"/>
          </a:xfrm>
          <a:prstGeom prst="rect">
            <a:avLst/>
          </a:prstGeom>
          <a:solidFill>
            <a:schemeClr val="tx2">
              <a:alpha val="70000"/>
            </a:schemeClr>
          </a:solidFill>
          <a:ln w="6350">
            <a:solidFill>
              <a:schemeClr val="bg1"/>
            </a:solidFill>
            <a:prstDash val="solid"/>
          </a:ln>
        </p:spPr>
      </p:sp>
      <p:sp>
        <p:nvSpPr>
          <p:cNvPr id="46" name="Shape 43"/>
          <p:cNvSpPr/>
          <p:nvPr/>
        </p:nvSpPr>
        <p:spPr>
          <a:xfrm>
            <a:off x="1609344" y="2212848"/>
            <a:ext cx="100584" cy="100584"/>
          </a:xfrm>
          <a:prstGeom prst="rect">
            <a:avLst/>
          </a:prstGeom>
          <a:solidFill>
            <a:schemeClr val="tx2">
              <a:alpha val="15000"/>
            </a:schemeClr>
          </a:solidFill>
          <a:ln w="6350">
            <a:solidFill>
              <a:schemeClr val="bg1"/>
            </a:solidFill>
            <a:prstDash val="solid"/>
          </a:ln>
        </p:spPr>
      </p:sp>
      <p:sp>
        <p:nvSpPr>
          <p:cNvPr id="47" name="Shape 44"/>
          <p:cNvSpPr/>
          <p:nvPr/>
        </p:nvSpPr>
        <p:spPr>
          <a:xfrm>
            <a:off x="1280160" y="2322576"/>
            <a:ext cx="100584" cy="100584"/>
          </a:xfrm>
          <a:prstGeom prst="rect">
            <a:avLst/>
          </a:prstGeom>
          <a:solidFill>
            <a:schemeClr val="tx2">
              <a:alpha val="70000"/>
            </a:schemeClr>
          </a:solidFill>
          <a:ln w="6350">
            <a:solidFill>
              <a:schemeClr val="bg1"/>
            </a:solidFill>
            <a:prstDash val="solid"/>
          </a:ln>
        </p:spPr>
      </p:sp>
      <p:sp>
        <p:nvSpPr>
          <p:cNvPr id="48" name="Shape 45"/>
          <p:cNvSpPr/>
          <p:nvPr/>
        </p:nvSpPr>
        <p:spPr>
          <a:xfrm>
            <a:off x="1389888" y="2322576"/>
            <a:ext cx="100584" cy="100584"/>
          </a:xfrm>
          <a:prstGeom prst="rect">
            <a:avLst/>
          </a:prstGeom>
          <a:solidFill>
            <a:schemeClr val="tx2">
              <a:alpha val="15000"/>
            </a:schemeClr>
          </a:solidFill>
          <a:ln w="6350">
            <a:solidFill>
              <a:schemeClr val="bg1"/>
            </a:solidFill>
            <a:prstDash val="solid"/>
          </a:ln>
        </p:spPr>
      </p:sp>
      <p:sp>
        <p:nvSpPr>
          <p:cNvPr id="49" name="Shape 46"/>
          <p:cNvSpPr/>
          <p:nvPr/>
        </p:nvSpPr>
        <p:spPr>
          <a:xfrm>
            <a:off x="1499616" y="2322576"/>
            <a:ext cx="100584" cy="100584"/>
          </a:xfrm>
          <a:prstGeom prst="rect">
            <a:avLst/>
          </a:prstGeom>
          <a:solidFill>
            <a:schemeClr val="tx2">
              <a:alpha val="15000"/>
            </a:schemeClr>
          </a:solidFill>
          <a:ln w="6350">
            <a:solidFill>
              <a:schemeClr val="bg1"/>
            </a:solidFill>
            <a:prstDash val="solid"/>
          </a:ln>
        </p:spPr>
      </p:sp>
      <p:sp>
        <p:nvSpPr>
          <p:cNvPr id="50" name="Shape 47"/>
          <p:cNvSpPr/>
          <p:nvPr/>
        </p:nvSpPr>
        <p:spPr>
          <a:xfrm>
            <a:off x="1609344" y="2322576"/>
            <a:ext cx="100584" cy="100584"/>
          </a:xfrm>
          <a:prstGeom prst="rect">
            <a:avLst/>
          </a:prstGeom>
          <a:solidFill>
            <a:schemeClr val="tx2">
              <a:alpha val="15000"/>
            </a:schemeClr>
          </a:solidFill>
          <a:ln w="6350">
            <a:solidFill>
              <a:schemeClr val="bg1"/>
            </a:solidFill>
            <a:prstDash val="solid"/>
          </a:ln>
        </p:spPr>
      </p:sp>
      <p:sp>
        <p:nvSpPr>
          <p:cNvPr id="51" name="Shape 48"/>
          <p:cNvSpPr/>
          <p:nvPr/>
        </p:nvSpPr>
        <p:spPr>
          <a:xfrm>
            <a:off x="1280160" y="2432304"/>
            <a:ext cx="100584" cy="100584"/>
          </a:xfrm>
          <a:prstGeom prst="rect">
            <a:avLst/>
          </a:prstGeom>
          <a:solidFill>
            <a:schemeClr val="tx2">
              <a:alpha val="15000"/>
            </a:schemeClr>
          </a:solidFill>
          <a:ln w="6350">
            <a:solidFill>
              <a:schemeClr val="bg1"/>
            </a:solidFill>
            <a:prstDash val="solid"/>
          </a:ln>
        </p:spPr>
      </p:sp>
      <p:sp>
        <p:nvSpPr>
          <p:cNvPr id="52" name="Shape 49"/>
          <p:cNvSpPr/>
          <p:nvPr/>
        </p:nvSpPr>
        <p:spPr>
          <a:xfrm>
            <a:off x="1389888" y="2432304"/>
            <a:ext cx="100584" cy="100584"/>
          </a:xfrm>
          <a:prstGeom prst="rect">
            <a:avLst/>
          </a:prstGeom>
          <a:solidFill>
            <a:schemeClr val="tx2">
              <a:alpha val="15000"/>
            </a:schemeClr>
          </a:solidFill>
          <a:ln w="6350">
            <a:solidFill>
              <a:schemeClr val="bg1"/>
            </a:solidFill>
            <a:prstDash val="solid"/>
          </a:ln>
        </p:spPr>
      </p:sp>
      <p:sp>
        <p:nvSpPr>
          <p:cNvPr id="53" name="Shape 50"/>
          <p:cNvSpPr/>
          <p:nvPr/>
        </p:nvSpPr>
        <p:spPr>
          <a:xfrm>
            <a:off x="1499616" y="2432304"/>
            <a:ext cx="100584" cy="100584"/>
          </a:xfrm>
          <a:prstGeom prst="rect">
            <a:avLst/>
          </a:prstGeom>
          <a:solidFill>
            <a:schemeClr val="tx2">
              <a:alpha val="15000"/>
            </a:schemeClr>
          </a:solidFill>
          <a:ln w="6350">
            <a:solidFill>
              <a:schemeClr val="bg1"/>
            </a:solidFill>
            <a:prstDash val="solid"/>
          </a:ln>
        </p:spPr>
      </p:sp>
      <p:sp>
        <p:nvSpPr>
          <p:cNvPr id="54" name="Shape 51"/>
          <p:cNvSpPr/>
          <p:nvPr/>
        </p:nvSpPr>
        <p:spPr>
          <a:xfrm>
            <a:off x="1609344" y="2432304"/>
            <a:ext cx="100584" cy="100584"/>
          </a:xfrm>
          <a:prstGeom prst="rect">
            <a:avLst/>
          </a:prstGeom>
          <a:solidFill>
            <a:schemeClr val="tx2">
              <a:alpha val="70000"/>
            </a:schemeClr>
          </a:solidFill>
          <a:ln w="6350">
            <a:solidFill>
              <a:schemeClr val="bg1"/>
            </a:solidFill>
            <a:prstDash val="solid"/>
          </a:ln>
        </p:spPr>
      </p:sp>
      <p:sp>
        <p:nvSpPr>
          <p:cNvPr id="55" name="Shape 52"/>
          <p:cNvSpPr/>
          <p:nvPr/>
        </p:nvSpPr>
        <p:spPr>
          <a:xfrm>
            <a:off x="1828800" y="2103120"/>
            <a:ext cx="100584" cy="100584"/>
          </a:xfrm>
          <a:prstGeom prst="rect">
            <a:avLst/>
          </a:prstGeom>
          <a:solidFill>
            <a:schemeClr val="tx2">
              <a:alpha val="70000"/>
            </a:schemeClr>
          </a:solidFill>
          <a:ln w="6350">
            <a:solidFill>
              <a:schemeClr val="bg1"/>
            </a:solidFill>
            <a:prstDash val="solid"/>
          </a:ln>
        </p:spPr>
      </p:sp>
      <p:sp>
        <p:nvSpPr>
          <p:cNvPr id="56" name="Shape 53"/>
          <p:cNvSpPr/>
          <p:nvPr/>
        </p:nvSpPr>
        <p:spPr>
          <a:xfrm>
            <a:off x="1938528" y="2103120"/>
            <a:ext cx="100584" cy="100584"/>
          </a:xfrm>
          <a:prstGeom prst="rect">
            <a:avLst/>
          </a:prstGeom>
          <a:solidFill>
            <a:schemeClr val="tx2">
              <a:alpha val="15000"/>
            </a:schemeClr>
          </a:solidFill>
          <a:ln w="6350">
            <a:solidFill>
              <a:schemeClr val="bg1"/>
            </a:solidFill>
            <a:prstDash val="solid"/>
          </a:ln>
        </p:spPr>
      </p:sp>
      <p:sp>
        <p:nvSpPr>
          <p:cNvPr id="57" name="Shape 54"/>
          <p:cNvSpPr/>
          <p:nvPr/>
        </p:nvSpPr>
        <p:spPr>
          <a:xfrm>
            <a:off x="2048256" y="2103120"/>
            <a:ext cx="100584" cy="100584"/>
          </a:xfrm>
          <a:prstGeom prst="rect">
            <a:avLst/>
          </a:prstGeom>
          <a:solidFill>
            <a:schemeClr val="tx2">
              <a:alpha val="70000"/>
            </a:schemeClr>
          </a:solidFill>
          <a:ln w="6350">
            <a:solidFill>
              <a:schemeClr val="bg1"/>
            </a:solidFill>
            <a:prstDash val="solid"/>
          </a:ln>
        </p:spPr>
      </p:sp>
      <p:sp>
        <p:nvSpPr>
          <p:cNvPr id="58" name="Shape 55"/>
          <p:cNvSpPr/>
          <p:nvPr/>
        </p:nvSpPr>
        <p:spPr>
          <a:xfrm>
            <a:off x="2157984" y="2103120"/>
            <a:ext cx="100584" cy="100584"/>
          </a:xfrm>
          <a:prstGeom prst="rect">
            <a:avLst/>
          </a:prstGeom>
          <a:solidFill>
            <a:schemeClr val="tx2">
              <a:alpha val="70000"/>
            </a:schemeClr>
          </a:solidFill>
          <a:ln w="6350">
            <a:solidFill>
              <a:schemeClr val="bg1"/>
            </a:solidFill>
            <a:prstDash val="solid"/>
          </a:ln>
        </p:spPr>
      </p:sp>
      <p:sp>
        <p:nvSpPr>
          <p:cNvPr id="59" name="Shape 56"/>
          <p:cNvSpPr/>
          <p:nvPr/>
        </p:nvSpPr>
        <p:spPr>
          <a:xfrm>
            <a:off x="1828800" y="2212848"/>
            <a:ext cx="100584" cy="100584"/>
          </a:xfrm>
          <a:prstGeom prst="rect">
            <a:avLst/>
          </a:prstGeom>
          <a:solidFill>
            <a:schemeClr val="tx2">
              <a:alpha val="70000"/>
            </a:schemeClr>
          </a:solidFill>
          <a:ln w="6350">
            <a:solidFill>
              <a:schemeClr val="bg1"/>
            </a:solidFill>
            <a:prstDash val="solid"/>
          </a:ln>
        </p:spPr>
      </p:sp>
      <p:sp>
        <p:nvSpPr>
          <p:cNvPr id="60" name="Shape 57"/>
          <p:cNvSpPr/>
          <p:nvPr/>
        </p:nvSpPr>
        <p:spPr>
          <a:xfrm>
            <a:off x="1938528" y="2212848"/>
            <a:ext cx="100584" cy="100584"/>
          </a:xfrm>
          <a:prstGeom prst="rect">
            <a:avLst/>
          </a:prstGeom>
          <a:solidFill>
            <a:schemeClr val="tx2">
              <a:alpha val="70000"/>
            </a:schemeClr>
          </a:solidFill>
          <a:ln w="6350">
            <a:solidFill>
              <a:schemeClr val="bg1"/>
            </a:solidFill>
            <a:prstDash val="solid"/>
          </a:ln>
        </p:spPr>
      </p:sp>
      <p:sp>
        <p:nvSpPr>
          <p:cNvPr id="61" name="Shape 58"/>
          <p:cNvSpPr/>
          <p:nvPr/>
        </p:nvSpPr>
        <p:spPr>
          <a:xfrm>
            <a:off x="2048256" y="2212848"/>
            <a:ext cx="100584" cy="100584"/>
          </a:xfrm>
          <a:prstGeom prst="rect">
            <a:avLst/>
          </a:prstGeom>
          <a:solidFill>
            <a:schemeClr val="tx2">
              <a:alpha val="15000"/>
            </a:schemeClr>
          </a:solidFill>
          <a:ln w="6350">
            <a:solidFill>
              <a:schemeClr val="bg1"/>
            </a:solidFill>
            <a:prstDash val="solid"/>
          </a:ln>
        </p:spPr>
      </p:sp>
      <p:sp>
        <p:nvSpPr>
          <p:cNvPr id="62" name="Shape 59"/>
          <p:cNvSpPr/>
          <p:nvPr/>
        </p:nvSpPr>
        <p:spPr>
          <a:xfrm>
            <a:off x="2157984" y="2212848"/>
            <a:ext cx="100584" cy="100584"/>
          </a:xfrm>
          <a:prstGeom prst="rect">
            <a:avLst/>
          </a:prstGeom>
          <a:solidFill>
            <a:schemeClr val="tx2">
              <a:alpha val="70000"/>
            </a:schemeClr>
          </a:solidFill>
          <a:ln w="6350">
            <a:solidFill>
              <a:schemeClr val="bg1"/>
            </a:solidFill>
            <a:prstDash val="solid"/>
          </a:ln>
        </p:spPr>
      </p:sp>
      <p:sp>
        <p:nvSpPr>
          <p:cNvPr id="63" name="Shape 60"/>
          <p:cNvSpPr/>
          <p:nvPr/>
        </p:nvSpPr>
        <p:spPr>
          <a:xfrm>
            <a:off x="1828800" y="2322576"/>
            <a:ext cx="100584" cy="100584"/>
          </a:xfrm>
          <a:prstGeom prst="rect">
            <a:avLst/>
          </a:prstGeom>
          <a:solidFill>
            <a:schemeClr val="tx2">
              <a:alpha val="15000"/>
            </a:schemeClr>
          </a:solidFill>
          <a:ln w="6350">
            <a:solidFill>
              <a:schemeClr val="bg1"/>
            </a:solidFill>
            <a:prstDash val="solid"/>
          </a:ln>
        </p:spPr>
      </p:sp>
      <p:sp>
        <p:nvSpPr>
          <p:cNvPr id="64" name="Shape 61"/>
          <p:cNvSpPr/>
          <p:nvPr/>
        </p:nvSpPr>
        <p:spPr>
          <a:xfrm>
            <a:off x="1938528" y="2322576"/>
            <a:ext cx="100584" cy="100584"/>
          </a:xfrm>
          <a:prstGeom prst="rect">
            <a:avLst/>
          </a:prstGeom>
          <a:solidFill>
            <a:schemeClr val="tx2">
              <a:alpha val="70000"/>
            </a:schemeClr>
          </a:solidFill>
          <a:ln w="6350">
            <a:solidFill>
              <a:schemeClr val="bg1"/>
            </a:solidFill>
            <a:prstDash val="solid"/>
          </a:ln>
        </p:spPr>
      </p:sp>
      <p:sp>
        <p:nvSpPr>
          <p:cNvPr id="65" name="Shape 62"/>
          <p:cNvSpPr/>
          <p:nvPr/>
        </p:nvSpPr>
        <p:spPr>
          <a:xfrm>
            <a:off x="2048256" y="2322576"/>
            <a:ext cx="100584" cy="100584"/>
          </a:xfrm>
          <a:prstGeom prst="rect">
            <a:avLst/>
          </a:prstGeom>
          <a:solidFill>
            <a:schemeClr val="tx2">
              <a:alpha val="70000"/>
            </a:schemeClr>
          </a:solidFill>
          <a:ln w="6350">
            <a:solidFill>
              <a:schemeClr val="bg1"/>
            </a:solidFill>
            <a:prstDash val="solid"/>
          </a:ln>
        </p:spPr>
      </p:sp>
      <p:sp>
        <p:nvSpPr>
          <p:cNvPr id="66" name="Shape 63"/>
          <p:cNvSpPr/>
          <p:nvPr/>
        </p:nvSpPr>
        <p:spPr>
          <a:xfrm>
            <a:off x="2157984" y="2322576"/>
            <a:ext cx="100584" cy="100584"/>
          </a:xfrm>
          <a:prstGeom prst="rect">
            <a:avLst/>
          </a:prstGeom>
          <a:solidFill>
            <a:schemeClr val="tx2">
              <a:alpha val="70000"/>
            </a:schemeClr>
          </a:solidFill>
          <a:ln w="6350">
            <a:solidFill>
              <a:schemeClr val="bg1"/>
            </a:solidFill>
            <a:prstDash val="solid"/>
          </a:ln>
        </p:spPr>
      </p:sp>
      <p:sp>
        <p:nvSpPr>
          <p:cNvPr id="67" name="Shape 64"/>
          <p:cNvSpPr/>
          <p:nvPr/>
        </p:nvSpPr>
        <p:spPr>
          <a:xfrm>
            <a:off x="1828800" y="2432304"/>
            <a:ext cx="100584" cy="100584"/>
          </a:xfrm>
          <a:prstGeom prst="rect">
            <a:avLst/>
          </a:prstGeom>
          <a:solidFill>
            <a:schemeClr val="tx2">
              <a:alpha val="70000"/>
            </a:schemeClr>
          </a:solidFill>
          <a:ln w="6350">
            <a:solidFill>
              <a:schemeClr val="bg1"/>
            </a:solidFill>
            <a:prstDash val="solid"/>
          </a:ln>
        </p:spPr>
      </p:sp>
      <p:sp>
        <p:nvSpPr>
          <p:cNvPr id="68" name="Shape 65"/>
          <p:cNvSpPr/>
          <p:nvPr/>
        </p:nvSpPr>
        <p:spPr>
          <a:xfrm>
            <a:off x="1938528" y="2432304"/>
            <a:ext cx="100584" cy="100584"/>
          </a:xfrm>
          <a:prstGeom prst="rect">
            <a:avLst/>
          </a:prstGeom>
          <a:solidFill>
            <a:schemeClr val="tx2">
              <a:alpha val="70000"/>
            </a:schemeClr>
          </a:solidFill>
          <a:ln w="6350">
            <a:solidFill>
              <a:schemeClr val="bg1"/>
            </a:solidFill>
            <a:prstDash val="solid"/>
          </a:ln>
        </p:spPr>
      </p:sp>
      <p:sp>
        <p:nvSpPr>
          <p:cNvPr id="69" name="Shape 66"/>
          <p:cNvSpPr/>
          <p:nvPr/>
        </p:nvSpPr>
        <p:spPr>
          <a:xfrm>
            <a:off x="2048256" y="2432304"/>
            <a:ext cx="100584" cy="100584"/>
          </a:xfrm>
          <a:prstGeom prst="rect">
            <a:avLst/>
          </a:prstGeom>
          <a:solidFill>
            <a:schemeClr val="tx2">
              <a:alpha val="70000"/>
            </a:schemeClr>
          </a:solidFill>
          <a:ln w="6350">
            <a:solidFill>
              <a:schemeClr val="bg1"/>
            </a:solidFill>
            <a:prstDash val="solid"/>
          </a:ln>
        </p:spPr>
      </p:sp>
      <p:sp>
        <p:nvSpPr>
          <p:cNvPr id="70" name="Shape 67"/>
          <p:cNvSpPr/>
          <p:nvPr/>
        </p:nvSpPr>
        <p:spPr>
          <a:xfrm>
            <a:off x="2157984" y="2432304"/>
            <a:ext cx="100584" cy="100584"/>
          </a:xfrm>
          <a:prstGeom prst="rect">
            <a:avLst/>
          </a:prstGeom>
          <a:solidFill>
            <a:schemeClr val="tx2">
              <a:alpha val="15000"/>
            </a:schemeClr>
          </a:solidFill>
          <a:ln w="6350">
            <a:solidFill>
              <a:schemeClr val="bg1"/>
            </a:solidFill>
            <a:prstDash val="solid"/>
          </a:ln>
        </p:spPr>
      </p:sp>
      <p:sp>
        <p:nvSpPr>
          <p:cNvPr id="71" name="Shape 68"/>
          <p:cNvSpPr/>
          <p:nvPr/>
        </p:nvSpPr>
        <p:spPr>
          <a:xfrm>
            <a:off x="3346704" y="2057400"/>
            <a:ext cx="868680" cy="548640"/>
          </a:xfrm>
          <a:prstGeom prst="roundRect">
            <a:avLst>
              <a:gd name="adj" fmla="val 13333"/>
            </a:avLst>
          </a:prstGeom>
          <a:solidFill>
            <a:schemeClr val="tx1"/>
          </a:solidFill>
          <a:ln w="12700">
            <a:solidFill>
              <a:schemeClr val="tx1"/>
            </a:solidFill>
            <a:prstDash val="solid"/>
          </a:ln>
        </p:spPr>
      </p:sp>
      <p:sp>
        <p:nvSpPr>
          <p:cNvPr id="72" name="Text 69"/>
          <p:cNvSpPr txBox="1"/>
          <p:nvPr/>
        </p:nvSpPr>
        <p:spPr>
          <a:xfrm>
            <a:off x="3346704" y="2057400"/>
            <a:ext cx="868680" cy="548640"/>
          </a:xfrm>
          <a:prstGeom prst="rect">
            <a:avLst/>
          </a:prstGeom>
          <a:noFill/>
          <a:ln/>
        </p:spPr>
        <p:txBody>
          <a:bodyPr wrap="square" lIns="0" tIns="0" rIns="0" bIns="0" rtlCol="0" anchor="ctr"/>
          <a:lstStyle/>
          <a:p>
            <a:pPr algn="ctr" indent="0" marL="0">
              <a:buNone/>
            </a:pPr>
            <a:r>
              <a:rPr lang="en-US" sz="1600" b="1" dirty="0">
                <a:solidFill>
                  <a:schemeClr val="bg1"/>
                </a:solidFill>
              </a:rPr>
              <a:t>AI</a:t>
            </a:r>
            <a:endParaRPr lang="en-US" sz="1600" dirty="0"/>
          </a:p>
        </p:txBody>
      </p:sp>
      <p:sp>
        <p:nvSpPr>
          <p:cNvPr id="73" name="Shape 70"/>
          <p:cNvSpPr/>
          <p:nvPr/>
        </p:nvSpPr>
        <p:spPr>
          <a:xfrm>
            <a:off x="5321808" y="2203704"/>
            <a:ext cx="109728" cy="402336"/>
          </a:xfrm>
          <a:prstGeom prst="rect">
            <a:avLst/>
          </a:prstGeom>
          <a:solidFill>
            <a:schemeClr val="accent2"/>
          </a:solidFill>
          <a:ln w="12700">
            <a:solidFill>
              <a:schemeClr val="bg2"/>
            </a:solidFill>
            <a:prstDash val="solid"/>
          </a:ln>
        </p:spPr>
      </p:sp>
      <p:sp>
        <p:nvSpPr>
          <p:cNvPr id="74" name="Shape 71"/>
          <p:cNvSpPr/>
          <p:nvPr/>
        </p:nvSpPr>
        <p:spPr>
          <a:xfrm>
            <a:off x="5468112" y="2555748"/>
            <a:ext cx="109728" cy="50292"/>
          </a:xfrm>
          <a:prstGeom prst="rect">
            <a:avLst/>
          </a:prstGeom>
          <a:solidFill>
            <a:schemeClr val="accent5"/>
          </a:solidFill>
          <a:ln w="12700">
            <a:solidFill>
              <a:schemeClr val="bg2"/>
            </a:solidFill>
            <a:prstDash val="solid"/>
          </a:ln>
        </p:spPr>
      </p:sp>
      <p:sp>
        <p:nvSpPr>
          <p:cNvPr id="75" name="Shape 72"/>
          <p:cNvSpPr/>
          <p:nvPr/>
        </p:nvSpPr>
        <p:spPr>
          <a:xfrm>
            <a:off x="5614416" y="2555748"/>
            <a:ext cx="109728" cy="50292"/>
          </a:xfrm>
          <a:prstGeom prst="rect">
            <a:avLst/>
          </a:prstGeom>
          <a:solidFill>
            <a:schemeClr val="accent5"/>
          </a:solidFill>
          <a:ln w="12700">
            <a:solidFill>
              <a:schemeClr val="bg2"/>
            </a:solidFill>
            <a:prstDash val="solid"/>
          </a:ln>
        </p:spPr>
      </p:sp>
      <p:sp>
        <p:nvSpPr>
          <p:cNvPr id="76" name="Shape 73"/>
          <p:cNvSpPr/>
          <p:nvPr/>
        </p:nvSpPr>
        <p:spPr>
          <a:xfrm>
            <a:off x="5760720" y="2555748"/>
            <a:ext cx="109728" cy="50292"/>
          </a:xfrm>
          <a:prstGeom prst="rect">
            <a:avLst/>
          </a:prstGeom>
          <a:solidFill>
            <a:schemeClr val="accent5"/>
          </a:solidFill>
          <a:ln w="12700">
            <a:solidFill>
              <a:schemeClr val="bg2"/>
            </a:solidFill>
            <a:prstDash val="solid"/>
          </a:ln>
        </p:spPr>
      </p:sp>
      <p:sp>
        <p:nvSpPr>
          <p:cNvPr id="77" name="Shape 74"/>
          <p:cNvSpPr/>
          <p:nvPr/>
        </p:nvSpPr>
        <p:spPr>
          <a:xfrm>
            <a:off x="5907024" y="2555748"/>
            <a:ext cx="109728" cy="50292"/>
          </a:xfrm>
          <a:prstGeom prst="rect">
            <a:avLst/>
          </a:prstGeom>
          <a:solidFill>
            <a:schemeClr val="accent5"/>
          </a:solidFill>
          <a:ln w="12700">
            <a:solidFill>
              <a:schemeClr val="bg2"/>
            </a:solidFill>
            <a:prstDash val="solid"/>
          </a:ln>
        </p:spPr>
      </p:sp>
      <p:sp>
        <p:nvSpPr>
          <p:cNvPr id="78" name="Shape 75"/>
          <p:cNvSpPr/>
          <p:nvPr/>
        </p:nvSpPr>
        <p:spPr>
          <a:xfrm>
            <a:off x="6053328" y="2555748"/>
            <a:ext cx="109728" cy="50292"/>
          </a:xfrm>
          <a:prstGeom prst="rect">
            <a:avLst/>
          </a:prstGeom>
          <a:solidFill>
            <a:schemeClr val="accent5"/>
          </a:solidFill>
          <a:ln w="12700">
            <a:solidFill>
              <a:schemeClr val="bg2"/>
            </a:solidFill>
            <a:prstDash val="solid"/>
          </a:ln>
        </p:spPr>
      </p:sp>
      <p:sp>
        <p:nvSpPr>
          <p:cNvPr id="79" name="Shape 76"/>
          <p:cNvSpPr/>
          <p:nvPr/>
        </p:nvSpPr>
        <p:spPr>
          <a:xfrm>
            <a:off x="6199632" y="2103120"/>
            <a:ext cx="109728" cy="502920"/>
          </a:xfrm>
          <a:prstGeom prst="rect">
            <a:avLst/>
          </a:prstGeom>
          <a:solidFill>
            <a:schemeClr val="accent1"/>
          </a:solidFill>
          <a:ln w="12700">
            <a:solidFill>
              <a:schemeClr val="bg2"/>
            </a:solidFill>
            <a:prstDash val="solid"/>
          </a:ln>
        </p:spPr>
      </p:sp>
      <p:sp>
        <p:nvSpPr>
          <p:cNvPr id="80" name="Shape 77"/>
          <p:cNvSpPr/>
          <p:nvPr/>
        </p:nvSpPr>
        <p:spPr>
          <a:xfrm>
            <a:off x="6345936" y="2555748"/>
            <a:ext cx="109728" cy="50292"/>
          </a:xfrm>
          <a:prstGeom prst="rect">
            <a:avLst/>
          </a:prstGeom>
          <a:solidFill>
            <a:schemeClr val="accent5"/>
          </a:solidFill>
          <a:ln w="12700">
            <a:solidFill>
              <a:schemeClr val="bg2"/>
            </a:solidFill>
            <a:prstDash val="solid"/>
          </a:ln>
        </p:spPr>
      </p:sp>
      <p:sp>
        <p:nvSpPr>
          <p:cNvPr id="81" name="Shape 78"/>
          <p:cNvSpPr/>
          <p:nvPr/>
        </p:nvSpPr>
        <p:spPr>
          <a:xfrm>
            <a:off x="6492240" y="2555748"/>
            <a:ext cx="109728" cy="50292"/>
          </a:xfrm>
          <a:prstGeom prst="rect">
            <a:avLst/>
          </a:prstGeom>
          <a:solidFill>
            <a:schemeClr val="accent5"/>
          </a:solidFill>
          <a:ln w="12700">
            <a:solidFill>
              <a:schemeClr val="bg2"/>
            </a:solidFill>
            <a:prstDash val="solid"/>
          </a:ln>
        </p:spPr>
      </p:sp>
      <p:sp>
        <p:nvSpPr>
          <p:cNvPr id="82" name="Shape 79"/>
          <p:cNvSpPr/>
          <p:nvPr/>
        </p:nvSpPr>
        <p:spPr>
          <a:xfrm>
            <a:off x="6638544" y="2505456"/>
            <a:ext cx="109728" cy="100584"/>
          </a:xfrm>
          <a:prstGeom prst="rect">
            <a:avLst/>
          </a:prstGeom>
          <a:solidFill>
            <a:schemeClr val="accent5"/>
          </a:solidFill>
          <a:ln w="12700">
            <a:solidFill>
              <a:schemeClr val="bg2"/>
            </a:solidFill>
            <a:prstDash val="solid"/>
          </a:ln>
        </p:spPr>
      </p:sp>
      <p:sp>
        <p:nvSpPr>
          <p:cNvPr id="83" name="Text 80"/>
          <p:cNvSpPr txBox="1"/>
          <p:nvPr/>
        </p:nvSpPr>
        <p:spPr>
          <a:xfrm>
            <a:off x="7616952" y="1984248"/>
            <a:ext cx="1554480" cy="731520"/>
          </a:xfrm>
          <a:prstGeom prst="rect">
            <a:avLst/>
          </a:prstGeom>
          <a:noFill/>
          <a:ln/>
        </p:spPr>
        <p:txBody>
          <a:bodyPr wrap="square" lIns="0" tIns="0" rIns="0" bIns="0" rtlCol="0" anchor="t"/>
          <a:lstStyle/>
          <a:p>
            <a:pPr indent="0" marL="0">
              <a:buNone/>
            </a:pPr>
            <a:r>
              <a:rPr lang="en-US" sz="1200" dirty="0">
                <a:solidFill>
                  <a:schemeClr val="tx1"/>
                </a:solidFill>
              </a:rPr>
              <a:t>p₀ ≈ β₀ᵀz</a:t>
            </a:r>
            <a:endParaRPr lang="en-US" sz="1200" dirty="0"/>
          </a:p>
          <a:p>
            <a:pPr indent="0" marL="0">
              <a:buNone/>
            </a:pPr>
            <a:r>
              <a:rPr lang="en-US" sz="1200" dirty="0">
                <a:solidFill>
                  <a:schemeClr val="tx1"/>
                </a:solidFill>
              </a:rPr>
              <a:t>p₁ ≈ β₁ᵀz</a:t>
            </a:r>
            <a:endParaRPr lang="en-US" sz="1200" dirty="0"/>
          </a:p>
          <a:p>
            <a:pPr indent="0" marL="0">
              <a:buNone/>
            </a:pPr>
            <a:r>
              <a:rPr lang="en-US" sz="1200" dirty="0">
                <a:solidFill>
                  <a:schemeClr val="tx1"/>
                </a:solidFill>
              </a:rPr>
              <a:t>…</a:t>
            </a:r>
            <a:endParaRPr lang="en-US" sz="1200" dirty="0"/>
          </a:p>
          <a:p>
            <a:pPr indent="0" marL="0">
              <a:buNone/>
            </a:pPr>
            <a:r>
              <a:rPr lang="en-US" sz="1200" dirty="0">
                <a:solidFill>
                  <a:schemeClr val="tx1"/>
                </a:solidFill>
              </a:rPr>
              <a:t>p₉ ≈ β₉ᵀz</a:t>
            </a:r>
            <a:endParaRPr lang="en-US" sz="1200" dirty="0"/>
          </a:p>
        </p:txBody>
      </p:sp>
      <p:sp>
        <p:nvSpPr>
          <p:cNvPr id="84" name="Shape 81"/>
          <p:cNvSpPr/>
          <p:nvPr/>
        </p:nvSpPr>
        <p:spPr>
          <a:xfrm>
            <a:off x="9866376" y="1965960"/>
            <a:ext cx="73152" cy="73152"/>
          </a:xfrm>
          <a:prstGeom prst="rect">
            <a:avLst/>
          </a:prstGeom>
          <a:solidFill>
            <a:schemeClr val="accent5">
              <a:alpha val="70000"/>
            </a:schemeClr>
          </a:solidFill>
          <a:ln w="6350">
            <a:solidFill>
              <a:schemeClr val="bg1"/>
            </a:solidFill>
            <a:prstDash val="solid"/>
          </a:ln>
        </p:spPr>
      </p:sp>
      <p:sp>
        <p:nvSpPr>
          <p:cNvPr id="85" name="Shape 82"/>
          <p:cNvSpPr/>
          <p:nvPr/>
        </p:nvSpPr>
        <p:spPr>
          <a:xfrm>
            <a:off x="9944100" y="1965960"/>
            <a:ext cx="73152" cy="73152"/>
          </a:xfrm>
          <a:prstGeom prst="rect">
            <a:avLst/>
          </a:prstGeom>
          <a:solidFill>
            <a:schemeClr val="accent5">
              <a:alpha val="15000"/>
            </a:schemeClr>
          </a:solidFill>
          <a:ln w="6350">
            <a:solidFill>
              <a:schemeClr val="bg1"/>
            </a:solidFill>
            <a:prstDash val="solid"/>
          </a:ln>
        </p:spPr>
      </p:sp>
      <p:sp>
        <p:nvSpPr>
          <p:cNvPr id="86" name="Shape 83"/>
          <p:cNvSpPr/>
          <p:nvPr/>
        </p:nvSpPr>
        <p:spPr>
          <a:xfrm>
            <a:off x="10021824" y="1965960"/>
            <a:ext cx="73152" cy="73152"/>
          </a:xfrm>
          <a:prstGeom prst="rect">
            <a:avLst/>
          </a:prstGeom>
          <a:solidFill>
            <a:schemeClr val="accent5">
              <a:alpha val="70000"/>
            </a:schemeClr>
          </a:solidFill>
          <a:ln w="6350">
            <a:solidFill>
              <a:schemeClr val="bg1"/>
            </a:solidFill>
            <a:prstDash val="solid"/>
          </a:ln>
        </p:spPr>
      </p:sp>
      <p:sp>
        <p:nvSpPr>
          <p:cNvPr id="87" name="Shape 84"/>
          <p:cNvSpPr/>
          <p:nvPr/>
        </p:nvSpPr>
        <p:spPr>
          <a:xfrm>
            <a:off x="10099548" y="1965960"/>
            <a:ext cx="73152" cy="73152"/>
          </a:xfrm>
          <a:prstGeom prst="rect">
            <a:avLst/>
          </a:prstGeom>
          <a:solidFill>
            <a:schemeClr val="accent5">
              <a:alpha val="70000"/>
            </a:schemeClr>
          </a:solidFill>
          <a:ln w="6350">
            <a:solidFill>
              <a:schemeClr val="bg1"/>
            </a:solidFill>
            <a:prstDash val="solid"/>
          </a:ln>
        </p:spPr>
      </p:sp>
      <p:sp>
        <p:nvSpPr>
          <p:cNvPr id="88" name="Shape 85"/>
          <p:cNvSpPr/>
          <p:nvPr/>
        </p:nvSpPr>
        <p:spPr>
          <a:xfrm>
            <a:off x="9866376" y="2043684"/>
            <a:ext cx="73152" cy="73152"/>
          </a:xfrm>
          <a:prstGeom prst="rect">
            <a:avLst/>
          </a:prstGeom>
          <a:solidFill>
            <a:schemeClr val="accent5">
              <a:alpha val="70000"/>
            </a:schemeClr>
          </a:solidFill>
          <a:ln w="6350">
            <a:solidFill>
              <a:schemeClr val="bg1"/>
            </a:solidFill>
            <a:prstDash val="solid"/>
          </a:ln>
        </p:spPr>
      </p:sp>
      <p:sp>
        <p:nvSpPr>
          <p:cNvPr id="89" name="Shape 86"/>
          <p:cNvSpPr/>
          <p:nvPr/>
        </p:nvSpPr>
        <p:spPr>
          <a:xfrm>
            <a:off x="9944100" y="2043684"/>
            <a:ext cx="73152" cy="73152"/>
          </a:xfrm>
          <a:prstGeom prst="rect">
            <a:avLst/>
          </a:prstGeom>
          <a:solidFill>
            <a:schemeClr val="accent5">
              <a:alpha val="70000"/>
            </a:schemeClr>
          </a:solidFill>
          <a:ln w="6350">
            <a:solidFill>
              <a:schemeClr val="bg1"/>
            </a:solidFill>
            <a:prstDash val="solid"/>
          </a:ln>
        </p:spPr>
      </p:sp>
      <p:sp>
        <p:nvSpPr>
          <p:cNvPr id="90" name="Shape 87"/>
          <p:cNvSpPr/>
          <p:nvPr/>
        </p:nvSpPr>
        <p:spPr>
          <a:xfrm>
            <a:off x="10021824" y="2043684"/>
            <a:ext cx="73152" cy="73152"/>
          </a:xfrm>
          <a:prstGeom prst="rect">
            <a:avLst/>
          </a:prstGeom>
          <a:solidFill>
            <a:schemeClr val="accent5">
              <a:alpha val="15000"/>
            </a:schemeClr>
          </a:solidFill>
          <a:ln w="6350">
            <a:solidFill>
              <a:schemeClr val="bg1"/>
            </a:solidFill>
            <a:prstDash val="solid"/>
          </a:ln>
        </p:spPr>
      </p:sp>
      <p:sp>
        <p:nvSpPr>
          <p:cNvPr id="91" name="Shape 88"/>
          <p:cNvSpPr/>
          <p:nvPr/>
        </p:nvSpPr>
        <p:spPr>
          <a:xfrm>
            <a:off x="10099548" y="2043684"/>
            <a:ext cx="73152" cy="73152"/>
          </a:xfrm>
          <a:prstGeom prst="rect">
            <a:avLst/>
          </a:prstGeom>
          <a:solidFill>
            <a:schemeClr val="accent5">
              <a:alpha val="70000"/>
            </a:schemeClr>
          </a:solidFill>
          <a:ln w="6350">
            <a:solidFill>
              <a:schemeClr val="bg1"/>
            </a:solidFill>
            <a:prstDash val="solid"/>
          </a:ln>
        </p:spPr>
      </p:sp>
      <p:sp>
        <p:nvSpPr>
          <p:cNvPr id="92" name="Shape 89"/>
          <p:cNvSpPr/>
          <p:nvPr/>
        </p:nvSpPr>
        <p:spPr>
          <a:xfrm>
            <a:off x="9866376" y="2121408"/>
            <a:ext cx="73152" cy="73152"/>
          </a:xfrm>
          <a:prstGeom prst="rect">
            <a:avLst/>
          </a:prstGeom>
          <a:solidFill>
            <a:schemeClr val="accent5">
              <a:alpha val="15000"/>
            </a:schemeClr>
          </a:solidFill>
          <a:ln w="6350">
            <a:solidFill>
              <a:schemeClr val="bg1"/>
            </a:solidFill>
            <a:prstDash val="solid"/>
          </a:ln>
        </p:spPr>
      </p:sp>
      <p:sp>
        <p:nvSpPr>
          <p:cNvPr id="93" name="Shape 90"/>
          <p:cNvSpPr/>
          <p:nvPr/>
        </p:nvSpPr>
        <p:spPr>
          <a:xfrm>
            <a:off x="9944100" y="2121408"/>
            <a:ext cx="73152" cy="73152"/>
          </a:xfrm>
          <a:prstGeom prst="rect">
            <a:avLst/>
          </a:prstGeom>
          <a:solidFill>
            <a:schemeClr val="accent5">
              <a:alpha val="70000"/>
            </a:schemeClr>
          </a:solidFill>
          <a:ln w="6350">
            <a:solidFill>
              <a:schemeClr val="bg1"/>
            </a:solidFill>
            <a:prstDash val="solid"/>
          </a:ln>
        </p:spPr>
      </p:sp>
      <p:sp>
        <p:nvSpPr>
          <p:cNvPr id="94" name="Shape 91"/>
          <p:cNvSpPr/>
          <p:nvPr/>
        </p:nvSpPr>
        <p:spPr>
          <a:xfrm>
            <a:off x="10021824" y="2121408"/>
            <a:ext cx="73152" cy="73152"/>
          </a:xfrm>
          <a:prstGeom prst="rect">
            <a:avLst/>
          </a:prstGeom>
          <a:solidFill>
            <a:schemeClr val="accent5">
              <a:alpha val="70000"/>
            </a:schemeClr>
          </a:solidFill>
          <a:ln w="6350">
            <a:solidFill>
              <a:schemeClr val="bg1"/>
            </a:solidFill>
            <a:prstDash val="solid"/>
          </a:ln>
        </p:spPr>
      </p:sp>
      <p:sp>
        <p:nvSpPr>
          <p:cNvPr id="95" name="Shape 92"/>
          <p:cNvSpPr/>
          <p:nvPr/>
        </p:nvSpPr>
        <p:spPr>
          <a:xfrm>
            <a:off x="10099548" y="2121408"/>
            <a:ext cx="73152" cy="73152"/>
          </a:xfrm>
          <a:prstGeom prst="rect">
            <a:avLst/>
          </a:prstGeom>
          <a:solidFill>
            <a:schemeClr val="accent5">
              <a:alpha val="70000"/>
            </a:schemeClr>
          </a:solidFill>
          <a:ln w="6350">
            <a:solidFill>
              <a:schemeClr val="bg1"/>
            </a:solidFill>
            <a:prstDash val="solid"/>
          </a:ln>
        </p:spPr>
      </p:sp>
      <p:sp>
        <p:nvSpPr>
          <p:cNvPr id="96" name="Shape 93"/>
          <p:cNvSpPr/>
          <p:nvPr/>
        </p:nvSpPr>
        <p:spPr>
          <a:xfrm>
            <a:off x="9866376" y="2199132"/>
            <a:ext cx="73152" cy="73152"/>
          </a:xfrm>
          <a:prstGeom prst="rect">
            <a:avLst/>
          </a:prstGeom>
          <a:solidFill>
            <a:schemeClr val="accent5">
              <a:alpha val="70000"/>
            </a:schemeClr>
          </a:solidFill>
          <a:ln w="6350">
            <a:solidFill>
              <a:schemeClr val="bg1"/>
            </a:solidFill>
            <a:prstDash val="solid"/>
          </a:ln>
        </p:spPr>
      </p:sp>
      <p:sp>
        <p:nvSpPr>
          <p:cNvPr id="97" name="Shape 94"/>
          <p:cNvSpPr/>
          <p:nvPr/>
        </p:nvSpPr>
        <p:spPr>
          <a:xfrm>
            <a:off x="9944100" y="2199132"/>
            <a:ext cx="73152" cy="73152"/>
          </a:xfrm>
          <a:prstGeom prst="rect">
            <a:avLst/>
          </a:prstGeom>
          <a:solidFill>
            <a:schemeClr val="accent5">
              <a:alpha val="70000"/>
            </a:schemeClr>
          </a:solidFill>
          <a:ln w="6350">
            <a:solidFill>
              <a:schemeClr val="bg1"/>
            </a:solidFill>
            <a:prstDash val="solid"/>
          </a:ln>
        </p:spPr>
      </p:sp>
      <p:sp>
        <p:nvSpPr>
          <p:cNvPr id="98" name="Shape 95"/>
          <p:cNvSpPr/>
          <p:nvPr/>
        </p:nvSpPr>
        <p:spPr>
          <a:xfrm>
            <a:off x="10021824" y="2199132"/>
            <a:ext cx="73152" cy="73152"/>
          </a:xfrm>
          <a:prstGeom prst="rect">
            <a:avLst/>
          </a:prstGeom>
          <a:solidFill>
            <a:schemeClr val="accent5">
              <a:alpha val="70000"/>
            </a:schemeClr>
          </a:solidFill>
          <a:ln w="6350">
            <a:solidFill>
              <a:schemeClr val="bg1"/>
            </a:solidFill>
            <a:prstDash val="solid"/>
          </a:ln>
        </p:spPr>
      </p:sp>
      <p:sp>
        <p:nvSpPr>
          <p:cNvPr id="99" name="Shape 96"/>
          <p:cNvSpPr/>
          <p:nvPr/>
        </p:nvSpPr>
        <p:spPr>
          <a:xfrm>
            <a:off x="10099548" y="2199132"/>
            <a:ext cx="73152" cy="73152"/>
          </a:xfrm>
          <a:prstGeom prst="rect">
            <a:avLst/>
          </a:prstGeom>
          <a:solidFill>
            <a:schemeClr val="accent5">
              <a:alpha val="15000"/>
            </a:schemeClr>
          </a:solidFill>
          <a:ln w="6350">
            <a:solidFill>
              <a:schemeClr val="bg1"/>
            </a:solidFill>
            <a:prstDash val="solid"/>
          </a:ln>
        </p:spPr>
      </p:sp>
      <p:sp>
        <p:nvSpPr>
          <p:cNvPr id="100" name="Shape 97"/>
          <p:cNvSpPr/>
          <p:nvPr/>
        </p:nvSpPr>
        <p:spPr>
          <a:xfrm>
            <a:off x="10204704" y="1965960"/>
            <a:ext cx="73152" cy="73152"/>
          </a:xfrm>
          <a:prstGeom prst="rect">
            <a:avLst/>
          </a:prstGeom>
          <a:solidFill>
            <a:schemeClr val="accent5">
              <a:alpha val="70000"/>
            </a:schemeClr>
          </a:solidFill>
          <a:ln w="6350">
            <a:solidFill>
              <a:schemeClr val="bg1"/>
            </a:solidFill>
            <a:prstDash val="solid"/>
          </a:ln>
        </p:spPr>
      </p:sp>
      <p:sp>
        <p:nvSpPr>
          <p:cNvPr id="101" name="Shape 98"/>
          <p:cNvSpPr/>
          <p:nvPr/>
        </p:nvSpPr>
        <p:spPr>
          <a:xfrm>
            <a:off x="10282428" y="1965960"/>
            <a:ext cx="73152" cy="73152"/>
          </a:xfrm>
          <a:prstGeom prst="rect">
            <a:avLst/>
          </a:prstGeom>
          <a:solidFill>
            <a:schemeClr val="accent5">
              <a:alpha val="15000"/>
            </a:schemeClr>
          </a:solidFill>
          <a:ln w="6350">
            <a:solidFill>
              <a:schemeClr val="bg1"/>
            </a:solidFill>
            <a:prstDash val="solid"/>
          </a:ln>
        </p:spPr>
      </p:sp>
      <p:sp>
        <p:nvSpPr>
          <p:cNvPr id="102" name="Shape 99"/>
          <p:cNvSpPr/>
          <p:nvPr/>
        </p:nvSpPr>
        <p:spPr>
          <a:xfrm>
            <a:off x="10360152" y="1965960"/>
            <a:ext cx="73152" cy="73152"/>
          </a:xfrm>
          <a:prstGeom prst="rect">
            <a:avLst/>
          </a:prstGeom>
          <a:solidFill>
            <a:schemeClr val="accent5">
              <a:alpha val="70000"/>
            </a:schemeClr>
          </a:solidFill>
          <a:ln w="6350">
            <a:solidFill>
              <a:schemeClr val="bg1"/>
            </a:solidFill>
            <a:prstDash val="solid"/>
          </a:ln>
        </p:spPr>
      </p:sp>
      <p:sp>
        <p:nvSpPr>
          <p:cNvPr id="103" name="Shape 100"/>
          <p:cNvSpPr/>
          <p:nvPr/>
        </p:nvSpPr>
        <p:spPr>
          <a:xfrm>
            <a:off x="10437876" y="1965960"/>
            <a:ext cx="73152" cy="73152"/>
          </a:xfrm>
          <a:prstGeom prst="rect">
            <a:avLst/>
          </a:prstGeom>
          <a:solidFill>
            <a:schemeClr val="accent5">
              <a:alpha val="70000"/>
            </a:schemeClr>
          </a:solidFill>
          <a:ln w="6350">
            <a:solidFill>
              <a:schemeClr val="bg1"/>
            </a:solidFill>
            <a:prstDash val="solid"/>
          </a:ln>
        </p:spPr>
      </p:sp>
      <p:sp>
        <p:nvSpPr>
          <p:cNvPr id="104" name="Shape 101"/>
          <p:cNvSpPr/>
          <p:nvPr/>
        </p:nvSpPr>
        <p:spPr>
          <a:xfrm>
            <a:off x="10204704" y="2043684"/>
            <a:ext cx="73152" cy="73152"/>
          </a:xfrm>
          <a:prstGeom prst="rect">
            <a:avLst/>
          </a:prstGeom>
          <a:solidFill>
            <a:schemeClr val="accent5">
              <a:alpha val="70000"/>
            </a:schemeClr>
          </a:solidFill>
          <a:ln w="6350">
            <a:solidFill>
              <a:schemeClr val="bg1"/>
            </a:solidFill>
            <a:prstDash val="solid"/>
          </a:ln>
        </p:spPr>
      </p:sp>
      <p:sp>
        <p:nvSpPr>
          <p:cNvPr id="105" name="Shape 102"/>
          <p:cNvSpPr/>
          <p:nvPr/>
        </p:nvSpPr>
        <p:spPr>
          <a:xfrm>
            <a:off x="10282428" y="2043684"/>
            <a:ext cx="73152" cy="73152"/>
          </a:xfrm>
          <a:prstGeom prst="rect">
            <a:avLst/>
          </a:prstGeom>
          <a:solidFill>
            <a:schemeClr val="accent5">
              <a:alpha val="70000"/>
            </a:schemeClr>
          </a:solidFill>
          <a:ln w="6350">
            <a:solidFill>
              <a:schemeClr val="bg1"/>
            </a:solidFill>
            <a:prstDash val="solid"/>
          </a:ln>
        </p:spPr>
      </p:sp>
      <p:sp>
        <p:nvSpPr>
          <p:cNvPr id="106" name="Shape 103"/>
          <p:cNvSpPr/>
          <p:nvPr/>
        </p:nvSpPr>
        <p:spPr>
          <a:xfrm>
            <a:off x="10360152" y="2043684"/>
            <a:ext cx="73152" cy="73152"/>
          </a:xfrm>
          <a:prstGeom prst="rect">
            <a:avLst/>
          </a:prstGeom>
          <a:solidFill>
            <a:schemeClr val="accent5">
              <a:alpha val="15000"/>
            </a:schemeClr>
          </a:solidFill>
          <a:ln w="6350">
            <a:solidFill>
              <a:schemeClr val="bg1"/>
            </a:solidFill>
            <a:prstDash val="solid"/>
          </a:ln>
        </p:spPr>
      </p:sp>
      <p:sp>
        <p:nvSpPr>
          <p:cNvPr id="107" name="Shape 104"/>
          <p:cNvSpPr/>
          <p:nvPr/>
        </p:nvSpPr>
        <p:spPr>
          <a:xfrm>
            <a:off x="10437876" y="2043684"/>
            <a:ext cx="73152" cy="73152"/>
          </a:xfrm>
          <a:prstGeom prst="rect">
            <a:avLst/>
          </a:prstGeom>
          <a:solidFill>
            <a:schemeClr val="accent5">
              <a:alpha val="70000"/>
            </a:schemeClr>
          </a:solidFill>
          <a:ln w="6350">
            <a:solidFill>
              <a:schemeClr val="bg1"/>
            </a:solidFill>
            <a:prstDash val="solid"/>
          </a:ln>
        </p:spPr>
      </p:sp>
      <p:sp>
        <p:nvSpPr>
          <p:cNvPr id="108" name="Shape 105"/>
          <p:cNvSpPr/>
          <p:nvPr/>
        </p:nvSpPr>
        <p:spPr>
          <a:xfrm>
            <a:off x="10204704" y="2121408"/>
            <a:ext cx="73152" cy="73152"/>
          </a:xfrm>
          <a:prstGeom prst="rect">
            <a:avLst/>
          </a:prstGeom>
          <a:solidFill>
            <a:schemeClr val="accent5">
              <a:alpha val="15000"/>
            </a:schemeClr>
          </a:solidFill>
          <a:ln w="6350">
            <a:solidFill>
              <a:schemeClr val="bg1"/>
            </a:solidFill>
            <a:prstDash val="solid"/>
          </a:ln>
        </p:spPr>
      </p:sp>
      <p:sp>
        <p:nvSpPr>
          <p:cNvPr id="109" name="Shape 106"/>
          <p:cNvSpPr/>
          <p:nvPr/>
        </p:nvSpPr>
        <p:spPr>
          <a:xfrm>
            <a:off x="10282428" y="2121408"/>
            <a:ext cx="73152" cy="73152"/>
          </a:xfrm>
          <a:prstGeom prst="rect">
            <a:avLst/>
          </a:prstGeom>
          <a:solidFill>
            <a:schemeClr val="accent5">
              <a:alpha val="70000"/>
            </a:schemeClr>
          </a:solidFill>
          <a:ln w="6350">
            <a:solidFill>
              <a:schemeClr val="bg1"/>
            </a:solidFill>
            <a:prstDash val="solid"/>
          </a:ln>
        </p:spPr>
      </p:sp>
      <p:sp>
        <p:nvSpPr>
          <p:cNvPr id="110" name="Shape 107"/>
          <p:cNvSpPr/>
          <p:nvPr/>
        </p:nvSpPr>
        <p:spPr>
          <a:xfrm>
            <a:off x="10360152" y="2121408"/>
            <a:ext cx="73152" cy="73152"/>
          </a:xfrm>
          <a:prstGeom prst="rect">
            <a:avLst/>
          </a:prstGeom>
          <a:solidFill>
            <a:schemeClr val="accent5">
              <a:alpha val="70000"/>
            </a:schemeClr>
          </a:solidFill>
          <a:ln w="6350">
            <a:solidFill>
              <a:schemeClr val="bg1"/>
            </a:solidFill>
            <a:prstDash val="solid"/>
          </a:ln>
        </p:spPr>
      </p:sp>
      <p:sp>
        <p:nvSpPr>
          <p:cNvPr id="111" name="Shape 108"/>
          <p:cNvSpPr/>
          <p:nvPr/>
        </p:nvSpPr>
        <p:spPr>
          <a:xfrm>
            <a:off x="10437876" y="2121408"/>
            <a:ext cx="73152" cy="73152"/>
          </a:xfrm>
          <a:prstGeom prst="rect">
            <a:avLst/>
          </a:prstGeom>
          <a:solidFill>
            <a:schemeClr val="accent5">
              <a:alpha val="70000"/>
            </a:schemeClr>
          </a:solidFill>
          <a:ln w="6350">
            <a:solidFill>
              <a:schemeClr val="bg1"/>
            </a:solidFill>
            <a:prstDash val="solid"/>
          </a:ln>
        </p:spPr>
      </p:sp>
      <p:sp>
        <p:nvSpPr>
          <p:cNvPr id="112" name="Shape 109"/>
          <p:cNvSpPr/>
          <p:nvPr/>
        </p:nvSpPr>
        <p:spPr>
          <a:xfrm>
            <a:off x="10204704" y="2199132"/>
            <a:ext cx="73152" cy="73152"/>
          </a:xfrm>
          <a:prstGeom prst="rect">
            <a:avLst/>
          </a:prstGeom>
          <a:solidFill>
            <a:schemeClr val="accent5">
              <a:alpha val="70000"/>
            </a:schemeClr>
          </a:solidFill>
          <a:ln w="6350">
            <a:solidFill>
              <a:schemeClr val="bg1"/>
            </a:solidFill>
            <a:prstDash val="solid"/>
          </a:ln>
        </p:spPr>
      </p:sp>
      <p:sp>
        <p:nvSpPr>
          <p:cNvPr id="113" name="Shape 110"/>
          <p:cNvSpPr/>
          <p:nvPr/>
        </p:nvSpPr>
        <p:spPr>
          <a:xfrm>
            <a:off x="10282428" y="2199132"/>
            <a:ext cx="73152" cy="73152"/>
          </a:xfrm>
          <a:prstGeom prst="rect">
            <a:avLst/>
          </a:prstGeom>
          <a:solidFill>
            <a:schemeClr val="accent5">
              <a:alpha val="70000"/>
            </a:schemeClr>
          </a:solidFill>
          <a:ln w="6350">
            <a:solidFill>
              <a:schemeClr val="bg1"/>
            </a:solidFill>
            <a:prstDash val="solid"/>
          </a:ln>
        </p:spPr>
      </p:sp>
      <p:sp>
        <p:nvSpPr>
          <p:cNvPr id="114" name="Shape 111"/>
          <p:cNvSpPr/>
          <p:nvPr/>
        </p:nvSpPr>
        <p:spPr>
          <a:xfrm>
            <a:off x="10360152" y="2199132"/>
            <a:ext cx="73152" cy="73152"/>
          </a:xfrm>
          <a:prstGeom prst="rect">
            <a:avLst/>
          </a:prstGeom>
          <a:solidFill>
            <a:schemeClr val="accent5">
              <a:alpha val="70000"/>
            </a:schemeClr>
          </a:solidFill>
          <a:ln w="6350">
            <a:solidFill>
              <a:schemeClr val="bg1"/>
            </a:solidFill>
            <a:prstDash val="solid"/>
          </a:ln>
        </p:spPr>
      </p:sp>
      <p:sp>
        <p:nvSpPr>
          <p:cNvPr id="115" name="Shape 112"/>
          <p:cNvSpPr/>
          <p:nvPr/>
        </p:nvSpPr>
        <p:spPr>
          <a:xfrm>
            <a:off x="10437876" y="2199132"/>
            <a:ext cx="73152" cy="73152"/>
          </a:xfrm>
          <a:prstGeom prst="rect">
            <a:avLst/>
          </a:prstGeom>
          <a:solidFill>
            <a:schemeClr val="accent5">
              <a:alpha val="15000"/>
            </a:schemeClr>
          </a:solidFill>
          <a:ln w="6350">
            <a:solidFill>
              <a:schemeClr val="bg1"/>
            </a:solidFill>
            <a:prstDash val="solid"/>
          </a:ln>
        </p:spPr>
      </p:sp>
      <p:sp>
        <p:nvSpPr>
          <p:cNvPr id="116" name="Shape 113"/>
          <p:cNvSpPr/>
          <p:nvPr/>
        </p:nvSpPr>
        <p:spPr>
          <a:xfrm>
            <a:off x="10543032" y="1965960"/>
            <a:ext cx="73152" cy="73152"/>
          </a:xfrm>
          <a:prstGeom prst="rect">
            <a:avLst/>
          </a:prstGeom>
          <a:solidFill>
            <a:schemeClr val="accent5">
              <a:alpha val="70000"/>
            </a:schemeClr>
          </a:solidFill>
          <a:ln w="6350">
            <a:solidFill>
              <a:schemeClr val="bg1"/>
            </a:solidFill>
            <a:prstDash val="solid"/>
          </a:ln>
        </p:spPr>
      </p:sp>
      <p:sp>
        <p:nvSpPr>
          <p:cNvPr id="117" name="Shape 114"/>
          <p:cNvSpPr/>
          <p:nvPr/>
        </p:nvSpPr>
        <p:spPr>
          <a:xfrm>
            <a:off x="10620756" y="1965960"/>
            <a:ext cx="73152" cy="73152"/>
          </a:xfrm>
          <a:prstGeom prst="rect">
            <a:avLst/>
          </a:prstGeom>
          <a:solidFill>
            <a:schemeClr val="accent5">
              <a:alpha val="15000"/>
            </a:schemeClr>
          </a:solidFill>
          <a:ln w="6350">
            <a:solidFill>
              <a:schemeClr val="bg1"/>
            </a:solidFill>
            <a:prstDash val="solid"/>
          </a:ln>
        </p:spPr>
      </p:sp>
      <p:sp>
        <p:nvSpPr>
          <p:cNvPr id="118" name="Shape 115"/>
          <p:cNvSpPr/>
          <p:nvPr/>
        </p:nvSpPr>
        <p:spPr>
          <a:xfrm>
            <a:off x="10698480" y="1965960"/>
            <a:ext cx="73152" cy="73152"/>
          </a:xfrm>
          <a:prstGeom prst="rect">
            <a:avLst/>
          </a:prstGeom>
          <a:solidFill>
            <a:schemeClr val="accent5">
              <a:alpha val="70000"/>
            </a:schemeClr>
          </a:solidFill>
          <a:ln w="6350">
            <a:solidFill>
              <a:schemeClr val="bg1"/>
            </a:solidFill>
            <a:prstDash val="solid"/>
          </a:ln>
        </p:spPr>
      </p:sp>
      <p:sp>
        <p:nvSpPr>
          <p:cNvPr id="119" name="Shape 116"/>
          <p:cNvSpPr/>
          <p:nvPr/>
        </p:nvSpPr>
        <p:spPr>
          <a:xfrm>
            <a:off x="10776204" y="1965960"/>
            <a:ext cx="73152" cy="73152"/>
          </a:xfrm>
          <a:prstGeom prst="rect">
            <a:avLst/>
          </a:prstGeom>
          <a:solidFill>
            <a:schemeClr val="accent5">
              <a:alpha val="70000"/>
            </a:schemeClr>
          </a:solidFill>
          <a:ln w="6350">
            <a:solidFill>
              <a:schemeClr val="bg1"/>
            </a:solidFill>
            <a:prstDash val="solid"/>
          </a:ln>
        </p:spPr>
      </p:sp>
      <p:sp>
        <p:nvSpPr>
          <p:cNvPr id="120" name="Shape 117"/>
          <p:cNvSpPr/>
          <p:nvPr/>
        </p:nvSpPr>
        <p:spPr>
          <a:xfrm>
            <a:off x="10543032" y="2043684"/>
            <a:ext cx="73152" cy="73152"/>
          </a:xfrm>
          <a:prstGeom prst="rect">
            <a:avLst/>
          </a:prstGeom>
          <a:solidFill>
            <a:schemeClr val="accent5">
              <a:alpha val="70000"/>
            </a:schemeClr>
          </a:solidFill>
          <a:ln w="6350">
            <a:solidFill>
              <a:schemeClr val="bg1"/>
            </a:solidFill>
            <a:prstDash val="solid"/>
          </a:ln>
        </p:spPr>
      </p:sp>
      <p:sp>
        <p:nvSpPr>
          <p:cNvPr id="121" name="Shape 118"/>
          <p:cNvSpPr/>
          <p:nvPr/>
        </p:nvSpPr>
        <p:spPr>
          <a:xfrm>
            <a:off x="10620756" y="2043684"/>
            <a:ext cx="73152" cy="73152"/>
          </a:xfrm>
          <a:prstGeom prst="rect">
            <a:avLst/>
          </a:prstGeom>
          <a:solidFill>
            <a:schemeClr val="accent5">
              <a:alpha val="70000"/>
            </a:schemeClr>
          </a:solidFill>
          <a:ln w="6350">
            <a:solidFill>
              <a:schemeClr val="bg1"/>
            </a:solidFill>
            <a:prstDash val="solid"/>
          </a:ln>
        </p:spPr>
      </p:sp>
      <p:sp>
        <p:nvSpPr>
          <p:cNvPr id="122" name="Shape 119"/>
          <p:cNvSpPr/>
          <p:nvPr/>
        </p:nvSpPr>
        <p:spPr>
          <a:xfrm>
            <a:off x="10698480" y="2043684"/>
            <a:ext cx="73152" cy="73152"/>
          </a:xfrm>
          <a:prstGeom prst="rect">
            <a:avLst/>
          </a:prstGeom>
          <a:solidFill>
            <a:schemeClr val="accent5">
              <a:alpha val="15000"/>
            </a:schemeClr>
          </a:solidFill>
          <a:ln w="6350">
            <a:solidFill>
              <a:schemeClr val="bg1"/>
            </a:solidFill>
            <a:prstDash val="solid"/>
          </a:ln>
        </p:spPr>
      </p:sp>
      <p:sp>
        <p:nvSpPr>
          <p:cNvPr id="123" name="Shape 120"/>
          <p:cNvSpPr/>
          <p:nvPr/>
        </p:nvSpPr>
        <p:spPr>
          <a:xfrm>
            <a:off x="10776204" y="2043684"/>
            <a:ext cx="73152" cy="73152"/>
          </a:xfrm>
          <a:prstGeom prst="rect">
            <a:avLst/>
          </a:prstGeom>
          <a:solidFill>
            <a:schemeClr val="accent5">
              <a:alpha val="70000"/>
            </a:schemeClr>
          </a:solidFill>
          <a:ln w="6350">
            <a:solidFill>
              <a:schemeClr val="bg1"/>
            </a:solidFill>
            <a:prstDash val="solid"/>
          </a:ln>
        </p:spPr>
      </p:sp>
      <p:sp>
        <p:nvSpPr>
          <p:cNvPr id="124" name="Shape 121"/>
          <p:cNvSpPr/>
          <p:nvPr/>
        </p:nvSpPr>
        <p:spPr>
          <a:xfrm>
            <a:off x="10543032" y="2121408"/>
            <a:ext cx="73152" cy="73152"/>
          </a:xfrm>
          <a:prstGeom prst="rect">
            <a:avLst/>
          </a:prstGeom>
          <a:solidFill>
            <a:schemeClr val="accent5">
              <a:alpha val="15000"/>
            </a:schemeClr>
          </a:solidFill>
          <a:ln w="6350">
            <a:solidFill>
              <a:schemeClr val="bg1"/>
            </a:solidFill>
            <a:prstDash val="solid"/>
          </a:ln>
        </p:spPr>
      </p:sp>
      <p:sp>
        <p:nvSpPr>
          <p:cNvPr id="125" name="Shape 122"/>
          <p:cNvSpPr/>
          <p:nvPr/>
        </p:nvSpPr>
        <p:spPr>
          <a:xfrm>
            <a:off x="10620756" y="2121408"/>
            <a:ext cx="73152" cy="73152"/>
          </a:xfrm>
          <a:prstGeom prst="rect">
            <a:avLst/>
          </a:prstGeom>
          <a:solidFill>
            <a:schemeClr val="accent5">
              <a:alpha val="70000"/>
            </a:schemeClr>
          </a:solidFill>
          <a:ln w="6350">
            <a:solidFill>
              <a:schemeClr val="bg1"/>
            </a:solidFill>
            <a:prstDash val="solid"/>
          </a:ln>
        </p:spPr>
      </p:sp>
      <p:sp>
        <p:nvSpPr>
          <p:cNvPr id="126" name="Shape 123"/>
          <p:cNvSpPr/>
          <p:nvPr/>
        </p:nvSpPr>
        <p:spPr>
          <a:xfrm>
            <a:off x="10698480" y="2121408"/>
            <a:ext cx="73152" cy="73152"/>
          </a:xfrm>
          <a:prstGeom prst="rect">
            <a:avLst/>
          </a:prstGeom>
          <a:solidFill>
            <a:schemeClr val="accent5">
              <a:alpha val="70000"/>
            </a:schemeClr>
          </a:solidFill>
          <a:ln w="6350">
            <a:solidFill>
              <a:schemeClr val="bg1"/>
            </a:solidFill>
            <a:prstDash val="solid"/>
          </a:ln>
        </p:spPr>
      </p:sp>
      <p:sp>
        <p:nvSpPr>
          <p:cNvPr id="127" name="Shape 124"/>
          <p:cNvSpPr/>
          <p:nvPr/>
        </p:nvSpPr>
        <p:spPr>
          <a:xfrm>
            <a:off x="10776204" y="2121408"/>
            <a:ext cx="73152" cy="73152"/>
          </a:xfrm>
          <a:prstGeom prst="rect">
            <a:avLst/>
          </a:prstGeom>
          <a:solidFill>
            <a:schemeClr val="accent5">
              <a:alpha val="70000"/>
            </a:schemeClr>
          </a:solidFill>
          <a:ln w="6350">
            <a:solidFill>
              <a:schemeClr val="bg1"/>
            </a:solidFill>
            <a:prstDash val="solid"/>
          </a:ln>
        </p:spPr>
      </p:sp>
      <p:sp>
        <p:nvSpPr>
          <p:cNvPr id="128" name="Shape 125"/>
          <p:cNvSpPr/>
          <p:nvPr/>
        </p:nvSpPr>
        <p:spPr>
          <a:xfrm>
            <a:off x="10543032" y="2199132"/>
            <a:ext cx="73152" cy="73152"/>
          </a:xfrm>
          <a:prstGeom prst="rect">
            <a:avLst/>
          </a:prstGeom>
          <a:solidFill>
            <a:schemeClr val="accent5">
              <a:alpha val="70000"/>
            </a:schemeClr>
          </a:solidFill>
          <a:ln w="6350">
            <a:solidFill>
              <a:schemeClr val="bg1"/>
            </a:solidFill>
            <a:prstDash val="solid"/>
          </a:ln>
        </p:spPr>
      </p:sp>
      <p:sp>
        <p:nvSpPr>
          <p:cNvPr id="129" name="Shape 126"/>
          <p:cNvSpPr/>
          <p:nvPr/>
        </p:nvSpPr>
        <p:spPr>
          <a:xfrm>
            <a:off x="10620756" y="2199132"/>
            <a:ext cx="73152" cy="73152"/>
          </a:xfrm>
          <a:prstGeom prst="rect">
            <a:avLst/>
          </a:prstGeom>
          <a:solidFill>
            <a:schemeClr val="accent5">
              <a:alpha val="70000"/>
            </a:schemeClr>
          </a:solidFill>
          <a:ln w="6350">
            <a:solidFill>
              <a:schemeClr val="bg1"/>
            </a:solidFill>
            <a:prstDash val="solid"/>
          </a:ln>
        </p:spPr>
      </p:sp>
      <p:sp>
        <p:nvSpPr>
          <p:cNvPr id="130" name="Shape 127"/>
          <p:cNvSpPr/>
          <p:nvPr/>
        </p:nvSpPr>
        <p:spPr>
          <a:xfrm>
            <a:off x="10698480" y="2199132"/>
            <a:ext cx="73152" cy="73152"/>
          </a:xfrm>
          <a:prstGeom prst="rect">
            <a:avLst/>
          </a:prstGeom>
          <a:solidFill>
            <a:schemeClr val="accent5">
              <a:alpha val="70000"/>
            </a:schemeClr>
          </a:solidFill>
          <a:ln w="6350">
            <a:solidFill>
              <a:schemeClr val="bg1"/>
            </a:solidFill>
            <a:prstDash val="solid"/>
          </a:ln>
        </p:spPr>
      </p:sp>
      <p:sp>
        <p:nvSpPr>
          <p:cNvPr id="131" name="Shape 128"/>
          <p:cNvSpPr/>
          <p:nvPr/>
        </p:nvSpPr>
        <p:spPr>
          <a:xfrm>
            <a:off x="10776204" y="2199132"/>
            <a:ext cx="73152" cy="73152"/>
          </a:xfrm>
          <a:prstGeom prst="rect">
            <a:avLst/>
          </a:prstGeom>
          <a:solidFill>
            <a:schemeClr val="accent5">
              <a:alpha val="15000"/>
            </a:schemeClr>
          </a:solidFill>
          <a:ln w="6350">
            <a:solidFill>
              <a:schemeClr val="bg1"/>
            </a:solidFill>
            <a:prstDash val="solid"/>
          </a:ln>
        </p:spPr>
      </p:sp>
      <p:sp>
        <p:nvSpPr>
          <p:cNvPr id="132" name="Shape 129"/>
          <p:cNvSpPr/>
          <p:nvPr/>
        </p:nvSpPr>
        <p:spPr>
          <a:xfrm>
            <a:off x="10881360" y="1965960"/>
            <a:ext cx="73152" cy="73152"/>
          </a:xfrm>
          <a:prstGeom prst="rect">
            <a:avLst/>
          </a:prstGeom>
          <a:solidFill>
            <a:schemeClr val="accent5">
              <a:alpha val="70000"/>
            </a:schemeClr>
          </a:solidFill>
          <a:ln w="6350">
            <a:solidFill>
              <a:schemeClr val="bg1"/>
            </a:solidFill>
            <a:prstDash val="solid"/>
          </a:ln>
        </p:spPr>
      </p:sp>
      <p:sp>
        <p:nvSpPr>
          <p:cNvPr id="133" name="Shape 130"/>
          <p:cNvSpPr/>
          <p:nvPr/>
        </p:nvSpPr>
        <p:spPr>
          <a:xfrm>
            <a:off x="10959084" y="1965960"/>
            <a:ext cx="73152" cy="73152"/>
          </a:xfrm>
          <a:prstGeom prst="rect">
            <a:avLst/>
          </a:prstGeom>
          <a:solidFill>
            <a:schemeClr val="accent5">
              <a:alpha val="15000"/>
            </a:schemeClr>
          </a:solidFill>
          <a:ln w="6350">
            <a:solidFill>
              <a:schemeClr val="bg1"/>
            </a:solidFill>
            <a:prstDash val="solid"/>
          </a:ln>
        </p:spPr>
      </p:sp>
      <p:sp>
        <p:nvSpPr>
          <p:cNvPr id="134" name="Shape 131"/>
          <p:cNvSpPr/>
          <p:nvPr/>
        </p:nvSpPr>
        <p:spPr>
          <a:xfrm>
            <a:off x="11036808" y="1965960"/>
            <a:ext cx="73152" cy="73152"/>
          </a:xfrm>
          <a:prstGeom prst="rect">
            <a:avLst/>
          </a:prstGeom>
          <a:solidFill>
            <a:schemeClr val="accent5">
              <a:alpha val="70000"/>
            </a:schemeClr>
          </a:solidFill>
          <a:ln w="6350">
            <a:solidFill>
              <a:schemeClr val="bg1"/>
            </a:solidFill>
            <a:prstDash val="solid"/>
          </a:ln>
        </p:spPr>
      </p:sp>
      <p:sp>
        <p:nvSpPr>
          <p:cNvPr id="135" name="Shape 132"/>
          <p:cNvSpPr/>
          <p:nvPr/>
        </p:nvSpPr>
        <p:spPr>
          <a:xfrm>
            <a:off x="11114532" y="1965960"/>
            <a:ext cx="73152" cy="73152"/>
          </a:xfrm>
          <a:prstGeom prst="rect">
            <a:avLst/>
          </a:prstGeom>
          <a:solidFill>
            <a:schemeClr val="accent5">
              <a:alpha val="70000"/>
            </a:schemeClr>
          </a:solidFill>
          <a:ln w="6350">
            <a:solidFill>
              <a:schemeClr val="bg1"/>
            </a:solidFill>
            <a:prstDash val="solid"/>
          </a:ln>
        </p:spPr>
      </p:sp>
      <p:sp>
        <p:nvSpPr>
          <p:cNvPr id="136" name="Shape 133"/>
          <p:cNvSpPr/>
          <p:nvPr/>
        </p:nvSpPr>
        <p:spPr>
          <a:xfrm>
            <a:off x="10881360" y="2043684"/>
            <a:ext cx="73152" cy="73152"/>
          </a:xfrm>
          <a:prstGeom prst="rect">
            <a:avLst/>
          </a:prstGeom>
          <a:solidFill>
            <a:schemeClr val="accent5">
              <a:alpha val="70000"/>
            </a:schemeClr>
          </a:solidFill>
          <a:ln w="6350">
            <a:solidFill>
              <a:schemeClr val="bg1"/>
            </a:solidFill>
            <a:prstDash val="solid"/>
          </a:ln>
        </p:spPr>
      </p:sp>
      <p:sp>
        <p:nvSpPr>
          <p:cNvPr id="137" name="Shape 134"/>
          <p:cNvSpPr/>
          <p:nvPr/>
        </p:nvSpPr>
        <p:spPr>
          <a:xfrm>
            <a:off x="10959084" y="2043684"/>
            <a:ext cx="73152" cy="73152"/>
          </a:xfrm>
          <a:prstGeom prst="rect">
            <a:avLst/>
          </a:prstGeom>
          <a:solidFill>
            <a:schemeClr val="accent5">
              <a:alpha val="70000"/>
            </a:schemeClr>
          </a:solidFill>
          <a:ln w="6350">
            <a:solidFill>
              <a:schemeClr val="bg1"/>
            </a:solidFill>
            <a:prstDash val="solid"/>
          </a:ln>
        </p:spPr>
      </p:sp>
      <p:sp>
        <p:nvSpPr>
          <p:cNvPr id="138" name="Shape 135"/>
          <p:cNvSpPr/>
          <p:nvPr/>
        </p:nvSpPr>
        <p:spPr>
          <a:xfrm>
            <a:off x="11036808" y="2043684"/>
            <a:ext cx="73152" cy="73152"/>
          </a:xfrm>
          <a:prstGeom prst="rect">
            <a:avLst/>
          </a:prstGeom>
          <a:solidFill>
            <a:schemeClr val="accent5">
              <a:alpha val="15000"/>
            </a:schemeClr>
          </a:solidFill>
          <a:ln w="6350">
            <a:solidFill>
              <a:schemeClr val="bg1"/>
            </a:solidFill>
            <a:prstDash val="solid"/>
          </a:ln>
        </p:spPr>
      </p:sp>
      <p:sp>
        <p:nvSpPr>
          <p:cNvPr id="139" name="Shape 136"/>
          <p:cNvSpPr/>
          <p:nvPr/>
        </p:nvSpPr>
        <p:spPr>
          <a:xfrm>
            <a:off x="11114532" y="2043684"/>
            <a:ext cx="73152" cy="73152"/>
          </a:xfrm>
          <a:prstGeom prst="rect">
            <a:avLst/>
          </a:prstGeom>
          <a:solidFill>
            <a:schemeClr val="accent5">
              <a:alpha val="70000"/>
            </a:schemeClr>
          </a:solidFill>
          <a:ln w="6350">
            <a:solidFill>
              <a:schemeClr val="bg1"/>
            </a:solidFill>
            <a:prstDash val="solid"/>
          </a:ln>
        </p:spPr>
      </p:sp>
      <p:sp>
        <p:nvSpPr>
          <p:cNvPr id="140" name="Shape 137"/>
          <p:cNvSpPr/>
          <p:nvPr/>
        </p:nvSpPr>
        <p:spPr>
          <a:xfrm>
            <a:off x="10881360" y="2121408"/>
            <a:ext cx="73152" cy="73152"/>
          </a:xfrm>
          <a:prstGeom prst="rect">
            <a:avLst/>
          </a:prstGeom>
          <a:solidFill>
            <a:schemeClr val="accent5">
              <a:alpha val="15000"/>
            </a:schemeClr>
          </a:solidFill>
          <a:ln w="6350">
            <a:solidFill>
              <a:schemeClr val="bg1"/>
            </a:solidFill>
            <a:prstDash val="solid"/>
          </a:ln>
        </p:spPr>
      </p:sp>
      <p:sp>
        <p:nvSpPr>
          <p:cNvPr id="141" name="Shape 138"/>
          <p:cNvSpPr/>
          <p:nvPr/>
        </p:nvSpPr>
        <p:spPr>
          <a:xfrm>
            <a:off x="10959084" y="2121408"/>
            <a:ext cx="73152" cy="73152"/>
          </a:xfrm>
          <a:prstGeom prst="rect">
            <a:avLst/>
          </a:prstGeom>
          <a:solidFill>
            <a:schemeClr val="accent5">
              <a:alpha val="70000"/>
            </a:schemeClr>
          </a:solidFill>
          <a:ln w="6350">
            <a:solidFill>
              <a:schemeClr val="bg1"/>
            </a:solidFill>
            <a:prstDash val="solid"/>
          </a:ln>
        </p:spPr>
      </p:sp>
      <p:sp>
        <p:nvSpPr>
          <p:cNvPr id="142" name="Shape 139"/>
          <p:cNvSpPr/>
          <p:nvPr/>
        </p:nvSpPr>
        <p:spPr>
          <a:xfrm>
            <a:off x="11036808" y="2121408"/>
            <a:ext cx="73152" cy="73152"/>
          </a:xfrm>
          <a:prstGeom prst="rect">
            <a:avLst/>
          </a:prstGeom>
          <a:solidFill>
            <a:schemeClr val="accent5">
              <a:alpha val="70000"/>
            </a:schemeClr>
          </a:solidFill>
          <a:ln w="6350">
            <a:solidFill>
              <a:schemeClr val="bg1"/>
            </a:solidFill>
            <a:prstDash val="solid"/>
          </a:ln>
        </p:spPr>
      </p:sp>
      <p:sp>
        <p:nvSpPr>
          <p:cNvPr id="143" name="Shape 140"/>
          <p:cNvSpPr/>
          <p:nvPr/>
        </p:nvSpPr>
        <p:spPr>
          <a:xfrm>
            <a:off x="11114532" y="2121408"/>
            <a:ext cx="73152" cy="73152"/>
          </a:xfrm>
          <a:prstGeom prst="rect">
            <a:avLst/>
          </a:prstGeom>
          <a:solidFill>
            <a:schemeClr val="accent5">
              <a:alpha val="70000"/>
            </a:schemeClr>
          </a:solidFill>
          <a:ln w="6350">
            <a:solidFill>
              <a:schemeClr val="bg1"/>
            </a:solidFill>
            <a:prstDash val="solid"/>
          </a:ln>
        </p:spPr>
      </p:sp>
      <p:sp>
        <p:nvSpPr>
          <p:cNvPr id="144" name="Shape 141"/>
          <p:cNvSpPr/>
          <p:nvPr/>
        </p:nvSpPr>
        <p:spPr>
          <a:xfrm>
            <a:off x="10881360" y="2199132"/>
            <a:ext cx="73152" cy="73152"/>
          </a:xfrm>
          <a:prstGeom prst="rect">
            <a:avLst/>
          </a:prstGeom>
          <a:solidFill>
            <a:schemeClr val="accent5">
              <a:alpha val="70000"/>
            </a:schemeClr>
          </a:solidFill>
          <a:ln w="6350">
            <a:solidFill>
              <a:schemeClr val="bg1"/>
            </a:solidFill>
            <a:prstDash val="solid"/>
          </a:ln>
        </p:spPr>
      </p:sp>
      <p:sp>
        <p:nvSpPr>
          <p:cNvPr id="145" name="Shape 142"/>
          <p:cNvSpPr/>
          <p:nvPr/>
        </p:nvSpPr>
        <p:spPr>
          <a:xfrm>
            <a:off x="10959084" y="2199132"/>
            <a:ext cx="73152" cy="73152"/>
          </a:xfrm>
          <a:prstGeom prst="rect">
            <a:avLst/>
          </a:prstGeom>
          <a:solidFill>
            <a:schemeClr val="accent5">
              <a:alpha val="70000"/>
            </a:schemeClr>
          </a:solidFill>
          <a:ln w="6350">
            <a:solidFill>
              <a:schemeClr val="bg1"/>
            </a:solidFill>
            <a:prstDash val="solid"/>
          </a:ln>
        </p:spPr>
      </p:sp>
      <p:sp>
        <p:nvSpPr>
          <p:cNvPr id="146" name="Shape 143"/>
          <p:cNvSpPr/>
          <p:nvPr/>
        </p:nvSpPr>
        <p:spPr>
          <a:xfrm>
            <a:off x="11036808" y="2199132"/>
            <a:ext cx="73152" cy="73152"/>
          </a:xfrm>
          <a:prstGeom prst="rect">
            <a:avLst/>
          </a:prstGeom>
          <a:solidFill>
            <a:schemeClr val="accent5">
              <a:alpha val="70000"/>
            </a:schemeClr>
          </a:solidFill>
          <a:ln w="6350">
            <a:solidFill>
              <a:schemeClr val="bg1"/>
            </a:solidFill>
            <a:prstDash val="solid"/>
          </a:ln>
        </p:spPr>
      </p:sp>
      <p:sp>
        <p:nvSpPr>
          <p:cNvPr id="147" name="Shape 144"/>
          <p:cNvSpPr/>
          <p:nvPr/>
        </p:nvSpPr>
        <p:spPr>
          <a:xfrm>
            <a:off x="11114532" y="2199132"/>
            <a:ext cx="73152" cy="73152"/>
          </a:xfrm>
          <a:prstGeom prst="rect">
            <a:avLst/>
          </a:prstGeom>
          <a:solidFill>
            <a:schemeClr val="accent5">
              <a:alpha val="15000"/>
            </a:schemeClr>
          </a:solidFill>
          <a:ln w="6350">
            <a:solidFill>
              <a:schemeClr val="bg1"/>
            </a:solidFill>
            <a:prstDash val="solid"/>
          </a:ln>
        </p:spPr>
      </p:sp>
      <p:sp>
        <p:nvSpPr>
          <p:cNvPr id="148" name="Shape 145"/>
          <p:cNvSpPr/>
          <p:nvPr/>
        </p:nvSpPr>
        <p:spPr>
          <a:xfrm>
            <a:off x="11219688" y="1965960"/>
            <a:ext cx="73152" cy="73152"/>
          </a:xfrm>
          <a:prstGeom prst="rect">
            <a:avLst/>
          </a:prstGeom>
          <a:solidFill>
            <a:schemeClr val="accent5">
              <a:alpha val="70000"/>
            </a:schemeClr>
          </a:solidFill>
          <a:ln w="6350">
            <a:solidFill>
              <a:schemeClr val="bg1"/>
            </a:solidFill>
            <a:prstDash val="solid"/>
          </a:ln>
        </p:spPr>
      </p:sp>
      <p:sp>
        <p:nvSpPr>
          <p:cNvPr id="149" name="Shape 146"/>
          <p:cNvSpPr/>
          <p:nvPr/>
        </p:nvSpPr>
        <p:spPr>
          <a:xfrm>
            <a:off x="11297412" y="1965960"/>
            <a:ext cx="73152" cy="73152"/>
          </a:xfrm>
          <a:prstGeom prst="rect">
            <a:avLst/>
          </a:prstGeom>
          <a:solidFill>
            <a:schemeClr val="accent5">
              <a:alpha val="15000"/>
            </a:schemeClr>
          </a:solidFill>
          <a:ln w="6350">
            <a:solidFill>
              <a:schemeClr val="bg1"/>
            </a:solidFill>
            <a:prstDash val="solid"/>
          </a:ln>
        </p:spPr>
      </p:sp>
      <p:sp>
        <p:nvSpPr>
          <p:cNvPr id="150" name="Shape 147"/>
          <p:cNvSpPr/>
          <p:nvPr/>
        </p:nvSpPr>
        <p:spPr>
          <a:xfrm>
            <a:off x="11375136" y="1965960"/>
            <a:ext cx="73152" cy="73152"/>
          </a:xfrm>
          <a:prstGeom prst="rect">
            <a:avLst/>
          </a:prstGeom>
          <a:solidFill>
            <a:schemeClr val="accent5">
              <a:alpha val="70000"/>
            </a:schemeClr>
          </a:solidFill>
          <a:ln w="6350">
            <a:solidFill>
              <a:schemeClr val="bg1"/>
            </a:solidFill>
            <a:prstDash val="solid"/>
          </a:ln>
        </p:spPr>
      </p:sp>
      <p:sp>
        <p:nvSpPr>
          <p:cNvPr id="151" name="Shape 148"/>
          <p:cNvSpPr/>
          <p:nvPr/>
        </p:nvSpPr>
        <p:spPr>
          <a:xfrm>
            <a:off x="11452860" y="1965960"/>
            <a:ext cx="73152" cy="73152"/>
          </a:xfrm>
          <a:prstGeom prst="rect">
            <a:avLst/>
          </a:prstGeom>
          <a:solidFill>
            <a:schemeClr val="accent5">
              <a:alpha val="70000"/>
            </a:schemeClr>
          </a:solidFill>
          <a:ln w="6350">
            <a:solidFill>
              <a:schemeClr val="bg1"/>
            </a:solidFill>
            <a:prstDash val="solid"/>
          </a:ln>
        </p:spPr>
      </p:sp>
      <p:sp>
        <p:nvSpPr>
          <p:cNvPr id="152" name="Shape 149"/>
          <p:cNvSpPr/>
          <p:nvPr/>
        </p:nvSpPr>
        <p:spPr>
          <a:xfrm>
            <a:off x="11219688" y="2043684"/>
            <a:ext cx="73152" cy="73152"/>
          </a:xfrm>
          <a:prstGeom prst="rect">
            <a:avLst/>
          </a:prstGeom>
          <a:solidFill>
            <a:schemeClr val="accent5">
              <a:alpha val="70000"/>
            </a:schemeClr>
          </a:solidFill>
          <a:ln w="6350">
            <a:solidFill>
              <a:schemeClr val="bg1"/>
            </a:solidFill>
            <a:prstDash val="solid"/>
          </a:ln>
        </p:spPr>
      </p:sp>
      <p:sp>
        <p:nvSpPr>
          <p:cNvPr id="153" name="Shape 150"/>
          <p:cNvSpPr/>
          <p:nvPr/>
        </p:nvSpPr>
        <p:spPr>
          <a:xfrm>
            <a:off x="11297412" y="2043684"/>
            <a:ext cx="73152" cy="73152"/>
          </a:xfrm>
          <a:prstGeom prst="rect">
            <a:avLst/>
          </a:prstGeom>
          <a:solidFill>
            <a:schemeClr val="accent5">
              <a:alpha val="70000"/>
            </a:schemeClr>
          </a:solidFill>
          <a:ln w="6350">
            <a:solidFill>
              <a:schemeClr val="bg1"/>
            </a:solidFill>
            <a:prstDash val="solid"/>
          </a:ln>
        </p:spPr>
      </p:sp>
      <p:sp>
        <p:nvSpPr>
          <p:cNvPr id="154" name="Shape 151"/>
          <p:cNvSpPr/>
          <p:nvPr/>
        </p:nvSpPr>
        <p:spPr>
          <a:xfrm>
            <a:off x="11375136" y="2043684"/>
            <a:ext cx="73152" cy="73152"/>
          </a:xfrm>
          <a:prstGeom prst="rect">
            <a:avLst/>
          </a:prstGeom>
          <a:solidFill>
            <a:schemeClr val="accent5">
              <a:alpha val="15000"/>
            </a:schemeClr>
          </a:solidFill>
          <a:ln w="6350">
            <a:solidFill>
              <a:schemeClr val="bg1"/>
            </a:solidFill>
            <a:prstDash val="solid"/>
          </a:ln>
        </p:spPr>
      </p:sp>
      <p:sp>
        <p:nvSpPr>
          <p:cNvPr id="155" name="Shape 152"/>
          <p:cNvSpPr/>
          <p:nvPr/>
        </p:nvSpPr>
        <p:spPr>
          <a:xfrm>
            <a:off x="11452860" y="2043684"/>
            <a:ext cx="73152" cy="73152"/>
          </a:xfrm>
          <a:prstGeom prst="rect">
            <a:avLst/>
          </a:prstGeom>
          <a:solidFill>
            <a:schemeClr val="accent5">
              <a:alpha val="70000"/>
            </a:schemeClr>
          </a:solidFill>
          <a:ln w="6350">
            <a:solidFill>
              <a:schemeClr val="bg1"/>
            </a:solidFill>
            <a:prstDash val="solid"/>
          </a:ln>
        </p:spPr>
      </p:sp>
      <p:sp>
        <p:nvSpPr>
          <p:cNvPr id="156" name="Shape 153"/>
          <p:cNvSpPr/>
          <p:nvPr/>
        </p:nvSpPr>
        <p:spPr>
          <a:xfrm>
            <a:off x="11219688" y="2121408"/>
            <a:ext cx="73152" cy="73152"/>
          </a:xfrm>
          <a:prstGeom prst="rect">
            <a:avLst/>
          </a:prstGeom>
          <a:solidFill>
            <a:schemeClr val="accent5">
              <a:alpha val="15000"/>
            </a:schemeClr>
          </a:solidFill>
          <a:ln w="6350">
            <a:solidFill>
              <a:schemeClr val="bg1"/>
            </a:solidFill>
            <a:prstDash val="solid"/>
          </a:ln>
        </p:spPr>
      </p:sp>
      <p:sp>
        <p:nvSpPr>
          <p:cNvPr id="157" name="Shape 154"/>
          <p:cNvSpPr/>
          <p:nvPr/>
        </p:nvSpPr>
        <p:spPr>
          <a:xfrm>
            <a:off x="11297412" y="2121408"/>
            <a:ext cx="73152" cy="73152"/>
          </a:xfrm>
          <a:prstGeom prst="rect">
            <a:avLst/>
          </a:prstGeom>
          <a:solidFill>
            <a:schemeClr val="accent5">
              <a:alpha val="70000"/>
            </a:schemeClr>
          </a:solidFill>
          <a:ln w="6350">
            <a:solidFill>
              <a:schemeClr val="bg1"/>
            </a:solidFill>
            <a:prstDash val="solid"/>
          </a:ln>
        </p:spPr>
      </p:sp>
      <p:sp>
        <p:nvSpPr>
          <p:cNvPr id="158" name="Shape 155"/>
          <p:cNvSpPr/>
          <p:nvPr/>
        </p:nvSpPr>
        <p:spPr>
          <a:xfrm>
            <a:off x="11375136" y="2121408"/>
            <a:ext cx="73152" cy="73152"/>
          </a:xfrm>
          <a:prstGeom prst="rect">
            <a:avLst/>
          </a:prstGeom>
          <a:solidFill>
            <a:schemeClr val="accent5">
              <a:alpha val="70000"/>
            </a:schemeClr>
          </a:solidFill>
          <a:ln w="6350">
            <a:solidFill>
              <a:schemeClr val="bg1"/>
            </a:solidFill>
            <a:prstDash val="solid"/>
          </a:ln>
        </p:spPr>
      </p:sp>
      <p:sp>
        <p:nvSpPr>
          <p:cNvPr id="159" name="Shape 156"/>
          <p:cNvSpPr/>
          <p:nvPr/>
        </p:nvSpPr>
        <p:spPr>
          <a:xfrm>
            <a:off x="11452860" y="2121408"/>
            <a:ext cx="73152" cy="73152"/>
          </a:xfrm>
          <a:prstGeom prst="rect">
            <a:avLst/>
          </a:prstGeom>
          <a:solidFill>
            <a:schemeClr val="accent5">
              <a:alpha val="70000"/>
            </a:schemeClr>
          </a:solidFill>
          <a:ln w="6350">
            <a:solidFill>
              <a:schemeClr val="bg1"/>
            </a:solidFill>
            <a:prstDash val="solid"/>
          </a:ln>
        </p:spPr>
      </p:sp>
      <p:sp>
        <p:nvSpPr>
          <p:cNvPr id="160" name="Shape 157"/>
          <p:cNvSpPr/>
          <p:nvPr/>
        </p:nvSpPr>
        <p:spPr>
          <a:xfrm>
            <a:off x="11219688" y="2199132"/>
            <a:ext cx="73152" cy="73152"/>
          </a:xfrm>
          <a:prstGeom prst="rect">
            <a:avLst/>
          </a:prstGeom>
          <a:solidFill>
            <a:schemeClr val="accent5">
              <a:alpha val="70000"/>
            </a:schemeClr>
          </a:solidFill>
          <a:ln w="6350">
            <a:solidFill>
              <a:schemeClr val="bg1"/>
            </a:solidFill>
            <a:prstDash val="solid"/>
          </a:ln>
        </p:spPr>
      </p:sp>
      <p:sp>
        <p:nvSpPr>
          <p:cNvPr id="161" name="Shape 158"/>
          <p:cNvSpPr/>
          <p:nvPr/>
        </p:nvSpPr>
        <p:spPr>
          <a:xfrm>
            <a:off x="11297412" y="2199132"/>
            <a:ext cx="73152" cy="73152"/>
          </a:xfrm>
          <a:prstGeom prst="rect">
            <a:avLst/>
          </a:prstGeom>
          <a:solidFill>
            <a:schemeClr val="accent5">
              <a:alpha val="70000"/>
            </a:schemeClr>
          </a:solidFill>
          <a:ln w="6350">
            <a:solidFill>
              <a:schemeClr val="bg1"/>
            </a:solidFill>
            <a:prstDash val="solid"/>
          </a:ln>
        </p:spPr>
      </p:sp>
      <p:sp>
        <p:nvSpPr>
          <p:cNvPr id="162" name="Shape 159"/>
          <p:cNvSpPr/>
          <p:nvPr/>
        </p:nvSpPr>
        <p:spPr>
          <a:xfrm>
            <a:off x="11375136" y="2199132"/>
            <a:ext cx="73152" cy="73152"/>
          </a:xfrm>
          <a:prstGeom prst="rect">
            <a:avLst/>
          </a:prstGeom>
          <a:solidFill>
            <a:schemeClr val="accent5">
              <a:alpha val="70000"/>
            </a:schemeClr>
          </a:solidFill>
          <a:ln w="6350">
            <a:solidFill>
              <a:schemeClr val="bg1"/>
            </a:solidFill>
            <a:prstDash val="solid"/>
          </a:ln>
        </p:spPr>
      </p:sp>
      <p:sp>
        <p:nvSpPr>
          <p:cNvPr id="163" name="Shape 160"/>
          <p:cNvSpPr/>
          <p:nvPr/>
        </p:nvSpPr>
        <p:spPr>
          <a:xfrm>
            <a:off x="11452860" y="2199132"/>
            <a:ext cx="73152" cy="73152"/>
          </a:xfrm>
          <a:prstGeom prst="rect">
            <a:avLst/>
          </a:prstGeom>
          <a:solidFill>
            <a:schemeClr val="accent5">
              <a:alpha val="15000"/>
            </a:schemeClr>
          </a:solidFill>
          <a:ln w="6350">
            <a:solidFill>
              <a:schemeClr val="bg1"/>
            </a:solidFill>
            <a:prstDash val="solid"/>
          </a:ln>
        </p:spPr>
      </p:sp>
      <p:sp>
        <p:nvSpPr>
          <p:cNvPr id="164" name="Shape 161"/>
          <p:cNvSpPr/>
          <p:nvPr/>
        </p:nvSpPr>
        <p:spPr>
          <a:xfrm>
            <a:off x="9866376" y="2331720"/>
            <a:ext cx="73152" cy="73152"/>
          </a:xfrm>
          <a:prstGeom prst="rect">
            <a:avLst/>
          </a:prstGeom>
          <a:solidFill>
            <a:schemeClr val="accent5">
              <a:alpha val="70000"/>
            </a:schemeClr>
          </a:solidFill>
          <a:ln w="6350">
            <a:solidFill>
              <a:schemeClr val="bg1"/>
            </a:solidFill>
            <a:prstDash val="solid"/>
          </a:ln>
        </p:spPr>
      </p:sp>
      <p:sp>
        <p:nvSpPr>
          <p:cNvPr id="165" name="Shape 162"/>
          <p:cNvSpPr/>
          <p:nvPr/>
        </p:nvSpPr>
        <p:spPr>
          <a:xfrm>
            <a:off x="9944100" y="2331720"/>
            <a:ext cx="73152" cy="73152"/>
          </a:xfrm>
          <a:prstGeom prst="rect">
            <a:avLst/>
          </a:prstGeom>
          <a:solidFill>
            <a:schemeClr val="accent5">
              <a:alpha val="15000"/>
            </a:schemeClr>
          </a:solidFill>
          <a:ln w="6350">
            <a:solidFill>
              <a:schemeClr val="bg1"/>
            </a:solidFill>
            <a:prstDash val="solid"/>
          </a:ln>
        </p:spPr>
      </p:sp>
      <p:sp>
        <p:nvSpPr>
          <p:cNvPr id="166" name="Shape 163"/>
          <p:cNvSpPr/>
          <p:nvPr/>
        </p:nvSpPr>
        <p:spPr>
          <a:xfrm>
            <a:off x="10021824" y="2331720"/>
            <a:ext cx="73152" cy="73152"/>
          </a:xfrm>
          <a:prstGeom prst="rect">
            <a:avLst/>
          </a:prstGeom>
          <a:solidFill>
            <a:schemeClr val="accent5">
              <a:alpha val="70000"/>
            </a:schemeClr>
          </a:solidFill>
          <a:ln w="6350">
            <a:solidFill>
              <a:schemeClr val="bg1"/>
            </a:solidFill>
            <a:prstDash val="solid"/>
          </a:ln>
        </p:spPr>
      </p:sp>
      <p:sp>
        <p:nvSpPr>
          <p:cNvPr id="167" name="Shape 164"/>
          <p:cNvSpPr/>
          <p:nvPr/>
        </p:nvSpPr>
        <p:spPr>
          <a:xfrm>
            <a:off x="10099548" y="2331720"/>
            <a:ext cx="73152" cy="73152"/>
          </a:xfrm>
          <a:prstGeom prst="rect">
            <a:avLst/>
          </a:prstGeom>
          <a:solidFill>
            <a:schemeClr val="accent5">
              <a:alpha val="70000"/>
            </a:schemeClr>
          </a:solidFill>
          <a:ln w="6350">
            <a:solidFill>
              <a:schemeClr val="bg1"/>
            </a:solidFill>
            <a:prstDash val="solid"/>
          </a:ln>
        </p:spPr>
      </p:sp>
      <p:sp>
        <p:nvSpPr>
          <p:cNvPr id="168" name="Shape 165"/>
          <p:cNvSpPr/>
          <p:nvPr/>
        </p:nvSpPr>
        <p:spPr>
          <a:xfrm>
            <a:off x="9866376" y="2409444"/>
            <a:ext cx="73152" cy="73152"/>
          </a:xfrm>
          <a:prstGeom prst="rect">
            <a:avLst/>
          </a:prstGeom>
          <a:solidFill>
            <a:schemeClr val="accent5">
              <a:alpha val="70000"/>
            </a:schemeClr>
          </a:solidFill>
          <a:ln w="6350">
            <a:solidFill>
              <a:schemeClr val="bg1"/>
            </a:solidFill>
            <a:prstDash val="solid"/>
          </a:ln>
        </p:spPr>
      </p:sp>
      <p:sp>
        <p:nvSpPr>
          <p:cNvPr id="169" name="Shape 166"/>
          <p:cNvSpPr/>
          <p:nvPr/>
        </p:nvSpPr>
        <p:spPr>
          <a:xfrm>
            <a:off x="9944100" y="2409444"/>
            <a:ext cx="73152" cy="73152"/>
          </a:xfrm>
          <a:prstGeom prst="rect">
            <a:avLst/>
          </a:prstGeom>
          <a:solidFill>
            <a:schemeClr val="accent5">
              <a:alpha val="70000"/>
            </a:schemeClr>
          </a:solidFill>
          <a:ln w="6350">
            <a:solidFill>
              <a:schemeClr val="bg1"/>
            </a:solidFill>
            <a:prstDash val="solid"/>
          </a:ln>
        </p:spPr>
      </p:sp>
      <p:sp>
        <p:nvSpPr>
          <p:cNvPr id="170" name="Shape 167"/>
          <p:cNvSpPr/>
          <p:nvPr/>
        </p:nvSpPr>
        <p:spPr>
          <a:xfrm>
            <a:off x="10021824" y="2409444"/>
            <a:ext cx="73152" cy="73152"/>
          </a:xfrm>
          <a:prstGeom prst="rect">
            <a:avLst/>
          </a:prstGeom>
          <a:solidFill>
            <a:schemeClr val="accent5">
              <a:alpha val="15000"/>
            </a:schemeClr>
          </a:solidFill>
          <a:ln w="6350">
            <a:solidFill>
              <a:schemeClr val="bg1"/>
            </a:solidFill>
            <a:prstDash val="solid"/>
          </a:ln>
        </p:spPr>
      </p:sp>
      <p:sp>
        <p:nvSpPr>
          <p:cNvPr id="171" name="Shape 168"/>
          <p:cNvSpPr/>
          <p:nvPr/>
        </p:nvSpPr>
        <p:spPr>
          <a:xfrm>
            <a:off x="10099548" y="2409444"/>
            <a:ext cx="73152" cy="73152"/>
          </a:xfrm>
          <a:prstGeom prst="rect">
            <a:avLst/>
          </a:prstGeom>
          <a:solidFill>
            <a:schemeClr val="accent5">
              <a:alpha val="70000"/>
            </a:schemeClr>
          </a:solidFill>
          <a:ln w="6350">
            <a:solidFill>
              <a:schemeClr val="bg1"/>
            </a:solidFill>
            <a:prstDash val="solid"/>
          </a:ln>
        </p:spPr>
      </p:sp>
      <p:sp>
        <p:nvSpPr>
          <p:cNvPr id="172" name="Shape 169"/>
          <p:cNvSpPr/>
          <p:nvPr/>
        </p:nvSpPr>
        <p:spPr>
          <a:xfrm>
            <a:off x="9866376" y="2487168"/>
            <a:ext cx="73152" cy="73152"/>
          </a:xfrm>
          <a:prstGeom prst="rect">
            <a:avLst/>
          </a:prstGeom>
          <a:solidFill>
            <a:schemeClr val="accent5">
              <a:alpha val="15000"/>
            </a:schemeClr>
          </a:solidFill>
          <a:ln w="6350">
            <a:solidFill>
              <a:schemeClr val="bg1"/>
            </a:solidFill>
            <a:prstDash val="solid"/>
          </a:ln>
        </p:spPr>
      </p:sp>
      <p:sp>
        <p:nvSpPr>
          <p:cNvPr id="173" name="Shape 170"/>
          <p:cNvSpPr/>
          <p:nvPr/>
        </p:nvSpPr>
        <p:spPr>
          <a:xfrm>
            <a:off x="9944100" y="2487168"/>
            <a:ext cx="73152" cy="73152"/>
          </a:xfrm>
          <a:prstGeom prst="rect">
            <a:avLst/>
          </a:prstGeom>
          <a:solidFill>
            <a:schemeClr val="accent5">
              <a:alpha val="70000"/>
            </a:schemeClr>
          </a:solidFill>
          <a:ln w="6350">
            <a:solidFill>
              <a:schemeClr val="bg1"/>
            </a:solidFill>
            <a:prstDash val="solid"/>
          </a:ln>
        </p:spPr>
      </p:sp>
      <p:sp>
        <p:nvSpPr>
          <p:cNvPr id="174" name="Shape 171"/>
          <p:cNvSpPr/>
          <p:nvPr/>
        </p:nvSpPr>
        <p:spPr>
          <a:xfrm>
            <a:off x="10021824" y="2487168"/>
            <a:ext cx="73152" cy="73152"/>
          </a:xfrm>
          <a:prstGeom prst="rect">
            <a:avLst/>
          </a:prstGeom>
          <a:solidFill>
            <a:schemeClr val="accent5">
              <a:alpha val="70000"/>
            </a:schemeClr>
          </a:solidFill>
          <a:ln w="6350">
            <a:solidFill>
              <a:schemeClr val="bg1"/>
            </a:solidFill>
            <a:prstDash val="solid"/>
          </a:ln>
        </p:spPr>
      </p:sp>
      <p:sp>
        <p:nvSpPr>
          <p:cNvPr id="175" name="Shape 172"/>
          <p:cNvSpPr/>
          <p:nvPr/>
        </p:nvSpPr>
        <p:spPr>
          <a:xfrm>
            <a:off x="10099548" y="2487168"/>
            <a:ext cx="73152" cy="73152"/>
          </a:xfrm>
          <a:prstGeom prst="rect">
            <a:avLst/>
          </a:prstGeom>
          <a:solidFill>
            <a:schemeClr val="accent5">
              <a:alpha val="70000"/>
            </a:schemeClr>
          </a:solidFill>
          <a:ln w="6350">
            <a:solidFill>
              <a:schemeClr val="bg1"/>
            </a:solidFill>
            <a:prstDash val="solid"/>
          </a:ln>
        </p:spPr>
      </p:sp>
      <p:sp>
        <p:nvSpPr>
          <p:cNvPr id="176" name="Shape 173"/>
          <p:cNvSpPr/>
          <p:nvPr/>
        </p:nvSpPr>
        <p:spPr>
          <a:xfrm>
            <a:off x="9866376" y="2564892"/>
            <a:ext cx="73152" cy="73152"/>
          </a:xfrm>
          <a:prstGeom prst="rect">
            <a:avLst/>
          </a:prstGeom>
          <a:solidFill>
            <a:schemeClr val="accent5">
              <a:alpha val="70000"/>
            </a:schemeClr>
          </a:solidFill>
          <a:ln w="6350">
            <a:solidFill>
              <a:schemeClr val="bg1"/>
            </a:solidFill>
            <a:prstDash val="solid"/>
          </a:ln>
        </p:spPr>
      </p:sp>
      <p:sp>
        <p:nvSpPr>
          <p:cNvPr id="177" name="Shape 174"/>
          <p:cNvSpPr/>
          <p:nvPr/>
        </p:nvSpPr>
        <p:spPr>
          <a:xfrm>
            <a:off x="9944100" y="2564892"/>
            <a:ext cx="73152" cy="73152"/>
          </a:xfrm>
          <a:prstGeom prst="rect">
            <a:avLst/>
          </a:prstGeom>
          <a:solidFill>
            <a:schemeClr val="accent5">
              <a:alpha val="70000"/>
            </a:schemeClr>
          </a:solidFill>
          <a:ln w="6350">
            <a:solidFill>
              <a:schemeClr val="bg1"/>
            </a:solidFill>
            <a:prstDash val="solid"/>
          </a:ln>
        </p:spPr>
      </p:sp>
      <p:sp>
        <p:nvSpPr>
          <p:cNvPr id="178" name="Shape 175"/>
          <p:cNvSpPr/>
          <p:nvPr/>
        </p:nvSpPr>
        <p:spPr>
          <a:xfrm>
            <a:off x="10021824" y="2564892"/>
            <a:ext cx="73152" cy="73152"/>
          </a:xfrm>
          <a:prstGeom prst="rect">
            <a:avLst/>
          </a:prstGeom>
          <a:solidFill>
            <a:schemeClr val="accent5">
              <a:alpha val="70000"/>
            </a:schemeClr>
          </a:solidFill>
          <a:ln w="6350">
            <a:solidFill>
              <a:schemeClr val="bg1"/>
            </a:solidFill>
            <a:prstDash val="solid"/>
          </a:ln>
        </p:spPr>
      </p:sp>
      <p:sp>
        <p:nvSpPr>
          <p:cNvPr id="179" name="Shape 176"/>
          <p:cNvSpPr/>
          <p:nvPr/>
        </p:nvSpPr>
        <p:spPr>
          <a:xfrm>
            <a:off x="10099548" y="2564892"/>
            <a:ext cx="73152" cy="73152"/>
          </a:xfrm>
          <a:prstGeom prst="rect">
            <a:avLst/>
          </a:prstGeom>
          <a:solidFill>
            <a:schemeClr val="accent5">
              <a:alpha val="15000"/>
            </a:schemeClr>
          </a:solidFill>
          <a:ln w="6350">
            <a:solidFill>
              <a:schemeClr val="bg1"/>
            </a:solidFill>
            <a:prstDash val="solid"/>
          </a:ln>
        </p:spPr>
      </p:sp>
      <p:sp>
        <p:nvSpPr>
          <p:cNvPr id="180" name="Shape 177"/>
          <p:cNvSpPr/>
          <p:nvPr/>
        </p:nvSpPr>
        <p:spPr>
          <a:xfrm>
            <a:off x="10204704" y="2331720"/>
            <a:ext cx="73152" cy="73152"/>
          </a:xfrm>
          <a:prstGeom prst="rect">
            <a:avLst/>
          </a:prstGeom>
          <a:solidFill>
            <a:schemeClr val="accent1">
              <a:alpha val="70000"/>
            </a:schemeClr>
          </a:solidFill>
          <a:ln w="6350">
            <a:solidFill>
              <a:schemeClr val="bg1"/>
            </a:solidFill>
            <a:prstDash val="solid"/>
          </a:ln>
        </p:spPr>
      </p:sp>
      <p:sp>
        <p:nvSpPr>
          <p:cNvPr id="181" name="Shape 178"/>
          <p:cNvSpPr/>
          <p:nvPr/>
        </p:nvSpPr>
        <p:spPr>
          <a:xfrm>
            <a:off x="10282428" y="2331720"/>
            <a:ext cx="73152" cy="73152"/>
          </a:xfrm>
          <a:prstGeom prst="rect">
            <a:avLst/>
          </a:prstGeom>
          <a:solidFill>
            <a:schemeClr val="accent1">
              <a:alpha val="15000"/>
            </a:schemeClr>
          </a:solidFill>
          <a:ln w="6350">
            <a:solidFill>
              <a:schemeClr val="bg1"/>
            </a:solidFill>
            <a:prstDash val="solid"/>
          </a:ln>
        </p:spPr>
      </p:sp>
      <p:sp>
        <p:nvSpPr>
          <p:cNvPr id="182" name="Shape 179"/>
          <p:cNvSpPr/>
          <p:nvPr/>
        </p:nvSpPr>
        <p:spPr>
          <a:xfrm>
            <a:off x="10360152" y="2331720"/>
            <a:ext cx="73152" cy="73152"/>
          </a:xfrm>
          <a:prstGeom prst="rect">
            <a:avLst/>
          </a:prstGeom>
          <a:solidFill>
            <a:schemeClr val="accent1">
              <a:alpha val="70000"/>
            </a:schemeClr>
          </a:solidFill>
          <a:ln w="6350">
            <a:solidFill>
              <a:schemeClr val="bg1"/>
            </a:solidFill>
            <a:prstDash val="solid"/>
          </a:ln>
        </p:spPr>
      </p:sp>
      <p:sp>
        <p:nvSpPr>
          <p:cNvPr id="183" name="Shape 180"/>
          <p:cNvSpPr/>
          <p:nvPr/>
        </p:nvSpPr>
        <p:spPr>
          <a:xfrm>
            <a:off x="10437876" y="2331720"/>
            <a:ext cx="73152" cy="73152"/>
          </a:xfrm>
          <a:prstGeom prst="rect">
            <a:avLst/>
          </a:prstGeom>
          <a:solidFill>
            <a:schemeClr val="accent1">
              <a:alpha val="70000"/>
            </a:schemeClr>
          </a:solidFill>
          <a:ln w="6350">
            <a:solidFill>
              <a:schemeClr val="bg1"/>
            </a:solidFill>
            <a:prstDash val="solid"/>
          </a:ln>
        </p:spPr>
      </p:sp>
      <p:sp>
        <p:nvSpPr>
          <p:cNvPr id="184" name="Shape 181"/>
          <p:cNvSpPr/>
          <p:nvPr/>
        </p:nvSpPr>
        <p:spPr>
          <a:xfrm>
            <a:off x="10204704" y="2409444"/>
            <a:ext cx="73152" cy="73152"/>
          </a:xfrm>
          <a:prstGeom prst="rect">
            <a:avLst/>
          </a:prstGeom>
          <a:solidFill>
            <a:schemeClr val="accent1">
              <a:alpha val="70000"/>
            </a:schemeClr>
          </a:solidFill>
          <a:ln w="6350">
            <a:solidFill>
              <a:schemeClr val="bg1"/>
            </a:solidFill>
            <a:prstDash val="solid"/>
          </a:ln>
        </p:spPr>
      </p:sp>
      <p:sp>
        <p:nvSpPr>
          <p:cNvPr id="185" name="Shape 182"/>
          <p:cNvSpPr/>
          <p:nvPr/>
        </p:nvSpPr>
        <p:spPr>
          <a:xfrm>
            <a:off x="10282428" y="2409444"/>
            <a:ext cx="73152" cy="73152"/>
          </a:xfrm>
          <a:prstGeom prst="rect">
            <a:avLst/>
          </a:prstGeom>
          <a:solidFill>
            <a:schemeClr val="accent1">
              <a:alpha val="70000"/>
            </a:schemeClr>
          </a:solidFill>
          <a:ln w="6350">
            <a:solidFill>
              <a:schemeClr val="bg1"/>
            </a:solidFill>
            <a:prstDash val="solid"/>
          </a:ln>
        </p:spPr>
      </p:sp>
      <p:sp>
        <p:nvSpPr>
          <p:cNvPr id="186" name="Shape 183"/>
          <p:cNvSpPr/>
          <p:nvPr/>
        </p:nvSpPr>
        <p:spPr>
          <a:xfrm>
            <a:off x="10360152" y="2409444"/>
            <a:ext cx="73152" cy="73152"/>
          </a:xfrm>
          <a:prstGeom prst="rect">
            <a:avLst/>
          </a:prstGeom>
          <a:solidFill>
            <a:schemeClr val="accent1">
              <a:alpha val="15000"/>
            </a:schemeClr>
          </a:solidFill>
          <a:ln w="6350">
            <a:solidFill>
              <a:schemeClr val="bg1"/>
            </a:solidFill>
            <a:prstDash val="solid"/>
          </a:ln>
        </p:spPr>
      </p:sp>
      <p:sp>
        <p:nvSpPr>
          <p:cNvPr id="187" name="Shape 184"/>
          <p:cNvSpPr/>
          <p:nvPr/>
        </p:nvSpPr>
        <p:spPr>
          <a:xfrm>
            <a:off x="10437876" y="2409444"/>
            <a:ext cx="73152" cy="73152"/>
          </a:xfrm>
          <a:prstGeom prst="rect">
            <a:avLst/>
          </a:prstGeom>
          <a:solidFill>
            <a:schemeClr val="accent1">
              <a:alpha val="70000"/>
            </a:schemeClr>
          </a:solidFill>
          <a:ln w="6350">
            <a:solidFill>
              <a:schemeClr val="bg1"/>
            </a:solidFill>
            <a:prstDash val="solid"/>
          </a:ln>
        </p:spPr>
      </p:sp>
      <p:sp>
        <p:nvSpPr>
          <p:cNvPr id="188" name="Shape 185"/>
          <p:cNvSpPr/>
          <p:nvPr/>
        </p:nvSpPr>
        <p:spPr>
          <a:xfrm>
            <a:off x="10204704" y="2487168"/>
            <a:ext cx="73152" cy="73152"/>
          </a:xfrm>
          <a:prstGeom prst="rect">
            <a:avLst/>
          </a:prstGeom>
          <a:solidFill>
            <a:schemeClr val="accent1">
              <a:alpha val="15000"/>
            </a:schemeClr>
          </a:solidFill>
          <a:ln w="6350">
            <a:solidFill>
              <a:schemeClr val="bg1"/>
            </a:solidFill>
            <a:prstDash val="solid"/>
          </a:ln>
        </p:spPr>
      </p:sp>
      <p:sp>
        <p:nvSpPr>
          <p:cNvPr id="189" name="Shape 186"/>
          <p:cNvSpPr/>
          <p:nvPr/>
        </p:nvSpPr>
        <p:spPr>
          <a:xfrm>
            <a:off x="10282428" y="2487168"/>
            <a:ext cx="73152" cy="73152"/>
          </a:xfrm>
          <a:prstGeom prst="rect">
            <a:avLst/>
          </a:prstGeom>
          <a:solidFill>
            <a:schemeClr val="accent1">
              <a:alpha val="70000"/>
            </a:schemeClr>
          </a:solidFill>
          <a:ln w="6350">
            <a:solidFill>
              <a:schemeClr val="bg1"/>
            </a:solidFill>
            <a:prstDash val="solid"/>
          </a:ln>
        </p:spPr>
      </p:sp>
      <p:sp>
        <p:nvSpPr>
          <p:cNvPr id="190" name="Shape 187"/>
          <p:cNvSpPr/>
          <p:nvPr/>
        </p:nvSpPr>
        <p:spPr>
          <a:xfrm>
            <a:off x="10360152" y="2487168"/>
            <a:ext cx="73152" cy="73152"/>
          </a:xfrm>
          <a:prstGeom prst="rect">
            <a:avLst/>
          </a:prstGeom>
          <a:solidFill>
            <a:schemeClr val="accent1">
              <a:alpha val="70000"/>
            </a:schemeClr>
          </a:solidFill>
          <a:ln w="6350">
            <a:solidFill>
              <a:schemeClr val="bg1"/>
            </a:solidFill>
            <a:prstDash val="solid"/>
          </a:ln>
        </p:spPr>
      </p:sp>
      <p:sp>
        <p:nvSpPr>
          <p:cNvPr id="191" name="Shape 188"/>
          <p:cNvSpPr/>
          <p:nvPr/>
        </p:nvSpPr>
        <p:spPr>
          <a:xfrm>
            <a:off x="10437876" y="2487168"/>
            <a:ext cx="73152" cy="73152"/>
          </a:xfrm>
          <a:prstGeom prst="rect">
            <a:avLst/>
          </a:prstGeom>
          <a:solidFill>
            <a:schemeClr val="accent1">
              <a:alpha val="70000"/>
            </a:schemeClr>
          </a:solidFill>
          <a:ln w="6350">
            <a:solidFill>
              <a:schemeClr val="bg1"/>
            </a:solidFill>
            <a:prstDash val="solid"/>
          </a:ln>
        </p:spPr>
      </p:sp>
      <p:sp>
        <p:nvSpPr>
          <p:cNvPr id="192" name="Shape 189"/>
          <p:cNvSpPr/>
          <p:nvPr/>
        </p:nvSpPr>
        <p:spPr>
          <a:xfrm>
            <a:off x="10204704" y="2564892"/>
            <a:ext cx="73152" cy="73152"/>
          </a:xfrm>
          <a:prstGeom prst="rect">
            <a:avLst/>
          </a:prstGeom>
          <a:solidFill>
            <a:schemeClr val="accent1">
              <a:alpha val="70000"/>
            </a:schemeClr>
          </a:solidFill>
          <a:ln w="6350">
            <a:solidFill>
              <a:schemeClr val="bg1"/>
            </a:solidFill>
            <a:prstDash val="solid"/>
          </a:ln>
        </p:spPr>
      </p:sp>
      <p:sp>
        <p:nvSpPr>
          <p:cNvPr id="193" name="Shape 190"/>
          <p:cNvSpPr/>
          <p:nvPr/>
        </p:nvSpPr>
        <p:spPr>
          <a:xfrm>
            <a:off x="10282428" y="2564892"/>
            <a:ext cx="73152" cy="73152"/>
          </a:xfrm>
          <a:prstGeom prst="rect">
            <a:avLst/>
          </a:prstGeom>
          <a:solidFill>
            <a:schemeClr val="accent1">
              <a:alpha val="70000"/>
            </a:schemeClr>
          </a:solidFill>
          <a:ln w="6350">
            <a:solidFill>
              <a:schemeClr val="bg1"/>
            </a:solidFill>
            <a:prstDash val="solid"/>
          </a:ln>
        </p:spPr>
      </p:sp>
      <p:sp>
        <p:nvSpPr>
          <p:cNvPr id="194" name="Shape 191"/>
          <p:cNvSpPr/>
          <p:nvPr/>
        </p:nvSpPr>
        <p:spPr>
          <a:xfrm>
            <a:off x="10360152" y="2564892"/>
            <a:ext cx="73152" cy="73152"/>
          </a:xfrm>
          <a:prstGeom prst="rect">
            <a:avLst/>
          </a:prstGeom>
          <a:solidFill>
            <a:schemeClr val="accent1">
              <a:alpha val="70000"/>
            </a:schemeClr>
          </a:solidFill>
          <a:ln w="6350">
            <a:solidFill>
              <a:schemeClr val="bg1"/>
            </a:solidFill>
            <a:prstDash val="solid"/>
          </a:ln>
        </p:spPr>
      </p:sp>
      <p:sp>
        <p:nvSpPr>
          <p:cNvPr id="195" name="Shape 192"/>
          <p:cNvSpPr/>
          <p:nvPr/>
        </p:nvSpPr>
        <p:spPr>
          <a:xfrm>
            <a:off x="10437876" y="2564892"/>
            <a:ext cx="73152" cy="73152"/>
          </a:xfrm>
          <a:prstGeom prst="rect">
            <a:avLst/>
          </a:prstGeom>
          <a:solidFill>
            <a:schemeClr val="accent1">
              <a:alpha val="15000"/>
            </a:schemeClr>
          </a:solidFill>
          <a:ln w="6350">
            <a:solidFill>
              <a:schemeClr val="bg1"/>
            </a:solidFill>
            <a:prstDash val="solid"/>
          </a:ln>
        </p:spPr>
      </p:sp>
      <p:sp>
        <p:nvSpPr>
          <p:cNvPr id="196" name="Shape 193"/>
          <p:cNvSpPr/>
          <p:nvPr/>
        </p:nvSpPr>
        <p:spPr>
          <a:xfrm>
            <a:off x="10543032" y="2331720"/>
            <a:ext cx="73152" cy="73152"/>
          </a:xfrm>
          <a:prstGeom prst="rect">
            <a:avLst/>
          </a:prstGeom>
          <a:solidFill>
            <a:schemeClr val="accent5">
              <a:alpha val="70000"/>
            </a:schemeClr>
          </a:solidFill>
          <a:ln w="6350">
            <a:solidFill>
              <a:schemeClr val="bg1"/>
            </a:solidFill>
            <a:prstDash val="solid"/>
          </a:ln>
        </p:spPr>
      </p:sp>
      <p:sp>
        <p:nvSpPr>
          <p:cNvPr id="197" name="Shape 194"/>
          <p:cNvSpPr/>
          <p:nvPr/>
        </p:nvSpPr>
        <p:spPr>
          <a:xfrm>
            <a:off x="10620756" y="2331720"/>
            <a:ext cx="73152" cy="73152"/>
          </a:xfrm>
          <a:prstGeom prst="rect">
            <a:avLst/>
          </a:prstGeom>
          <a:solidFill>
            <a:schemeClr val="accent5">
              <a:alpha val="15000"/>
            </a:schemeClr>
          </a:solidFill>
          <a:ln w="6350">
            <a:solidFill>
              <a:schemeClr val="bg1"/>
            </a:solidFill>
            <a:prstDash val="solid"/>
          </a:ln>
        </p:spPr>
      </p:sp>
      <p:sp>
        <p:nvSpPr>
          <p:cNvPr id="198" name="Shape 195"/>
          <p:cNvSpPr/>
          <p:nvPr/>
        </p:nvSpPr>
        <p:spPr>
          <a:xfrm>
            <a:off x="10698480" y="2331720"/>
            <a:ext cx="73152" cy="73152"/>
          </a:xfrm>
          <a:prstGeom prst="rect">
            <a:avLst/>
          </a:prstGeom>
          <a:solidFill>
            <a:schemeClr val="accent5">
              <a:alpha val="70000"/>
            </a:schemeClr>
          </a:solidFill>
          <a:ln w="6350">
            <a:solidFill>
              <a:schemeClr val="bg1"/>
            </a:solidFill>
            <a:prstDash val="solid"/>
          </a:ln>
        </p:spPr>
      </p:sp>
      <p:sp>
        <p:nvSpPr>
          <p:cNvPr id="199" name="Shape 196"/>
          <p:cNvSpPr/>
          <p:nvPr/>
        </p:nvSpPr>
        <p:spPr>
          <a:xfrm>
            <a:off x="10776204" y="2331720"/>
            <a:ext cx="73152" cy="73152"/>
          </a:xfrm>
          <a:prstGeom prst="rect">
            <a:avLst/>
          </a:prstGeom>
          <a:solidFill>
            <a:schemeClr val="accent5">
              <a:alpha val="70000"/>
            </a:schemeClr>
          </a:solidFill>
          <a:ln w="6350">
            <a:solidFill>
              <a:schemeClr val="bg1"/>
            </a:solidFill>
            <a:prstDash val="solid"/>
          </a:ln>
        </p:spPr>
      </p:sp>
      <p:sp>
        <p:nvSpPr>
          <p:cNvPr id="200" name="Shape 197"/>
          <p:cNvSpPr/>
          <p:nvPr/>
        </p:nvSpPr>
        <p:spPr>
          <a:xfrm>
            <a:off x="10543032" y="2409444"/>
            <a:ext cx="73152" cy="73152"/>
          </a:xfrm>
          <a:prstGeom prst="rect">
            <a:avLst/>
          </a:prstGeom>
          <a:solidFill>
            <a:schemeClr val="accent5">
              <a:alpha val="70000"/>
            </a:schemeClr>
          </a:solidFill>
          <a:ln w="6350">
            <a:solidFill>
              <a:schemeClr val="bg1"/>
            </a:solidFill>
            <a:prstDash val="solid"/>
          </a:ln>
        </p:spPr>
      </p:sp>
      <p:sp>
        <p:nvSpPr>
          <p:cNvPr id="201" name="Shape 198"/>
          <p:cNvSpPr/>
          <p:nvPr/>
        </p:nvSpPr>
        <p:spPr>
          <a:xfrm>
            <a:off x="10620756" y="2409444"/>
            <a:ext cx="73152" cy="73152"/>
          </a:xfrm>
          <a:prstGeom prst="rect">
            <a:avLst/>
          </a:prstGeom>
          <a:solidFill>
            <a:schemeClr val="accent5">
              <a:alpha val="70000"/>
            </a:schemeClr>
          </a:solidFill>
          <a:ln w="6350">
            <a:solidFill>
              <a:schemeClr val="bg1"/>
            </a:solidFill>
            <a:prstDash val="solid"/>
          </a:ln>
        </p:spPr>
      </p:sp>
      <p:sp>
        <p:nvSpPr>
          <p:cNvPr id="202" name="Shape 199"/>
          <p:cNvSpPr/>
          <p:nvPr/>
        </p:nvSpPr>
        <p:spPr>
          <a:xfrm>
            <a:off x="10698480" y="2409444"/>
            <a:ext cx="73152" cy="73152"/>
          </a:xfrm>
          <a:prstGeom prst="rect">
            <a:avLst/>
          </a:prstGeom>
          <a:solidFill>
            <a:schemeClr val="accent5">
              <a:alpha val="15000"/>
            </a:schemeClr>
          </a:solidFill>
          <a:ln w="6350">
            <a:solidFill>
              <a:schemeClr val="bg1"/>
            </a:solidFill>
            <a:prstDash val="solid"/>
          </a:ln>
        </p:spPr>
      </p:sp>
      <p:sp>
        <p:nvSpPr>
          <p:cNvPr id="203" name="Shape 200"/>
          <p:cNvSpPr/>
          <p:nvPr/>
        </p:nvSpPr>
        <p:spPr>
          <a:xfrm>
            <a:off x="10776204" y="2409444"/>
            <a:ext cx="73152" cy="73152"/>
          </a:xfrm>
          <a:prstGeom prst="rect">
            <a:avLst/>
          </a:prstGeom>
          <a:solidFill>
            <a:schemeClr val="accent5">
              <a:alpha val="70000"/>
            </a:schemeClr>
          </a:solidFill>
          <a:ln w="6350">
            <a:solidFill>
              <a:schemeClr val="bg1"/>
            </a:solidFill>
            <a:prstDash val="solid"/>
          </a:ln>
        </p:spPr>
      </p:sp>
      <p:sp>
        <p:nvSpPr>
          <p:cNvPr id="204" name="Shape 201"/>
          <p:cNvSpPr/>
          <p:nvPr/>
        </p:nvSpPr>
        <p:spPr>
          <a:xfrm>
            <a:off x="10543032" y="2487168"/>
            <a:ext cx="73152" cy="73152"/>
          </a:xfrm>
          <a:prstGeom prst="rect">
            <a:avLst/>
          </a:prstGeom>
          <a:solidFill>
            <a:schemeClr val="accent5">
              <a:alpha val="15000"/>
            </a:schemeClr>
          </a:solidFill>
          <a:ln w="6350">
            <a:solidFill>
              <a:schemeClr val="bg1"/>
            </a:solidFill>
            <a:prstDash val="solid"/>
          </a:ln>
        </p:spPr>
      </p:sp>
      <p:sp>
        <p:nvSpPr>
          <p:cNvPr id="205" name="Shape 202"/>
          <p:cNvSpPr/>
          <p:nvPr/>
        </p:nvSpPr>
        <p:spPr>
          <a:xfrm>
            <a:off x="10620756" y="2487168"/>
            <a:ext cx="73152" cy="73152"/>
          </a:xfrm>
          <a:prstGeom prst="rect">
            <a:avLst/>
          </a:prstGeom>
          <a:solidFill>
            <a:schemeClr val="accent5">
              <a:alpha val="70000"/>
            </a:schemeClr>
          </a:solidFill>
          <a:ln w="6350">
            <a:solidFill>
              <a:schemeClr val="bg1"/>
            </a:solidFill>
            <a:prstDash val="solid"/>
          </a:ln>
        </p:spPr>
      </p:sp>
      <p:sp>
        <p:nvSpPr>
          <p:cNvPr id="206" name="Shape 203"/>
          <p:cNvSpPr/>
          <p:nvPr/>
        </p:nvSpPr>
        <p:spPr>
          <a:xfrm>
            <a:off x="10698480" y="2487168"/>
            <a:ext cx="73152" cy="73152"/>
          </a:xfrm>
          <a:prstGeom prst="rect">
            <a:avLst/>
          </a:prstGeom>
          <a:solidFill>
            <a:schemeClr val="accent5">
              <a:alpha val="70000"/>
            </a:schemeClr>
          </a:solidFill>
          <a:ln w="6350">
            <a:solidFill>
              <a:schemeClr val="bg1"/>
            </a:solidFill>
            <a:prstDash val="solid"/>
          </a:ln>
        </p:spPr>
      </p:sp>
      <p:sp>
        <p:nvSpPr>
          <p:cNvPr id="207" name="Shape 204"/>
          <p:cNvSpPr/>
          <p:nvPr/>
        </p:nvSpPr>
        <p:spPr>
          <a:xfrm>
            <a:off x="10776204" y="2487168"/>
            <a:ext cx="73152" cy="73152"/>
          </a:xfrm>
          <a:prstGeom prst="rect">
            <a:avLst/>
          </a:prstGeom>
          <a:solidFill>
            <a:schemeClr val="accent5">
              <a:alpha val="70000"/>
            </a:schemeClr>
          </a:solidFill>
          <a:ln w="6350">
            <a:solidFill>
              <a:schemeClr val="bg1"/>
            </a:solidFill>
            <a:prstDash val="solid"/>
          </a:ln>
        </p:spPr>
      </p:sp>
      <p:sp>
        <p:nvSpPr>
          <p:cNvPr id="208" name="Shape 205"/>
          <p:cNvSpPr/>
          <p:nvPr/>
        </p:nvSpPr>
        <p:spPr>
          <a:xfrm>
            <a:off x="10543032" y="2564892"/>
            <a:ext cx="73152" cy="73152"/>
          </a:xfrm>
          <a:prstGeom prst="rect">
            <a:avLst/>
          </a:prstGeom>
          <a:solidFill>
            <a:schemeClr val="accent5">
              <a:alpha val="70000"/>
            </a:schemeClr>
          </a:solidFill>
          <a:ln w="6350">
            <a:solidFill>
              <a:schemeClr val="bg1"/>
            </a:solidFill>
            <a:prstDash val="solid"/>
          </a:ln>
        </p:spPr>
      </p:sp>
      <p:sp>
        <p:nvSpPr>
          <p:cNvPr id="209" name="Shape 206"/>
          <p:cNvSpPr/>
          <p:nvPr/>
        </p:nvSpPr>
        <p:spPr>
          <a:xfrm>
            <a:off x="10620756" y="2564892"/>
            <a:ext cx="73152" cy="73152"/>
          </a:xfrm>
          <a:prstGeom prst="rect">
            <a:avLst/>
          </a:prstGeom>
          <a:solidFill>
            <a:schemeClr val="accent5">
              <a:alpha val="70000"/>
            </a:schemeClr>
          </a:solidFill>
          <a:ln w="6350">
            <a:solidFill>
              <a:schemeClr val="bg1"/>
            </a:solidFill>
            <a:prstDash val="solid"/>
          </a:ln>
        </p:spPr>
      </p:sp>
      <p:sp>
        <p:nvSpPr>
          <p:cNvPr id="210" name="Shape 207"/>
          <p:cNvSpPr/>
          <p:nvPr/>
        </p:nvSpPr>
        <p:spPr>
          <a:xfrm>
            <a:off x="10698480" y="2564892"/>
            <a:ext cx="73152" cy="73152"/>
          </a:xfrm>
          <a:prstGeom prst="rect">
            <a:avLst/>
          </a:prstGeom>
          <a:solidFill>
            <a:schemeClr val="accent5">
              <a:alpha val="70000"/>
            </a:schemeClr>
          </a:solidFill>
          <a:ln w="6350">
            <a:solidFill>
              <a:schemeClr val="bg1"/>
            </a:solidFill>
            <a:prstDash val="solid"/>
          </a:ln>
        </p:spPr>
      </p:sp>
      <p:sp>
        <p:nvSpPr>
          <p:cNvPr id="211" name="Shape 208"/>
          <p:cNvSpPr/>
          <p:nvPr/>
        </p:nvSpPr>
        <p:spPr>
          <a:xfrm>
            <a:off x="10776204" y="2564892"/>
            <a:ext cx="73152" cy="73152"/>
          </a:xfrm>
          <a:prstGeom prst="rect">
            <a:avLst/>
          </a:prstGeom>
          <a:solidFill>
            <a:schemeClr val="accent5">
              <a:alpha val="15000"/>
            </a:schemeClr>
          </a:solidFill>
          <a:ln w="6350">
            <a:solidFill>
              <a:schemeClr val="bg1"/>
            </a:solidFill>
            <a:prstDash val="solid"/>
          </a:ln>
        </p:spPr>
      </p:sp>
      <p:sp>
        <p:nvSpPr>
          <p:cNvPr id="212" name="Shape 209"/>
          <p:cNvSpPr/>
          <p:nvPr/>
        </p:nvSpPr>
        <p:spPr>
          <a:xfrm>
            <a:off x="10881360" y="2331720"/>
            <a:ext cx="73152" cy="73152"/>
          </a:xfrm>
          <a:prstGeom prst="rect">
            <a:avLst/>
          </a:prstGeom>
          <a:solidFill>
            <a:schemeClr val="accent5">
              <a:alpha val="70000"/>
            </a:schemeClr>
          </a:solidFill>
          <a:ln w="6350">
            <a:solidFill>
              <a:schemeClr val="bg1"/>
            </a:solidFill>
            <a:prstDash val="solid"/>
          </a:ln>
        </p:spPr>
      </p:sp>
      <p:sp>
        <p:nvSpPr>
          <p:cNvPr id="213" name="Shape 210"/>
          <p:cNvSpPr/>
          <p:nvPr/>
        </p:nvSpPr>
        <p:spPr>
          <a:xfrm>
            <a:off x="10959084" y="2331720"/>
            <a:ext cx="73152" cy="73152"/>
          </a:xfrm>
          <a:prstGeom prst="rect">
            <a:avLst/>
          </a:prstGeom>
          <a:solidFill>
            <a:schemeClr val="accent5">
              <a:alpha val="15000"/>
            </a:schemeClr>
          </a:solidFill>
          <a:ln w="6350">
            <a:solidFill>
              <a:schemeClr val="bg1"/>
            </a:solidFill>
            <a:prstDash val="solid"/>
          </a:ln>
        </p:spPr>
      </p:sp>
      <p:sp>
        <p:nvSpPr>
          <p:cNvPr id="214" name="Shape 211"/>
          <p:cNvSpPr/>
          <p:nvPr/>
        </p:nvSpPr>
        <p:spPr>
          <a:xfrm>
            <a:off x="11036808" y="2331720"/>
            <a:ext cx="73152" cy="73152"/>
          </a:xfrm>
          <a:prstGeom prst="rect">
            <a:avLst/>
          </a:prstGeom>
          <a:solidFill>
            <a:schemeClr val="accent5">
              <a:alpha val="70000"/>
            </a:schemeClr>
          </a:solidFill>
          <a:ln w="6350">
            <a:solidFill>
              <a:schemeClr val="bg1"/>
            </a:solidFill>
            <a:prstDash val="solid"/>
          </a:ln>
        </p:spPr>
      </p:sp>
      <p:sp>
        <p:nvSpPr>
          <p:cNvPr id="215" name="Shape 212"/>
          <p:cNvSpPr/>
          <p:nvPr/>
        </p:nvSpPr>
        <p:spPr>
          <a:xfrm>
            <a:off x="11114532" y="2331720"/>
            <a:ext cx="73152" cy="73152"/>
          </a:xfrm>
          <a:prstGeom prst="rect">
            <a:avLst/>
          </a:prstGeom>
          <a:solidFill>
            <a:schemeClr val="accent5">
              <a:alpha val="70000"/>
            </a:schemeClr>
          </a:solidFill>
          <a:ln w="6350">
            <a:solidFill>
              <a:schemeClr val="bg1"/>
            </a:solidFill>
            <a:prstDash val="solid"/>
          </a:ln>
        </p:spPr>
      </p:sp>
      <p:sp>
        <p:nvSpPr>
          <p:cNvPr id="216" name="Shape 213"/>
          <p:cNvSpPr/>
          <p:nvPr/>
        </p:nvSpPr>
        <p:spPr>
          <a:xfrm>
            <a:off x="10881360" y="2409444"/>
            <a:ext cx="73152" cy="73152"/>
          </a:xfrm>
          <a:prstGeom prst="rect">
            <a:avLst/>
          </a:prstGeom>
          <a:solidFill>
            <a:schemeClr val="accent5">
              <a:alpha val="70000"/>
            </a:schemeClr>
          </a:solidFill>
          <a:ln w="6350">
            <a:solidFill>
              <a:schemeClr val="bg1"/>
            </a:solidFill>
            <a:prstDash val="solid"/>
          </a:ln>
        </p:spPr>
      </p:sp>
      <p:sp>
        <p:nvSpPr>
          <p:cNvPr id="217" name="Shape 214"/>
          <p:cNvSpPr/>
          <p:nvPr/>
        </p:nvSpPr>
        <p:spPr>
          <a:xfrm>
            <a:off x="10959084" y="2409444"/>
            <a:ext cx="73152" cy="73152"/>
          </a:xfrm>
          <a:prstGeom prst="rect">
            <a:avLst/>
          </a:prstGeom>
          <a:solidFill>
            <a:schemeClr val="accent5">
              <a:alpha val="70000"/>
            </a:schemeClr>
          </a:solidFill>
          <a:ln w="6350">
            <a:solidFill>
              <a:schemeClr val="bg1"/>
            </a:solidFill>
            <a:prstDash val="solid"/>
          </a:ln>
        </p:spPr>
      </p:sp>
      <p:sp>
        <p:nvSpPr>
          <p:cNvPr id="218" name="Shape 215"/>
          <p:cNvSpPr/>
          <p:nvPr/>
        </p:nvSpPr>
        <p:spPr>
          <a:xfrm>
            <a:off x="11036808" y="2409444"/>
            <a:ext cx="73152" cy="73152"/>
          </a:xfrm>
          <a:prstGeom prst="rect">
            <a:avLst/>
          </a:prstGeom>
          <a:solidFill>
            <a:schemeClr val="accent5">
              <a:alpha val="15000"/>
            </a:schemeClr>
          </a:solidFill>
          <a:ln w="6350">
            <a:solidFill>
              <a:schemeClr val="bg1"/>
            </a:solidFill>
            <a:prstDash val="solid"/>
          </a:ln>
        </p:spPr>
      </p:sp>
      <p:sp>
        <p:nvSpPr>
          <p:cNvPr id="219" name="Shape 216"/>
          <p:cNvSpPr/>
          <p:nvPr/>
        </p:nvSpPr>
        <p:spPr>
          <a:xfrm>
            <a:off x="11114532" y="2409444"/>
            <a:ext cx="73152" cy="73152"/>
          </a:xfrm>
          <a:prstGeom prst="rect">
            <a:avLst/>
          </a:prstGeom>
          <a:solidFill>
            <a:schemeClr val="accent5">
              <a:alpha val="70000"/>
            </a:schemeClr>
          </a:solidFill>
          <a:ln w="6350">
            <a:solidFill>
              <a:schemeClr val="bg1"/>
            </a:solidFill>
            <a:prstDash val="solid"/>
          </a:ln>
        </p:spPr>
      </p:sp>
      <p:sp>
        <p:nvSpPr>
          <p:cNvPr id="220" name="Shape 217"/>
          <p:cNvSpPr/>
          <p:nvPr/>
        </p:nvSpPr>
        <p:spPr>
          <a:xfrm>
            <a:off x="10881360" y="2487168"/>
            <a:ext cx="73152" cy="73152"/>
          </a:xfrm>
          <a:prstGeom prst="rect">
            <a:avLst/>
          </a:prstGeom>
          <a:solidFill>
            <a:schemeClr val="accent5">
              <a:alpha val="15000"/>
            </a:schemeClr>
          </a:solidFill>
          <a:ln w="6350">
            <a:solidFill>
              <a:schemeClr val="bg1"/>
            </a:solidFill>
            <a:prstDash val="solid"/>
          </a:ln>
        </p:spPr>
      </p:sp>
      <p:sp>
        <p:nvSpPr>
          <p:cNvPr id="221" name="Shape 218"/>
          <p:cNvSpPr/>
          <p:nvPr/>
        </p:nvSpPr>
        <p:spPr>
          <a:xfrm>
            <a:off x="10959084" y="2487168"/>
            <a:ext cx="73152" cy="73152"/>
          </a:xfrm>
          <a:prstGeom prst="rect">
            <a:avLst/>
          </a:prstGeom>
          <a:solidFill>
            <a:schemeClr val="accent5">
              <a:alpha val="70000"/>
            </a:schemeClr>
          </a:solidFill>
          <a:ln w="6350">
            <a:solidFill>
              <a:schemeClr val="bg1"/>
            </a:solidFill>
            <a:prstDash val="solid"/>
          </a:ln>
        </p:spPr>
      </p:sp>
      <p:sp>
        <p:nvSpPr>
          <p:cNvPr id="222" name="Shape 219"/>
          <p:cNvSpPr/>
          <p:nvPr/>
        </p:nvSpPr>
        <p:spPr>
          <a:xfrm>
            <a:off x="11036808" y="2487168"/>
            <a:ext cx="73152" cy="73152"/>
          </a:xfrm>
          <a:prstGeom prst="rect">
            <a:avLst/>
          </a:prstGeom>
          <a:solidFill>
            <a:schemeClr val="accent5">
              <a:alpha val="70000"/>
            </a:schemeClr>
          </a:solidFill>
          <a:ln w="6350">
            <a:solidFill>
              <a:schemeClr val="bg1"/>
            </a:solidFill>
            <a:prstDash val="solid"/>
          </a:ln>
        </p:spPr>
      </p:sp>
      <p:sp>
        <p:nvSpPr>
          <p:cNvPr id="223" name="Shape 220"/>
          <p:cNvSpPr/>
          <p:nvPr/>
        </p:nvSpPr>
        <p:spPr>
          <a:xfrm>
            <a:off x="11114532" y="2487168"/>
            <a:ext cx="73152" cy="73152"/>
          </a:xfrm>
          <a:prstGeom prst="rect">
            <a:avLst/>
          </a:prstGeom>
          <a:solidFill>
            <a:schemeClr val="accent5">
              <a:alpha val="70000"/>
            </a:schemeClr>
          </a:solidFill>
          <a:ln w="6350">
            <a:solidFill>
              <a:schemeClr val="bg1"/>
            </a:solidFill>
            <a:prstDash val="solid"/>
          </a:ln>
        </p:spPr>
      </p:sp>
      <p:sp>
        <p:nvSpPr>
          <p:cNvPr id="224" name="Shape 221"/>
          <p:cNvSpPr/>
          <p:nvPr/>
        </p:nvSpPr>
        <p:spPr>
          <a:xfrm>
            <a:off x="10881360" y="2564892"/>
            <a:ext cx="73152" cy="73152"/>
          </a:xfrm>
          <a:prstGeom prst="rect">
            <a:avLst/>
          </a:prstGeom>
          <a:solidFill>
            <a:schemeClr val="accent5">
              <a:alpha val="70000"/>
            </a:schemeClr>
          </a:solidFill>
          <a:ln w="6350">
            <a:solidFill>
              <a:schemeClr val="bg1"/>
            </a:solidFill>
            <a:prstDash val="solid"/>
          </a:ln>
        </p:spPr>
      </p:sp>
      <p:sp>
        <p:nvSpPr>
          <p:cNvPr id="225" name="Shape 222"/>
          <p:cNvSpPr/>
          <p:nvPr/>
        </p:nvSpPr>
        <p:spPr>
          <a:xfrm>
            <a:off x="10959084" y="2564892"/>
            <a:ext cx="73152" cy="73152"/>
          </a:xfrm>
          <a:prstGeom prst="rect">
            <a:avLst/>
          </a:prstGeom>
          <a:solidFill>
            <a:schemeClr val="accent5">
              <a:alpha val="70000"/>
            </a:schemeClr>
          </a:solidFill>
          <a:ln w="6350">
            <a:solidFill>
              <a:schemeClr val="bg1"/>
            </a:solidFill>
            <a:prstDash val="solid"/>
          </a:ln>
        </p:spPr>
      </p:sp>
      <p:sp>
        <p:nvSpPr>
          <p:cNvPr id="226" name="Shape 223"/>
          <p:cNvSpPr/>
          <p:nvPr/>
        </p:nvSpPr>
        <p:spPr>
          <a:xfrm>
            <a:off x="11036808" y="2564892"/>
            <a:ext cx="73152" cy="73152"/>
          </a:xfrm>
          <a:prstGeom prst="rect">
            <a:avLst/>
          </a:prstGeom>
          <a:solidFill>
            <a:schemeClr val="accent5">
              <a:alpha val="70000"/>
            </a:schemeClr>
          </a:solidFill>
          <a:ln w="6350">
            <a:solidFill>
              <a:schemeClr val="bg1"/>
            </a:solidFill>
            <a:prstDash val="solid"/>
          </a:ln>
        </p:spPr>
      </p:sp>
      <p:sp>
        <p:nvSpPr>
          <p:cNvPr id="227" name="Shape 224"/>
          <p:cNvSpPr/>
          <p:nvPr/>
        </p:nvSpPr>
        <p:spPr>
          <a:xfrm>
            <a:off x="11114532" y="2564892"/>
            <a:ext cx="73152" cy="73152"/>
          </a:xfrm>
          <a:prstGeom prst="rect">
            <a:avLst/>
          </a:prstGeom>
          <a:solidFill>
            <a:schemeClr val="accent5">
              <a:alpha val="15000"/>
            </a:schemeClr>
          </a:solidFill>
          <a:ln w="6350">
            <a:solidFill>
              <a:schemeClr val="bg1"/>
            </a:solidFill>
            <a:prstDash val="solid"/>
          </a:ln>
        </p:spPr>
      </p:sp>
      <p:sp>
        <p:nvSpPr>
          <p:cNvPr id="228" name="Shape 225"/>
          <p:cNvSpPr/>
          <p:nvPr/>
        </p:nvSpPr>
        <p:spPr>
          <a:xfrm>
            <a:off x="11219688" y="2331720"/>
            <a:ext cx="73152" cy="73152"/>
          </a:xfrm>
          <a:prstGeom prst="rect">
            <a:avLst/>
          </a:prstGeom>
          <a:solidFill>
            <a:schemeClr val="accent5">
              <a:alpha val="70000"/>
            </a:schemeClr>
          </a:solidFill>
          <a:ln w="6350">
            <a:solidFill>
              <a:schemeClr val="bg1"/>
            </a:solidFill>
            <a:prstDash val="solid"/>
          </a:ln>
        </p:spPr>
      </p:sp>
      <p:sp>
        <p:nvSpPr>
          <p:cNvPr id="229" name="Shape 226"/>
          <p:cNvSpPr/>
          <p:nvPr/>
        </p:nvSpPr>
        <p:spPr>
          <a:xfrm>
            <a:off x="11297412" y="2331720"/>
            <a:ext cx="73152" cy="73152"/>
          </a:xfrm>
          <a:prstGeom prst="rect">
            <a:avLst/>
          </a:prstGeom>
          <a:solidFill>
            <a:schemeClr val="accent5">
              <a:alpha val="15000"/>
            </a:schemeClr>
          </a:solidFill>
          <a:ln w="6350">
            <a:solidFill>
              <a:schemeClr val="bg1"/>
            </a:solidFill>
            <a:prstDash val="solid"/>
          </a:ln>
        </p:spPr>
      </p:sp>
      <p:sp>
        <p:nvSpPr>
          <p:cNvPr id="230" name="Shape 227"/>
          <p:cNvSpPr/>
          <p:nvPr/>
        </p:nvSpPr>
        <p:spPr>
          <a:xfrm>
            <a:off x="11375136" y="2331720"/>
            <a:ext cx="73152" cy="73152"/>
          </a:xfrm>
          <a:prstGeom prst="rect">
            <a:avLst/>
          </a:prstGeom>
          <a:solidFill>
            <a:schemeClr val="accent5">
              <a:alpha val="70000"/>
            </a:schemeClr>
          </a:solidFill>
          <a:ln w="6350">
            <a:solidFill>
              <a:schemeClr val="bg1"/>
            </a:solidFill>
            <a:prstDash val="solid"/>
          </a:ln>
        </p:spPr>
      </p:sp>
      <p:sp>
        <p:nvSpPr>
          <p:cNvPr id="231" name="Shape 228"/>
          <p:cNvSpPr/>
          <p:nvPr/>
        </p:nvSpPr>
        <p:spPr>
          <a:xfrm>
            <a:off x="11452860" y="2331720"/>
            <a:ext cx="73152" cy="73152"/>
          </a:xfrm>
          <a:prstGeom prst="rect">
            <a:avLst/>
          </a:prstGeom>
          <a:solidFill>
            <a:schemeClr val="accent5">
              <a:alpha val="70000"/>
            </a:schemeClr>
          </a:solidFill>
          <a:ln w="6350">
            <a:solidFill>
              <a:schemeClr val="bg1"/>
            </a:solidFill>
            <a:prstDash val="solid"/>
          </a:ln>
        </p:spPr>
      </p:sp>
      <p:sp>
        <p:nvSpPr>
          <p:cNvPr id="232" name="Shape 229"/>
          <p:cNvSpPr/>
          <p:nvPr/>
        </p:nvSpPr>
        <p:spPr>
          <a:xfrm>
            <a:off x="11219688" y="2409444"/>
            <a:ext cx="73152" cy="73152"/>
          </a:xfrm>
          <a:prstGeom prst="rect">
            <a:avLst/>
          </a:prstGeom>
          <a:solidFill>
            <a:schemeClr val="accent5">
              <a:alpha val="70000"/>
            </a:schemeClr>
          </a:solidFill>
          <a:ln w="6350">
            <a:solidFill>
              <a:schemeClr val="bg1"/>
            </a:solidFill>
            <a:prstDash val="solid"/>
          </a:ln>
        </p:spPr>
      </p:sp>
      <p:sp>
        <p:nvSpPr>
          <p:cNvPr id="233" name="Shape 230"/>
          <p:cNvSpPr/>
          <p:nvPr/>
        </p:nvSpPr>
        <p:spPr>
          <a:xfrm>
            <a:off x="11297412" y="2409444"/>
            <a:ext cx="73152" cy="73152"/>
          </a:xfrm>
          <a:prstGeom prst="rect">
            <a:avLst/>
          </a:prstGeom>
          <a:solidFill>
            <a:schemeClr val="accent5">
              <a:alpha val="70000"/>
            </a:schemeClr>
          </a:solidFill>
          <a:ln w="6350">
            <a:solidFill>
              <a:schemeClr val="bg1"/>
            </a:solidFill>
            <a:prstDash val="solid"/>
          </a:ln>
        </p:spPr>
      </p:sp>
      <p:sp>
        <p:nvSpPr>
          <p:cNvPr id="234" name="Shape 231"/>
          <p:cNvSpPr/>
          <p:nvPr/>
        </p:nvSpPr>
        <p:spPr>
          <a:xfrm>
            <a:off x="11375136" y="2409444"/>
            <a:ext cx="73152" cy="73152"/>
          </a:xfrm>
          <a:prstGeom prst="rect">
            <a:avLst/>
          </a:prstGeom>
          <a:solidFill>
            <a:schemeClr val="accent5">
              <a:alpha val="15000"/>
            </a:schemeClr>
          </a:solidFill>
          <a:ln w="6350">
            <a:solidFill>
              <a:schemeClr val="bg1"/>
            </a:solidFill>
            <a:prstDash val="solid"/>
          </a:ln>
        </p:spPr>
      </p:sp>
      <p:sp>
        <p:nvSpPr>
          <p:cNvPr id="235" name="Shape 232"/>
          <p:cNvSpPr/>
          <p:nvPr/>
        </p:nvSpPr>
        <p:spPr>
          <a:xfrm>
            <a:off x="11452860" y="2409444"/>
            <a:ext cx="73152" cy="73152"/>
          </a:xfrm>
          <a:prstGeom prst="rect">
            <a:avLst/>
          </a:prstGeom>
          <a:solidFill>
            <a:schemeClr val="accent5">
              <a:alpha val="70000"/>
            </a:schemeClr>
          </a:solidFill>
          <a:ln w="6350">
            <a:solidFill>
              <a:schemeClr val="bg1"/>
            </a:solidFill>
            <a:prstDash val="solid"/>
          </a:ln>
        </p:spPr>
      </p:sp>
      <p:sp>
        <p:nvSpPr>
          <p:cNvPr id="236" name="Shape 233"/>
          <p:cNvSpPr/>
          <p:nvPr/>
        </p:nvSpPr>
        <p:spPr>
          <a:xfrm>
            <a:off x="11219688" y="2487168"/>
            <a:ext cx="73152" cy="73152"/>
          </a:xfrm>
          <a:prstGeom prst="rect">
            <a:avLst/>
          </a:prstGeom>
          <a:solidFill>
            <a:schemeClr val="accent5">
              <a:alpha val="15000"/>
            </a:schemeClr>
          </a:solidFill>
          <a:ln w="6350">
            <a:solidFill>
              <a:schemeClr val="bg1"/>
            </a:solidFill>
            <a:prstDash val="solid"/>
          </a:ln>
        </p:spPr>
      </p:sp>
      <p:sp>
        <p:nvSpPr>
          <p:cNvPr id="237" name="Shape 234"/>
          <p:cNvSpPr/>
          <p:nvPr/>
        </p:nvSpPr>
        <p:spPr>
          <a:xfrm>
            <a:off x="11297412" y="2487168"/>
            <a:ext cx="73152" cy="73152"/>
          </a:xfrm>
          <a:prstGeom prst="rect">
            <a:avLst/>
          </a:prstGeom>
          <a:solidFill>
            <a:schemeClr val="accent5">
              <a:alpha val="70000"/>
            </a:schemeClr>
          </a:solidFill>
          <a:ln w="6350">
            <a:solidFill>
              <a:schemeClr val="bg1"/>
            </a:solidFill>
            <a:prstDash val="solid"/>
          </a:ln>
        </p:spPr>
      </p:sp>
      <p:sp>
        <p:nvSpPr>
          <p:cNvPr id="238" name="Shape 235"/>
          <p:cNvSpPr/>
          <p:nvPr/>
        </p:nvSpPr>
        <p:spPr>
          <a:xfrm>
            <a:off x="11375136" y="2487168"/>
            <a:ext cx="73152" cy="73152"/>
          </a:xfrm>
          <a:prstGeom prst="rect">
            <a:avLst/>
          </a:prstGeom>
          <a:solidFill>
            <a:schemeClr val="accent5">
              <a:alpha val="70000"/>
            </a:schemeClr>
          </a:solidFill>
          <a:ln w="6350">
            <a:solidFill>
              <a:schemeClr val="bg1"/>
            </a:solidFill>
            <a:prstDash val="solid"/>
          </a:ln>
        </p:spPr>
      </p:sp>
      <p:sp>
        <p:nvSpPr>
          <p:cNvPr id="239" name="Shape 236"/>
          <p:cNvSpPr/>
          <p:nvPr/>
        </p:nvSpPr>
        <p:spPr>
          <a:xfrm>
            <a:off x="11452860" y="2487168"/>
            <a:ext cx="73152" cy="73152"/>
          </a:xfrm>
          <a:prstGeom prst="rect">
            <a:avLst/>
          </a:prstGeom>
          <a:solidFill>
            <a:schemeClr val="accent5">
              <a:alpha val="70000"/>
            </a:schemeClr>
          </a:solidFill>
          <a:ln w="6350">
            <a:solidFill>
              <a:schemeClr val="bg1"/>
            </a:solidFill>
            <a:prstDash val="solid"/>
          </a:ln>
        </p:spPr>
      </p:sp>
      <p:sp>
        <p:nvSpPr>
          <p:cNvPr id="240" name="Shape 237"/>
          <p:cNvSpPr/>
          <p:nvPr/>
        </p:nvSpPr>
        <p:spPr>
          <a:xfrm>
            <a:off x="11219688" y="2564892"/>
            <a:ext cx="73152" cy="73152"/>
          </a:xfrm>
          <a:prstGeom prst="rect">
            <a:avLst/>
          </a:prstGeom>
          <a:solidFill>
            <a:schemeClr val="accent5">
              <a:alpha val="70000"/>
            </a:schemeClr>
          </a:solidFill>
          <a:ln w="6350">
            <a:solidFill>
              <a:schemeClr val="bg1"/>
            </a:solidFill>
            <a:prstDash val="solid"/>
          </a:ln>
        </p:spPr>
      </p:sp>
      <p:sp>
        <p:nvSpPr>
          <p:cNvPr id="241" name="Shape 238"/>
          <p:cNvSpPr/>
          <p:nvPr/>
        </p:nvSpPr>
        <p:spPr>
          <a:xfrm>
            <a:off x="11297412" y="2564892"/>
            <a:ext cx="73152" cy="73152"/>
          </a:xfrm>
          <a:prstGeom prst="rect">
            <a:avLst/>
          </a:prstGeom>
          <a:solidFill>
            <a:schemeClr val="accent5">
              <a:alpha val="70000"/>
            </a:schemeClr>
          </a:solidFill>
          <a:ln w="6350">
            <a:solidFill>
              <a:schemeClr val="bg1"/>
            </a:solidFill>
            <a:prstDash val="solid"/>
          </a:ln>
        </p:spPr>
      </p:sp>
      <p:sp>
        <p:nvSpPr>
          <p:cNvPr id="242" name="Shape 239"/>
          <p:cNvSpPr/>
          <p:nvPr/>
        </p:nvSpPr>
        <p:spPr>
          <a:xfrm>
            <a:off x="11375136" y="2564892"/>
            <a:ext cx="73152" cy="73152"/>
          </a:xfrm>
          <a:prstGeom prst="rect">
            <a:avLst/>
          </a:prstGeom>
          <a:solidFill>
            <a:schemeClr val="accent5">
              <a:alpha val="70000"/>
            </a:schemeClr>
          </a:solidFill>
          <a:ln w="6350">
            <a:solidFill>
              <a:schemeClr val="bg1"/>
            </a:solidFill>
            <a:prstDash val="solid"/>
          </a:ln>
        </p:spPr>
      </p:sp>
      <p:sp>
        <p:nvSpPr>
          <p:cNvPr id="243" name="Shape 240"/>
          <p:cNvSpPr/>
          <p:nvPr/>
        </p:nvSpPr>
        <p:spPr>
          <a:xfrm>
            <a:off x="11452860" y="2564892"/>
            <a:ext cx="73152" cy="73152"/>
          </a:xfrm>
          <a:prstGeom prst="rect">
            <a:avLst/>
          </a:prstGeom>
          <a:solidFill>
            <a:schemeClr val="accent5">
              <a:alpha val="15000"/>
            </a:schemeClr>
          </a:solidFill>
          <a:ln w="6350">
            <a:solidFill>
              <a:schemeClr val="bg1"/>
            </a:solidFill>
            <a:prstDash val="solid"/>
          </a:ln>
        </p:spPr>
      </p:sp>
      <p:sp>
        <p:nvSpPr>
          <p:cNvPr id="244" name="Text 241"/>
          <p:cNvSpPr txBox="1"/>
          <p:nvPr/>
        </p:nvSpPr>
        <p:spPr>
          <a:xfrm>
            <a:off x="548640" y="3657600"/>
            <a:ext cx="694944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前の2枚の手順で説明できるのは、1つのクラス（6の確率）だけ</a:t>
            </a:r>
            <a:endParaRPr lang="en-US" sz="1600" dirty="0"/>
          </a:p>
          <a:p>
            <a:pPr marL="342900" indent="-342900">
              <a:spcAft>
                <a:spcPts val="600"/>
              </a:spcAft>
              <a:buSzPct val="100000"/>
              <a:buChar char="•"/>
            </a:pPr>
            <a:r>
              <a:rPr lang="en-US" sz="1600" dirty="0">
                <a:solidFill>
                  <a:schemeClr val="tx1"/>
                </a:solidFill>
              </a:rPr>
              <a:t>多クラスでは、同じ摂動画像を使って、クラスごとに別々に回帰する</a:t>
            </a:r>
            <a:endParaRPr lang="en-US" sz="1600" dirty="0"/>
          </a:p>
          <a:p>
            <a:pPr lvl="1" marL="457200" indent="-228600">
              <a:spcAft>
                <a:spcPts val="600"/>
              </a:spcAft>
              <a:buSzPct val="100000"/>
              <a:buChar char="•"/>
            </a:pPr>
            <a:r>
              <a:rPr lang="en-US" sz="1400" dirty="0">
                <a:solidFill>
                  <a:schemeClr val="tx2"/>
                </a:solidFill>
              </a:rPr>
              <a:t>0の確率、1の確率、…、9の確率をそれぞれ線形回帰する</a:t>
            </a:r>
            <a:endParaRPr lang="en-US" sz="1600" dirty="0"/>
          </a:p>
          <a:p>
            <a:pPr marL="342900" indent="-342900">
              <a:spcAft>
                <a:spcPts val="600"/>
              </a:spcAft>
              <a:buSzPct val="100000"/>
              <a:buChar char="•"/>
            </a:pPr>
            <a:r>
              <a:rPr lang="en-US" sz="1600" dirty="0">
                <a:solidFill>
                  <a:schemeClr val="tx1"/>
                </a:solidFill>
              </a:rPr>
              <a:t>結果として、クラスごとのヒートマップが10枚できる</a:t>
            </a:r>
            <a:endParaRPr lang="en-US" sz="1600" dirty="0"/>
          </a:p>
        </p:txBody>
      </p:sp>
      <p:sp>
        <p:nvSpPr>
          <p:cNvPr id="245" name="Shape 242"/>
          <p:cNvSpPr/>
          <p:nvPr/>
        </p:nvSpPr>
        <p:spPr>
          <a:xfrm>
            <a:off x="7863840" y="3794760"/>
            <a:ext cx="3749040" cy="1463040"/>
          </a:xfrm>
          <a:prstGeom prst="roundRect">
            <a:avLst>
              <a:gd name="adj" fmla="val 7500"/>
            </a:avLst>
          </a:prstGeom>
          <a:solidFill>
            <a:schemeClr val="bg2"/>
          </a:solidFill>
          <a:ln w="12700">
            <a:solidFill>
              <a:schemeClr val="bg2"/>
            </a:solidFill>
            <a:prstDash val="solid"/>
          </a:ln>
        </p:spPr>
      </p:sp>
      <p:sp>
        <p:nvSpPr>
          <p:cNvPr id="246" name="Text 243"/>
          <p:cNvSpPr txBox="1"/>
          <p:nvPr/>
        </p:nvSpPr>
        <p:spPr>
          <a:xfrm>
            <a:off x="8092440" y="3931920"/>
            <a:ext cx="3291840" cy="320040"/>
          </a:xfrm>
          <a:prstGeom prst="rect">
            <a:avLst/>
          </a:prstGeom>
          <a:noFill/>
          <a:ln/>
        </p:spPr>
        <p:txBody>
          <a:bodyPr wrap="square" lIns="0" tIns="0" rIns="0" bIns="0" rtlCol="0" anchor="t"/>
          <a:lstStyle/>
          <a:p>
            <a:pPr indent="0" marL="0">
              <a:buNone/>
            </a:pPr>
            <a:r>
              <a:rPr lang="en-US" sz="1300" dirty="0">
                <a:solidFill>
                  <a:schemeClr val="tx2"/>
                </a:solidFill>
              </a:rPr>
              <a:t>クラスごとの線形モデル</a:t>
            </a:r>
            <a:endParaRPr lang="en-US" sz="1300" dirty="0"/>
          </a:p>
        </p:txBody>
      </p:sp>
      <p:sp>
        <p:nvSpPr>
          <p:cNvPr id="247" name="Text 244"/>
          <p:cNvSpPr txBox="1"/>
          <p:nvPr/>
        </p:nvSpPr>
        <p:spPr>
          <a:xfrm>
            <a:off x="8092440" y="4343400"/>
            <a:ext cx="3291840" cy="457200"/>
          </a:xfrm>
          <a:prstGeom prst="rect">
            <a:avLst/>
          </a:prstGeom>
          <a:noFill/>
          <a:ln/>
        </p:spPr>
        <p:txBody>
          <a:bodyPr wrap="square" lIns="0" tIns="0" rIns="0" bIns="0" rtlCol="0" anchor="t"/>
          <a:lstStyle/>
          <a:p>
            <a:pPr indent="0" marL="0">
              <a:buNone/>
            </a:pPr>
            <a:r>
              <a:rPr lang="en-US" sz="2200" b="1" dirty="0">
                <a:solidFill>
                  <a:schemeClr val="tx1"/>
                </a:solidFill>
              </a:rPr>
              <a:t>pₖ(z) ≈ βₖ₀ + βₖᵀ z</a:t>
            </a:r>
            <a:endParaRPr lang="en-US" sz="2200" dirty="0"/>
          </a:p>
        </p:txBody>
      </p:sp>
      <p:sp>
        <p:nvSpPr>
          <p:cNvPr id="248" name="Text 245"/>
          <p:cNvSpPr txBox="1"/>
          <p:nvPr/>
        </p:nvSpPr>
        <p:spPr>
          <a:xfrm>
            <a:off x="8092440" y="4846320"/>
            <a:ext cx="3291840" cy="320040"/>
          </a:xfrm>
          <a:prstGeom prst="rect">
            <a:avLst/>
          </a:prstGeom>
          <a:noFill/>
          <a:ln/>
        </p:spPr>
        <p:txBody>
          <a:bodyPr wrap="square" lIns="0" tIns="0" rIns="0" bIns="0" rtlCol="0" anchor="t"/>
          <a:lstStyle/>
          <a:p>
            <a:pPr indent="0" marL="0">
              <a:buNone/>
            </a:pPr>
            <a:r>
              <a:rPr lang="en-US" sz="1300" dirty="0">
                <a:solidFill>
                  <a:schemeClr val="tx2"/>
                </a:solidFill>
              </a:rPr>
              <a:t>k = 0, 1, …, 9</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問題点</a:t>
            </a:r>
            <a:endParaRPr lang="en-US" sz="3000" dirty="0"/>
          </a:p>
        </p:txBody>
      </p:sp>
      <p:sp>
        <p:nvSpPr>
          <p:cNvPr id="4" name="Shape 1"/>
          <p:cNvSpPr/>
          <p:nvPr/>
        </p:nvSpPr>
        <p:spPr>
          <a:xfrm>
            <a:off x="548640" y="1280160"/>
            <a:ext cx="5349240" cy="4846320"/>
          </a:xfrm>
          <a:prstGeom prst="roundRect">
            <a:avLst>
              <a:gd name="adj" fmla="val 2264"/>
            </a:avLst>
          </a:prstGeom>
          <a:solidFill>
            <a:schemeClr val="bg2"/>
          </a:solidFill>
          <a:ln w="12700">
            <a:solidFill>
              <a:schemeClr val="bg2"/>
            </a:solidFill>
            <a:prstDash val="solid"/>
          </a:ln>
        </p:spPr>
      </p:sp>
      <p:sp>
        <p:nvSpPr>
          <p:cNvPr id="5" name="Shape 2"/>
          <p:cNvSpPr/>
          <p:nvPr/>
        </p:nvSpPr>
        <p:spPr>
          <a:xfrm>
            <a:off x="6263640" y="1280160"/>
            <a:ext cx="5349240" cy="4846320"/>
          </a:xfrm>
          <a:prstGeom prst="roundRect">
            <a:avLst>
              <a:gd name="adj" fmla="val 2264"/>
            </a:avLst>
          </a:prstGeom>
          <a:solidFill>
            <a:schemeClr val="bg2"/>
          </a:solidFill>
          <a:ln w="12700">
            <a:solidFill>
              <a:schemeClr val="bg2"/>
            </a:solidFill>
            <a:prstDash val="solid"/>
          </a:ln>
        </p:spPr>
      </p:sp>
      <p:sp>
        <p:nvSpPr>
          <p:cNvPr id="6" name="Shape 3"/>
          <p:cNvSpPr/>
          <p:nvPr/>
        </p:nvSpPr>
        <p:spPr>
          <a:xfrm>
            <a:off x="777240" y="150876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371600" y="1508760"/>
            <a:ext cx="4343400" cy="457200"/>
          </a:xfrm>
          <a:prstGeom prst="rect">
            <a:avLst/>
          </a:prstGeom>
          <a:noFill/>
          <a:ln/>
        </p:spPr>
        <p:txBody>
          <a:bodyPr wrap="square" lIns="0" tIns="0" rIns="0" bIns="0" rtlCol="0" anchor="ctr"/>
          <a:lstStyle/>
          <a:p>
            <a:pPr indent="0" marL="0">
              <a:buNone/>
            </a:pPr>
            <a:r>
              <a:rPr lang="en-US" sz="2000" b="1" dirty="0">
                <a:solidFill>
                  <a:schemeClr val="tx1"/>
                </a:solidFill>
              </a:rPr>
              <a:t>比べるクラスを、人が決めている</a:t>
            </a:r>
            <a:endParaRPr lang="en-US" sz="2000" dirty="0"/>
          </a:p>
        </p:txBody>
      </p:sp>
      <p:sp>
        <p:nvSpPr>
          <p:cNvPr id="9" name="Text 6"/>
          <p:cNvSpPr txBox="1"/>
          <p:nvPr/>
        </p:nvSpPr>
        <p:spPr>
          <a:xfrm>
            <a:off x="822960" y="2194560"/>
            <a:ext cx="480060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実際には10枚すべては見ず、確率の高い6と0だけを見ることが多い</a:t>
            </a:r>
            <a:endParaRPr lang="en-US" sz="1600" dirty="0"/>
          </a:p>
          <a:p>
            <a:pPr marL="342900" indent="-342900">
              <a:spcAft>
                <a:spcPts val="600"/>
              </a:spcAft>
              <a:buSzPct val="100000"/>
              <a:buChar char="•"/>
            </a:pPr>
            <a:r>
              <a:rPr lang="en-US" sz="1600" dirty="0">
                <a:solidFill>
                  <a:schemeClr val="tx1"/>
                </a:solidFill>
              </a:rPr>
              <a:t>選び方は人任せなので、一緒に動いている9は見落とす</a:t>
            </a:r>
            <a:endParaRPr lang="en-US" sz="1600" dirty="0"/>
          </a:p>
          <a:p>
            <a:pPr marL="342900" indent="-342900">
              <a:spcAft>
                <a:spcPts val="600"/>
              </a:spcAft>
              <a:buSzPct val="100000"/>
              <a:buChar char="•"/>
            </a:pPr>
            <a:r>
              <a:rPr lang="en-US" sz="1600" dirty="0">
                <a:solidFill>
                  <a:schemeClr val="tx1"/>
                </a:solidFill>
              </a:rPr>
              <a:t>確率は高くても、近傍ではほとんど動かないクラスを選んでしまうこともある</a:t>
            </a:r>
            <a:endParaRPr lang="en-US" sz="1600" dirty="0"/>
          </a:p>
        </p:txBody>
      </p:sp>
      <p:sp>
        <p:nvSpPr>
          <p:cNvPr id="10" name="Shape 7"/>
          <p:cNvSpPr/>
          <p:nvPr/>
        </p:nvSpPr>
        <p:spPr>
          <a:xfrm>
            <a:off x="1097280" y="4800600"/>
            <a:ext cx="548640" cy="548640"/>
          </a:xfrm>
          <a:prstGeom prst="roundRect">
            <a:avLst>
              <a:gd name="adj" fmla="val 10000"/>
            </a:avLst>
          </a:prstGeom>
          <a:solidFill>
            <a:schemeClr val="accent2"/>
          </a:solidFill>
          <a:ln w="12700">
            <a:solidFill>
              <a:schemeClr val="accent2"/>
            </a:solidFill>
            <a:prstDash val="solid"/>
          </a:ln>
        </p:spPr>
      </p:sp>
      <p:sp>
        <p:nvSpPr>
          <p:cNvPr id="11" name="Text 8"/>
          <p:cNvSpPr txBox="1"/>
          <p:nvPr/>
        </p:nvSpPr>
        <p:spPr>
          <a:xfrm>
            <a:off x="1097280" y="4800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0</a:t>
            </a:r>
            <a:endParaRPr lang="en-US" sz="2000" dirty="0"/>
          </a:p>
        </p:txBody>
      </p:sp>
      <p:sp>
        <p:nvSpPr>
          <p:cNvPr id="12" name="Text 9"/>
          <p:cNvSpPr txBox="1"/>
          <p:nvPr/>
        </p:nvSpPr>
        <p:spPr>
          <a:xfrm>
            <a:off x="868680" y="5440680"/>
            <a:ext cx="1005840" cy="320040"/>
          </a:xfrm>
          <a:prstGeom prst="rect">
            <a:avLst/>
          </a:prstGeom>
          <a:noFill/>
          <a:ln/>
        </p:spPr>
        <p:txBody>
          <a:bodyPr wrap="square" lIns="0" tIns="0" rIns="0" bIns="0" rtlCol="0" anchor="t"/>
          <a:lstStyle/>
          <a:p>
            <a:pPr algn="ctr" indent="0" marL="0">
              <a:buNone/>
            </a:pPr>
            <a:r>
              <a:rPr lang="en-US" sz="1300" dirty="0">
                <a:solidFill>
                  <a:schemeClr val="tx1"/>
                </a:solidFill>
              </a:rPr>
              <a:t>見る</a:t>
            </a:r>
            <a:endParaRPr lang="en-US" sz="1300" dirty="0"/>
          </a:p>
        </p:txBody>
      </p:sp>
      <p:sp>
        <p:nvSpPr>
          <p:cNvPr id="13" name="Shape 10"/>
          <p:cNvSpPr/>
          <p:nvPr/>
        </p:nvSpPr>
        <p:spPr>
          <a:xfrm>
            <a:off x="2560320" y="4800600"/>
            <a:ext cx="548640" cy="548640"/>
          </a:xfrm>
          <a:prstGeom prst="roundRect">
            <a:avLst>
              <a:gd name="adj" fmla="val 10000"/>
            </a:avLst>
          </a:prstGeom>
          <a:solidFill>
            <a:schemeClr val="accent1"/>
          </a:solidFill>
          <a:ln w="12700">
            <a:solidFill>
              <a:schemeClr val="accent1"/>
            </a:solidFill>
            <a:prstDash val="solid"/>
          </a:ln>
        </p:spPr>
      </p:sp>
      <p:sp>
        <p:nvSpPr>
          <p:cNvPr id="14" name="Text 11"/>
          <p:cNvSpPr txBox="1"/>
          <p:nvPr/>
        </p:nvSpPr>
        <p:spPr>
          <a:xfrm>
            <a:off x="2560320" y="4800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15" name="Text 12"/>
          <p:cNvSpPr txBox="1"/>
          <p:nvPr/>
        </p:nvSpPr>
        <p:spPr>
          <a:xfrm>
            <a:off x="2331720" y="5440680"/>
            <a:ext cx="1005840" cy="320040"/>
          </a:xfrm>
          <a:prstGeom prst="rect">
            <a:avLst/>
          </a:prstGeom>
          <a:noFill/>
          <a:ln/>
        </p:spPr>
        <p:txBody>
          <a:bodyPr wrap="square" lIns="0" tIns="0" rIns="0" bIns="0" rtlCol="0" anchor="t"/>
          <a:lstStyle/>
          <a:p>
            <a:pPr algn="ctr" indent="0" marL="0">
              <a:buNone/>
            </a:pPr>
            <a:r>
              <a:rPr lang="en-US" sz="1300" dirty="0">
                <a:solidFill>
                  <a:schemeClr val="tx1"/>
                </a:solidFill>
              </a:rPr>
              <a:t>見る</a:t>
            </a:r>
            <a:endParaRPr lang="en-US" sz="1300" dirty="0"/>
          </a:p>
        </p:txBody>
      </p:sp>
      <p:sp>
        <p:nvSpPr>
          <p:cNvPr id="16" name="Shape 13"/>
          <p:cNvSpPr/>
          <p:nvPr/>
        </p:nvSpPr>
        <p:spPr>
          <a:xfrm>
            <a:off x="4023360" y="4800600"/>
            <a:ext cx="548640" cy="548640"/>
          </a:xfrm>
          <a:prstGeom prst="roundRect">
            <a:avLst>
              <a:gd name="adj" fmla="val 10000"/>
            </a:avLst>
          </a:prstGeom>
          <a:solidFill>
            <a:schemeClr val="accent5"/>
          </a:solidFill>
          <a:ln w="12700">
            <a:solidFill>
              <a:schemeClr val="accent5"/>
            </a:solidFill>
            <a:prstDash val="solid"/>
          </a:ln>
        </p:spPr>
      </p:sp>
      <p:sp>
        <p:nvSpPr>
          <p:cNvPr id="17" name="Text 14"/>
          <p:cNvSpPr txBox="1"/>
          <p:nvPr/>
        </p:nvSpPr>
        <p:spPr>
          <a:xfrm>
            <a:off x="4023360" y="4800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18" name="Text 15"/>
          <p:cNvSpPr txBox="1"/>
          <p:nvPr/>
        </p:nvSpPr>
        <p:spPr>
          <a:xfrm>
            <a:off x="3794760" y="5440680"/>
            <a:ext cx="1005840" cy="320040"/>
          </a:xfrm>
          <a:prstGeom prst="rect">
            <a:avLst/>
          </a:prstGeom>
          <a:noFill/>
          <a:ln/>
        </p:spPr>
        <p:txBody>
          <a:bodyPr wrap="square" lIns="0" tIns="0" rIns="0" bIns="0" rtlCol="0" anchor="t"/>
          <a:lstStyle/>
          <a:p>
            <a:pPr algn="ctr" indent="0" marL="0">
              <a:buNone/>
            </a:pPr>
            <a:r>
              <a:rPr lang="en-US" sz="1300" b="1" dirty="0">
                <a:solidFill>
                  <a:schemeClr val="accent1"/>
                </a:solidFill>
              </a:rPr>
              <a:t>見落とす</a:t>
            </a:r>
            <a:endParaRPr lang="en-US" sz="1300" dirty="0"/>
          </a:p>
        </p:txBody>
      </p:sp>
      <p:sp>
        <p:nvSpPr>
          <p:cNvPr id="19" name="Shape 16"/>
          <p:cNvSpPr/>
          <p:nvPr/>
        </p:nvSpPr>
        <p:spPr>
          <a:xfrm>
            <a:off x="6492240" y="1508760"/>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64922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Text 18"/>
          <p:cNvSpPr txBox="1"/>
          <p:nvPr/>
        </p:nvSpPr>
        <p:spPr>
          <a:xfrm>
            <a:off x="7086600" y="1508760"/>
            <a:ext cx="4343400" cy="457200"/>
          </a:xfrm>
          <a:prstGeom prst="rect">
            <a:avLst/>
          </a:prstGeom>
          <a:noFill/>
          <a:ln/>
        </p:spPr>
        <p:txBody>
          <a:bodyPr wrap="square" lIns="0" tIns="0" rIns="0" bIns="0" rtlCol="0" anchor="ctr"/>
          <a:lstStyle/>
          <a:p>
            <a:pPr indent="0" marL="0">
              <a:buNone/>
            </a:pPr>
            <a:r>
              <a:rPr lang="en-US" sz="2000" b="1" dirty="0">
                <a:solidFill>
                  <a:schemeClr val="tx1"/>
                </a:solidFill>
              </a:rPr>
              <a:t>クラス間の関係が見えない</a:t>
            </a:r>
            <a:endParaRPr lang="en-US" sz="2000" dirty="0"/>
          </a:p>
        </p:txBody>
      </p:sp>
      <p:sp>
        <p:nvSpPr>
          <p:cNvPr id="22" name="Text 19"/>
          <p:cNvSpPr txBox="1"/>
          <p:nvPr/>
        </p:nvSpPr>
        <p:spPr>
          <a:xfrm>
            <a:off x="6537960" y="2194560"/>
            <a:ext cx="480060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確率の和は1なので、6が上がれば別のどこかが下がる</a:t>
            </a:r>
            <a:endParaRPr lang="en-US" sz="1600" dirty="0"/>
          </a:p>
          <a:p>
            <a:pPr marL="342900" indent="-342900">
              <a:spcAft>
                <a:spcPts val="600"/>
              </a:spcAft>
              <a:buSzPct val="100000"/>
              <a:buChar char="•"/>
            </a:pPr>
            <a:r>
              <a:rPr lang="en-US" sz="1600" dirty="0">
                <a:solidFill>
                  <a:schemeClr val="tx1"/>
                </a:solidFill>
              </a:rPr>
              <a:t>知りたいのは「0から6へ確率が移った理由」</a:t>
            </a:r>
            <a:endParaRPr lang="en-US" sz="1600" dirty="0"/>
          </a:p>
          <a:p>
            <a:pPr marL="342900" indent="-342900">
              <a:spcAft>
                <a:spcPts val="600"/>
              </a:spcAft>
              <a:buSzPct val="100000"/>
              <a:buChar char="•"/>
            </a:pPr>
            <a:r>
              <a:rPr lang="en-US" sz="1600" dirty="0">
                <a:solidFill>
                  <a:schemeClr val="tx1"/>
                </a:solidFill>
              </a:rPr>
              <a:t>通常のLIMEでは、6のマップと0のマップを人が見比べて差を読むしかない</a:t>
            </a:r>
            <a:endParaRPr lang="en-US" sz="1600" dirty="0"/>
          </a:p>
        </p:txBody>
      </p:sp>
      <p:sp>
        <p:nvSpPr>
          <p:cNvPr id="23" name="Shape 20"/>
          <p:cNvSpPr/>
          <p:nvPr/>
        </p:nvSpPr>
        <p:spPr>
          <a:xfrm>
            <a:off x="6720840" y="4526280"/>
            <a:ext cx="128016" cy="128016"/>
          </a:xfrm>
          <a:prstGeom prst="rect">
            <a:avLst/>
          </a:prstGeom>
          <a:solidFill>
            <a:schemeClr val="accent1">
              <a:alpha val="0"/>
            </a:schemeClr>
          </a:solidFill>
          <a:ln w="6350">
            <a:solidFill>
              <a:schemeClr val="bg1"/>
            </a:solidFill>
            <a:prstDash val="solid"/>
          </a:ln>
        </p:spPr>
      </p:sp>
      <p:sp>
        <p:nvSpPr>
          <p:cNvPr id="24" name="Shape 21"/>
          <p:cNvSpPr/>
          <p:nvPr/>
        </p:nvSpPr>
        <p:spPr>
          <a:xfrm>
            <a:off x="6858000" y="4526280"/>
            <a:ext cx="128016" cy="128016"/>
          </a:xfrm>
          <a:prstGeom prst="rect">
            <a:avLst/>
          </a:prstGeom>
          <a:solidFill>
            <a:schemeClr val="accent1">
              <a:alpha val="0"/>
            </a:schemeClr>
          </a:solidFill>
          <a:ln w="6350">
            <a:solidFill>
              <a:schemeClr val="bg1"/>
            </a:solidFill>
            <a:prstDash val="solid"/>
          </a:ln>
        </p:spPr>
      </p:sp>
      <p:sp>
        <p:nvSpPr>
          <p:cNvPr id="25" name="Shape 22"/>
          <p:cNvSpPr/>
          <p:nvPr/>
        </p:nvSpPr>
        <p:spPr>
          <a:xfrm>
            <a:off x="6995160" y="4526280"/>
            <a:ext cx="128016" cy="128016"/>
          </a:xfrm>
          <a:prstGeom prst="rect">
            <a:avLst/>
          </a:prstGeom>
          <a:solidFill>
            <a:schemeClr val="accent1">
              <a:alpha val="4000"/>
            </a:schemeClr>
          </a:solidFill>
          <a:ln w="6350">
            <a:solidFill>
              <a:schemeClr val="bg1"/>
            </a:solidFill>
            <a:prstDash val="solid"/>
          </a:ln>
        </p:spPr>
      </p:sp>
      <p:sp>
        <p:nvSpPr>
          <p:cNvPr id="26" name="Shape 23"/>
          <p:cNvSpPr/>
          <p:nvPr/>
        </p:nvSpPr>
        <p:spPr>
          <a:xfrm>
            <a:off x="7132320" y="4526280"/>
            <a:ext cx="128016" cy="128016"/>
          </a:xfrm>
          <a:prstGeom prst="rect">
            <a:avLst/>
          </a:prstGeom>
          <a:solidFill>
            <a:schemeClr val="accent1">
              <a:alpha val="69000"/>
            </a:schemeClr>
          </a:solidFill>
          <a:ln w="6350">
            <a:solidFill>
              <a:schemeClr val="bg1"/>
            </a:solidFill>
            <a:prstDash val="solid"/>
          </a:ln>
        </p:spPr>
      </p:sp>
      <p:sp>
        <p:nvSpPr>
          <p:cNvPr id="27" name="Shape 24"/>
          <p:cNvSpPr/>
          <p:nvPr/>
        </p:nvSpPr>
        <p:spPr>
          <a:xfrm>
            <a:off x="7269480" y="4526280"/>
            <a:ext cx="128016" cy="128016"/>
          </a:xfrm>
          <a:prstGeom prst="rect">
            <a:avLst/>
          </a:prstGeom>
          <a:solidFill>
            <a:schemeClr val="accent1">
              <a:alpha val="24000"/>
            </a:schemeClr>
          </a:solidFill>
          <a:ln w="6350">
            <a:solidFill>
              <a:schemeClr val="bg1"/>
            </a:solidFill>
            <a:prstDash val="solid"/>
          </a:ln>
        </p:spPr>
      </p:sp>
      <p:sp>
        <p:nvSpPr>
          <p:cNvPr id="28" name="Shape 25"/>
          <p:cNvSpPr/>
          <p:nvPr/>
        </p:nvSpPr>
        <p:spPr>
          <a:xfrm>
            <a:off x="7406640" y="4526280"/>
            <a:ext cx="128016" cy="128016"/>
          </a:xfrm>
          <a:prstGeom prst="rect">
            <a:avLst/>
          </a:prstGeom>
          <a:solidFill>
            <a:schemeClr val="accent1">
              <a:alpha val="7000"/>
            </a:schemeClr>
          </a:solidFill>
          <a:ln w="6350">
            <a:solidFill>
              <a:schemeClr val="bg1"/>
            </a:solidFill>
            <a:prstDash val="solid"/>
          </a:ln>
        </p:spPr>
      </p:sp>
      <p:sp>
        <p:nvSpPr>
          <p:cNvPr id="29" name="Shape 26"/>
          <p:cNvSpPr/>
          <p:nvPr/>
        </p:nvSpPr>
        <p:spPr>
          <a:xfrm>
            <a:off x="7543800" y="4526280"/>
            <a:ext cx="128016" cy="128016"/>
          </a:xfrm>
          <a:prstGeom prst="rect">
            <a:avLst/>
          </a:prstGeom>
          <a:solidFill>
            <a:schemeClr val="accent1">
              <a:alpha val="0"/>
            </a:schemeClr>
          </a:solidFill>
          <a:ln w="6350">
            <a:solidFill>
              <a:schemeClr val="bg1"/>
            </a:solidFill>
            <a:prstDash val="solid"/>
          </a:ln>
        </p:spPr>
      </p:sp>
      <p:sp>
        <p:nvSpPr>
          <p:cNvPr id="30" name="Shape 27"/>
          <p:cNvSpPr/>
          <p:nvPr/>
        </p:nvSpPr>
        <p:spPr>
          <a:xfrm>
            <a:off x="7680960" y="4526280"/>
            <a:ext cx="128016" cy="128016"/>
          </a:xfrm>
          <a:prstGeom prst="rect">
            <a:avLst/>
          </a:prstGeom>
          <a:solidFill>
            <a:schemeClr val="accent1">
              <a:alpha val="0"/>
            </a:schemeClr>
          </a:solidFill>
          <a:ln w="6350">
            <a:solidFill>
              <a:schemeClr val="bg1"/>
            </a:solidFill>
            <a:prstDash val="solid"/>
          </a:ln>
        </p:spPr>
      </p:sp>
      <p:sp>
        <p:nvSpPr>
          <p:cNvPr id="31" name="Shape 28"/>
          <p:cNvSpPr/>
          <p:nvPr/>
        </p:nvSpPr>
        <p:spPr>
          <a:xfrm>
            <a:off x="6720840" y="4663440"/>
            <a:ext cx="128016" cy="128016"/>
          </a:xfrm>
          <a:prstGeom prst="rect">
            <a:avLst/>
          </a:prstGeom>
          <a:solidFill>
            <a:schemeClr val="accent1">
              <a:alpha val="0"/>
            </a:schemeClr>
          </a:solidFill>
          <a:ln w="6350">
            <a:solidFill>
              <a:schemeClr val="bg1"/>
            </a:solidFill>
            <a:prstDash val="solid"/>
          </a:ln>
        </p:spPr>
      </p:sp>
      <p:sp>
        <p:nvSpPr>
          <p:cNvPr id="32" name="Shape 29"/>
          <p:cNvSpPr/>
          <p:nvPr/>
        </p:nvSpPr>
        <p:spPr>
          <a:xfrm>
            <a:off x="6858000" y="4663440"/>
            <a:ext cx="128016" cy="128016"/>
          </a:xfrm>
          <a:prstGeom prst="rect">
            <a:avLst/>
          </a:prstGeom>
          <a:solidFill>
            <a:schemeClr val="accent1">
              <a:alpha val="0"/>
            </a:schemeClr>
          </a:solidFill>
          <a:ln w="6350">
            <a:solidFill>
              <a:schemeClr val="bg1"/>
            </a:solidFill>
            <a:prstDash val="solid"/>
          </a:ln>
        </p:spPr>
      </p:sp>
      <p:sp>
        <p:nvSpPr>
          <p:cNvPr id="33" name="Shape 30"/>
          <p:cNvSpPr/>
          <p:nvPr/>
        </p:nvSpPr>
        <p:spPr>
          <a:xfrm>
            <a:off x="6995160" y="4663440"/>
            <a:ext cx="128016" cy="128016"/>
          </a:xfrm>
          <a:prstGeom prst="rect">
            <a:avLst/>
          </a:prstGeom>
          <a:solidFill>
            <a:schemeClr val="accent1">
              <a:alpha val="75000"/>
            </a:schemeClr>
          </a:solidFill>
          <a:ln w="6350">
            <a:solidFill>
              <a:schemeClr val="bg1"/>
            </a:solidFill>
            <a:prstDash val="solid"/>
          </a:ln>
        </p:spPr>
      </p:sp>
      <p:sp>
        <p:nvSpPr>
          <p:cNvPr id="34" name="Shape 31"/>
          <p:cNvSpPr/>
          <p:nvPr/>
        </p:nvSpPr>
        <p:spPr>
          <a:xfrm>
            <a:off x="7132320" y="4663440"/>
            <a:ext cx="128016" cy="128016"/>
          </a:xfrm>
          <a:prstGeom prst="rect">
            <a:avLst/>
          </a:prstGeom>
          <a:solidFill>
            <a:schemeClr val="accent1"/>
          </a:solidFill>
          <a:ln w="6350">
            <a:solidFill>
              <a:schemeClr val="bg1"/>
            </a:solidFill>
            <a:prstDash val="solid"/>
          </a:ln>
        </p:spPr>
      </p:sp>
      <p:sp>
        <p:nvSpPr>
          <p:cNvPr id="35" name="Shape 32"/>
          <p:cNvSpPr/>
          <p:nvPr/>
        </p:nvSpPr>
        <p:spPr>
          <a:xfrm>
            <a:off x="7269480" y="4663440"/>
            <a:ext cx="128016" cy="128016"/>
          </a:xfrm>
          <a:prstGeom prst="rect">
            <a:avLst/>
          </a:prstGeom>
          <a:solidFill>
            <a:schemeClr val="accent1">
              <a:alpha val="24000"/>
            </a:schemeClr>
          </a:solidFill>
          <a:ln w="6350">
            <a:solidFill>
              <a:schemeClr val="bg1"/>
            </a:solidFill>
            <a:prstDash val="solid"/>
          </a:ln>
        </p:spPr>
      </p:sp>
      <p:sp>
        <p:nvSpPr>
          <p:cNvPr id="36" name="Shape 33"/>
          <p:cNvSpPr/>
          <p:nvPr/>
        </p:nvSpPr>
        <p:spPr>
          <a:xfrm>
            <a:off x="7406640" y="4663440"/>
            <a:ext cx="128016" cy="128016"/>
          </a:xfrm>
          <a:prstGeom prst="rect">
            <a:avLst/>
          </a:prstGeom>
          <a:solidFill>
            <a:schemeClr val="accent1">
              <a:alpha val="28000"/>
            </a:schemeClr>
          </a:solidFill>
          <a:ln w="6350">
            <a:solidFill>
              <a:schemeClr val="bg1"/>
            </a:solidFill>
            <a:prstDash val="solid"/>
          </a:ln>
        </p:spPr>
      </p:sp>
      <p:sp>
        <p:nvSpPr>
          <p:cNvPr id="37" name="Shape 34"/>
          <p:cNvSpPr/>
          <p:nvPr/>
        </p:nvSpPr>
        <p:spPr>
          <a:xfrm>
            <a:off x="7543800" y="4663440"/>
            <a:ext cx="128016" cy="128016"/>
          </a:xfrm>
          <a:prstGeom prst="rect">
            <a:avLst/>
          </a:prstGeom>
          <a:solidFill>
            <a:schemeClr val="accent1">
              <a:alpha val="0"/>
            </a:schemeClr>
          </a:solidFill>
          <a:ln w="6350">
            <a:solidFill>
              <a:schemeClr val="bg1"/>
            </a:solidFill>
            <a:prstDash val="solid"/>
          </a:ln>
        </p:spPr>
      </p:sp>
      <p:sp>
        <p:nvSpPr>
          <p:cNvPr id="38" name="Shape 35"/>
          <p:cNvSpPr/>
          <p:nvPr/>
        </p:nvSpPr>
        <p:spPr>
          <a:xfrm>
            <a:off x="7680960" y="4663440"/>
            <a:ext cx="128016" cy="128016"/>
          </a:xfrm>
          <a:prstGeom prst="rect">
            <a:avLst/>
          </a:prstGeom>
          <a:solidFill>
            <a:schemeClr val="accent1">
              <a:alpha val="0"/>
            </a:schemeClr>
          </a:solidFill>
          <a:ln w="6350">
            <a:solidFill>
              <a:schemeClr val="bg1"/>
            </a:solidFill>
            <a:prstDash val="solid"/>
          </a:ln>
        </p:spPr>
      </p:sp>
      <p:sp>
        <p:nvSpPr>
          <p:cNvPr id="39" name="Shape 36"/>
          <p:cNvSpPr/>
          <p:nvPr/>
        </p:nvSpPr>
        <p:spPr>
          <a:xfrm>
            <a:off x="6720840" y="4800600"/>
            <a:ext cx="128016" cy="128016"/>
          </a:xfrm>
          <a:prstGeom prst="rect">
            <a:avLst/>
          </a:prstGeom>
          <a:solidFill>
            <a:schemeClr val="accent1">
              <a:alpha val="0"/>
            </a:schemeClr>
          </a:solidFill>
          <a:ln w="6350">
            <a:solidFill>
              <a:schemeClr val="bg1"/>
            </a:solidFill>
            <a:prstDash val="solid"/>
          </a:ln>
        </p:spPr>
      </p:sp>
      <p:sp>
        <p:nvSpPr>
          <p:cNvPr id="40" name="Shape 37"/>
          <p:cNvSpPr/>
          <p:nvPr/>
        </p:nvSpPr>
        <p:spPr>
          <a:xfrm>
            <a:off x="6858000" y="4800600"/>
            <a:ext cx="128016" cy="128016"/>
          </a:xfrm>
          <a:prstGeom prst="rect">
            <a:avLst/>
          </a:prstGeom>
          <a:solidFill>
            <a:schemeClr val="accent1">
              <a:alpha val="0"/>
            </a:schemeClr>
          </a:solidFill>
          <a:ln w="6350">
            <a:solidFill>
              <a:schemeClr val="bg1"/>
            </a:solidFill>
            <a:prstDash val="solid"/>
          </a:ln>
        </p:spPr>
      </p:sp>
      <p:sp>
        <p:nvSpPr>
          <p:cNvPr id="41" name="Shape 38"/>
          <p:cNvSpPr/>
          <p:nvPr/>
        </p:nvSpPr>
        <p:spPr>
          <a:xfrm>
            <a:off x="6995160" y="4800600"/>
            <a:ext cx="128016" cy="128016"/>
          </a:xfrm>
          <a:prstGeom prst="rect">
            <a:avLst/>
          </a:prstGeom>
          <a:solidFill>
            <a:schemeClr val="accent1"/>
          </a:solidFill>
          <a:ln w="6350">
            <a:solidFill>
              <a:schemeClr val="bg1"/>
            </a:solidFill>
            <a:prstDash val="solid"/>
          </a:ln>
        </p:spPr>
      </p:sp>
      <p:sp>
        <p:nvSpPr>
          <p:cNvPr id="42" name="Shape 39"/>
          <p:cNvSpPr/>
          <p:nvPr/>
        </p:nvSpPr>
        <p:spPr>
          <a:xfrm>
            <a:off x="7132320" y="4800600"/>
            <a:ext cx="128016" cy="128016"/>
          </a:xfrm>
          <a:prstGeom prst="rect">
            <a:avLst/>
          </a:prstGeom>
          <a:solidFill>
            <a:schemeClr val="accent1">
              <a:alpha val="56000"/>
            </a:schemeClr>
          </a:solidFill>
          <a:ln w="6350">
            <a:solidFill>
              <a:schemeClr val="bg1"/>
            </a:solidFill>
            <a:prstDash val="solid"/>
          </a:ln>
        </p:spPr>
      </p:sp>
      <p:sp>
        <p:nvSpPr>
          <p:cNvPr id="43" name="Shape 40"/>
          <p:cNvSpPr/>
          <p:nvPr/>
        </p:nvSpPr>
        <p:spPr>
          <a:xfrm>
            <a:off x="7269480" y="4800600"/>
            <a:ext cx="128016" cy="128016"/>
          </a:xfrm>
          <a:prstGeom prst="rect">
            <a:avLst/>
          </a:prstGeom>
          <a:solidFill>
            <a:schemeClr val="accent1">
              <a:alpha val="2000"/>
            </a:schemeClr>
          </a:solidFill>
          <a:ln w="6350">
            <a:solidFill>
              <a:schemeClr val="bg1"/>
            </a:solidFill>
            <a:prstDash val="solid"/>
          </a:ln>
        </p:spPr>
      </p:sp>
      <p:sp>
        <p:nvSpPr>
          <p:cNvPr id="44" name="Shape 41"/>
          <p:cNvSpPr/>
          <p:nvPr/>
        </p:nvSpPr>
        <p:spPr>
          <a:xfrm>
            <a:off x="7406640" y="4800600"/>
            <a:ext cx="128016" cy="128016"/>
          </a:xfrm>
          <a:prstGeom prst="rect">
            <a:avLst/>
          </a:prstGeom>
          <a:solidFill>
            <a:schemeClr val="accent1">
              <a:alpha val="6000"/>
            </a:schemeClr>
          </a:solidFill>
          <a:ln w="6350">
            <a:solidFill>
              <a:schemeClr val="bg1"/>
            </a:solidFill>
            <a:prstDash val="solid"/>
          </a:ln>
        </p:spPr>
      </p:sp>
      <p:sp>
        <p:nvSpPr>
          <p:cNvPr id="45" name="Shape 42"/>
          <p:cNvSpPr/>
          <p:nvPr/>
        </p:nvSpPr>
        <p:spPr>
          <a:xfrm>
            <a:off x="7543800" y="4800600"/>
            <a:ext cx="128016" cy="128016"/>
          </a:xfrm>
          <a:prstGeom prst="rect">
            <a:avLst/>
          </a:prstGeom>
          <a:solidFill>
            <a:schemeClr val="accent1">
              <a:alpha val="0"/>
            </a:schemeClr>
          </a:solidFill>
          <a:ln w="6350">
            <a:solidFill>
              <a:schemeClr val="bg1"/>
            </a:solidFill>
            <a:prstDash val="solid"/>
          </a:ln>
        </p:spPr>
      </p:sp>
      <p:sp>
        <p:nvSpPr>
          <p:cNvPr id="46" name="Shape 43"/>
          <p:cNvSpPr/>
          <p:nvPr/>
        </p:nvSpPr>
        <p:spPr>
          <a:xfrm>
            <a:off x="7680960" y="4800600"/>
            <a:ext cx="128016" cy="128016"/>
          </a:xfrm>
          <a:prstGeom prst="rect">
            <a:avLst/>
          </a:prstGeom>
          <a:solidFill>
            <a:schemeClr val="accent1">
              <a:alpha val="0"/>
            </a:schemeClr>
          </a:solidFill>
          <a:ln w="6350">
            <a:solidFill>
              <a:schemeClr val="bg1"/>
            </a:solidFill>
            <a:prstDash val="solid"/>
          </a:ln>
        </p:spPr>
      </p:sp>
      <p:sp>
        <p:nvSpPr>
          <p:cNvPr id="47" name="Shape 44"/>
          <p:cNvSpPr/>
          <p:nvPr/>
        </p:nvSpPr>
        <p:spPr>
          <a:xfrm>
            <a:off x="6720840" y="4937760"/>
            <a:ext cx="128016" cy="128016"/>
          </a:xfrm>
          <a:prstGeom prst="rect">
            <a:avLst/>
          </a:prstGeom>
          <a:solidFill>
            <a:schemeClr val="accent1">
              <a:alpha val="0"/>
            </a:schemeClr>
          </a:solidFill>
          <a:ln w="6350">
            <a:solidFill>
              <a:schemeClr val="bg1"/>
            </a:solidFill>
            <a:prstDash val="solid"/>
          </a:ln>
        </p:spPr>
      </p:sp>
      <p:sp>
        <p:nvSpPr>
          <p:cNvPr id="48" name="Shape 45"/>
          <p:cNvSpPr/>
          <p:nvPr/>
        </p:nvSpPr>
        <p:spPr>
          <a:xfrm>
            <a:off x="6858000" y="4937760"/>
            <a:ext cx="128016" cy="128016"/>
          </a:xfrm>
          <a:prstGeom prst="rect">
            <a:avLst/>
          </a:prstGeom>
          <a:solidFill>
            <a:schemeClr val="accent1">
              <a:alpha val="25000"/>
            </a:schemeClr>
          </a:solidFill>
          <a:ln w="6350">
            <a:solidFill>
              <a:schemeClr val="bg1"/>
            </a:solidFill>
            <a:prstDash val="solid"/>
          </a:ln>
        </p:spPr>
      </p:sp>
      <p:sp>
        <p:nvSpPr>
          <p:cNvPr id="49" name="Shape 46"/>
          <p:cNvSpPr/>
          <p:nvPr/>
        </p:nvSpPr>
        <p:spPr>
          <a:xfrm>
            <a:off x="6995160" y="4937760"/>
            <a:ext cx="128016" cy="128016"/>
          </a:xfrm>
          <a:prstGeom prst="rect">
            <a:avLst/>
          </a:prstGeom>
          <a:solidFill>
            <a:schemeClr val="accent1"/>
          </a:solidFill>
          <a:ln w="6350">
            <a:solidFill>
              <a:schemeClr val="bg1"/>
            </a:solidFill>
            <a:prstDash val="solid"/>
          </a:ln>
        </p:spPr>
      </p:sp>
      <p:sp>
        <p:nvSpPr>
          <p:cNvPr id="50" name="Shape 47"/>
          <p:cNvSpPr/>
          <p:nvPr/>
        </p:nvSpPr>
        <p:spPr>
          <a:xfrm>
            <a:off x="7132320" y="4937760"/>
            <a:ext cx="128016" cy="128016"/>
          </a:xfrm>
          <a:prstGeom prst="rect">
            <a:avLst/>
          </a:prstGeom>
          <a:solidFill>
            <a:schemeClr val="accent1">
              <a:alpha val="37000"/>
            </a:schemeClr>
          </a:solidFill>
          <a:ln w="6350">
            <a:solidFill>
              <a:schemeClr val="bg1"/>
            </a:solidFill>
            <a:prstDash val="solid"/>
          </a:ln>
        </p:spPr>
      </p:sp>
      <p:sp>
        <p:nvSpPr>
          <p:cNvPr id="51" name="Shape 48"/>
          <p:cNvSpPr/>
          <p:nvPr/>
        </p:nvSpPr>
        <p:spPr>
          <a:xfrm>
            <a:off x="7269480" y="4937760"/>
            <a:ext cx="128016" cy="128016"/>
          </a:xfrm>
          <a:prstGeom prst="rect">
            <a:avLst/>
          </a:prstGeom>
          <a:solidFill>
            <a:schemeClr val="accent1">
              <a:alpha val="26000"/>
            </a:schemeClr>
          </a:solidFill>
          <a:ln w="6350">
            <a:solidFill>
              <a:schemeClr val="bg1"/>
            </a:solidFill>
            <a:prstDash val="solid"/>
          </a:ln>
        </p:spPr>
      </p:sp>
      <p:sp>
        <p:nvSpPr>
          <p:cNvPr id="52" name="Shape 49"/>
          <p:cNvSpPr/>
          <p:nvPr/>
        </p:nvSpPr>
        <p:spPr>
          <a:xfrm>
            <a:off x="7406640" y="4937760"/>
            <a:ext cx="128016" cy="128016"/>
          </a:xfrm>
          <a:prstGeom prst="rect">
            <a:avLst/>
          </a:prstGeom>
          <a:solidFill>
            <a:schemeClr val="accent1">
              <a:alpha val="17000"/>
            </a:schemeClr>
          </a:solidFill>
          <a:ln w="6350">
            <a:solidFill>
              <a:schemeClr val="bg1"/>
            </a:solidFill>
            <a:prstDash val="solid"/>
          </a:ln>
        </p:spPr>
      </p:sp>
      <p:sp>
        <p:nvSpPr>
          <p:cNvPr id="53" name="Shape 50"/>
          <p:cNvSpPr/>
          <p:nvPr/>
        </p:nvSpPr>
        <p:spPr>
          <a:xfrm>
            <a:off x="7543800" y="4937760"/>
            <a:ext cx="128016" cy="128016"/>
          </a:xfrm>
          <a:prstGeom prst="rect">
            <a:avLst/>
          </a:prstGeom>
          <a:solidFill>
            <a:schemeClr val="accent1">
              <a:alpha val="2000"/>
            </a:schemeClr>
          </a:solidFill>
          <a:ln w="6350">
            <a:solidFill>
              <a:schemeClr val="bg1"/>
            </a:solidFill>
            <a:prstDash val="solid"/>
          </a:ln>
        </p:spPr>
      </p:sp>
      <p:sp>
        <p:nvSpPr>
          <p:cNvPr id="54" name="Shape 51"/>
          <p:cNvSpPr/>
          <p:nvPr/>
        </p:nvSpPr>
        <p:spPr>
          <a:xfrm>
            <a:off x="7680960" y="4937760"/>
            <a:ext cx="128016" cy="128016"/>
          </a:xfrm>
          <a:prstGeom prst="rect">
            <a:avLst/>
          </a:prstGeom>
          <a:solidFill>
            <a:schemeClr val="accent1">
              <a:alpha val="0"/>
            </a:schemeClr>
          </a:solidFill>
          <a:ln w="6350">
            <a:solidFill>
              <a:schemeClr val="bg1"/>
            </a:solidFill>
            <a:prstDash val="solid"/>
          </a:ln>
        </p:spPr>
      </p:sp>
      <p:sp>
        <p:nvSpPr>
          <p:cNvPr id="55" name="Shape 52"/>
          <p:cNvSpPr/>
          <p:nvPr/>
        </p:nvSpPr>
        <p:spPr>
          <a:xfrm>
            <a:off x="6720840" y="5074920"/>
            <a:ext cx="128016" cy="128016"/>
          </a:xfrm>
          <a:prstGeom prst="rect">
            <a:avLst/>
          </a:prstGeom>
          <a:solidFill>
            <a:schemeClr val="accent1">
              <a:alpha val="0"/>
            </a:schemeClr>
          </a:solidFill>
          <a:ln w="6350">
            <a:solidFill>
              <a:schemeClr val="bg1"/>
            </a:solidFill>
            <a:prstDash val="solid"/>
          </a:ln>
        </p:spPr>
      </p:sp>
      <p:sp>
        <p:nvSpPr>
          <p:cNvPr id="56" name="Shape 53"/>
          <p:cNvSpPr/>
          <p:nvPr/>
        </p:nvSpPr>
        <p:spPr>
          <a:xfrm>
            <a:off x="6858000" y="5074920"/>
            <a:ext cx="128016" cy="128016"/>
          </a:xfrm>
          <a:prstGeom prst="rect">
            <a:avLst/>
          </a:prstGeom>
          <a:solidFill>
            <a:schemeClr val="accent1">
              <a:alpha val="44000"/>
            </a:schemeClr>
          </a:solidFill>
          <a:ln w="6350">
            <a:solidFill>
              <a:schemeClr val="bg1"/>
            </a:solidFill>
            <a:prstDash val="solid"/>
          </a:ln>
        </p:spPr>
      </p:sp>
      <p:sp>
        <p:nvSpPr>
          <p:cNvPr id="57" name="Shape 54"/>
          <p:cNvSpPr/>
          <p:nvPr/>
        </p:nvSpPr>
        <p:spPr>
          <a:xfrm>
            <a:off x="6995160" y="5074920"/>
            <a:ext cx="128016" cy="128016"/>
          </a:xfrm>
          <a:prstGeom prst="rect">
            <a:avLst/>
          </a:prstGeom>
          <a:solidFill>
            <a:schemeClr val="accent1"/>
          </a:solidFill>
          <a:ln w="6350">
            <a:solidFill>
              <a:schemeClr val="bg1"/>
            </a:solidFill>
            <a:prstDash val="solid"/>
          </a:ln>
        </p:spPr>
      </p:sp>
      <p:sp>
        <p:nvSpPr>
          <p:cNvPr id="58" name="Shape 55"/>
          <p:cNvSpPr/>
          <p:nvPr/>
        </p:nvSpPr>
        <p:spPr>
          <a:xfrm>
            <a:off x="7132320" y="5074920"/>
            <a:ext cx="128016" cy="128016"/>
          </a:xfrm>
          <a:prstGeom prst="rect">
            <a:avLst/>
          </a:prstGeom>
          <a:solidFill>
            <a:schemeClr val="accent1"/>
          </a:solidFill>
          <a:ln w="6350">
            <a:solidFill>
              <a:schemeClr val="bg1"/>
            </a:solidFill>
            <a:prstDash val="solid"/>
          </a:ln>
        </p:spPr>
      </p:sp>
      <p:sp>
        <p:nvSpPr>
          <p:cNvPr id="59" name="Shape 56"/>
          <p:cNvSpPr/>
          <p:nvPr/>
        </p:nvSpPr>
        <p:spPr>
          <a:xfrm>
            <a:off x="7269480" y="5074920"/>
            <a:ext cx="128016" cy="128016"/>
          </a:xfrm>
          <a:prstGeom prst="rect">
            <a:avLst/>
          </a:prstGeom>
          <a:solidFill>
            <a:schemeClr val="accent1">
              <a:alpha val="30000"/>
            </a:schemeClr>
          </a:solidFill>
          <a:ln w="6350">
            <a:solidFill>
              <a:schemeClr val="bg1"/>
            </a:solidFill>
            <a:prstDash val="solid"/>
          </a:ln>
        </p:spPr>
      </p:sp>
      <p:sp>
        <p:nvSpPr>
          <p:cNvPr id="60" name="Shape 57"/>
          <p:cNvSpPr/>
          <p:nvPr/>
        </p:nvSpPr>
        <p:spPr>
          <a:xfrm>
            <a:off x="7406640" y="5074920"/>
            <a:ext cx="128016" cy="128016"/>
          </a:xfrm>
          <a:prstGeom prst="rect">
            <a:avLst/>
          </a:prstGeom>
          <a:solidFill>
            <a:schemeClr val="accent1">
              <a:alpha val="30000"/>
            </a:schemeClr>
          </a:solidFill>
          <a:ln w="6350">
            <a:solidFill>
              <a:schemeClr val="bg1"/>
            </a:solidFill>
            <a:prstDash val="solid"/>
          </a:ln>
        </p:spPr>
      </p:sp>
      <p:sp>
        <p:nvSpPr>
          <p:cNvPr id="61" name="Shape 58"/>
          <p:cNvSpPr/>
          <p:nvPr/>
        </p:nvSpPr>
        <p:spPr>
          <a:xfrm>
            <a:off x="7543800" y="5074920"/>
            <a:ext cx="128016" cy="128016"/>
          </a:xfrm>
          <a:prstGeom prst="rect">
            <a:avLst/>
          </a:prstGeom>
          <a:solidFill>
            <a:schemeClr val="accent1">
              <a:alpha val="11000"/>
            </a:schemeClr>
          </a:solidFill>
          <a:ln w="6350">
            <a:solidFill>
              <a:schemeClr val="bg1"/>
            </a:solidFill>
            <a:prstDash val="solid"/>
          </a:ln>
        </p:spPr>
      </p:sp>
      <p:sp>
        <p:nvSpPr>
          <p:cNvPr id="62" name="Shape 59"/>
          <p:cNvSpPr/>
          <p:nvPr/>
        </p:nvSpPr>
        <p:spPr>
          <a:xfrm>
            <a:off x="7680960" y="5074920"/>
            <a:ext cx="128016" cy="128016"/>
          </a:xfrm>
          <a:prstGeom prst="rect">
            <a:avLst/>
          </a:prstGeom>
          <a:solidFill>
            <a:schemeClr val="accent1">
              <a:alpha val="0"/>
            </a:schemeClr>
          </a:solidFill>
          <a:ln w="6350">
            <a:solidFill>
              <a:schemeClr val="bg1"/>
            </a:solidFill>
            <a:prstDash val="solid"/>
          </a:ln>
        </p:spPr>
      </p:sp>
      <p:sp>
        <p:nvSpPr>
          <p:cNvPr id="63" name="Shape 60"/>
          <p:cNvSpPr/>
          <p:nvPr/>
        </p:nvSpPr>
        <p:spPr>
          <a:xfrm>
            <a:off x="6720840" y="5212080"/>
            <a:ext cx="128016" cy="128016"/>
          </a:xfrm>
          <a:prstGeom prst="rect">
            <a:avLst/>
          </a:prstGeom>
          <a:solidFill>
            <a:schemeClr val="accent1">
              <a:alpha val="0"/>
            </a:schemeClr>
          </a:solidFill>
          <a:ln w="6350">
            <a:solidFill>
              <a:schemeClr val="bg1"/>
            </a:solidFill>
            <a:prstDash val="solid"/>
          </a:ln>
        </p:spPr>
      </p:sp>
      <p:sp>
        <p:nvSpPr>
          <p:cNvPr id="64" name="Shape 61"/>
          <p:cNvSpPr/>
          <p:nvPr/>
        </p:nvSpPr>
        <p:spPr>
          <a:xfrm>
            <a:off x="6858000" y="5212080"/>
            <a:ext cx="128016" cy="128016"/>
          </a:xfrm>
          <a:prstGeom prst="rect">
            <a:avLst/>
          </a:prstGeom>
          <a:solidFill>
            <a:schemeClr val="accent1">
              <a:alpha val="2000"/>
            </a:schemeClr>
          </a:solidFill>
          <a:ln w="6350">
            <a:solidFill>
              <a:schemeClr val="bg1"/>
            </a:solidFill>
            <a:prstDash val="solid"/>
          </a:ln>
        </p:spPr>
      </p:sp>
      <p:sp>
        <p:nvSpPr>
          <p:cNvPr id="65" name="Shape 62"/>
          <p:cNvSpPr/>
          <p:nvPr/>
        </p:nvSpPr>
        <p:spPr>
          <a:xfrm>
            <a:off x="6995160" y="5212080"/>
            <a:ext cx="128016" cy="128016"/>
          </a:xfrm>
          <a:prstGeom prst="rect">
            <a:avLst/>
          </a:prstGeom>
          <a:solidFill>
            <a:schemeClr val="accent1"/>
          </a:solidFill>
          <a:ln w="6350">
            <a:solidFill>
              <a:schemeClr val="bg1"/>
            </a:solidFill>
            <a:prstDash val="solid"/>
          </a:ln>
        </p:spPr>
      </p:sp>
      <p:sp>
        <p:nvSpPr>
          <p:cNvPr id="66" name="Shape 63"/>
          <p:cNvSpPr/>
          <p:nvPr/>
        </p:nvSpPr>
        <p:spPr>
          <a:xfrm>
            <a:off x="7132320" y="5212080"/>
            <a:ext cx="128016" cy="128016"/>
          </a:xfrm>
          <a:prstGeom prst="rect">
            <a:avLst/>
          </a:prstGeom>
          <a:solidFill>
            <a:schemeClr val="accent1">
              <a:alpha val="87000"/>
            </a:schemeClr>
          </a:solidFill>
          <a:ln w="6350">
            <a:solidFill>
              <a:schemeClr val="bg1"/>
            </a:solidFill>
            <a:prstDash val="solid"/>
          </a:ln>
        </p:spPr>
      </p:sp>
      <p:sp>
        <p:nvSpPr>
          <p:cNvPr id="67" name="Shape 64"/>
          <p:cNvSpPr/>
          <p:nvPr/>
        </p:nvSpPr>
        <p:spPr>
          <a:xfrm>
            <a:off x="7269480" y="5212080"/>
            <a:ext cx="128016" cy="128016"/>
          </a:xfrm>
          <a:prstGeom prst="rect">
            <a:avLst/>
          </a:prstGeom>
          <a:solidFill>
            <a:schemeClr val="accent1">
              <a:alpha val="7000"/>
            </a:schemeClr>
          </a:solidFill>
          <a:ln w="6350">
            <a:solidFill>
              <a:schemeClr val="bg1"/>
            </a:solidFill>
            <a:prstDash val="solid"/>
          </a:ln>
        </p:spPr>
      </p:sp>
      <p:sp>
        <p:nvSpPr>
          <p:cNvPr id="68" name="Shape 65"/>
          <p:cNvSpPr/>
          <p:nvPr/>
        </p:nvSpPr>
        <p:spPr>
          <a:xfrm>
            <a:off x="7406640" y="5212080"/>
            <a:ext cx="128016" cy="128016"/>
          </a:xfrm>
          <a:prstGeom prst="rect">
            <a:avLst/>
          </a:prstGeom>
          <a:solidFill>
            <a:schemeClr val="accent1">
              <a:alpha val="30000"/>
            </a:schemeClr>
          </a:solidFill>
          <a:ln w="6350">
            <a:solidFill>
              <a:schemeClr val="bg1"/>
            </a:solidFill>
            <a:prstDash val="solid"/>
          </a:ln>
        </p:spPr>
      </p:sp>
      <p:sp>
        <p:nvSpPr>
          <p:cNvPr id="69" name="Shape 66"/>
          <p:cNvSpPr/>
          <p:nvPr/>
        </p:nvSpPr>
        <p:spPr>
          <a:xfrm>
            <a:off x="7543800" y="5212080"/>
            <a:ext cx="128016" cy="128016"/>
          </a:xfrm>
          <a:prstGeom prst="rect">
            <a:avLst/>
          </a:prstGeom>
          <a:solidFill>
            <a:schemeClr val="accent1">
              <a:alpha val="15000"/>
            </a:schemeClr>
          </a:solidFill>
          <a:ln w="6350">
            <a:solidFill>
              <a:schemeClr val="bg1"/>
            </a:solidFill>
            <a:prstDash val="solid"/>
          </a:ln>
        </p:spPr>
      </p:sp>
      <p:sp>
        <p:nvSpPr>
          <p:cNvPr id="70" name="Shape 67"/>
          <p:cNvSpPr/>
          <p:nvPr/>
        </p:nvSpPr>
        <p:spPr>
          <a:xfrm>
            <a:off x="7680960" y="5212080"/>
            <a:ext cx="128016" cy="128016"/>
          </a:xfrm>
          <a:prstGeom prst="rect">
            <a:avLst/>
          </a:prstGeom>
          <a:solidFill>
            <a:schemeClr val="accent1">
              <a:alpha val="0"/>
            </a:schemeClr>
          </a:solidFill>
          <a:ln w="6350">
            <a:solidFill>
              <a:schemeClr val="bg1"/>
            </a:solidFill>
            <a:prstDash val="solid"/>
          </a:ln>
        </p:spPr>
      </p:sp>
      <p:sp>
        <p:nvSpPr>
          <p:cNvPr id="71" name="Shape 68"/>
          <p:cNvSpPr/>
          <p:nvPr/>
        </p:nvSpPr>
        <p:spPr>
          <a:xfrm>
            <a:off x="6720840" y="5349240"/>
            <a:ext cx="128016" cy="128016"/>
          </a:xfrm>
          <a:prstGeom prst="rect">
            <a:avLst/>
          </a:prstGeom>
          <a:solidFill>
            <a:schemeClr val="accent1">
              <a:alpha val="0"/>
            </a:schemeClr>
          </a:solidFill>
          <a:ln w="6350">
            <a:solidFill>
              <a:schemeClr val="bg1"/>
            </a:solidFill>
            <a:prstDash val="solid"/>
          </a:ln>
        </p:spPr>
      </p:sp>
      <p:sp>
        <p:nvSpPr>
          <p:cNvPr id="72" name="Shape 69"/>
          <p:cNvSpPr/>
          <p:nvPr/>
        </p:nvSpPr>
        <p:spPr>
          <a:xfrm>
            <a:off x="6858000" y="5349240"/>
            <a:ext cx="128016" cy="128016"/>
          </a:xfrm>
          <a:prstGeom prst="rect">
            <a:avLst/>
          </a:prstGeom>
          <a:solidFill>
            <a:schemeClr val="accent1">
              <a:alpha val="0"/>
            </a:schemeClr>
          </a:solidFill>
          <a:ln w="6350">
            <a:solidFill>
              <a:schemeClr val="bg1"/>
            </a:solidFill>
            <a:prstDash val="solid"/>
          </a:ln>
        </p:spPr>
      </p:sp>
      <p:sp>
        <p:nvSpPr>
          <p:cNvPr id="73" name="Shape 70"/>
          <p:cNvSpPr/>
          <p:nvPr/>
        </p:nvSpPr>
        <p:spPr>
          <a:xfrm>
            <a:off x="6995160" y="5349240"/>
            <a:ext cx="128016" cy="128016"/>
          </a:xfrm>
          <a:prstGeom prst="rect">
            <a:avLst/>
          </a:prstGeom>
          <a:solidFill>
            <a:schemeClr val="accent1">
              <a:alpha val="75000"/>
            </a:schemeClr>
          </a:solidFill>
          <a:ln w="6350">
            <a:solidFill>
              <a:schemeClr val="bg1"/>
            </a:solidFill>
            <a:prstDash val="solid"/>
          </a:ln>
        </p:spPr>
      </p:sp>
      <p:sp>
        <p:nvSpPr>
          <p:cNvPr id="74" name="Shape 71"/>
          <p:cNvSpPr/>
          <p:nvPr/>
        </p:nvSpPr>
        <p:spPr>
          <a:xfrm>
            <a:off x="7132320" y="5349240"/>
            <a:ext cx="128016" cy="128016"/>
          </a:xfrm>
          <a:prstGeom prst="rect">
            <a:avLst/>
          </a:prstGeom>
          <a:solidFill>
            <a:schemeClr val="accent1"/>
          </a:solidFill>
          <a:ln w="6350">
            <a:solidFill>
              <a:schemeClr val="bg1"/>
            </a:solidFill>
            <a:prstDash val="solid"/>
          </a:ln>
        </p:spPr>
      </p:sp>
      <p:sp>
        <p:nvSpPr>
          <p:cNvPr id="75" name="Shape 72"/>
          <p:cNvSpPr/>
          <p:nvPr/>
        </p:nvSpPr>
        <p:spPr>
          <a:xfrm>
            <a:off x="7269480" y="5349240"/>
            <a:ext cx="128016" cy="128016"/>
          </a:xfrm>
          <a:prstGeom prst="rect">
            <a:avLst/>
          </a:prstGeom>
          <a:solidFill>
            <a:schemeClr val="accent1">
              <a:alpha val="24000"/>
            </a:schemeClr>
          </a:solidFill>
          <a:ln w="6350">
            <a:solidFill>
              <a:schemeClr val="bg1"/>
            </a:solidFill>
            <a:prstDash val="solid"/>
          </a:ln>
        </p:spPr>
      </p:sp>
      <p:sp>
        <p:nvSpPr>
          <p:cNvPr id="76" name="Shape 73"/>
          <p:cNvSpPr/>
          <p:nvPr/>
        </p:nvSpPr>
        <p:spPr>
          <a:xfrm>
            <a:off x="7406640" y="5349240"/>
            <a:ext cx="128016" cy="128016"/>
          </a:xfrm>
          <a:prstGeom prst="rect">
            <a:avLst/>
          </a:prstGeom>
          <a:solidFill>
            <a:schemeClr val="accent1">
              <a:alpha val="30000"/>
            </a:schemeClr>
          </a:solidFill>
          <a:ln w="6350">
            <a:solidFill>
              <a:schemeClr val="bg1"/>
            </a:solidFill>
            <a:prstDash val="solid"/>
          </a:ln>
        </p:spPr>
      </p:sp>
      <p:sp>
        <p:nvSpPr>
          <p:cNvPr id="77" name="Shape 74"/>
          <p:cNvSpPr/>
          <p:nvPr/>
        </p:nvSpPr>
        <p:spPr>
          <a:xfrm>
            <a:off x="7543800" y="5349240"/>
            <a:ext cx="128016" cy="128016"/>
          </a:xfrm>
          <a:prstGeom prst="rect">
            <a:avLst/>
          </a:prstGeom>
          <a:solidFill>
            <a:schemeClr val="accent1">
              <a:alpha val="4000"/>
            </a:schemeClr>
          </a:solidFill>
          <a:ln w="6350">
            <a:solidFill>
              <a:schemeClr val="bg1"/>
            </a:solidFill>
            <a:prstDash val="solid"/>
          </a:ln>
        </p:spPr>
      </p:sp>
      <p:sp>
        <p:nvSpPr>
          <p:cNvPr id="78" name="Shape 75"/>
          <p:cNvSpPr/>
          <p:nvPr/>
        </p:nvSpPr>
        <p:spPr>
          <a:xfrm>
            <a:off x="7680960" y="5349240"/>
            <a:ext cx="128016" cy="128016"/>
          </a:xfrm>
          <a:prstGeom prst="rect">
            <a:avLst/>
          </a:prstGeom>
          <a:solidFill>
            <a:schemeClr val="accent1">
              <a:alpha val="0"/>
            </a:schemeClr>
          </a:solidFill>
          <a:ln w="6350">
            <a:solidFill>
              <a:schemeClr val="bg1"/>
            </a:solidFill>
            <a:prstDash val="solid"/>
          </a:ln>
        </p:spPr>
      </p:sp>
      <p:sp>
        <p:nvSpPr>
          <p:cNvPr id="79" name="Shape 76"/>
          <p:cNvSpPr/>
          <p:nvPr/>
        </p:nvSpPr>
        <p:spPr>
          <a:xfrm>
            <a:off x="6720840" y="5486400"/>
            <a:ext cx="128016" cy="128016"/>
          </a:xfrm>
          <a:prstGeom prst="rect">
            <a:avLst/>
          </a:prstGeom>
          <a:solidFill>
            <a:schemeClr val="accent1">
              <a:alpha val="0"/>
            </a:schemeClr>
          </a:solidFill>
          <a:ln w="6350">
            <a:solidFill>
              <a:schemeClr val="bg1"/>
            </a:solidFill>
            <a:prstDash val="solid"/>
          </a:ln>
        </p:spPr>
      </p:sp>
      <p:sp>
        <p:nvSpPr>
          <p:cNvPr id="80" name="Shape 77"/>
          <p:cNvSpPr/>
          <p:nvPr/>
        </p:nvSpPr>
        <p:spPr>
          <a:xfrm>
            <a:off x="6858000" y="5486400"/>
            <a:ext cx="128016" cy="128016"/>
          </a:xfrm>
          <a:prstGeom prst="rect">
            <a:avLst/>
          </a:prstGeom>
          <a:solidFill>
            <a:schemeClr val="accent1">
              <a:alpha val="0"/>
            </a:schemeClr>
          </a:solidFill>
          <a:ln w="6350">
            <a:solidFill>
              <a:schemeClr val="bg1"/>
            </a:solidFill>
            <a:prstDash val="solid"/>
          </a:ln>
        </p:spPr>
      </p:sp>
      <p:sp>
        <p:nvSpPr>
          <p:cNvPr id="81" name="Shape 78"/>
          <p:cNvSpPr/>
          <p:nvPr/>
        </p:nvSpPr>
        <p:spPr>
          <a:xfrm>
            <a:off x="6995160" y="5486400"/>
            <a:ext cx="128016" cy="128016"/>
          </a:xfrm>
          <a:prstGeom prst="rect">
            <a:avLst/>
          </a:prstGeom>
          <a:solidFill>
            <a:schemeClr val="accent1">
              <a:alpha val="4000"/>
            </a:schemeClr>
          </a:solidFill>
          <a:ln w="6350">
            <a:solidFill>
              <a:schemeClr val="bg1"/>
            </a:solidFill>
            <a:prstDash val="solid"/>
          </a:ln>
        </p:spPr>
      </p:sp>
      <p:sp>
        <p:nvSpPr>
          <p:cNvPr id="82" name="Shape 79"/>
          <p:cNvSpPr/>
          <p:nvPr/>
        </p:nvSpPr>
        <p:spPr>
          <a:xfrm>
            <a:off x="7132320" y="5486400"/>
            <a:ext cx="128016" cy="128016"/>
          </a:xfrm>
          <a:prstGeom prst="rect">
            <a:avLst/>
          </a:prstGeom>
          <a:solidFill>
            <a:schemeClr val="accent1">
              <a:alpha val="62000"/>
            </a:schemeClr>
          </a:solidFill>
          <a:ln w="6350">
            <a:solidFill>
              <a:schemeClr val="bg1"/>
            </a:solidFill>
            <a:prstDash val="solid"/>
          </a:ln>
        </p:spPr>
      </p:sp>
      <p:sp>
        <p:nvSpPr>
          <p:cNvPr id="83" name="Shape 80"/>
          <p:cNvSpPr/>
          <p:nvPr/>
        </p:nvSpPr>
        <p:spPr>
          <a:xfrm>
            <a:off x="7269480" y="5486400"/>
            <a:ext cx="128016" cy="128016"/>
          </a:xfrm>
          <a:prstGeom prst="rect">
            <a:avLst/>
          </a:prstGeom>
          <a:solidFill>
            <a:schemeClr val="accent1">
              <a:alpha val="30000"/>
            </a:schemeClr>
          </a:solidFill>
          <a:ln w="6350">
            <a:solidFill>
              <a:schemeClr val="bg1"/>
            </a:solidFill>
            <a:prstDash val="solid"/>
          </a:ln>
        </p:spPr>
      </p:sp>
      <p:sp>
        <p:nvSpPr>
          <p:cNvPr id="84" name="Shape 81"/>
          <p:cNvSpPr/>
          <p:nvPr/>
        </p:nvSpPr>
        <p:spPr>
          <a:xfrm>
            <a:off x="7406640" y="5486400"/>
            <a:ext cx="128016" cy="128016"/>
          </a:xfrm>
          <a:prstGeom prst="rect">
            <a:avLst/>
          </a:prstGeom>
          <a:solidFill>
            <a:schemeClr val="accent1">
              <a:alpha val="13000"/>
            </a:schemeClr>
          </a:solidFill>
          <a:ln w="6350">
            <a:solidFill>
              <a:schemeClr val="bg1"/>
            </a:solidFill>
            <a:prstDash val="solid"/>
          </a:ln>
        </p:spPr>
      </p:sp>
      <p:sp>
        <p:nvSpPr>
          <p:cNvPr id="85" name="Shape 82"/>
          <p:cNvSpPr/>
          <p:nvPr/>
        </p:nvSpPr>
        <p:spPr>
          <a:xfrm>
            <a:off x="7543800" y="5486400"/>
            <a:ext cx="128016" cy="128016"/>
          </a:xfrm>
          <a:prstGeom prst="rect">
            <a:avLst/>
          </a:prstGeom>
          <a:solidFill>
            <a:schemeClr val="accent1">
              <a:alpha val="0"/>
            </a:schemeClr>
          </a:solidFill>
          <a:ln w="6350">
            <a:solidFill>
              <a:schemeClr val="bg1"/>
            </a:solidFill>
            <a:prstDash val="solid"/>
          </a:ln>
        </p:spPr>
      </p:sp>
      <p:sp>
        <p:nvSpPr>
          <p:cNvPr id="86" name="Shape 83"/>
          <p:cNvSpPr/>
          <p:nvPr/>
        </p:nvSpPr>
        <p:spPr>
          <a:xfrm>
            <a:off x="7680960" y="5486400"/>
            <a:ext cx="128016" cy="128016"/>
          </a:xfrm>
          <a:prstGeom prst="rect">
            <a:avLst/>
          </a:prstGeom>
          <a:solidFill>
            <a:schemeClr val="accent1">
              <a:alpha val="0"/>
            </a:schemeClr>
          </a:solidFill>
          <a:ln w="6350">
            <a:solidFill>
              <a:schemeClr val="bg1"/>
            </a:solidFill>
            <a:prstDash val="solid"/>
          </a:ln>
        </p:spPr>
      </p:sp>
      <p:sp>
        <p:nvSpPr>
          <p:cNvPr id="87" name="Text 84"/>
          <p:cNvSpPr txBox="1"/>
          <p:nvPr/>
        </p:nvSpPr>
        <p:spPr>
          <a:xfrm>
            <a:off x="6629400" y="5669280"/>
            <a:ext cx="1280160" cy="274320"/>
          </a:xfrm>
          <a:prstGeom prst="rect">
            <a:avLst/>
          </a:prstGeom>
          <a:noFill/>
          <a:ln/>
        </p:spPr>
        <p:txBody>
          <a:bodyPr wrap="square" lIns="0" tIns="0" rIns="0" bIns="0" rtlCol="0" anchor="t"/>
          <a:lstStyle/>
          <a:p>
            <a:pPr algn="ctr" indent="0" marL="0">
              <a:buNone/>
            </a:pPr>
            <a:r>
              <a:rPr lang="en-US" sz="1200" dirty="0">
                <a:solidFill>
                  <a:schemeClr val="tx2"/>
                </a:solidFill>
              </a:rPr>
              <a:t>6のマップ</a:t>
            </a:r>
            <a:endParaRPr lang="en-US" sz="1200" dirty="0"/>
          </a:p>
        </p:txBody>
      </p:sp>
      <p:sp>
        <p:nvSpPr>
          <p:cNvPr id="88" name="Text 85"/>
          <p:cNvSpPr txBox="1"/>
          <p:nvPr/>
        </p:nvSpPr>
        <p:spPr>
          <a:xfrm>
            <a:off x="7909560" y="4754880"/>
            <a:ext cx="548640" cy="640080"/>
          </a:xfrm>
          <a:prstGeom prst="rect">
            <a:avLst/>
          </a:prstGeom>
          <a:noFill/>
          <a:ln/>
        </p:spPr>
        <p:txBody>
          <a:bodyPr wrap="square" lIns="0" tIns="0" rIns="0" bIns="0" rtlCol="0" anchor="t"/>
          <a:lstStyle/>
          <a:p>
            <a:pPr algn="ctr" indent="0" marL="0">
              <a:buNone/>
            </a:pPr>
            <a:r>
              <a:rPr lang="en-US" sz="3600" b="1" dirty="0">
                <a:solidFill>
                  <a:schemeClr val="tx1"/>
                </a:solidFill>
              </a:rPr>
              <a:t>−</a:t>
            </a:r>
            <a:endParaRPr lang="en-US" sz="3600" dirty="0"/>
          </a:p>
        </p:txBody>
      </p:sp>
      <p:sp>
        <p:nvSpPr>
          <p:cNvPr id="89" name="Shape 86"/>
          <p:cNvSpPr/>
          <p:nvPr/>
        </p:nvSpPr>
        <p:spPr>
          <a:xfrm>
            <a:off x="8503920" y="4526280"/>
            <a:ext cx="128016" cy="128016"/>
          </a:xfrm>
          <a:prstGeom prst="rect">
            <a:avLst/>
          </a:prstGeom>
          <a:solidFill>
            <a:schemeClr val="accent2">
              <a:alpha val="0"/>
            </a:schemeClr>
          </a:solidFill>
          <a:ln w="6350">
            <a:solidFill>
              <a:schemeClr val="bg1"/>
            </a:solidFill>
            <a:prstDash val="solid"/>
          </a:ln>
        </p:spPr>
      </p:sp>
      <p:sp>
        <p:nvSpPr>
          <p:cNvPr id="90" name="Shape 87"/>
          <p:cNvSpPr/>
          <p:nvPr/>
        </p:nvSpPr>
        <p:spPr>
          <a:xfrm>
            <a:off x="8641080" y="4526280"/>
            <a:ext cx="128016" cy="128016"/>
          </a:xfrm>
          <a:prstGeom prst="rect">
            <a:avLst/>
          </a:prstGeom>
          <a:solidFill>
            <a:schemeClr val="accent2">
              <a:alpha val="0"/>
            </a:schemeClr>
          </a:solidFill>
          <a:ln w="6350">
            <a:solidFill>
              <a:schemeClr val="bg1"/>
            </a:solidFill>
            <a:prstDash val="solid"/>
          </a:ln>
        </p:spPr>
      </p:sp>
      <p:sp>
        <p:nvSpPr>
          <p:cNvPr id="91" name="Shape 88"/>
          <p:cNvSpPr/>
          <p:nvPr/>
        </p:nvSpPr>
        <p:spPr>
          <a:xfrm>
            <a:off x="8778240" y="4526280"/>
            <a:ext cx="128016" cy="128016"/>
          </a:xfrm>
          <a:prstGeom prst="rect">
            <a:avLst/>
          </a:prstGeom>
          <a:solidFill>
            <a:schemeClr val="accent2">
              <a:alpha val="4000"/>
            </a:schemeClr>
          </a:solidFill>
          <a:ln w="6350">
            <a:solidFill>
              <a:schemeClr val="bg1"/>
            </a:solidFill>
            <a:prstDash val="solid"/>
          </a:ln>
        </p:spPr>
      </p:sp>
      <p:sp>
        <p:nvSpPr>
          <p:cNvPr id="92" name="Shape 89"/>
          <p:cNvSpPr/>
          <p:nvPr/>
        </p:nvSpPr>
        <p:spPr>
          <a:xfrm>
            <a:off x="8915400" y="4526280"/>
            <a:ext cx="128016" cy="128016"/>
          </a:xfrm>
          <a:prstGeom prst="rect">
            <a:avLst/>
          </a:prstGeom>
          <a:solidFill>
            <a:schemeClr val="accent2">
              <a:alpha val="69000"/>
            </a:schemeClr>
          </a:solidFill>
          <a:ln w="6350">
            <a:solidFill>
              <a:schemeClr val="bg1"/>
            </a:solidFill>
            <a:prstDash val="solid"/>
          </a:ln>
        </p:spPr>
      </p:sp>
      <p:sp>
        <p:nvSpPr>
          <p:cNvPr id="93" name="Shape 90"/>
          <p:cNvSpPr/>
          <p:nvPr/>
        </p:nvSpPr>
        <p:spPr>
          <a:xfrm>
            <a:off x="9052560" y="4526280"/>
            <a:ext cx="128016" cy="128016"/>
          </a:xfrm>
          <a:prstGeom prst="rect">
            <a:avLst/>
          </a:prstGeom>
          <a:solidFill>
            <a:schemeClr val="accent2">
              <a:alpha val="81000"/>
            </a:schemeClr>
          </a:solidFill>
          <a:ln w="6350">
            <a:solidFill>
              <a:schemeClr val="bg1"/>
            </a:solidFill>
            <a:prstDash val="solid"/>
          </a:ln>
        </p:spPr>
      </p:sp>
      <p:sp>
        <p:nvSpPr>
          <p:cNvPr id="94" name="Shape 91"/>
          <p:cNvSpPr/>
          <p:nvPr/>
        </p:nvSpPr>
        <p:spPr>
          <a:xfrm>
            <a:off x="9189720" y="4526280"/>
            <a:ext cx="128016" cy="128016"/>
          </a:xfrm>
          <a:prstGeom prst="rect">
            <a:avLst/>
          </a:prstGeom>
          <a:solidFill>
            <a:schemeClr val="accent2">
              <a:alpha val="25000"/>
            </a:schemeClr>
          </a:solidFill>
          <a:ln w="6350">
            <a:solidFill>
              <a:schemeClr val="bg1"/>
            </a:solidFill>
            <a:prstDash val="solid"/>
          </a:ln>
        </p:spPr>
      </p:sp>
      <p:sp>
        <p:nvSpPr>
          <p:cNvPr id="95" name="Shape 92"/>
          <p:cNvSpPr/>
          <p:nvPr/>
        </p:nvSpPr>
        <p:spPr>
          <a:xfrm>
            <a:off x="9326880" y="4526280"/>
            <a:ext cx="128016" cy="128016"/>
          </a:xfrm>
          <a:prstGeom prst="rect">
            <a:avLst/>
          </a:prstGeom>
          <a:solidFill>
            <a:schemeClr val="accent2">
              <a:alpha val="0"/>
            </a:schemeClr>
          </a:solidFill>
          <a:ln w="6350">
            <a:solidFill>
              <a:schemeClr val="bg1"/>
            </a:solidFill>
            <a:prstDash val="solid"/>
          </a:ln>
        </p:spPr>
      </p:sp>
      <p:sp>
        <p:nvSpPr>
          <p:cNvPr id="96" name="Shape 93"/>
          <p:cNvSpPr/>
          <p:nvPr/>
        </p:nvSpPr>
        <p:spPr>
          <a:xfrm>
            <a:off x="9464040" y="4526280"/>
            <a:ext cx="128016" cy="128016"/>
          </a:xfrm>
          <a:prstGeom prst="rect">
            <a:avLst/>
          </a:prstGeom>
          <a:solidFill>
            <a:schemeClr val="accent2">
              <a:alpha val="0"/>
            </a:schemeClr>
          </a:solidFill>
          <a:ln w="6350">
            <a:solidFill>
              <a:schemeClr val="bg1"/>
            </a:solidFill>
            <a:prstDash val="solid"/>
          </a:ln>
        </p:spPr>
      </p:sp>
      <p:sp>
        <p:nvSpPr>
          <p:cNvPr id="97" name="Shape 94"/>
          <p:cNvSpPr/>
          <p:nvPr/>
        </p:nvSpPr>
        <p:spPr>
          <a:xfrm>
            <a:off x="8503920" y="4663440"/>
            <a:ext cx="128016" cy="128016"/>
          </a:xfrm>
          <a:prstGeom prst="rect">
            <a:avLst/>
          </a:prstGeom>
          <a:solidFill>
            <a:schemeClr val="accent2">
              <a:alpha val="0"/>
            </a:schemeClr>
          </a:solidFill>
          <a:ln w="6350">
            <a:solidFill>
              <a:schemeClr val="bg1"/>
            </a:solidFill>
            <a:prstDash val="solid"/>
          </a:ln>
        </p:spPr>
      </p:sp>
      <p:sp>
        <p:nvSpPr>
          <p:cNvPr id="98" name="Shape 95"/>
          <p:cNvSpPr/>
          <p:nvPr/>
        </p:nvSpPr>
        <p:spPr>
          <a:xfrm>
            <a:off x="8641080" y="4663440"/>
            <a:ext cx="128016" cy="128016"/>
          </a:xfrm>
          <a:prstGeom prst="rect">
            <a:avLst/>
          </a:prstGeom>
          <a:solidFill>
            <a:schemeClr val="accent2">
              <a:alpha val="0"/>
            </a:schemeClr>
          </a:solidFill>
          <a:ln w="6350">
            <a:solidFill>
              <a:schemeClr val="bg1"/>
            </a:solidFill>
            <a:prstDash val="solid"/>
          </a:ln>
        </p:spPr>
      </p:sp>
      <p:sp>
        <p:nvSpPr>
          <p:cNvPr id="99" name="Shape 96"/>
          <p:cNvSpPr/>
          <p:nvPr/>
        </p:nvSpPr>
        <p:spPr>
          <a:xfrm>
            <a:off x="8778240" y="4663440"/>
            <a:ext cx="128016" cy="128016"/>
          </a:xfrm>
          <a:prstGeom prst="rect">
            <a:avLst/>
          </a:prstGeom>
          <a:solidFill>
            <a:schemeClr val="accent2">
              <a:alpha val="75000"/>
            </a:schemeClr>
          </a:solidFill>
          <a:ln w="6350">
            <a:solidFill>
              <a:schemeClr val="bg1"/>
            </a:solidFill>
            <a:prstDash val="solid"/>
          </a:ln>
        </p:spPr>
      </p:sp>
      <p:sp>
        <p:nvSpPr>
          <p:cNvPr id="100" name="Shape 97"/>
          <p:cNvSpPr/>
          <p:nvPr/>
        </p:nvSpPr>
        <p:spPr>
          <a:xfrm>
            <a:off x="8915400" y="4663440"/>
            <a:ext cx="128016" cy="128016"/>
          </a:xfrm>
          <a:prstGeom prst="rect">
            <a:avLst/>
          </a:prstGeom>
          <a:solidFill>
            <a:schemeClr val="accent2"/>
          </a:solidFill>
          <a:ln w="6350">
            <a:solidFill>
              <a:schemeClr val="bg1"/>
            </a:solidFill>
            <a:prstDash val="solid"/>
          </a:ln>
        </p:spPr>
      </p:sp>
      <p:sp>
        <p:nvSpPr>
          <p:cNvPr id="101" name="Shape 98"/>
          <p:cNvSpPr/>
          <p:nvPr/>
        </p:nvSpPr>
        <p:spPr>
          <a:xfrm>
            <a:off x="9052560" y="4663440"/>
            <a:ext cx="128016" cy="128016"/>
          </a:xfrm>
          <a:prstGeom prst="rect">
            <a:avLst/>
          </a:prstGeom>
          <a:solidFill>
            <a:schemeClr val="accent2">
              <a:alpha val="81000"/>
            </a:schemeClr>
          </a:solidFill>
          <a:ln w="6350">
            <a:solidFill>
              <a:schemeClr val="bg1"/>
            </a:solidFill>
            <a:prstDash val="solid"/>
          </a:ln>
        </p:spPr>
      </p:sp>
      <p:sp>
        <p:nvSpPr>
          <p:cNvPr id="102" name="Shape 99"/>
          <p:cNvSpPr/>
          <p:nvPr/>
        </p:nvSpPr>
        <p:spPr>
          <a:xfrm>
            <a:off x="9189720" y="4663440"/>
            <a:ext cx="128016" cy="128016"/>
          </a:xfrm>
          <a:prstGeom prst="rect">
            <a:avLst/>
          </a:prstGeom>
          <a:solidFill>
            <a:schemeClr val="accent2">
              <a:alpha val="94000"/>
            </a:schemeClr>
          </a:solidFill>
          <a:ln w="6350">
            <a:solidFill>
              <a:schemeClr val="bg1"/>
            </a:solidFill>
            <a:prstDash val="solid"/>
          </a:ln>
        </p:spPr>
      </p:sp>
      <p:sp>
        <p:nvSpPr>
          <p:cNvPr id="103" name="Shape 100"/>
          <p:cNvSpPr/>
          <p:nvPr/>
        </p:nvSpPr>
        <p:spPr>
          <a:xfrm>
            <a:off x="9326880" y="4663440"/>
            <a:ext cx="128016" cy="128016"/>
          </a:xfrm>
          <a:prstGeom prst="rect">
            <a:avLst/>
          </a:prstGeom>
          <a:solidFill>
            <a:schemeClr val="accent2">
              <a:alpha val="0"/>
            </a:schemeClr>
          </a:solidFill>
          <a:ln w="6350">
            <a:solidFill>
              <a:schemeClr val="bg1"/>
            </a:solidFill>
            <a:prstDash val="solid"/>
          </a:ln>
        </p:spPr>
      </p:sp>
      <p:sp>
        <p:nvSpPr>
          <p:cNvPr id="104" name="Shape 101"/>
          <p:cNvSpPr/>
          <p:nvPr/>
        </p:nvSpPr>
        <p:spPr>
          <a:xfrm>
            <a:off x="9464040" y="4663440"/>
            <a:ext cx="128016" cy="128016"/>
          </a:xfrm>
          <a:prstGeom prst="rect">
            <a:avLst/>
          </a:prstGeom>
          <a:solidFill>
            <a:schemeClr val="accent2">
              <a:alpha val="0"/>
            </a:schemeClr>
          </a:solidFill>
          <a:ln w="6350">
            <a:solidFill>
              <a:schemeClr val="bg1"/>
            </a:solidFill>
            <a:prstDash val="solid"/>
          </a:ln>
        </p:spPr>
      </p:sp>
      <p:sp>
        <p:nvSpPr>
          <p:cNvPr id="105" name="Shape 102"/>
          <p:cNvSpPr/>
          <p:nvPr/>
        </p:nvSpPr>
        <p:spPr>
          <a:xfrm>
            <a:off x="8503920" y="4800600"/>
            <a:ext cx="128016" cy="128016"/>
          </a:xfrm>
          <a:prstGeom prst="rect">
            <a:avLst/>
          </a:prstGeom>
          <a:solidFill>
            <a:schemeClr val="accent2">
              <a:alpha val="0"/>
            </a:schemeClr>
          </a:solidFill>
          <a:ln w="6350">
            <a:solidFill>
              <a:schemeClr val="bg1"/>
            </a:solidFill>
            <a:prstDash val="solid"/>
          </a:ln>
        </p:spPr>
      </p:sp>
      <p:sp>
        <p:nvSpPr>
          <p:cNvPr id="106" name="Shape 103"/>
          <p:cNvSpPr/>
          <p:nvPr/>
        </p:nvSpPr>
        <p:spPr>
          <a:xfrm>
            <a:off x="8641080" y="4800600"/>
            <a:ext cx="128016" cy="128016"/>
          </a:xfrm>
          <a:prstGeom prst="rect">
            <a:avLst/>
          </a:prstGeom>
          <a:solidFill>
            <a:schemeClr val="accent2">
              <a:alpha val="0"/>
            </a:schemeClr>
          </a:solidFill>
          <a:ln w="6350">
            <a:solidFill>
              <a:schemeClr val="bg1"/>
            </a:solidFill>
            <a:prstDash val="solid"/>
          </a:ln>
        </p:spPr>
      </p:sp>
      <p:sp>
        <p:nvSpPr>
          <p:cNvPr id="107" name="Shape 104"/>
          <p:cNvSpPr/>
          <p:nvPr/>
        </p:nvSpPr>
        <p:spPr>
          <a:xfrm>
            <a:off x="8778240" y="4800600"/>
            <a:ext cx="128016" cy="128016"/>
          </a:xfrm>
          <a:prstGeom prst="rect">
            <a:avLst/>
          </a:prstGeom>
          <a:solidFill>
            <a:schemeClr val="accent2"/>
          </a:solidFill>
          <a:ln w="6350">
            <a:solidFill>
              <a:schemeClr val="bg1"/>
            </a:solidFill>
            <a:prstDash val="solid"/>
          </a:ln>
        </p:spPr>
      </p:sp>
      <p:sp>
        <p:nvSpPr>
          <p:cNvPr id="108" name="Shape 105"/>
          <p:cNvSpPr/>
          <p:nvPr/>
        </p:nvSpPr>
        <p:spPr>
          <a:xfrm>
            <a:off x="8915400" y="4800600"/>
            <a:ext cx="128016" cy="128016"/>
          </a:xfrm>
          <a:prstGeom prst="rect">
            <a:avLst/>
          </a:prstGeom>
          <a:solidFill>
            <a:schemeClr val="accent2">
              <a:alpha val="56000"/>
            </a:schemeClr>
          </a:solidFill>
          <a:ln w="6350">
            <a:solidFill>
              <a:schemeClr val="bg1"/>
            </a:solidFill>
            <a:prstDash val="solid"/>
          </a:ln>
        </p:spPr>
      </p:sp>
      <p:sp>
        <p:nvSpPr>
          <p:cNvPr id="109" name="Shape 106"/>
          <p:cNvSpPr/>
          <p:nvPr/>
        </p:nvSpPr>
        <p:spPr>
          <a:xfrm>
            <a:off x="9052560" y="4800600"/>
            <a:ext cx="128016" cy="128016"/>
          </a:xfrm>
          <a:prstGeom prst="rect">
            <a:avLst/>
          </a:prstGeom>
          <a:solidFill>
            <a:schemeClr val="accent2">
              <a:alpha val="2000"/>
            </a:schemeClr>
          </a:solidFill>
          <a:ln w="6350">
            <a:solidFill>
              <a:schemeClr val="bg1"/>
            </a:solidFill>
            <a:prstDash val="solid"/>
          </a:ln>
        </p:spPr>
      </p:sp>
      <p:sp>
        <p:nvSpPr>
          <p:cNvPr id="110" name="Shape 107"/>
          <p:cNvSpPr/>
          <p:nvPr/>
        </p:nvSpPr>
        <p:spPr>
          <a:xfrm>
            <a:off x="9189720" y="4800600"/>
            <a:ext cx="128016" cy="128016"/>
          </a:xfrm>
          <a:prstGeom prst="rect">
            <a:avLst/>
          </a:prstGeom>
          <a:solidFill>
            <a:schemeClr val="accent2">
              <a:alpha val="19000"/>
            </a:schemeClr>
          </a:solidFill>
          <a:ln w="6350">
            <a:solidFill>
              <a:schemeClr val="bg1"/>
            </a:solidFill>
            <a:prstDash val="solid"/>
          </a:ln>
        </p:spPr>
      </p:sp>
      <p:sp>
        <p:nvSpPr>
          <p:cNvPr id="111" name="Shape 108"/>
          <p:cNvSpPr/>
          <p:nvPr/>
        </p:nvSpPr>
        <p:spPr>
          <a:xfrm>
            <a:off x="9326880" y="4800600"/>
            <a:ext cx="128016" cy="128016"/>
          </a:xfrm>
          <a:prstGeom prst="rect">
            <a:avLst/>
          </a:prstGeom>
          <a:solidFill>
            <a:schemeClr val="accent2">
              <a:alpha val="0"/>
            </a:schemeClr>
          </a:solidFill>
          <a:ln w="6350">
            <a:solidFill>
              <a:schemeClr val="bg1"/>
            </a:solidFill>
            <a:prstDash val="solid"/>
          </a:ln>
        </p:spPr>
      </p:sp>
      <p:sp>
        <p:nvSpPr>
          <p:cNvPr id="112" name="Shape 109"/>
          <p:cNvSpPr/>
          <p:nvPr/>
        </p:nvSpPr>
        <p:spPr>
          <a:xfrm>
            <a:off x="9464040" y="4800600"/>
            <a:ext cx="128016" cy="128016"/>
          </a:xfrm>
          <a:prstGeom prst="rect">
            <a:avLst/>
          </a:prstGeom>
          <a:solidFill>
            <a:schemeClr val="accent2">
              <a:alpha val="0"/>
            </a:schemeClr>
          </a:solidFill>
          <a:ln w="6350">
            <a:solidFill>
              <a:schemeClr val="bg1"/>
            </a:solidFill>
            <a:prstDash val="solid"/>
          </a:ln>
        </p:spPr>
      </p:sp>
      <p:sp>
        <p:nvSpPr>
          <p:cNvPr id="113" name="Shape 110"/>
          <p:cNvSpPr/>
          <p:nvPr/>
        </p:nvSpPr>
        <p:spPr>
          <a:xfrm>
            <a:off x="8503920" y="4937760"/>
            <a:ext cx="128016" cy="128016"/>
          </a:xfrm>
          <a:prstGeom prst="rect">
            <a:avLst/>
          </a:prstGeom>
          <a:solidFill>
            <a:schemeClr val="accent2">
              <a:alpha val="0"/>
            </a:schemeClr>
          </a:solidFill>
          <a:ln w="6350">
            <a:solidFill>
              <a:schemeClr val="bg1"/>
            </a:solidFill>
            <a:prstDash val="solid"/>
          </a:ln>
        </p:spPr>
      </p:sp>
      <p:sp>
        <p:nvSpPr>
          <p:cNvPr id="114" name="Shape 111"/>
          <p:cNvSpPr/>
          <p:nvPr/>
        </p:nvSpPr>
        <p:spPr>
          <a:xfrm>
            <a:off x="8641080" y="4937760"/>
            <a:ext cx="128016" cy="128016"/>
          </a:xfrm>
          <a:prstGeom prst="rect">
            <a:avLst/>
          </a:prstGeom>
          <a:solidFill>
            <a:schemeClr val="accent2">
              <a:alpha val="7000"/>
            </a:schemeClr>
          </a:solidFill>
          <a:ln w="6350">
            <a:solidFill>
              <a:schemeClr val="bg1"/>
            </a:solidFill>
            <a:prstDash val="solid"/>
          </a:ln>
        </p:spPr>
      </p:sp>
      <p:sp>
        <p:nvSpPr>
          <p:cNvPr id="115" name="Shape 112"/>
          <p:cNvSpPr/>
          <p:nvPr/>
        </p:nvSpPr>
        <p:spPr>
          <a:xfrm>
            <a:off x="8778240" y="4937760"/>
            <a:ext cx="128016" cy="128016"/>
          </a:xfrm>
          <a:prstGeom prst="rect">
            <a:avLst/>
          </a:prstGeom>
          <a:solidFill>
            <a:schemeClr val="accent2">
              <a:alpha val="30000"/>
            </a:schemeClr>
          </a:solidFill>
          <a:ln w="6350">
            <a:solidFill>
              <a:schemeClr val="bg1"/>
            </a:solidFill>
            <a:prstDash val="solid"/>
          </a:ln>
        </p:spPr>
      </p:sp>
      <p:sp>
        <p:nvSpPr>
          <p:cNvPr id="116" name="Shape 113"/>
          <p:cNvSpPr/>
          <p:nvPr/>
        </p:nvSpPr>
        <p:spPr>
          <a:xfrm>
            <a:off x="8915400" y="4937760"/>
            <a:ext cx="128016" cy="128016"/>
          </a:xfrm>
          <a:prstGeom prst="rect">
            <a:avLst/>
          </a:prstGeom>
          <a:solidFill>
            <a:schemeClr val="accent2">
              <a:alpha val="11000"/>
            </a:schemeClr>
          </a:solidFill>
          <a:ln w="6350">
            <a:solidFill>
              <a:schemeClr val="bg1"/>
            </a:solidFill>
            <a:prstDash val="solid"/>
          </a:ln>
        </p:spPr>
      </p:sp>
      <p:sp>
        <p:nvSpPr>
          <p:cNvPr id="117" name="Shape 114"/>
          <p:cNvSpPr/>
          <p:nvPr/>
        </p:nvSpPr>
        <p:spPr>
          <a:xfrm>
            <a:off x="9052560" y="4937760"/>
            <a:ext cx="128016" cy="128016"/>
          </a:xfrm>
          <a:prstGeom prst="rect">
            <a:avLst/>
          </a:prstGeom>
          <a:solidFill>
            <a:schemeClr val="accent2">
              <a:alpha val="87000"/>
            </a:schemeClr>
          </a:solidFill>
          <a:ln w="6350">
            <a:solidFill>
              <a:schemeClr val="bg1"/>
            </a:solidFill>
            <a:prstDash val="solid"/>
          </a:ln>
        </p:spPr>
      </p:sp>
      <p:sp>
        <p:nvSpPr>
          <p:cNvPr id="118" name="Shape 115"/>
          <p:cNvSpPr/>
          <p:nvPr/>
        </p:nvSpPr>
        <p:spPr>
          <a:xfrm>
            <a:off x="9189720" y="4937760"/>
            <a:ext cx="128016" cy="128016"/>
          </a:xfrm>
          <a:prstGeom prst="rect">
            <a:avLst/>
          </a:prstGeom>
          <a:solidFill>
            <a:schemeClr val="accent2">
              <a:alpha val="56000"/>
            </a:schemeClr>
          </a:solidFill>
          <a:ln w="6350">
            <a:solidFill>
              <a:schemeClr val="bg1"/>
            </a:solidFill>
            <a:prstDash val="solid"/>
          </a:ln>
        </p:spPr>
      </p:sp>
      <p:sp>
        <p:nvSpPr>
          <p:cNvPr id="119" name="Shape 116"/>
          <p:cNvSpPr/>
          <p:nvPr/>
        </p:nvSpPr>
        <p:spPr>
          <a:xfrm>
            <a:off x="9326880" y="4937760"/>
            <a:ext cx="128016" cy="128016"/>
          </a:xfrm>
          <a:prstGeom prst="rect">
            <a:avLst/>
          </a:prstGeom>
          <a:solidFill>
            <a:schemeClr val="accent2">
              <a:alpha val="2000"/>
            </a:schemeClr>
          </a:solidFill>
          <a:ln w="6350">
            <a:solidFill>
              <a:schemeClr val="bg1"/>
            </a:solidFill>
            <a:prstDash val="solid"/>
          </a:ln>
        </p:spPr>
      </p:sp>
      <p:sp>
        <p:nvSpPr>
          <p:cNvPr id="120" name="Shape 117"/>
          <p:cNvSpPr/>
          <p:nvPr/>
        </p:nvSpPr>
        <p:spPr>
          <a:xfrm>
            <a:off x="9464040" y="4937760"/>
            <a:ext cx="128016" cy="128016"/>
          </a:xfrm>
          <a:prstGeom prst="rect">
            <a:avLst/>
          </a:prstGeom>
          <a:solidFill>
            <a:schemeClr val="accent2">
              <a:alpha val="0"/>
            </a:schemeClr>
          </a:solidFill>
          <a:ln w="6350">
            <a:solidFill>
              <a:schemeClr val="bg1"/>
            </a:solidFill>
            <a:prstDash val="solid"/>
          </a:ln>
        </p:spPr>
      </p:sp>
      <p:sp>
        <p:nvSpPr>
          <p:cNvPr id="121" name="Shape 118"/>
          <p:cNvSpPr/>
          <p:nvPr/>
        </p:nvSpPr>
        <p:spPr>
          <a:xfrm>
            <a:off x="8503920" y="5074920"/>
            <a:ext cx="128016" cy="128016"/>
          </a:xfrm>
          <a:prstGeom prst="rect">
            <a:avLst/>
          </a:prstGeom>
          <a:solidFill>
            <a:schemeClr val="accent2">
              <a:alpha val="0"/>
            </a:schemeClr>
          </a:solidFill>
          <a:ln w="6350">
            <a:solidFill>
              <a:schemeClr val="bg1"/>
            </a:solidFill>
            <a:prstDash val="solid"/>
          </a:ln>
        </p:spPr>
      </p:sp>
      <p:sp>
        <p:nvSpPr>
          <p:cNvPr id="122" name="Shape 119"/>
          <p:cNvSpPr/>
          <p:nvPr/>
        </p:nvSpPr>
        <p:spPr>
          <a:xfrm>
            <a:off x="8641080" y="5074920"/>
            <a:ext cx="128016" cy="128016"/>
          </a:xfrm>
          <a:prstGeom prst="rect">
            <a:avLst/>
          </a:prstGeom>
          <a:solidFill>
            <a:schemeClr val="accent2">
              <a:alpha val="13000"/>
            </a:schemeClr>
          </a:solidFill>
          <a:ln w="6350">
            <a:solidFill>
              <a:schemeClr val="bg1"/>
            </a:solidFill>
            <a:prstDash val="solid"/>
          </a:ln>
        </p:spPr>
      </p:sp>
      <p:sp>
        <p:nvSpPr>
          <p:cNvPr id="123" name="Shape 120"/>
          <p:cNvSpPr/>
          <p:nvPr/>
        </p:nvSpPr>
        <p:spPr>
          <a:xfrm>
            <a:off x="8778240" y="5074920"/>
            <a:ext cx="128016" cy="128016"/>
          </a:xfrm>
          <a:prstGeom prst="rect">
            <a:avLst/>
          </a:prstGeom>
          <a:solidFill>
            <a:schemeClr val="accent2">
              <a:alpha val="30000"/>
            </a:schemeClr>
          </a:solidFill>
          <a:ln w="6350">
            <a:solidFill>
              <a:schemeClr val="bg1"/>
            </a:solidFill>
            <a:prstDash val="solid"/>
          </a:ln>
        </p:spPr>
      </p:sp>
      <p:sp>
        <p:nvSpPr>
          <p:cNvPr id="124" name="Shape 121"/>
          <p:cNvSpPr/>
          <p:nvPr/>
        </p:nvSpPr>
        <p:spPr>
          <a:xfrm>
            <a:off x="8915400" y="5074920"/>
            <a:ext cx="128016" cy="128016"/>
          </a:xfrm>
          <a:prstGeom prst="rect">
            <a:avLst/>
          </a:prstGeom>
          <a:solidFill>
            <a:schemeClr val="accent2">
              <a:alpha val="30000"/>
            </a:schemeClr>
          </a:solidFill>
          <a:ln w="6350">
            <a:solidFill>
              <a:schemeClr val="bg1"/>
            </a:solidFill>
            <a:prstDash val="solid"/>
          </a:ln>
        </p:spPr>
      </p:sp>
      <p:sp>
        <p:nvSpPr>
          <p:cNvPr id="125" name="Shape 122"/>
          <p:cNvSpPr/>
          <p:nvPr/>
        </p:nvSpPr>
        <p:spPr>
          <a:xfrm>
            <a:off x="9052560" y="5074920"/>
            <a:ext cx="128016" cy="128016"/>
          </a:xfrm>
          <a:prstGeom prst="rect">
            <a:avLst/>
          </a:prstGeom>
          <a:solidFill>
            <a:schemeClr val="accent2"/>
          </a:solidFill>
          <a:ln w="6350">
            <a:solidFill>
              <a:schemeClr val="bg1"/>
            </a:solidFill>
            <a:prstDash val="solid"/>
          </a:ln>
        </p:spPr>
      </p:sp>
      <p:sp>
        <p:nvSpPr>
          <p:cNvPr id="126" name="Shape 123"/>
          <p:cNvSpPr/>
          <p:nvPr/>
        </p:nvSpPr>
        <p:spPr>
          <a:xfrm>
            <a:off x="9189720" y="5074920"/>
            <a:ext cx="128016" cy="128016"/>
          </a:xfrm>
          <a:prstGeom prst="rect">
            <a:avLst/>
          </a:prstGeom>
          <a:solidFill>
            <a:schemeClr val="accent2"/>
          </a:solidFill>
          <a:ln w="6350">
            <a:solidFill>
              <a:schemeClr val="bg1"/>
            </a:solidFill>
            <a:prstDash val="solid"/>
          </a:ln>
        </p:spPr>
      </p:sp>
      <p:sp>
        <p:nvSpPr>
          <p:cNvPr id="127" name="Shape 124"/>
          <p:cNvSpPr/>
          <p:nvPr/>
        </p:nvSpPr>
        <p:spPr>
          <a:xfrm>
            <a:off x="9326880" y="5074920"/>
            <a:ext cx="128016" cy="128016"/>
          </a:xfrm>
          <a:prstGeom prst="rect">
            <a:avLst/>
          </a:prstGeom>
          <a:solidFill>
            <a:schemeClr val="accent2">
              <a:alpha val="37000"/>
            </a:schemeClr>
          </a:solidFill>
          <a:ln w="6350">
            <a:solidFill>
              <a:schemeClr val="bg1"/>
            </a:solidFill>
            <a:prstDash val="solid"/>
          </a:ln>
        </p:spPr>
      </p:sp>
      <p:sp>
        <p:nvSpPr>
          <p:cNvPr id="128" name="Shape 125"/>
          <p:cNvSpPr/>
          <p:nvPr/>
        </p:nvSpPr>
        <p:spPr>
          <a:xfrm>
            <a:off x="9464040" y="5074920"/>
            <a:ext cx="128016" cy="128016"/>
          </a:xfrm>
          <a:prstGeom prst="rect">
            <a:avLst/>
          </a:prstGeom>
          <a:solidFill>
            <a:schemeClr val="accent2">
              <a:alpha val="0"/>
            </a:schemeClr>
          </a:solidFill>
          <a:ln w="6350">
            <a:solidFill>
              <a:schemeClr val="bg1"/>
            </a:solidFill>
            <a:prstDash val="solid"/>
          </a:ln>
        </p:spPr>
      </p:sp>
      <p:sp>
        <p:nvSpPr>
          <p:cNvPr id="129" name="Shape 126"/>
          <p:cNvSpPr/>
          <p:nvPr/>
        </p:nvSpPr>
        <p:spPr>
          <a:xfrm>
            <a:off x="8503920" y="5212080"/>
            <a:ext cx="128016" cy="128016"/>
          </a:xfrm>
          <a:prstGeom prst="rect">
            <a:avLst/>
          </a:prstGeom>
          <a:solidFill>
            <a:schemeClr val="accent2">
              <a:alpha val="0"/>
            </a:schemeClr>
          </a:solidFill>
          <a:ln w="6350">
            <a:solidFill>
              <a:schemeClr val="bg1"/>
            </a:solidFill>
            <a:prstDash val="solid"/>
          </a:ln>
        </p:spPr>
      </p:sp>
      <p:sp>
        <p:nvSpPr>
          <p:cNvPr id="130" name="Shape 127"/>
          <p:cNvSpPr/>
          <p:nvPr/>
        </p:nvSpPr>
        <p:spPr>
          <a:xfrm>
            <a:off x="8641080" y="5212080"/>
            <a:ext cx="128016" cy="128016"/>
          </a:xfrm>
          <a:prstGeom prst="rect">
            <a:avLst/>
          </a:prstGeom>
          <a:solidFill>
            <a:schemeClr val="accent2">
              <a:alpha val="2000"/>
            </a:schemeClr>
          </a:solidFill>
          <a:ln w="6350">
            <a:solidFill>
              <a:schemeClr val="bg1"/>
            </a:solidFill>
            <a:prstDash val="solid"/>
          </a:ln>
        </p:spPr>
      </p:sp>
      <p:sp>
        <p:nvSpPr>
          <p:cNvPr id="131" name="Shape 128"/>
          <p:cNvSpPr/>
          <p:nvPr/>
        </p:nvSpPr>
        <p:spPr>
          <a:xfrm>
            <a:off x="8778240" y="5212080"/>
            <a:ext cx="128016" cy="128016"/>
          </a:xfrm>
          <a:prstGeom prst="rect">
            <a:avLst/>
          </a:prstGeom>
          <a:solidFill>
            <a:schemeClr val="accent2">
              <a:alpha val="30000"/>
            </a:schemeClr>
          </a:solidFill>
          <a:ln w="6350">
            <a:solidFill>
              <a:schemeClr val="bg1"/>
            </a:solidFill>
            <a:prstDash val="solid"/>
          </a:ln>
        </p:spPr>
      </p:sp>
      <p:sp>
        <p:nvSpPr>
          <p:cNvPr id="132" name="Shape 129"/>
          <p:cNvSpPr/>
          <p:nvPr/>
        </p:nvSpPr>
        <p:spPr>
          <a:xfrm>
            <a:off x="8915400" y="5212080"/>
            <a:ext cx="128016" cy="128016"/>
          </a:xfrm>
          <a:prstGeom prst="rect">
            <a:avLst/>
          </a:prstGeom>
          <a:solidFill>
            <a:schemeClr val="accent2">
              <a:alpha val="26000"/>
            </a:schemeClr>
          </a:solidFill>
          <a:ln w="6350">
            <a:solidFill>
              <a:schemeClr val="bg1"/>
            </a:solidFill>
            <a:prstDash val="solid"/>
          </a:ln>
        </p:spPr>
      </p:sp>
      <p:sp>
        <p:nvSpPr>
          <p:cNvPr id="133" name="Shape 130"/>
          <p:cNvSpPr/>
          <p:nvPr/>
        </p:nvSpPr>
        <p:spPr>
          <a:xfrm>
            <a:off x="9052560" y="5212080"/>
            <a:ext cx="128016" cy="128016"/>
          </a:xfrm>
          <a:prstGeom prst="rect">
            <a:avLst/>
          </a:prstGeom>
          <a:solidFill>
            <a:schemeClr val="accent2">
              <a:alpha val="25000"/>
            </a:schemeClr>
          </a:solidFill>
          <a:ln w="6350">
            <a:solidFill>
              <a:schemeClr val="bg1"/>
            </a:solidFill>
            <a:prstDash val="solid"/>
          </a:ln>
        </p:spPr>
      </p:sp>
      <p:sp>
        <p:nvSpPr>
          <p:cNvPr id="134" name="Shape 131"/>
          <p:cNvSpPr/>
          <p:nvPr/>
        </p:nvSpPr>
        <p:spPr>
          <a:xfrm>
            <a:off x="9189720" y="5212080"/>
            <a:ext cx="128016" cy="128016"/>
          </a:xfrm>
          <a:prstGeom prst="rect">
            <a:avLst/>
          </a:prstGeom>
          <a:solidFill>
            <a:schemeClr val="accent2"/>
          </a:solidFill>
          <a:ln w="6350">
            <a:solidFill>
              <a:schemeClr val="bg1"/>
            </a:solidFill>
            <a:prstDash val="solid"/>
          </a:ln>
        </p:spPr>
      </p:sp>
      <p:sp>
        <p:nvSpPr>
          <p:cNvPr id="135" name="Shape 132"/>
          <p:cNvSpPr/>
          <p:nvPr/>
        </p:nvSpPr>
        <p:spPr>
          <a:xfrm>
            <a:off x="9326880" y="5212080"/>
            <a:ext cx="128016" cy="128016"/>
          </a:xfrm>
          <a:prstGeom prst="rect">
            <a:avLst/>
          </a:prstGeom>
          <a:solidFill>
            <a:schemeClr val="accent2">
              <a:alpha val="50000"/>
            </a:schemeClr>
          </a:solidFill>
          <a:ln w="6350">
            <a:solidFill>
              <a:schemeClr val="bg1"/>
            </a:solidFill>
            <a:prstDash val="solid"/>
          </a:ln>
        </p:spPr>
      </p:sp>
      <p:sp>
        <p:nvSpPr>
          <p:cNvPr id="136" name="Shape 133"/>
          <p:cNvSpPr/>
          <p:nvPr/>
        </p:nvSpPr>
        <p:spPr>
          <a:xfrm>
            <a:off x="9464040" y="5212080"/>
            <a:ext cx="128016" cy="128016"/>
          </a:xfrm>
          <a:prstGeom prst="rect">
            <a:avLst/>
          </a:prstGeom>
          <a:solidFill>
            <a:schemeClr val="accent2">
              <a:alpha val="0"/>
            </a:schemeClr>
          </a:solidFill>
          <a:ln w="6350">
            <a:solidFill>
              <a:schemeClr val="bg1"/>
            </a:solidFill>
            <a:prstDash val="solid"/>
          </a:ln>
        </p:spPr>
      </p:sp>
      <p:sp>
        <p:nvSpPr>
          <p:cNvPr id="137" name="Shape 134"/>
          <p:cNvSpPr/>
          <p:nvPr/>
        </p:nvSpPr>
        <p:spPr>
          <a:xfrm>
            <a:off x="8503920" y="5349240"/>
            <a:ext cx="128016" cy="128016"/>
          </a:xfrm>
          <a:prstGeom prst="rect">
            <a:avLst/>
          </a:prstGeom>
          <a:solidFill>
            <a:schemeClr val="accent2">
              <a:alpha val="0"/>
            </a:schemeClr>
          </a:solidFill>
          <a:ln w="6350">
            <a:solidFill>
              <a:schemeClr val="bg1"/>
            </a:solidFill>
            <a:prstDash val="solid"/>
          </a:ln>
        </p:spPr>
      </p:sp>
      <p:sp>
        <p:nvSpPr>
          <p:cNvPr id="138" name="Shape 135"/>
          <p:cNvSpPr/>
          <p:nvPr/>
        </p:nvSpPr>
        <p:spPr>
          <a:xfrm>
            <a:off x="8641080" y="5349240"/>
            <a:ext cx="128016" cy="128016"/>
          </a:xfrm>
          <a:prstGeom prst="rect">
            <a:avLst/>
          </a:prstGeom>
          <a:solidFill>
            <a:schemeClr val="accent2">
              <a:alpha val="0"/>
            </a:schemeClr>
          </a:solidFill>
          <a:ln w="6350">
            <a:solidFill>
              <a:schemeClr val="bg1"/>
            </a:solidFill>
            <a:prstDash val="solid"/>
          </a:ln>
        </p:spPr>
      </p:sp>
      <p:sp>
        <p:nvSpPr>
          <p:cNvPr id="139" name="Shape 136"/>
          <p:cNvSpPr/>
          <p:nvPr/>
        </p:nvSpPr>
        <p:spPr>
          <a:xfrm>
            <a:off x="8778240" y="5349240"/>
            <a:ext cx="128016" cy="128016"/>
          </a:xfrm>
          <a:prstGeom prst="rect">
            <a:avLst/>
          </a:prstGeom>
          <a:solidFill>
            <a:schemeClr val="accent2">
              <a:alpha val="22000"/>
            </a:schemeClr>
          </a:solidFill>
          <a:ln w="6350">
            <a:solidFill>
              <a:schemeClr val="bg1"/>
            </a:solidFill>
            <a:prstDash val="solid"/>
          </a:ln>
        </p:spPr>
      </p:sp>
      <p:sp>
        <p:nvSpPr>
          <p:cNvPr id="140" name="Shape 137"/>
          <p:cNvSpPr/>
          <p:nvPr/>
        </p:nvSpPr>
        <p:spPr>
          <a:xfrm>
            <a:off x="8915400" y="5349240"/>
            <a:ext cx="128016" cy="128016"/>
          </a:xfrm>
          <a:prstGeom prst="rect">
            <a:avLst/>
          </a:prstGeom>
          <a:solidFill>
            <a:schemeClr val="accent2">
              <a:alpha val="30000"/>
            </a:schemeClr>
          </a:solidFill>
          <a:ln w="6350">
            <a:solidFill>
              <a:schemeClr val="bg1"/>
            </a:solidFill>
            <a:prstDash val="solid"/>
          </a:ln>
        </p:spPr>
      </p:sp>
      <p:sp>
        <p:nvSpPr>
          <p:cNvPr id="141" name="Shape 138"/>
          <p:cNvSpPr/>
          <p:nvPr/>
        </p:nvSpPr>
        <p:spPr>
          <a:xfrm>
            <a:off x="9052560" y="5349240"/>
            <a:ext cx="128016" cy="128016"/>
          </a:xfrm>
          <a:prstGeom prst="rect">
            <a:avLst/>
          </a:prstGeom>
          <a:solidFill>
            <a:schemeClr val="accent2">
              <a:alpha val="81000"/>
            </a:schemeClr>
          </a:solidFill>
          <a:ln w="6350">
            <a:solidFill>
              <a:schemeClr val="bg1"/>
            </a:solidFill>
            <a:prstDash val="solid"/>
          </a:ln>
        </p:spPr>
      </p:sp>
      <p:sp>
        <p:nvSpPr>
          <p:cNvPr id="142" name="Shape 139"/>
          <p:cNvSpPr/>
          <p:nvPr/>
        </p:nvSpPr>
        <p:spPr>
          <a:xfrm>
            <a:off x="9189720" y="5349240"/>
            <a:ext cx="128016" cy="128016"/>
          </a:xfrm>
          <a:prstGeom prst="rect">
            <a:avLst/>
          </a:prstGeom>
          <a:solidFill>
            <a:schemeClr val="accent2"/>
          </a:solidFill>
          <a:ln w="6350">
            <a:solidFill>
              <a:schemeClr val="bg1"/>
            </a:solidFill>
            <a:prstDash val="solid"/>
          </a:ln>
        </p:spPr>
      </p:sp>
      <p:sp>
        <p:nvSpPr>
          <p:cNvPr id="143" name="Shape 140"/>
          <p:cNvSpPr/>
          <p:nvPr/>
        </p:nvSpPr>
        <p:spPr>
          <a:xfrm>
            <a:off x="9326880" y="5349240"/>
            <a:ext cx="128016" cy="128016"/>
          </a:xfrm>
          <a:prstGeom prst="rect">
            <a:avLst/>
          </a:prstGeom>
          <a:solidFill>
            <a:schemeClr val="accent2">
              <a:alpha val="4000"/>
            </a:schemeClr>
          </a:solidFill>
          <a:ln w="6350">
            <a:solidFill>
              <a:schemeClr val="bg1"/>
            </a:solidFill>
            <a:prstDash val="solid"/>
          </a:ln>
        </p:spPr>
      </p:sp>
      <p:sp>
        <p:nvSpPr>
          <p:cNvPr id="144" name="Shape 141"/>
          <p:cNvSpPr/>
          <p:nvPr/>
        </p:nvSpPr>
        <p:spPr>
          <a:xfrm>
            <a:off x="9464040" y="5349240"/>
            <a:ext cx="128016" cy="128016"/>
          </a:xfrm>
          <a:prstGeom prst="rect">
            <a:avLst/>
          </a:prstGeom>
          <a:solidFill>
            <a:schemeClr val="accent2">
              <a:alpha val="0"/>
            </a:schemeClr>
          </a:solidFill>
          <a:ln w="6350">
            <a:solidFill>
              <a:schemeClr val="bg1"/>
            </a:solidFill>
            <a:prstDash val="solid"/>
          </a:ln>
        </p:spPr>
      </p:sp>
      <p:sp>
        <p:nvSpPr>
          <p:cNvPr id="145" name="Shape 142"/>
          <p:cNvSpPr/>
          <p:nvPr/>
        </p:nvSpPr>
        <p:spPr>
          <a:xfrm>
            <a:off x="8503920" y="5486400"/>
            <a:ext cx="128016" cy="128016"/>
          </a:xfrm>
          <a:prstGeom prst="rect">
            <a:avLst/>
          </a:prstGeom>
          <a:solidFill>
            <a:schemeClr val="accent2">
              <a:alpha val="0"/>
            </a:schemeClr>
          </a:solidFill>
          <a:ln w="6350">
            <a:solidFill>
              <a:schemeClr val="bg1"/>
            </a:solidFill>
            <a:prstDash val="solid"/>
          </a:ln>
        </p:spPr>
      </p:sp>
      <p:sp>
        <p:nvSpPr>
          <p:cNvPr id="146" name="Shape 143"/>
          <p:cNvSpPr/>
          <p:nvPr/>
        </p:nvSpPr>
        <p:spPr>
          <a:xfrm>
            <a:off x="8641080" y="5486400"/>
            <a:ext cx="128016" cy="128016"/>
          </a:xfrm>
          <a:prstGeom prst="rect">
            <a:avLst/>
          </a:prstGeom>
          <a:solidFill>
            <a:schemeClr val="accent2">
              <a:alpha val="0"/>
            </a:schemeClr>
          </a:solidFill>
          <a:ln w="6350">
            <a:solidFill>
              <a:schemeClr val="bg1"/>
            </a:solidFill>
            <a:prstDash val="solid"/>
          </a:ln>
        </p:spPr>
      </p:sp>
      <p:sp>
        <p:nvSpPr>
          <p:cNvPr id="147" name="Shape 144"/>
          <p:cNvSpPr/>
          <p:nvPr/>
        </p:nvSpPr>
        <p:spPr>
          <a:xfrm>
            <a:off x="8778240" y="5486400"/>
            <a:ext cx="128016" cy="128016"/>
          </a:xfrm>
          <a:prstGeom prst="rect">
            <a:avLst/>
          </a:prstGeom>
          <a:solidFill>
            <a:schemeClr val="accent2">
              <a:alpha val="4000"/>
            </a:schemeClr>
          </a:solidFill>
          <a:ln w="6350">
            <a:solidFill>
              <a:schemeClr val="bg1"/>
            </a:solidFill>
            <a:prstDash val="solid"/>
          </a:ln>
        </p:spPr>
      </p:sp>
      <p:sp>
        <p:nvSpPr>
          <p:cNvPr id="148" name="Shape 145"/>
          <p:cNvSpPr/>
          <p:nvPr/>
        </p:nvSpPr>
        <p:spPr>
          <a:xfrm>
            <a:off x="8915400" y="5486400"/>
            <a:ext cx="128016" cy="128016"/>
          </a:xfrm>
          <a:prstGeom prst="rect">
            <a:avLst/>
          </a:prstGeom>
          <a:solidFill>
            <a:schemeClr val="accent2">
              <a:alpha val="19000"/>
            </a:schemeClr>
          </a:solidFill>
          <a:ln w="6350">
            <a:solidFill>
              <a:schemeClr val="bg1"/>
            </a:solidFill>
            <a:prstDash val="solid"/>
          </a:ln>
        </p:spPr>
      </p:sp>
      <p:sp>
        <p:nvSpPr>
          <p:cNvPr id="149" name="Shape 146"/>
          <p:cNvSpPr/>
          <p:nvPr/>
        </p:nvSpPr>
        <p:spPr>
          <a:xfrm>
            <a:off x="9052560" y="5486400"/>
            <a:ext cx="128016" cy="128016"/>
          </a:xfrm>
          <a:prstGeom prst="rect">
            <a:avLst/>
          </a:prstGeom>
          <a:solidFill>
            <a:schemeClr val="accent2"/>
          </a:solidFill>
          <a:ln w="6350">
            <a:solidFill>
              <a:schemeClr val="bg1"/>
            </a:solidFill>
            <a:prstDash val="solid"/>
          </a:ln>
        </p:spPr>
      </p:sp>
      <p:sp>
        <p:nvSpPr>
          <p:cNvPr id="150" name="Shape 147"/>
          <p:cNvSpPr/>
          <p:nvPr/>
        </p:nvSpPr>
        <p:spPr>
          <a:xfrm>
            <a:off x="9189720" y="5486400"/>
            <a:ext cx="128016" cy="128016"/>
          </a:xfrm>
          <a:prstGeom prst="rect">
            <a:avLst/>
          </a:prstGeom>
          <a:solidFill>
            <a:schemeClr val="accent2">
              <a:alpha val="44000"/>
            </a:schemeClr>
          </a:solidFill>
          <a:ln w="6350">
            <a:solidFill>
              <a:schemeClr val="bg1"/>
            </a:solidFill>
            <a:prstDash val="solid"/>
          </a:ln>
        </p:spPr>
      </p:sp>
      <p:sp>
        <p:nvSpPr>
          <p:cNvPr id="151" name="Shape 148"/>
          <p:cNvSpPr/>
          <p:nvPr/>
        </p:nvSpPr>
        <p:spPr>
          <a:xfrm>
            <a:off x="9326880" y="5486400"/>
            <a:ext cx="128016" cy="128016"/>
          </a:xfrm>
          <a:prstGeom prst="rect">
            <a:avLst/>
          </a:prstGeom>
          <a:solidFill>
            <a:schemeClr val="accent2">
              <a:alpha val="0"/>
            </a:schemeClr>
          </a:solidFill>
          <a:ln w="6350">
            <a:solidFill>
              <a:schemeClr val="bg1"/>
            </a:solidFill>
            <a:prstDash val="solid"/>
          </a:ln>
        </p:spPr>
      </p:sp>
      <p:sp>
        <p:nvSpPr>
          <p:cNvPr id="152" name="Shape 149"/>
          <p:cNvSpPr/>
          <p:nvPr/>
        </p:nvSpPr>
        <p:spPr>
          <a:xfrm>
            <a:off x="9464040" y="5486400"/>
            <a:ext cx="128016" cy="128016"/>
          </a:xfrm>
          <a:prstGeom prst="rect">
            <a:avLst/>
          </a:prstGeom>
          <a:solidFill>
            <a:schemeClr val="accent2">
              <a:alpha val="0"/>
            </a:schemeClr>
          </a:solidFill>
          <a:ln w="6350">
            <a:solidFill>
              <a:schemeClr val="bg1"/>
            </a:solidFill>
            <a:prstDash val="solid"/>
          </a:ln>
        </p:spPr>
      </p:sp>
      <p:sp>
        <p:nvSpPr>
          <p:cNvPr id="153" name="Text 150"/>
          <p:cNvSpPr txBox="1"/>
          <p:nvPr/>
        </p:nvSpPr>
        <p:spPr>
          <a:xfrm>
            <a:off x="8412480" y="5669280"/>
            <a:ext cx="1280160" cy="274320"/>
          </a:xfrm>
          <a:prstGeom prst="rect">
            <a:avLst/>
          </a:prstGeom>
          <a:noFill/>
          <a:ln/>
        </p:spPr>
        <p:txBody>
          <a:bodyPr wrap="square" lIns="0" tIns="0" rIns="0" bIns="0" rtlCol="0" anchor="t"/>
          <a:lstStyle/>
          <a:p>
            <a:pPr algn="ctr" indent="0" marL="0">
              <a:buNone/>
            </a:pPr>
            <a:r>
              <a:rPr lang="en-US" sz="1200" dirty="0">
                <a:solidFill>
                  <a:schemeClr val="tx2"/>
                </a:solidFill>
              </a:rPr>
              <a:t>0のマップ</a:t>
            </a:r>
            <a:endParaRPr lang="en-US" sz="1200" dirty="0"/>
          </a:p>
        </p:txBody>
      </p:sp>
      <p:sp>
        <p:nvSpPr>
          <p:cNvPr id="154" name="Text 151"/>
          <p:cNvSpPr txBox="1"/>
          <p:nvPr/>
        </p:nvSpPr>
        <p:spPr>
          <a:xfrm>
            <a:off x="9829800" y="4572000"/>
            <a:ext cx="1645920" cy="1097280"/>
          </a:xfrm>
          <a:prstGeom prst="rect">
            <a:avLst/>
          </a:prstGeom>
          <a:noFill/>
          <a:ln/>
        </p:spPr>
        <p:txBody>
          <a:bodyPr wrap="square" lIns="0" tIns="0" rIns="0" bIns="0" rtlCol="0" anchor="t"/>
          <a:lstStyle/>
          <a:p>
            <a:pPr indent="0" marL="0">
              <a:buNone/>
            </a:pPr>
            <a:r>
              <a:rPr lang="en-US" sz="1400" b="1" dirty="0">
                <a:solidFill>
                  <a:schemeClr val="accent1"/>
                </a:solidFill>
              </a:rPr>
              <a:t>＝ ？</a:t>
            </a:r>
            <a:endParaRPr lang="en-US" sz="1400" dirty="0"/>
          </a:p>
          <a:p>
            <a:pPr indent="0" marL="0">
              <a:buNone/>
            </a:pPr>
            <a:r>
              <a:rPr lang="en-US" sz="1400" b="1" dirty="0">
                <a:solidFill>
                  <a:schemeClr val="accent1"/>
                </a:solidFill>
              </a:rPr>
              <a:t>人が頭の中で</a:t>
            </a:r>
            <a:endParaRPr lang="en-US" sz="1400" dirty="0"/>
          </a:p>
          <a:p>
            <a:pPr indent="0" marL="0">
              <a:buNone/>
            </a:pPr>
            <a:r>
              <a:rPr lang="en-US" sz="1400" b="1" dirty="0">
                <a:solidFill>
                  <a:schemeClr val="accent1"/>
                </a:solidFill>
              </a:rPr>
              <a:t>引き算する</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説明をまとめる2つの方向</a:t>
            </a:r>
            <a:endParaRPr lang="en-US" sz="3000" dirty="0"/>
          </a:p>
        </p:txBody>
      </p:sp>
      <p:sp>
        <p:nvSpPr>
          <p:cNvPr id="4" name="Text 1"/>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1800" dirty="0">
                <a:solidFill>
                  <a:schemeClr val="tx2"/>
                </a:solidFill>
              </a:rPr>
              <a:t>多クラスLIMEの説明は「特徴 × クラス」の表になっている</a:t>
            </a:r>
            <a:endParaRPr lang="en-US" sz="1800" dirty="0"/>
          </a:p>
        </p:txBody>
      </p:sp>
      <p:sp>
        <p:nvSpPr>
          <p:cNvPr id="5" name="Shape 2"/>
          <p:cNvSpPr/>
          <p:nvPr/>
        </p:nvSpPr>
        <p:spPr>
          <a:xfrm>
            <a:off x="1645920" y="2468880"/>
            <a:ext cx="740664" cy="466344"/>
          </a:xfrm>
          <a:prstGeom prst="rect">
            <a:avLst/>
          </a:prstGeom>
          <a:solidFill>
            <a:schemeClr val="tx1"/>
          </a:solidFill>
          <a:ln w="12700">
            <a:solidFill>
              <a:schemeClr val="tx1"/>
            </a:solidFill>
            <a:prstDash val="solid"/>
          </a:ln>
        </p:spPr>
      </p:sp>
      <p:sp>
        <p:nvSpPr>
          <p:cNvPr id="6" name="Text 3"/>
          <p:cNvSpPr txBox="1"/>
          <p:nvPr/>
        </p:nvSpPr>
        <p:spPr>
          <a:xfrm>
            <a:off x="1645920" y="2468880"/>
            <a:ext cx="740664" cy="466344"/>
          </a:xfrm>
          <a:prstGeom prst="rect">
            <a:avLst/>
          </a:prstGeom>
          <a:noFill/>
          <a:ln/>
        </p:spPr>
        <p:txBody>
          <a:bodyPr wrap="square" lIns="0" tIns="0" rIns="0" bIns="0" rtlCol="0" anchor="ctr"/>
          <a:lstStyle/>
          <a:p>
            <a:pPr algn="ctr" indent="0" marL="0">
              <a:buNone/>
            </a:pPr>
            <a:r>
              <a:rPr lang="en-US" sz="1200" b="1" dirty="0">
                <a:solidFill>
                  <a:schemeClr val="bg1"/>
                </a:solidFill>
              </a:rPr>
              <a:t>クラス0</a:t>
            </a:r>
            <a:endParaRPr lang="en-US" sz="1200" dirty="0"/>
          </a:p>
        </p:txBody>
      </p:sp>
      <p:sp>
        <p:nvSpPr>
          <p:cNvPr id="7" name="Shape 4"/>
          <p:cNvSpPr/>
          <p:nvPr/>
        </p:nvSpPr>
        <p:spPr>
          <a:xfrm>
            <a:off x="2423160" y="2468880"/>
            <a:ext cx="740664" cy="466344"/>
          </a:xfrm>
          <a:prstGeom prst="rect">
            <a:avLst/>
          </a:prstGeom>
          <a:solidFill>
            <a:schemeClr val="tx1"/>
          </a:solidFill>
          <a:ln w="12700">
            <a:solidFill>
              <a:schemeClr val="tx1"/>
            </a:solidFill>
            <a:prstDash val="solid"/>
          </a:ln>
        </p:spPr>
      </p:sp>
      <p:sp>
        <p:nvSpPr>
          <p:cNvPr id="8" name="Text 5"/>
          <p:cNvSpPr txBox="1"/>
          <p:nvPr/>
        </p:nvSpPr>
        <p:spPr>
          <a:xfrm>
            <a:off x="2423160" y="2468880"/>
            <a:ext cx="740664" cy="466344"/>
          </a:xfrm>
          <a:prstGeom prst="rect">
            <a:avLst/>
          </a:prstGeom>
          <a:noFill/>
          <a:ln/>
        </p:spPr>
        <p:txBody>
          <a:bodyPr wrap="square" lIns="0" tIns="0" rIns="0" bIns="0" rtlCol="0" anchor="ctr"/>
          <a:lstStyle/>
          <a:p>
            <a:pPr algn="ctr" indent="0" marL="0">
              <a:buNone/>
            </a:pPr>
            <a:r>
              <a:rPr lang="en-US" sz="1200" b="1" dirty="0">
                <a:solidFill>
                  <a:schemeClr val="bg1"/>
                </a:solidFill>
              </a:rPr>
              <a:t>クラス1</a:t>
            </a:r>
            <a:endParaRPr lang="en-US" sz="1200" dirty="0"/>
          </a:p>
        </p:txBody>
      </p:sp>
      <p:sp>
        <p:nvSpPr>
          <p:cNvPr id="9" name="Shape 6"/>
          <p:cNvSpPr/>
          <p:nvPr/>
        </p:nvSpPr>
        <p:spPr>
          <a:xfrm>
            <a:off x="3200400" y="2468880"/>
            <a:ext cx="740664" cy="466344"/>
          </a:xfrm>
          <a:prstGeom prst="rect">
            <a:avLst/>
          </a:prstGeom>
          <a:solidFill>
            <a:schemeClr val="tx1"/>
          </a:solidFill>
          <a:ln w="12700">
            <a:solidFill>
              <a:schemeClr val="tx1"/>
            </a:solidFill>
            <a:prstDash val="solid"/>
          </a:ln>
        </p:spPr>
      </p:sp>
      <p:sp>
        <p:nvSpPr>
          <p:cNvPr id="10" name="Text 7"/>
          <p:cNvSpPr txBox="1"/>
          <p:nvPr/>
        </p:nvSpPr>
        <p:spPr>
          <a:xfrm>
            <a:off x="3200400" y="2468880"/>
            <a:ext cx="740664" cy="466344"/>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1" name="Shape 8"/>
          <p:cNvSpPr/>
          <p:nvPr/>
        </p:nvSpPr>
        <p:spPr>
          <a:xfrm>
            <a:off x="3977640" y="2468880"/>
            <a:ext cx="740664" cy="466344"/>
          </a:xfrm>
          <a:prstGeom prst="rect">
            <a:avLst/>
          </a:prstGeom>
          <a:solidFill>
            <a:schemeClr val="tx1"/>
          </a:solidFill>
          <a:ln w="12700">
            <a:solidFill>
              <a:schemeClr val="tx1"/>
            </a:solidFill>
            <a:prstDash val="solid"/>
          </a:ln>
        </p:spPr>
      </p:sp>
      <p:sp>
        <p:nvSpPr>
          <p:cNvPr id="12" name="Text 9"/>
          <p:cNvSpPr txBox="1"/>
          <p:nvPr/>
        </p:nvSpPr>
        <p:spPr>
          <a:xfrm>
            <a:off x="3977640" y="2468880"/>
            <a:ext cx="740664" cy="466344"/>
          </a:xfrm>
          <a:prstGeom prst="rect">
            <a:avLst/>
          </a:prstGeom>
          <a:noFill/>
          <a:ln/>
        </p:spPr>
        <p:txBody>
          <a:bodyPr wrap="square" lIns="0" tIns="0" rIns="0" bIns="0" rtlCol="0" anchor="ctr"/>
          <a:lstStyle/>
          <a:p>
            <a:pPr algn="ctr" indent="0" marL="0">
              <a:buNone/>
            </a:pPr>
            <a:r>
              <a:rPr lang="en-US" sz="1200" b="1" dirty="0">
                <a:solidFill>
                  <a:schemeClr val="bg1"/>
                </a:solidFill>
              </a:rPr>
              <a:t>クラス9</a:t>
            </a:r>
            <a:endParaRPr lang="en-US" sz="1200" dirty="0"/>
          </a:p>
        </p:txBody>
      </p:sp>
      <p:sp>
        <p:nvSpPr>
          <p:cNvPr id="13" name="Text 10"/>
          <p:cNvSpPr txBox="1"/>
          <p:nvPr/>
        </p:nvSpPr>
        <p:spPr>
          <a:xfrm>
            <a:off x="777240" y="2971800"/>
            <a:ext cx="777240" cy="466344"/>
          </a:xfrm>
          <a:prstGeom prst="rect">
            <a:avLst/>
          </a:prstGeom>
          <a:noFill/>
          <a:ln/>
        </p:spPr>
        <p:txBody>
          <a:bodyPr wrap="square" lIns="0" tIns="0" rIns="0" bIns="0" rtlCol="0" anchor="ctr"/>
          <a:lstStyle/>
          <a:p>
            <a:pPr algn="r" indent="0" marL="0">
              <a:buNone/>
            </a:pPr>
            <a:r>
              <a:rPr lang="en-US" sz="1200" dirty="0">
                <a:solidFill>
                  <a:schemeClr val="tx2"/>
                </a:solidFill>
              </a:rPr>
              <a:t>領域1</a:t>
            </a:r>
            <a:endParaRPr lang="en-US" sz="1200" dirty="0"/>
          </a:p>
        </p:txBody>
      </p:sp>
      <p:sp>
        <p:nvSpPr>
          <p:cNvPr id="14" name="Shape 11"/>
          <p:cNvSpPr/>
          <p:nvPr/>
        </p:nvSpPr>
        <p:spPr>
          <a:xfrm>
            <a:off x="1645920" y="2971800"/>
            <a:ext cx="740664" cy="466344"/>
          </a:xfrm>
          <a:prstGeom prst="rect">
            <a:avLst/>
          </a:prstGeom>
          <a:solidFill>
            <a:schemeClr val="bg2"/>
          </a:solidFill>
          <a:ln w="12700">
            <a:solidFill>
              <a:schemeClr val="bg2"/>
            </a:solidFill>
            <a:prstDash val="solid"/>
          </a:ln>
        </p:spPr>
      </p:sp>
      <p:sp>
        <p:nvSpPr>
          <p:cNvPr id="15" name="Shape 12"/>
          <p:cNvSpPr/>
          <p:nvPr/>
        </p:nvSpPr>
        <p:spPr>
          <a:xfrm>
            <a:off x="2423160" y="2971800"/>
            <a:ext cx="740664" cy="466344"/>
          </a:xfrm>
          <a:prstGeom prst="rect">
            <a:avLst/>
          </a:prstGeom>
          <a:solidFill>
            <a:schemeClr val="bg2"/>
          </a:solidFill>
          <a:ln w="12700">
            <a:solidFill>
              <a:schemeClr val="bg2"/>
            </a:solidFill>
            <a:prstDash val="solid"/>
          </a:ln>
        </p:spPr>
      </p:sp>
      <p:sp>
        <p:nvSpPr>
          <p:cNvPr id="16" name="Shape 13"/>
          <p:cNvSpPr/>
          <p:nvPr/>
        </p:nvSpPr>
        <p:spPr>
          <a:xfrm>
            <a:off x="3200400" y="2971800"/>
            <a:ext cx="740664" cy="466344"/>
          </a:xfrm>
          <a:prstGeom prst="rect">
            <a:avLst/>
          </a:prstGeom>
          <a:solidFill>
            <a:schemeClr val="bg2"/>
          </a:solidFill>
          <a:ln w="12700">
            <a:solidFill>
              <a:schemeClr val="bg2"/>
            </a:solidFill>
            <a:prstDash val="solid"/>
          </a:ln>
        </p:spPr>
      </p:sp>
      <p:sp>
        <p:nvSpPr>
          <p:cNvPr id="17" name="Shape 14"/>
          <p:cNvSpPr/>
          <p:nvPr/>
        </p:nvSpPr>
        <p:spPr>
          <a:xfrm>
            <a:off x="3977640" y="2971800"/>
            <a:ext cx="740664" cy="466344"/>
          </a:xfrm>
          <a:prstGeom prst="rect">
            <a:avLst/>
          </a:prstGeom>
          <a:solidFill>
            <a:schemeClr val="bg2"/>
          </a:solidFill>
          <a:ln w="12700">
            <a:solidFill>
              <a:schemeClr val="bg2"/>
            </a:solidFill>
            <a:prstDash val="solid"/>
          </a:ln>
        </p:spPr>
      </p:sp>
      <p:sp>
        <p:nvSpPr>
          <p:cNvPr id="18" name="Text 15"/>
          <p:cNvSpPr txBox="1"/>
          <p:nvPr/>
        </p:nvSpPr>
        <p:spPr>
          <a:xfrm>
            <a:off x="777240" y="3474720"/>
            <a:ext cx="777240" cy="466344"/>
          </a:xfrm>
          <a:prstGeom prst="rect">
            <a:avLst/>
          </a:prstGeom>
          <a:noFill/>
          <a:ln/>
        </p:spPr>
        <p:txBody>
          <a:bodyPr wrap="square" lIns="0" tIns="0" rIns="0" bIns="0" rtlCol="0" anchor="ctr"/>
          <a:lstStyle/>
          <a:p>
            <a:pPr algn="r" indent="0" marL="0">
              <a:buNone/>
            </a:pPr>
            <a:r>
              <a:rPr lang="en-US" sz="1200" dirty="0">
                <a:solidFill>
                  <a:schemeClr val="tx2"/>
                </a:solidFill>
              </a:rPr>
              <a:t>領域2</a:t>
            </a:r>
            <a:endParaRPr lang="en-US" sz="1200" dirty="0"/>
          </a:p>
        </p:txBody>
      </p:sp>
      <p:sp>
        <p:nvSpPr>
          <p:cNvPr id="19" name="Shape 16"/>
          <p:cNvSpPr/>
          <p:nvPr/>
        </p:nvSpPr>
        <p:spPr>
          <a:xfrm>
            <a:off x="1645920" y="3474720"/>
            <a:ext cx="740664" cy="466344"/>
          </a:xfrm>
          <a:prstGeom prst="rect">
            <a:avLst/>
          </a:prstGeom>
          <a:solidFill>
            <a:schemeClr val="bg2"/>
          </a:solidFill>
          <a:ln w="12700">
            <a:solidFill>
              <a:schemeClr val="bg2"/>
            </a:solidFill>
            <a:prstDash val="solid"/>
          </a:ln>
        </p:spPr>
      </p:sp>
      <p:sp>
        <p:nvSpPr>
          <p:cNvPr id="20" name="Shape 17"/>
          <p:cNvSpPr/>
          <p:nvPr/>
        </p:nvSpPr>
        <p:spPr>
          <a:xfrm>
            <a:off x="2423160" y="3474720"/>
            <a:ext cx="740664" cy="466344"/>
          </a:xfrm>
          <a:prstGeom prst="rect">
            <a:avLst/>
          </a:prstGeom>
          <a:solidFill>
            <a:schemeClr val="bg2"/>
          </a:solidFill>
          <a:ln w="12700">
            <a:solidFill>
              <a:schemeClr val="bg2"/>
            </a:solidFill>
            <a:prstDash val="solid"/>
          </a:ln>
        </p:spPr>
      </p:sp>
      <p:sp>
        <p:nvSpPr>
          <p:cNvPr id="21" name="Shape 18"/>
          <p:cNvSpPr/>
          <p:nvPr/>
        </p:nvSpPr>
        <p:spPr>
          <a:xfrm>
            <a:off x="3200400" y="3474720"/>
            <a:ext cx="740664" cy="466344"/>
          </a:xfrm>
          <a:prstGeom prst="rect">
            <a:avLst/>
          </a:prstGeom>
          <a:solidFill>
            <a:schemeClr val="bg2"/>
          </a:solidFill>
          <a:ln w="12700">
            <a:solidFill>
              <a:schemeClr val="bg2"/>
            </a:solidFill>
            <a:prstDash val="solid"/>
          </a:ln>
        </p:spPr>
      </p:sp>
      <p:sp>
        <p:nvSpPr>
          <p:cNvPr id="22" name="Shape 19"/>
          <p:cNvSpPr/>
          <p:nvPr/>
        </p:nvSpPr>
        <p:spPr>
          <a:xfrm>
            <a:off x="3977640" y="3474720"/>
            <a:ext cx="740664" cy="466344"/>
          </a:xfrm>
          <a:prstGeom prst="rect">
            <a:avLst/>
          </a:prstGeom>
          <a:solidFill>
            <a:schemeClr val="bg2"/>
          </a:solidFill>
          <a:ln w="12700">
            <a:solidFill>
              <a:schemeClr val="bg2"/>
            </a:solidFill>
            <a:prstDash val="solid"/>
          </a:ln>
        </p:spPr>
      </p:sp>
      <p:sp>
        <p:nvSpPr>
          <p:cNvPr id="23" name="Text 20"/>
          <p:cNvSpPr txBox="1"/>
          <p:nvPr/>
        </p:nvSpPr>
        <p:spPr>
          <a:xfrm>
            <a:off x="777240" y="3977640"/>
            <a:ext cx="777240" cy="466344"/>
          </a:xfrm>
          <a:prstGeom prst="rect">
            <a:avLst/>
          </a:prstGeom>
          <a:noFill/>
          <a:ln/>
        </p:spPr>
        <p:txBody>
          <a:bodyPr wrap="square" lIns="0" tIns="0" rIns="0" bIns="0" rtlCol="0" anchor="ctr"/>
          <a:lstStyle/>
          <a:p>
            <a:pPr algn="r" indent="0" marL="0">
              <a:buNone/>
            </a:pPr>
            <a:r>
              <a:rPr lang="en-US" sz="1200" dirty="0">
                <a:solidFill>
                  <a:schemeClr val="tx2"/>
                </a:solidFill>
              </a:rPr>
              <a:t>領域3</a:t>
            </a:r>
            <a:endParaRPr lang="en-US" sz="1200" dirty="0"/>
          </a:p>
        </p:txBody>
      </p:sp>
      <p:sp>
        <p:nvSpPr>
          <p:cNvPr id="24" name="Shape 21"/>
          <p:cNvSpPr/>
          <p:nvPr/>
        </p:nvSpPr>
        <p:spPr>
          <a:xfrm>
            <a:off x="1645920" y="3977640"/>
            <a:ext cx="740664" cy="466344"/>
          </a:xfrm>
          <a:prstGeom prst="rect">
            <a:avLst/>
          </a:prstGeom>
          <a:solidFill>
            <a:schemeClr val="bg2"/>
          </a:solidFill>
          <a:ln w="12700">
            <a:solidFill>
              <a:schemeClr val="bg2"/>
            </a:solidFill>
            <a:prstDash val="solid"/>
          </a:ln>
        </p:spPr>
      </p:sp>
      <p:sp>
        <p:nvSpPr>
          <p:cNvPr id="25" name="Shape 22"/>
          <p:cNvSpPr/>
          <p:nvPr/>
        </p:nvSpPr>
        <p:spPr>
          <a:xfrm>
            <a:off x="2423160" y="3977640"/>
            <a:ext cx="740664" cy="466344"/>
          </a:xfrm>
          <a:prstGeom prst="rect">
            <a:avLst/>
          </a:prstGeom>
          <a:solidFill>
            <a:schemeClr val="bg2"/>
          </a:solidFill>
          <a:ln w="12700">
            <a:solidFill>
              <a:schemeClr val="bg2"/>
            </a:solidFill>
            <a:prstDash val="solid"/>
          </a:ln>
        </p:spPr>
      </p:sp>
      <p:sp>
        <p:nvSpPr>
          <p:cNvPr id="26" name="Shape 23"/>
          <p:cNvSpPr/>
          <p:nvPr/>
        </p:nvSpPr>
        <p:spPr>
          <a:xfrm>
            <a:off x="3200400" y="3977640"/>
            <a:ext cx="740664" cy="466344"/>
          </a:xfrm>
          <a:prstGeom prst="rect">
            <a:avLst/>
          </a:prstGeom>
          <a:solidFill>
            <a:schemeClr val="bg2"/>
          </a:solidFill>
          <a:ln w="12700">
            <a:solidFill>
              <a:schemeClr val="bg2"/>
            </a:solidFill>
            <a:prstDash val="solid"/>
          </a:ln>
        </p:spPr>
      </p:sp>
      <p:sp>
        <p:nvSpPr>
          <p:cNvPr id="27" name="Shape 24"/>
          <p:cNvSpPr/>
          <p:nvPr/>
        </p:nvSpPr>
        <p:spPr>
          <a:xfrm>
            <a:off x="3977640" y="3977640"/>
            <a:ext cx="740664" cy="466344"/>
          </a:xfrm>
          <a:prstGeom prst="rect">
            <a:avLst/>
          </a:prstGeom>
          <a:solidFill>
            <a:schemeClr val="bg2"/>
          </a:solidFill>
          <a:ln w="12700">
            <a:solidFill>
              <a:schemeClr val="bg2"/>
            </a:solidFill>
            <a:prstDash val="solid"/>
          </a:ln>
        </p:spPr>
      </p:sp>
      <p:sp>
        <p:nvSpPr>
          <p:cNvPr id="28" name="Text 25"/>
          <p:cNvSpPr txBox="1"/>
          <p:nvPr/>
        </p:nvSpPr>
        <p:spPr>
          <a:xfrm>
            <a:off x="777240" y="4480560"/>
            <a:ext cx="777240" cy="466344"/>
          </a:xfrm>
          <a:prstGeom prst="rect">
            <a:avLst/>
          </a:prstGeom>
          <a:noFill/>
          <a:ln/>
        </p:spPr>
        <p:txBody>
          <a:bodyPr wrap="square" lIns="0" tIns="0" rIns="0" bIns="0" rtlCol="0" anchor="ctr"/>
          <a:lstStyle/>
          <a:p>
            <a:pPr algn="r" indent="0" marL="0">
              <a:buNone/>
            </a:pPr>
            <a:r>
              <a:rPr lang="en-US" sz="1200" dirty="0">
                <a:solidFill>
                  <a:schemeClr val="tx2"/>
                </a:solidFill>
              </a:rPr>
              <a:t>…</a:t>
            </a:r>
            <a:endParaRPr lang="en-US" sz="1200" dirty="0"/>
          </a:p>
        </p:txBody>
      </p:sp>
      <p:sp>
        <p:nvSpPr>
          <p:cNvPr id="29" name="Shape 26"/>
          <p:cNvSpPr/>
          <p:nvPr/>
        </p:nvSpPr>
        <p:spPr>
          <a:xfrm>
            <a:off x="1645920" y="4480560"/>
            <a:ext cx="740664" cy="466344"/>
          </a:xfrm>
          <a:prstGeom prst="rect">
            <a:avLst/>
          </a:prstGeom>
          <a:solidFill>
            <a:schemeClr val="bg2"/>
          </a:solidFill>
          <a:ln w="12700">
            <a:solidFill>
              <a:schemeClr val="bg2"/>
            </a:solidFill>
            <a:prstDash val="solid"/>
          </a:ln>
        </p:spPr>
      </p:sp>
      <p:sp>
        <p:nvSpPr>
          <p:cNvPr id="30" name="Shape 27"/>
          <p:cNvSpPr/>
          <p:nvPr/>
        </p:nvSpPr>
        <p:spPr>
          <a:xfrm>
            <a:off x="2423160" y="4480560"/>
            <a:ext cx="740664" cy="466344"/>
          </a:xfrm>
          <a:prstGeom prst="rect">
            <a:avLst/>
          </a:prstGeom>
          <a:solidFill>
            <a:schemeClr val="bg2"/>
          </a:solidFill>
          <a:ln w="12700">
            <a:solidFill>
              <a:schemeClr val="bg2"/>
            </a:solidFill>
            <a:prstDash val="solid"/>
          </a:ln>
        </p:spPr>
      </p:sp>
      <p:sp>
        <p:nvSpPr>
          <p:cNvPr id="31" name="Shape 28"/>
          <p:cNvSpPr/>
          <p:nvPr/>
        </p:nvSpPr>
        <p:spPr>
          <a:xfrm>
            <a:off x="3200400" y="4480560"/>
            <a:ext cx="740664" cy="466344"/>
          </a:xfrm>
          <a:prstGeom prst="rect">
            <a:avLst/>
          </a:prstGeom>
          <a:solidFill>
            <a:schemeClr val="bg2"/>
          </a:solidFill>
          <a:ln w="12700">
            <a:solidFill>
              <a:schemeClr val="bg2"/>
            </a:solidFill>
            <a:prstDash val="solid"/>
          </a:ln>
        </p:spPr>
      </p:sp>
      <p:sp>
        <p:nvSpPr>
          <p:cNvPr id="32" name="Shape 29"/>
          <p:cNvSpPr/>
          <p:nvPr/>
        </p:nvSpPr>
        <p:spPr>
          <a:xfrm>
            <a:off x="3977640" y="4480560"/>
            <a:ext cx="740664" cy="466344"/>
          </a:xfrm>
          <a:prstGeom prst="rect">
            <a:avLst/>
          </a:prstGeom>
          <a:solidFill>
            <a:schemeClr val="bg2"/>
          </a:solidFill>
          <a:ln w="12700">
            <a:solidFill>
              <a:schemeClr val="bg2"/>
            </a:solidFill>
            <a:prstDash val="solid"/>
          </a:ln>
        </p:spPr>
      </p:sp>
      <p:sp>
        <p:nvSpPr>
          <p:cNvPr id="33" name="Shape 30"/>
          <p:cNvSpPr/>
          <p:nvPr/>
        </p:nvSpPr>
        <p:spPr>
          <a:xfrm>
            <a:off x="1645920" y="1920240"/>
            <a:ext cx="3072384" cy="384048"/>
          </a:xfrm>
          <a:prstGeom prst="leftRightArrow">
            <a:avLst/>
          </a:prstGeom>
          <a:solidFill>
            <a:schemeClr val="accent1"/>
          </a:solidFill>
          <a:ln w="12700">
            <a:solidFill>
              <a:schemeClr val="accent1"/>
            </a:solidFill>
            <a:prstDash val="solid"/>
          </a:ln>
        </p:spPr>
      </p:sp>
      <p:sp>
        <p:nvSpPr>
          <p:cNvPr id="34" name="Shape 31"/>
          <p:cNvSpPr/>
          <p:nvPr/>
        </p:nvSpPr>
        <p:spPr>
          <a:xfrm>
            <a:off x="4937760" y="2971800"/>
            <a:ext cx="384048" cy="1975104"/>
          </a:xfrm>
          <a:prstGeom prst="upDownArrow">
            <a:avLst/>
          </a:prstGeom>
          <a:solidFill>
            <a:schemeClr val="accent5"/>
          </a:solidFill>
          <a:ln w="12700">
            <a:solidFill>
              <a:schemeClr val="accent5"/>
            </a:solidFill>
            <a:prstDash val="solid"/>
          </a:ln>
        </p:spPr>
      </p:sp>
      <p:sp>
        <p:nvSpPr>
          <p:cNvPr id="35" name="Shape 32"/>
          <p:cNvSpPr/>
          <p:nvPr/>
        </p:nvSpPr>
        <p:spPr>
          <a:xfrm>
            <a:off x="6400800" y="1783080"/>
            <a:ext cx="5212080" cy="1965960"/>
          </a:xfrm>
          <a:prstGeom prst="roundRect">
            <a:avLst>
              <a:gd name="adj" fmla="val 5581"/>
            </a:avLst>
          </a:prstGeom>
          <a:solidFill>
            <a:srgbClr val="FBE6DF"/>
          </a:solidFill>
          <a:ln w="12700">
            <a:solidFill>
              <a:srgbClr val="FBE6DF"/>
            </a:solidFill>
            <a:prstDash val="solid"/>
          </a:ln>
        </p:spPr>
      </p:sp>
      <p:sp>
        <p:nvSpPr>
          <p:cNvPr id="36" name="Text 33"/>
          <p:cNvSpPr txBox="1"/>
          <p:nvPr/>
        </p:nvSpPr>
        <p:spPr>
          <a:xfrm>
            <a:off x="6629400" y="1920240"/>
            <a:ext cx="4846320" cy="411480"/>
          </a:xfrm>
          <a:prstGeom prst="rect">
            <a:avLst/>
          </a:prstGeom>
          <a:noFill/>
          <a:ln/>
        </p:spPr>
        <p:txBody>
          <a:bodyPr wrap="square" lIns="0" tIns="0" rIns="0" bIns="0" rtlCol="0" anchor="t"/>
          <a:lstStyle/>
          <a:p>
            <a:pPr indent="0" marL="0">
              <a:buNone/>
            </a:pPr>
            <a:r>
              <a:rPr lang="en-US" sz="1800" b="1" dirty="0">
                <a:solidFill>
                  <a:schemeClr val="accent1"/>
                </a:solidFill>
              </a:rPr>
              <a:t>列（クラス）をまとめる　この研究</a:t>
            </a:r>
            <a:endParaRPr lang="en-US" sz="1800" dirty="0"/>
          </a:p>
        </p:txBody>
      </p:sp>
      <p:sp>
        <p:nvSpPr>
          <p:cNvPr id="37" name="Text 34"/>
          <p:cNvSpPr txBox="1"/>
          <p:nvPr/>
        </p:nvSpPr>
        <p:spPr>
          <a:xfrm>
            <a:off x="6629400" y="2423160"/>
            <a:ext cx="4846320" cy="640080"/>
          </a:xfrm>
          <a:prstGeom prst="rect">
            <a:avLst/>
          </a:prstGeom>
          <a:noFill/>
          <a:ln/>
        </p:spPr>
        <p:txBody>
          <a:bodyPr wrap="square" lIns="0" tIns="0" rIns="0" bIns="0" rtlCol="0" anchor="t"/>
          <a:lstStyle/>
          <a:p>
            <a:pPr indent="0" marL="0">
              <a:buNone/>
            </a:pPr>
            <a:r>
              <a:rPr lang="en-US" sz="1500" dirty="0">
                <a:solidFill>
                  <a:schemeClr val="tx1"/>
                </a:solidFill>
              </a:rPr>
              <a:t>例　クラス0とクラス6を「0から6への移動」にまとめる</a:t>
            </a:r>
            <a:endParaRPr lang="en-US" sz="1500" dirty="0"/>
          </a:p>
        </p:txBody>
      </p:sp>
      <p:sp>
        <p:nvSpPr>
          <p:cNvPr id="38" name="Text 35"/>
          <p:cNvSpPr txBox="1"/>
          <p:nvPr/>
        </p:nvSpPr>
        <p:spPr>
          <a:xfrm>
            <a:off x="6629400" y="3017520"/>
            <a:ext cx="4846320" cy="640080"/>
          </a:xfrm>
          <a:prstGeom prst="rect">
            <a:avLst/>
          </a:prstGeom>
          <a:noFill/>
          <a:ln/>
        </p:spPr>
        <p:txBody>
          <a:bodyPr wrap="square" lIns="0" tIns="0" rIns="0" bIns="0" rtlCol="0" anchor="t"/>
          <a:lstStyle/>
          <a:p>
            <a:pPr indent="0" marL="0">
              <a:buNone/>
            </a:pPr>
            <a:r>
              <a:rPr lang="en-US" sz="1300" dirty="0">
                <a:solidFill>
                  <a:schemeClr val="tx2"/>
                </a:solidFill>
              </a:rPr>
              <a:t>特徴は元のままなので、どの領域が効いたかという読み方は変わらない</a:t>
            </a:r>
            <a:endParaRPr lang="en-US" sz="1300" dirty="0"/>
          </a:p>
        </p:txBody>
      </p:sp>
      <p:sp>
        <p:nvSpPr>
          <p:cNvPr id="39" name="Shape 36"/>
          <p:cNvSpPr/>
          <p:nvPr/>
        </p:nvSpPr>
        <p:spPr>
          <a:xfrm>
            <a:off x="6400800" y="3977640"/>
            <a:ext cx="5212080" cy="1783080"/>
          </a:xfrm>
          <a:prstGeom prst="roundRect">
            <a:avLst>
              <a:gd name="adj" fmla="val 6154"/>
            </a:avLst>
          </a:prstGeom>
          <a:solidFill>
            <a:schemeClr val="bg2"/>
          </a:solidFill>
          <a:ln w="12700">
            <a:solidFill>
              <a:schemeClr val="bg2"/>
            </a:solidFill>
            <a:prstDash val="solid"/>
          </a:ln>
        </p:spPr>
      </p:sp>
      <p:sp>
        <p:nvSpPr>
          <p:cNvPr id="40" name="Text 37"/>
          <p:cNvSpPr txBox="1"/>
          <p:nvPr/>
        </p:nvSpPr>
        <p:spPr>
          <a:xfrm>
            <a:off x="6629400" y="4114800"/>
            <a:ext cx="4846320" cy="411480"/>
          </a:xfrm>
          <a:prstGeom prst="rect">
            <a:avLst/>
          </a:prstGeom>
          <a:noFill/>
          <a:ln/>
        </p:spPr>
        <p:txBody>
          <a:bodyPr wrap="square" lIns="0" tIns="0" rIns="0" bIns="0" rtlCol="0" anchor="t"/>
          <a:lstStyle/>
          <a:p>
            <a:pPr indent="0" marL="0">
              <a:buNone/>
            </a:pPr>
            <a:r>
              <a:rPr lang="en-US" sz="1800" b="1" dirty="0">
                <a:solidFill>
                  <a:schemeClr val="tx2"/>
                </a:solidFill>
              </a:rPr>
              <a:t>行（特徴）をまとめる　既存の手法が多い</a:t>
            </a:r>
            <a:endParaRPr lang="en-US" sz="1800" dirty="0"/>
          </a:p>
        </p:txBody>
      </p:sp>
      <p:sp>
        <p:nvSpPr>
          <p:cNvPr id="41" name="Text 38"/>
          <p:cNvSpPr txBox="1"/>
          <p:nvPr/>
        </p:nvSpPr>
        <p:spPr>
          <a:xfrm>
            <a:off x="6629400" y="4617720"/>
            <a:ext cx="4846320" cy="914400"/>
          </a:xfrm>
          <a:prstGeom prst="rect">
            <a:avLst/>
          </a:prstGeom>
          <a:noFill/>
          <a:ln/>
        </p:spPr>
        <p:txBody>
          <a:bodyPr wrap="square" lIns="0" tIns="0" rIns="0" bIns="0" rtlCol="0" anchor="t"/>
          <a:lstStyle/>
          <a:p>
            <a:pPr indent="0" marL="0">
              <a:buNone/>
            </a:pPr>
            <a:r>
              <a:rPr lang="en-US" sz="1500" dirty="0">
                <a:solidFill>
                  <a:schemeClr val="tx1"/>
                </a:solidFill>
              </a:rPr>
              <a:t>例　ピクセルをスーパーピクセルにまとめる、科目を「理系科目」にまとめる</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発想</a:t>
            </a:r>
            <a:endParaRPr lang="en-US" sz="3000" dirty="0"/>
          </a:p>
        </p:txBody>
      </p:sp>
      <p:pic>
        <p:nvPicPr>
          <p:cNvPr id="4" name="Image 0" descr="docs/seminar/region_figure.png">    </p:cNvPr>
          <p:cNvPicPr>
            <a:picLocks noChangeAspect="1"/>
          </p:cNvPicPr>
          <p:nvPr/>
        </p:nvPicPr>
        <p:blipFill>
          <a:blip r:embed="rId1"/>
          <a:stretch>
            <a:fillRect/>
          </a:stretch>
        </p:blipFill>
        <p:spPr>
          <a:xfrm>
            <a:off x="548640" y="1280160"/>
            <a:ext cx="7589520" cy="3950208"/>
          </a:xfrm>
          <a:prstGeom prst="rect">
            <a:avLst/>
          </a:prstGeom>
        </p:spPr>
      </p:pic>
      <p:sp>
        <p:nvSpPr>
          <p:cNvPr id="5" name="Text 1"/>
          <p:cNvSpPr txBox="1"/>
          <p:nvPr/>
        </p:nvSpPr>
        <p:spPr>
          <a:xfrm>
            <a:off x="548640" y="5303520"/>
            <a:ext cx="7589520" cy="274320"/>
          </a:xfrm>
          <a:prstGeom prst="rect">
            <a:avLst/>
          </a:prstGeom>
          <a:noFill/>
          <a:ln/>
        </p:spPr>
        <p:txBody>
          <a:bodyPr wrap="square" lIns="0" tIns="0" rIns="0" bIns="0" rtlCol="0" anchor="t"/>
          <a:lstStyle/>
          <a:p>
            <a:pPr indent="0" marL="0">
              <a:buNone/>
            </a:pPr>
            <a:r>
              <a:rPr lang="en-US" sz="1100" dirty="0">
                <a:solidFill>
                  <a:schemeClr val="tx2"/>
                </a:solidFill>
              </a:rPr>
              <a:t>（説明のためのイメージ）</a:t>
            </a:r>
            <a:endParaRPr lang="en-US" sz="1100" dirty="0"/>
          </a:p>
        </p:txBody>
      </p:sp>
      <p:sp>
        <p:nvSpPr>
          <p:cNvPr id="6" name="Shape 2"/>
          <p:cNvSpPr/>
          <p:nvPr/>
        </p:nvSpPr>
        <p:spPr>
          <a:xfrm>
            <a:off x="8412480" y="1280160"/>
            <a:ext cx="3200400" cy="4892040"/>
          </a:xfrm>
          <a:prstGeom prst="roundRect">
            <a:avLst>
              <a:gd name="adj" fmla="val 3429"/>
            </a:avLst>
          </a:prstGeom>
          <a:solidFill>
            <a:schemeClr val="bg2"/>
          </a:solidFill>
          <a:ln w="12700">
            <a:solidFill>
              <a:schemeClr val="bg2"/>
            </a:solidFill>
            <a:prstDash val="solid"/>
          </a:ln>
        </p:spPr>
      </p:sp>
      <p:sp>
        <p:nvSpPr>
          <p:cNvPr id="7" name="Text 3"/>
          <p:cNvSpPr txBox="1"/>
          <p:nvPr/>
        </p:nvSpPr>
        <p:spPr>
          <a:xfrm>
            <a:off x="8595360" y="1463040"/>
            <a:ext cx="2880360"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入力空間は、10クラスの領域に分かれている</a:t>
            </a:r>
            <a:endParaRPr lang="en-US" sz="1500" dirty="0"/>
          </a:p>
          <a:p>
            <a:pPr marL="342900" indent="-342900">
              <a:spcAft>
                <a:spcPts val="600"/>
              </a:spcAft>
              <a:buSzPct val="100000"/>
              <a:buChar char="•"/>
            </a:pPr>
            <a:r>
              <a:rPr lang="en-US" sz="1500" dirty="0">
                <a:solidFill>
                  <a:schemeClr val="tx1"/>
                </a:solidFill>
              </a:rPr>
              <a:t>説明したい点のまわりに入ってくるのは、0・6・9の3つくらい</a:t>
            </a:r>
            <a:endParaRPr lang="en-US" sz="1500" dirty="0"/>
          </a:p>
          <a:p>
            <a:pPr marL="342900" indent="-342900">
              <a:spcAft>
                <a:spcPts val="600"/>
              </a:spcAft>
              <a:buSzPct val="100000"/>
              <a:buChar char="•"/>
            </a:pPr>
            <a:r>
              <a:rPr lang="en-US" sz="1500" dirty="0">
                <a:solidFill>
                  <a:schemeClr val="tx1"/>
                </a:solidFill>
              </a:rPr>
              <a:t>残りの7クラスは、摂動してもほぼ0のまま</a:t>
            </a:r>
            <a:endParaRPr lang="en-US" sz="1500" dirty="0"/>
          </a:p>
          <a:p>
            <a:pPr marL="342900" indent="-342900">
              <a:spcAft>
                <a:spcPts val="600"/>
              </a:spcAft>
              <a:buSzPct val="100000"/>
              <a:buChar char="•"/>
            </a:pPr>
            <a:r>
              <a:rPr lang="en-US" sz="1500" dirty="0">
                <a:solidFill>
                  <a:schemeClr val="tx1"/>
                </a:solidFill>
              </a:rPr>
              <a:t>それなら、確率の動きは少数の方向で表せるはず</a:t>
            </a:r>
            <a:endParaRPr lang="en-US" sz="1500" dirty="0"/>
          </a:p>
        </p:txBody>
      </p:sp>
      <p:sp>
        <p:nvSpPr>
          <p:cNvPr id="8" name="Text 4"/>
          <p:cNvSpPr txBox="1"/>
          <p:nvPr/>
        </p:nvSpPr>
        <p:spPr>
          <a:xfrm>
            <a:off x="8595360" y="4800600"/>
            <a:ext cx="2834640" cy="274320"/>
          </a:xfrm>
          <a:prstGeom prst="rect">
            <a:avLst/>
          </a:prstGeom>
          <a:noFill/>
          <a:ln/>
        </p:spPr>
        <p:txBody>
          <a:bodyPr wrap="square" lIns="0" tIns="0" rIns="0" bIns="0" rtlCol="0" anchor="t"/>
          <a:lstStyle/>
          <a:p>
            <a:pPr indent="0" marL="0">
              <a:buNone/>
            </a:pPr>
            <a:r>
              <a:rPr lang="en-US" sz="1200" dirty="0">
                <a:solidFill>
                  <a:schemeClr val="tx2"/>
                </a:solidFill>
              </a:rPr>
              <a:t>方向の例</a:t>
            </a:r>
            <a:endParaRPr lang="en-US" sz="1200" dirty="0"/>
          </a:p>
        </p:txBody>
      </p:sp>
      <p:sp>
        <p:nvSpPr>
          <p:cNvPr id="9" name="Shape 5"/>
          <p:cNvSpPr/>
          <p:nvPr/>
        </p:nvSpPr>
        <p:spPr>
          <a:xfrm>
            <a:off x="8595360" y="5120640"/>
            <a:ext cx="411480" cy="411480"/>
          </a:xfrm>
          <a:prstGeom prst="roundRect">
            <a:avLst>
              <a:gd name="adj" fmla="val 13333"/>
            </a:avLst>
          </a:prstGeom>
          <a:solidFill>
            <a:schemeClr val="accent2"/>
          </a:solidFill>
          <a:ln w="12700">
            <a:solidFill>
              <a:schemeClr val="accent2"/>
            </a:solidFill>
            <a:prstDash val="solid"/>
          </a:ln>
        </p:spPr>
      </p:sp>
      <p:sp>
        <p:nvSpPr>
          <p:cNvPr id="10" name="Text 6"/>
          <p:cNvSpPr txBox="1"/>
          <p:nvPr/>
        </p:nvSpPr>
        <p:spPr>
          <a:xfrm>
            <a:off x="8595360" y="51206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0</a:t>
            </a:r>
            <a:endParaRPr lang="en-US" sz="1500" dirty="0"/>
          </a:p>
        </p:txBody>
      </p:sp>
      <p:sp>
        <p:nvSpPr>
          <p:cNvPr id="11" name="Text 7"/>
          <p:cNvSpPr txBox="1"/>
          <p:nvPr/>
        </p:nvSpPr>
        <p:spPr>
          <a:xfrm>
            <a:off x="9052560" y="5120640"/>
            <a:ext cx="320040" cy="411480"/>
          </a:xfrm>
          <a:prstGeom prst="rect">
            <a:avLst/>
          </a:prstGeom>
          <a:noFill/>
          <a:ln/>
        </p:spPr>
        <p:txBody>
          <a:bodyPr wrap="square" lIns="0" tIns="0" rIns="0" bIns="0" rtlCol="0" anchor="ctr"/>
          <a:lstStyle/>
          <a:p>
            <a:pPr indent="0" marL="0">
              <a:buNone/>
            </a:pPr>
            <a:r>
              <a:rPr lang="en-US" sz="2000" b="1" dirty="0">
                <a:solidFill>
                  <a:schemeClr val="accent2"/>
                </a:solidFill>
              </a:rPr>
              <a:t>↓</a:t>
            </a:r>
            <a:endParaRPr lang="en-US" sz="2000" dirty="0"/>
          </a:p>
        </p:txBody>
      </p:sp>
      <p:sp>
        <p:nvSpPr>
          <p:cNvPr id="12" name="Shape 8"/>
          <p:cNvSpPr/>
          <p:nvPr/>
        </p:nvSpPr>
        <p:spPr>
          <a:xfrm>
            <a:off x="9464040" y="5120640"/>
            <a:ext cx="411480" cy="411480"/>
          </a:xfrm>
          <a:prstGeom prst="roundRect">
            <a:avLst>
              <a:gd name="adj" fmla="val 13333"/>
            </a:avLst>
          </a:prstGeom>
          <a:solidFill>
            <a:schemeClr val="accent1"/>
          </a:solidFill>
          <a:ln w="12700">
            <a:solidFill>
              <a:schemeClr val="accent1"/>
            </a:solidFill>
            <a:prstDash val="solid"/>
          </a:ln>
        </p:spPr>
      </p:sp>
      <p:sp>
        <p:nvSpPr>
          <p:cNvPr id="13" name="Text 9"/>
          <p:cNvSpPr txBox="1"/>
          <p:nvPr/>
        </p:nvSpPr>
        <p:spPr>
          <a:xfrm>
            <a:off x="9464040" y="51206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4" name="Text 10"/>
          <p:cNvSpPr txBox="1"/>
          <p:nvPr/>
        </p:nvSpPr>
        <p:spPr>
          <a:xfrm>
            <a:off x="9921240" y="5120640"/>
            <a:ext cx="320040" cy="411480"/>
          </a:xfrm>
          <a:prstGeom prst="rect">
            <a:avLst/>
          </a:prstGeom>
          <a:noFill/>
          <a:ln/>
        </p:spPr>
        <p:txBody>
          <a:bodyPr wrap="square" lIns="0" tIns="0" rIns="0" bIns="0" rtlCol="0" anchor="ctr"/>
          <a:lstStyle/>
          <a:p>
            <a:pPr indent="0" marL="0">
              <a:buNone/>
            </a:pPr>
            <a:r>
              <a:rPr lang="en-US" sz="2000" b="1" dirty="0">
                <a:solidFill>
                  <a:schemeClr val="accent1"/>
                </a:solidFill>
              </a:rPr>
              <a:t>↑</a:t>
            </a:r>
            <a:endParaRPr lang="en-US" sz="2000" dirty="0"/>
          </a:p>
        </p:txBody>
      </p:sp>
      <p:sp>
        <p:nvSpPr>
          <p:cNvPr id="15" name="Text 11"/>
          <p:cNvSpPr txBox="1"/>
          <p:nvPr/>
        </p:nvSpPr>
        <p:spPr>
          <a:xfrm>
            <a:off x="8595360" y="5623560"/>
            <a:ext cx="2926080" cy="365760"/>
          </a:xfrm>
          <a:prstGeom prst="rect">
            <a:avLst/>
          </a:prstGeom>
          <a:noFill/>
          <a:ln/>
        </p:spPr>
        <p:txBody>
          <a:bodyPr wrap="square" lIns="0" tIns="0" rIns="0" bIns="0" rtlCol="0" anchor="t"/>
          <a:lstStyle/>
          <a:p>
            <a:pPr indent="0" marL="0">
              <a:buNone/>
            </a:pPr>
            <a:r>
              <a:rPr lang="en-US" sz="1400" dirty="0">
                <a:solidFill>
                  <a:schemeClr val="tx1"/>
                </a:solidFill>
              </a:rPr>
              <a:t>0が下がり、6が上がる</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目標とする説明</a:t>
            </a:r>
            <a:endParaRPr lang="en-US" sz="3000" dirty="0"/>
          </a:p>
        </p:txBody>
      </p:sp>
      <p:sp>
        <p:nvSpPr>
          <p:cNvPr id="4" name="Shape 1"/>
          <p:cNvSpPr/>
          <p:nvPr/>
        </p:nvSpPr>
        <p:spPr>
          <a:xfrm>
            <a:off x="548640" y="1234440"/>
            <a:ext cx="3291840" cy="393192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777240" y="1371600"/>
            <a:ext cx="2834640" cy="365760"/>
          </a:xfrm>
          <a:prstGeom prst="rect">
            <a:avLst/>
          </a:prstGeom>
          <a:noFill/>
          <a:ln/>
        </p:spPr>
        <p:txBody>
          <a:bodyPr wrap="square" lIns="0" tIns="0" rIns="0" bIns="0" rtlCol="0" anchor="t"/>
          <a:lstStyle/>
          <a:p>
            <a:pPr indent="0" marL="0">
              <a:buNone/>
            </a:pPr>
            <a:r>
              <a:rPr lang="en-US" sz="1800" b="1" dirty="0">
                <a:solidFill>
                  <a:schemeClr val="tx2"/>
                </a:solidFill>
              </a:rPr>
              <a:t>通常のLIME</a:t>
            </a:r>
            <a:endParaRPr lang="en-US" sz="1800" dirty="0"/>
          </a:p>
        </p:txBody>
      </p:sp>
      <p:sp>
        <p:nvSpPr>
          <p:cNvPr id="6" name="Text 3"/>
          <p:cNvSpPr txBox="1"/>
          <p:nvPr/>
        </p:nvSpPr>
        <p:spPr>
          <a:xfrm>
            <a:off x="777240" y="1783080"/>
            <a:ext cx="2834640" cy="365760"/>
          </a:xfrm>
          <a:prstGeom prst="rect">
            <a:avLst/>
          </a:prstGeom>
          <a:noFill/>
          <a:ln/>
        </p:spPr>
        <p:txBody>
          <a:bodyPr wrap="square" lIns="0" tIns="0" rIns="0" bIns="0" rtlCol="0" anchor="t"/>
          <a:lstStyle/>
          <a:p>
            <a:pPr indent="0" marL="0">
              <a:buNone/>
            </a:pPr>
            <a:r>
              <a:rPr lang="en-US" sz="1300" dirty="0">
                <a:solidFill>
                  <a:schemeClr val="tx2"/>
                </a:solidFill>
              </a:rPr>
              <a:t>クラスごとのヒートマップ10枚</a:t>
            </a:r>
            <a:endParaRPr lang="en-US" sz="1300" dirty="0"/>
          </a:p>
        </p:txBody>
      </p:sp>
      <p:sp>
        <p:nvSpPr>
          <p:cNvPr id="7" name="Shape 4"/>
          <p:cNvSpPr/>
          <p:nvPr/>
        </p:nvSpPr>
        <p:spPr>
          <a:xfrm>
            <a:off x="868680" y="2286000"/>
            <a:ext cx="64922" cy="64922"/>
          </a:xfrm>
          <a:prstGeom prst="rect">
            <a:avLst/>
          </a:prstGeom>
          <a:solidFill>
            <a:schemeClr val="accent5">
              <a:alpha val="0"/>
            </a:schemeClr>
          </a:solidFill>
          <a:ln w="6350">
            <a:solidFill>
              <a:schemeClr val="bg1"/>
            </a:solidFill>
            <a:prstDash val="solid"/>
          </a:ln>
        </p:spPr>
      </p:sp>
      <p:sp>
        <p:nvSpPr>
          <p:cNvPr id="8" name="Shape 5"/>
          <p:cNvSpPr/>
          <p:nvPr/>
        </p:nvSpPr>
        <p:spPr>
          <a:xfrm>
            <a:off x="937260" y="2286000"/>
            <a:ext cx="64922" cy="64922"/>
          </a:xfrm>
          <a:prstGeom prst="rect">
            <a:avLst/>
          </a:prstGeom>
          <a:solidFill>
            <a:schemeClr val="accent5">
              <a:alpha val="0"/>
            </a:schemeClr>
          </a:solidFill>
          <a:ln w="6350">
            <a:solidFill>
              <a:schemeClr val="bg1"/>
            </a:solidFill>
            <a:prstDash val="solid"/>
          </a:ln>
        </p:spPr>
      </p:sp>
      <p:sp>
        <p:nvSpPr>
          <p:cNvPr id="9" name="Shape 6"/>
          <p:cNvSpPr/>
          <p:nvPr/>
        </p:nvSpPr>
        <p:spPr>
          <a:xfrm>
            <a:off x="1005840" y="2286000"/>
            <a:ext cx="64922" cy="64922"/>
          </a:xfrm>
          <a:prstGeom prst="rect">
            <a:avLst/>
          </a:prstGeom>
          <a:solidFill>
            <a:schemeClr val="accent5">
              <a:alpha val="7000"/>
            </a:schemeClr>
          </a:solidFill>
          <a:ln w="6350">
            <a:solidFill>
              <a:schemeClr val="bg1"/>
            </a:solidFill>
            <a:prstDash val="solid"/>
          </a:ln>
        </p:spPr>
      </p:sp>
      <p:sp>
        <p:nvSpPr>
          <p:cNvPr id="10" name="Shape 7"/>
          <p:cNvSpPr/>
          <p:nvPr/>
        </p:nvSpPr>
        <p:spPr>
          <a:xfrm>
            <a:off x="1074420" y="2286000"/>
            <a:ext cx="64922" cy="64922"/>
          </a:xfrm>
          <a:prstGeom prst="rect">
            <a:avLst/>
          </a:prstGeom>
          <a:solidFill>
            <a:schemeClr val="accent5">
              <a:alpha val="41000"/>
            </a:schemeClr>
          </a:solidFill>
          <a:ln w="6350">
            <a:solidFill>
              <a:schemeClr val="bg1"/>
            </a:solidFill>
            <a:prstDash val="solid"/>
          </a:ln>
        </p:spPr>
      </p:sp>
      <p:sp>
        <p:nvSpPr>
          <p:cNvPr id="11" name="Shape 8"/>
          <p:cNvSpPr/>
          <p:nvPr/>
        </p:nvSpPr>
        <p:spPr>
          <a:xfrm>
            <a:off x="1143000" y="2286000"/>
            <a:ext cx="64922" cy="64922"/>
          </a:xfrm>
          <a:prstGeom prst="rect">
            <a:avLst/>
          </a:prstGeom>
          <a:solidFill>
            <a:schemeClr val="accent5">
              <a:alpha val="49000"/>
            </a:schemeClr>
          </a:solidFill>
          <a:ln w="6350">
            <a:solidFill>
              <a:schemeClr val="bg1"/>
            </a:solidFill>
            <a:prstDash val="solid"/>
          </a:ln>
        </p:spPr>
      </p:sp>
      <p:sp>
        <p:nvSpPr>
          <p:cNvPr id="12" name="Shape 9"/>
          <p:cNvSpPr/>
          <p:nvPr/>
        </p:nvSpPr>
        <p:spPr>
          <a:xfrm>
            <a:off x="1211580" y="2286000"/>
            <a:ext cx="64922" cy="64922"/>
          </a:xfrm>
          <a:prstGeom prst="rect">
            <a:avLst/>
          </a:prstGeom>
          <a:solidFill>
            <a:schemeClr val="accent5">
              <a:alpha val="15000"/>
            </a:schemeClr>
          </a:solidFill>
          <a:ln w="6350">
            <a:solidFill>
              <a:schemeClr val="bg1"/>
            </a:solidFill>
            <a:prstDash val="solid"/>
          </a:ln>
        </p:spPr>
      </p:sp>
      <p:sp>
        <p:nvSpPr>
          <p:cNvPr id="13" name="Shape 10"/>
          <p:cNvSpPr/>
          <p:nvPr/>
        </p:nvSpPr>
        <p:spPr>
          <a:xfrm>
            <a:off x="1280160" y="2286000"/>
            <a:ext cx="64922" cy="64922"/>
          </a:xfrm>
          <a:prstGeom prst="rect">
            <a:avLst/>
          </a:prstGeom>
          <a:solidFill>
            <a:schemeClr val="accent5">
              <a:alpha val="0"/>
            </a:schemeClr>
          </a:solidFill>
          <a:ln w="6350">
            <a:solidFill>
              <a:schemeClr val="bg1"/>
            </a:solidFill>
            <a:prstDash val="solid"/>
          </a:ln>
        </p:spPr>
      </p:sp>
      <p:sp>
        <p:nvSpPr>
          <p:cNvPr id="14" name="Shape 11"/>
          <p:cNvSpPr/>
          <p:nvPr/>
        </p:nvSpPr>
        <p:spPr>
          <a:xfrm>
            <a:off x="1348740" y="2286000"/>
            <a:ext cx="64922" cy="64922"/>
          </a:xfrm>
          <a:prstGeom prst="rect">
            <a:avLst/>
          </a:prstGeom>
          <a:solidFill>
            <a:schemeClr val="accent5">
              <a:alpha val="0"/>
            </a:schemeClr>
          </a:solidFill>
          <a:ln w="6350">
            <a:solidFill>
              <a:schemeClr val="bg1"/>
            </a:solidFill>
            <a:prstDash val="solid"/>
          </a:ln>
        </p:spPr>
      </p:sp>
      <p:sp>
        <p:nvSpPr>
          <p:cNvPr id="15" name="Shape 12"/>
          <p:cNvSpPr/>
          <p:nvPr/>
        </p:nvSpPr>
        <p:spPr>
          <a:xfrm>
            <a:off x="868680" y="2354580"/>
            <a:ext cx="64922" cy="64922"/>
          </a:xfrm>
          <a:prstGeom prst="rect">
            <a:avLst/>
          </a:prstGeom>
          <a:solidFill>
            <a:schemeClr val="accent5">
              <a:alpha val="0"/>
            </a:schemeClr>
          </a:solidFill>
          <a:ln w="6350">
            <a:solidFill>
              <a:schemeClr val="bg1"/>
            </a:solidFill>
            <a:prstDash val="solid"/>
          </a:ln>
        </p:spPr>
      </p:sp>
      <p:sp>
        <p:nvSpPr>
          <p:cNvPr id="16" name="Shape 13"/>
          <p:cNvSpPr/>
          <p:nvPr/>
        </p:nvSpPr>
        <p:spPr>
          <a:xfrm>
            <a:off x="937260" y="2354580"/>
            <a:ext cx="64922" cy="64922"/>
          </a:xfrm>
          <a:prstGeom prst="rect">
            <a:avLst/>
          </a:prstGeom>
          <a:solidFill>
            <a:schemeClr val="accent5">
              <a:alpha val="0"/>
            </a:schemeClr>
          </a:solidFill>
          <a:ln w="6350">
            <a:solidFill>
              <a:schemeClr val="bg1"/>
            </a:solidFill>
            <a:prstDash val="solid"/>
          </a:ln>
        </p:spPr>
      </p:sp>
      <p:sp>
        <p:nvSpPr>
          <p:cNvPr id="17" name="Shape 14"/>
          <p:cNvSpPr/>
          <p:nvPr/>
        </p:nvSpPr>
        <p:spPr>
          <a:xfrm>
            <a:off x="1005840" y="2354580"/>
            <a:ext cx="64922" cy="64922"/>
          </a:xfrm>
          <a:prstGeom prst="rect">
            <a:avLst/>
          </a:prstGeom>
          <a:solidFill>
            <a:schemeClr val="accent5">
              <a:alpha val="45000"/>
            </a:schemeClr>
          </a:solidFill>
          <a:ln w="6350">
            <a:solidFill>
              <a:schemeClr val="bg1"/>
            </a:solidFill>
            <a:prstDash val="solid"/>
          </a:ln>
        </p:spPr>
      </p:sp>
      <p:sp>
        <p:nvSpPr>
          <p:cNvPr id="18" name="Shape 15"/>
          <p:cNvSpPr/>
          <p:nvPr/>
        </p:nvSpPr>
        <p:spPr>
          <a:xfrm>
            <a:off x="1074420" y="2354580"/>
            <a:ext cx="64922" cy="64922"/>
          </a:xfrm>
          <a:prstGeom prst="rect">
            <a:avLst/>
          </a:prstGeom>
          <a:solidFill>
            <a:schemeClr val="accent5">
              <a:alpha val="60000"/>
            </a:schemeClr>
          </a:solidFill>
          <a:ln w="6350">
            <a:solidFill>
              <a:schemeClr val="bg1"/>
            </a:solidFill>
            <a:prstDash val="solid"/>
          </a:ln>
        </p:spPr>
      </p:sp>
      <p:sp>
        <p:nvSpPr>
          <p:cNvPr id="19" name="Shape 16"/>
          <p:cNvSpPr/>
          <p:nvPr/>
        </p:nvSpPr>
        <p:spPr>
          <a:xfrm>
            <a:off x="1143000" y="2354580"/>
            <a:ext cx="64922" cy="64922"/>
          </a:xfrm>
          <a:prstGeom prst="rect">
            <a:avLst/>
          </a:prstGeom>
          <a:solidFill>
            <a:schemeClr val="accent5">
              <a:alpha val="49000"/>
            </a:schemeClr>
          </a:solidFill>
          <a:ln w="6350">
            <a:solidFill>
              <a:schemeClr val="bg1"/>
            </a:solidFill>
            <a:prstDash val="solid"/>
          </a:ln>
        </p:spPr>
      </p:sp>
      <p:sp>
        <p:nvSpPr>
          <p:cNvPr id="20" name="Shape 17"/>
          <p:cNvSpPr/>
          <p:nvPr/>
        </p:nvSpPr>
        <p:spPr>
          <a:xfrm>
            <a:off x="1211580" y="2354580"/>
            <a:ext cx="64922" cy="64922"/>
          </a:xfrm>
          <a:prstGeom prst="rect">
            <a:avLst/>
          </a:prstGeom>
          <a:solidFill>
            <a:schemeClr val="accent5">
              <a:alpha val="56000"/>
            </a:schemeClr>
          </a:solidFill>
          <a:ln w="6350">
            <a:solidFill>
              <a:schemeClr val="bg1"/>
            </a:solidFill>
            <a:prstDash val="solid"/>
          </a:ln>
        </p:spPr>
      </p:sp>
      <p:sp>
        <p:nvSpPr>
          <p:cNvPr id="21" name="Shape 18"/>
          <p:cNvSpPr/>
          <p:nvPr/>
        </p:nvSpPr>
        <p:spPr>
          <a:xfrm>
            <a:off x="1280160" y="2354580"/>
            <a:ext cx="64922" cy="64922"/>
          </a:xfrm>
          <a:prstGeom prst="rect">
            <a:avLst/>
          </a:prstGeom>
          <a:solidFill>
            <a:schemeClr val="accent5">
              <a:alpha val="0"/>
            </a:schemeClr>
          </a:solidFill>
          <a:ln w="6350">
            <a:solidFill>
              <a:schemeClr val="bg1"/>
            </a:solidFill>
            <a:prstDash val="solid"/>
          </a:ln>
        </p:spPr>
      </p:sp>
      <p:sp>
        <p:nvSpPr>
          <p:cNvPr id="22" name="Shape 19"/>
          <p:cNvSpPr/>
          <p:nvPr/>
        </p:nvSpPr>
        <p:spPr>
          <a:xfrm>
            <a:off x="1348740" y="2354580"/>
            <a:ext cx="64922" cy="64922"/>
          </a:xfrm>
          <a:prstGeom prst="rect">
            <a:avLst/>
          </a:prstGeom>
          <a:solidFill>
            <a:schemeClr val="accent5">
              <a:alpha val="0"/>
            </a:schemeClr>
          </a:solidFill>
          <a:ln w="6350">
            <a:solidFill>
              <a:schemeClr val="bg1"/>
            </a:solidFill>
            <a:prstDash val="solid"/>
          </a:ln>
        </p:spPr>
      </p:sp>
      <p:sp>
        <p:nvSpPr>
          <p:cNvPr id="23" name="Shape 20"/>
          <p:cNvSpPr/>
          <p:nvPr/>
        </p:nvSpPr>
        <p:spPr>
          <a:xfrm>
            <a:off x="868680" y="2423160"/>
            <a:ext cx="64922" cy="64922"/>
          </a:xfrm>
          <a:prstGeom prst="rect">
            <a:avLst/>
          </a:prstGeom>
          <a:solidFill>
            <a:schemeClr val="accent5">
              <a:alpha val="0"/>
            </a:schemeClr>
          </a:solidFill>
          <a:ln w="6350">
            <a:solidFill>
              <a:schemeClr val="bg1"/>
            </a:solidFill>
            <a:prstDash val="solid"/>
          </a:ln>
        </p:spPr>
      </p:sp>
      <p:sp>
        <p:nvSpPr>
          <p:cNvPr id="24" name="Shape 21"/>
          <p:cNvSpPr/>
          <p:nvPr/>
        </p:nvSpPr>
        <p:spPr>
          <a:xfrm>
            <a:off x="937260" y="2423160"/>
            <a:ext cx="64922" cy="64922"/>
          </a:xfrm>
          <a:prstGeom prst="rect">
            <a:avLst/>
          </a:prstGeom>
          <a:solidFill>
            <a:schemeClr val="accent5">
              <a:alpha val="0"/>
            </a:schemeClr>
          </a:solidFill>
          <a:ln w="6350">
            <a:solidFill>
              <a:schemeClr val="bg1"/>
            </a:solidFill>
            <a:prstDash val="solid"/>
          </a:ln>
        </p:spPr>
      </p:sp>
      <p:sp>
        <p:nvSpPr>
          <p:cNvPr id="25" name="Shape 22"/>
          <p:cNvSpPr/>
          <p:nvPr/>
        </p:nvSpPr>
        <p:spPr>
          <a:xfrm>
            <a:off x="1005840" y="2423160"/>
            <a:ext cx="64922" cy="64922"/>
          </a:xfrm>
          <a:prstGeom prst="rect">
            <a:avLst/>
          </a:prstGeom>
          <a:solidFill>
            <a:schemeClr val="accent5">
              <a:alpha val="60000"/>
            </a:schemeClr>
          </a:solidFill>
          <a:ln w="6350">
            <a:solidFill>
              <a:schemeClr val="bg1"/>
            </a:solidFill>
            <a:prstDash val="solid"/>
          </a:ln>
        </p:spPr>
      </p:sp>
      <p:sp>
        <p:nvSpPr>
          <p:cNvPr id="26" name="Shape 23"/>
          <p:cNvSpPr/>
          <p:nvPr/>
        </p:nvSpPr>
        <p:spPr>
          <a:xfrm>
            <a:off x="1074420" y="2423160"/>
            <a:ext cx="64922" cy="64922"/>
          </a:xfrm>
          <a:prstGeom prst="rect">
            <a:avLst/>
          </a:prstGeom>
          <a:solidFill>
            <a:schemeClr val="accent5">
              <a:alpha val="34000"/>
            </a:schemeClr>
          </a:solidFill>
          <a:ln w="6350">
            <a:solidFill>
              <a:schemeClr val="bg1"/>
            </a:solidFill>
            <a:prstDash val="solid"/>
          </a:ln>
        </p:spPr>
      </p:sp>
      <p:sp>
        <p:nvSpPr>
          <p:cNvPr id="27" name="Shape 24"/>
          <p:cNvSpPr/>
          <p:nvPr/>
        </p:nvSpPr>
        <p:spPr>
          <a:xfrm>
            <a:off x="1143000" y="2423160"/>
            <a:ext cx="64922" cy="64922"/>
          </a:xfrm>
          <a:prstGeom prst="rect">
            <a:avLst/>
          </a:prstGeom>
          <a:solidFill>
            <a:schemeClr val="accent5">
              <a:alpha val="4000"/>
            </a:schemeClr>
          </a:solidFill>
          <a:ln w="6350">
            <a:solidFill>
              <a:schemeClr val="bg1"/>
            </a:solidFill>
            <a:prstDash val="solid"/>
          </a:ln>
        </p:spPr>
      </p:sp>
      <p:sp>
        <p:nvSpPr>
          <p:cNvPr id="28" name="Shape 25"/>
          <p:cNvSpPr/>
          <p:nvPr/>
        </p:nvSpPr>
        <p:spPr>
          <a:xfrm>
            <a:off x="1211580" y="2423160"/>
            <a:ext cx="64922" cy="64922"/>
          </a:xfrm>
          <a:prstGeom prst="rect">
            <a:avLst/>
          </a:prstGeom>
          <a:solidFill>
            <a:schemeClr val="accent5">
              <a:alpha val="11000"/>
            </a:schemeClr>
          </a:solidFill>
          <a:ln w="6350">
            <a:solidFill>
              <a:schemeClr val="bg1"/>
            </a:solidFill>
            <a:prstDash val="solid"/>
          </a:ln>
        </p:spPr>
      </p:sp>
      <p:sp>
        <p:nvSpPr>
          <p:cNvPr id="29" name="Shape 26"/>
          <p:cNvSpPr/>
          <p:nvPr/>
        </p:nvSpPr>
        <p:spPr>
          <a:xfrm>
            <a:off x="1280160" y="2423160"/>
            <a:ext cx="64922" cy="64922"/>
          </a:xfrm>
          <a:prstGeom prst="rect">
            <a:avLst/>
          </a:prstGeom>
          <a:solidFill>
            <a:schemeClr val="accent5">
              <a:alpha val="0"/>
            </a:schemeClr>
          </a:solidFill>
          <a:ln w="6350">
            <a:solidFill>
              <a:schemeClr val="bg1"/>
            </a:solidFill>
            <a:prstDash val="solid"/>
          </a:ln>
        </p:spPr>
      </p:sp>
      <p:sp>
        <p:nvSpPr>
          <p:cNvPr id="30" name="Shape 27"/>
          <p:cNvSpPr/>
          <p:nvPr/>
        </p:nvSpPr>
        <p:spPr>
          <a:xfrm>
            <a:off x="1348740" y="2423160"/>
            <a:ext cx="64922" cy="64922"/>
          </a:xfrm>
          <a:prstGeom prst="rect">
            <a:avLst/>
          </a:prstGeom>
          <a:solidFill>
            <a:schemeClr val="accent5">
              <a:alpha val="0"/>
            </a:schemeClr>
          </a:solidFill>
          <a:ln w="6350">
            <a:solidFill>
              <a:schemeClr val="bg1"/>
            </a:solidFill>
            <a:prstDash val="solid"/>
          </a:ln>
        </p:spPr>
      </p:sp>
      <p:sp>
        <p:nvSpPr>
          <p:cNvPr id="31" name="Shape 28"/>
          <p:cNvSpPr/>
          <p:nvPr/>
        </p:nvSpPr>
        <p:spPr>
          <a:xfrm>
            <a:off x="868680" y="2491740"/>
            <a:ext cx="64922" cy="64922"/>
          </a:xfrm>
          <a:prstGeom prst="rect">
            <a:avLst/>
          </a:prstGeom>
          <a:solidFill>
            <a:schemeClr val="accent5">
              <a:alpha val="0"/>
            </a:schemeClr>
          </a:solidFill>
          <a:ln w="6350">
            <a:solidFill>
              <a:schemeClr val="bg1"/>
            </a:solidFill>
            <a:prstDash val="solid"/>
          </a:ln>
        </p:spPr>
      </p:sp>
      <p:sp>
        <p:nvSpPr>
          <p:cNvPr id="32" name="Shape 29"/>
          <p:cNvSpPr/>
          <p:nvPr/>
        </p:nvSpPr>
        <p:spPr>
          <a:xfrm>
            <a:off x="937260" y="2491740"/>
            <a:ext cx="64922" cy="64922"/>
          </a:xfrm>
          <a:prstGeom prst="rect">
            <a:avLst/>
          </a:prstGeom>
          <a:solidFill>
            <a:schemeClr val="accent5">
              <a:alpha val="15000"/>
            </a:schemeClr>
          </a:solidFill>
          <a:ln w="6350">
            <a:solidFill>
              <a:schemeClr val="bg1"/>
            </a:solidFill>
            <a:prstDash val="solid"/>
          </a:ln>
        </p:spPr>
      </p:sp>
      <p:sp>
        <p:nvSpPr>
          <p:cNvPr id="33" name="Shape 30"/>
          <p:cNvSpPr/>
          <p:nvPr/>
        </p:nvSpPr>
        <p:spPr>
          <a:xfrm>
            <a:off x="1005840" y="2491740"/>
            <a:ext cx="64922" cy="64922"/>
          </a:xfrm>
          <a:prstGeom prst="rect">
            <a:avLst/>
          </a:prstGeom>
          <a:solidFill>
            <a:schemeClr val="accent5">
              <a:alpha val="60000"/>
            </a:schemeClr>
          </a:solidFill>
          <a:ln w="6350">
            <a:solidFill>
              <a:schemeClr val="bg1"/>
            </a:solidFill>
            <a:prstDash val="solid"/>
          </a:ln>
        </p:spPr>
      </p:sp>
      <p:sp>
        <p:nvSpPr>
          <p:cNvPr id="34" name="Shape 31"/>
          <p:cNvSpPr/>
          <p:nvPr/>
        </p:nvSpPr>
        <p:spPr>
          <a:xfrm>
            <a:off x="1074420" y="2491740"/>
            <a:ext cx="64922" cy="64922"/>
          </a:xfrm>
          <a:prstGeom prst="rect">
            <a:avLst/>
          </a:prstGeom>
          <a:solidFill>
            <a:schemeClr val="accent5">
              <a:alpha val="22000"/>
            </a:schemeClr>
          </a:solidFill>
          <a:ln w="6350">
            <a:solidFill>
              <a:schemeClr val="bg1"/>
            </a:solidFill>
            <a:prstDash val="solid"/>
          </a:ln>
        </p:spPr>
      </p:sp>
      <p:sp>
        <p:nvSpPr>
          <p:cNvPr id="35" name="Shape 32"/>
          <p:cNvSpPr/>
          <p:nvPr/>
        </p:nvSpPr>
        <p:spPr>
          <a:xfrm>
            <a:off x="1143000" y="2491740"/>
            <a:ext cx="64922" cy="64922"/>
          </a:xfrm>
          <a:prstGeom prst="rect">
            <a:avLst/>
          </a:prstGeom>
          <a:solidFill>
            <a:schemeClr val="accent5">
              <a:alpha val="52000"/>
            </a:schemeClr>
          </a:solidFill>
          <a:ln w="6350">
            <a:solidFill>
              <a:schemeClr val="bg1"/>
            </a:solidFill>
            <a:prstDash val="solid"/>
          </a:ln>
        </p:spPr>
      </p:sp>
      <p:sp>
        <p:nvSpPr>
          <p:cNvPr id="36" name="Shape 33"/>
          <p:cNvSpPr/>
          <p:nvPr/>
        </p:nvSpPr>
        <p:spPr>
          <a:xfrm>
            <a:off x="1211580" y="2491740"/>
            <a:ext cx="64922" cy="64922"/>
          </a:xfrm>
          <a:prstGeom prst="rect">
            <a:avLst/>
          </a:prstGeom>
          <a:solidFill>
            <a:schemeClr val="accent5">
              <a:alpha val="34000"/>
            </a:schemeClr>
          </a:solidFill>
          <a:ln w="6350">
            <a:solidFill>
              <a:schemeClr val="bg1"/>
            </a:solidFill>
            <a:prstDash val="solid"/>
          </a:ln>
        </p:spPr>
      </p:sp>
      <p:sp>
        <p:nvSpPr>
          <p:cNvPr id="37" name="Shape 34"/>
          <p:cNvSpPr/>
          <p:nvPr/>
        </p:nvSpPr>
        <p:spPr>
          <a:xfrm>
            <a:off x="1280160" y="2491740"/>
            <a:ext cx="64922" cy="64922"/>
          </a:xfrm>
          <a:prstGeom prst="rect">
            <a:avLst/>
          </a:prstGeom>
          <a:solidFill>
            <a:schemeClr val="accent5">
              <a:alpha val="4000"/>
            </a:schemeClr>
          </a:solidFill>
          <a:ln w="6350">
            <a:solidFill>
              <a:schemeClr val="bg1"/>
            </a:solidFill>
            <a:prstDash val="solid"/>
          </a:ln>
        </p:spPr>
      </p:sp>
      <p:sp>
        <p:nvSpPr>
          <p:cNvPr id="38" name="Shape 35"/>
          <p:cNvSpPr/>
          <p:nvPr/>
        </p:nvSpPr>
        <p:spPr>
          <a:xfrm>
            <a:off x="1348740" y="2491740"/>
            <a:ext cx="64922" cy="64922"/>
          </a:xfrm>
          <a:prstGeom prst="rect">
            <a:avLst/>
          </a:prstGeom>
          <a:solidFill>
            <a:schemeClr val="accent5">
              <a:alpha val="0"/>
            </a:schemeClr>
          </a:solidFill>
          <a:ln w="6350">
            <a:solidFill>
              <a:schemeClr val="bg1"/>
            </a:solidFill>
            <a:prstDash val="solid"/>
          </a:ln>
        </p:spPr>
      </p:sp>
      <p:sp>
        <p:nvSpPr>
          <p:cNvPr id="39" name="Shape 36"/>
          <p:cNvSpPr/>
          <p:nvPr/>
        </p:nvSpPr>
        <p:spPr>
          <a:xfrm>
            <a:off x="868680" y="2560320"/>
            <a:ext cx="64922" cy="64922"/>
          </a:xfrm>
          <a:prstGeom prst="rect">
            <a:avLst/>
          </a:prstGeom>
          <a:solidFill>
            <a:schemeClr val="accent5">
              <a:alpha val="0"/>
            </a:schemeClr>
          </a:solidFill>
          <a:ln w="6350">
            <a:solidFill>
              <a:schemeClr val="bg1"/>
            </a:solidFill>
            <a:prstDash val="solid"/>
          </a:ln>
        </p:spPr>
      </p:sp>
      <p:sp>
        <p:nvSpPr>
          <p:cNvPr id="40" name="Shape 37"/>
          <p:cNvSpPr/>
          <p:nvPr/>
        </p:nvSpPr>
        <p:spPr>
          <a:xfrm>
            <a:off x="937260" y="2560320"/>
            <a:ext cx="64922" cy="64922"/>
          </a:xfrm>
          <a:prstGeom prst="rect">
            <a:avLst/>
          </a:prstGeom>
          <a:solidFill>
            <a:schemeClr val="accent5">
              <a:alpha val="26000"/>
            </a:schemeClr>
          </a:solidFill>
          <a:ln w="6350">
            <a:solidFill>
              <a:schemeClr val="bg1"/>
            </a:solidFill>
            <a:prstDash val="solid"/>
          </a:ln>
        </p:spPr>
      </p:sp>
      <p:sp>
        <p:nvSpPr>
          <p:cNvPr id="41" name="Shape 38"/>
          <p:cNvSpPr/>
          <p:nvPr/>
        </p:nvSpPr>
        <p:spPr>
          <a:xfrm>
            <a:off x="1005840" y="2560320"/>
            <a:ext cx="64922" cy="64922"/>
          </a:xfrm>
          <a:prstGeom prst="rect">
            <a:avLst/>
          </a:prstGeom>
          <a:solidFill>
            <a:schemeClr val="accent5">
              <a:alpha val="60000"/>
            </a:schemeClr>
          </a:solidFill>
          <a:ln w="6350">
            <a:solidFill>
              <a:schemeClr val="bg1"/>
            </a:solidFill>
            <a:prstDash val="solid"/>
          </a:ln>
        </p:spPr>
      </p:sp>
      <p:sp>
        <p:nvSpPr>
          <p:cNvPr id="42" name="Shape 39"/>
          <p:cNvSpPr/>
          <p:nvPr/>
        </p:nvSpPr>
        <p:spPr>
          <a:xfrm>
            <a:off x="1074420" y="2560320"/>
            <a:ext cx="64922" cy="64922"/>
          </a:xfrm>
          <a:prstGeom prst="rect">
            <a:avLst/>
          </a:prstGeom>
          <a:solidFill>
            <a:schemeClr val="accent5">
              <a:alpha val="60000"/>
            </a:schemeClr>
          </a:solidFill>
          <a:ln w="6350">
            <a:solidFill>
              <a:schemeClr val="bg1"/>
            </a:solidFill>
            <a:prstDash val="solid"/>
          </a:ln>
        </p:spPr>
      </p:sp>
      <p:sp>
        <p:nvSpPr>
          <p:cNvPr id="43" name="Shape 40"/>
          <p:cNvSpPr/>
          <p:nvPr/>
        </p:nvSpPr>
        <p:spPr>
          <a:xfrm>
            <a:off x="1143000" y="2560320"/>
            <a:ext cx="64922" cy="64922"/>
          </a:xfrm>
          <a:prstGeom prst="rect">
            <a:avLst/>
          </a:prstGeom>
          <a:solidFill>
            <a:schemeClr val="accent5">
              <a:alpha val="60000"/>
            </a:schemeClr>
          </a:solidFill>
          <a:ln w="6350">
            <a:solidFill>
              <a:schemeClr val="bg1"/>
            </a:solidFill>
            <a:prstDash val="solid"/>
          </a:ln>
        </p:spPr>
      </p:sp>
      <p:sp>
        <p:nvSpPr>
          <p:cNvPr id="44" name="Shape 41"/>
          <p:cNvSpPr/>
          <p:nvPr/>
        </p:nvSpPr>
        <p:spPr>
          <a:xfrm>
            <a:off x="1211580" y="2560320"/>
            <a:ext cx="64922" cy="64922"/>
          </a:xfrm>
          <a:prstGeom prst="rect">
            <a:avLst/>
          </a:prstGeom>
          <a:solidFill>
            <a:schemeClr val="accent5">
              <a:alpha val="60000"/>
            </a:schemeClr>
          </a:solidFill>
          <a:ln w="6350">
            <a:solidFill>
              <a:schemeClr val="bg1"/>
            </a:solidFill>
            <a:prstDash val="solid"/>
          </a:ln>
        </p:spPr>
      </p:sp>
      <p:sp>
        <p:nvSpPr>
          <p:cNvPr id="45" name="Shape 42"/>
          <p:cNvSpPr/>
          <p:nvPr/>
        </p:nvSpPr>
        <p:spPr>
          <a:xfrm>
            <a:off x="1280160" y="2560320"/>
            <a:ext cx="64922" cy="64922"/>
          </a:xfrm>
          <a:prstGeom prst="rect">
            <a:avLst/>
          </a:prstGeom>
          <a:solidFill>
            <a:schemeClr val="accent5">
              <a:alpha val="22000"/>
            </a:schemeClr>
          </a:solidFill>
          <a:ln w="6350">
            <a:solidFill>
              <a:schemeClr val="bg1"/>
            </a:solidFill>
            <a:prstDash val="solid"/>
          </a:ln>
        </p:spPr>
      </p:sp>
      <p:sp>
        <p:nvSpPr>
          <p:cNvPr id="46" name="Shape 43"/>
          <p:cNvSpPr/>
          <p:nvPr/>
        </p:nvSpPr>
        <p:spPr>
          <a:xfrm>
            <a:off x="1348740" y="2560320"/>
            <a:ext cx="64922" cy="64922"/>
          </a:xfrm>
          <a:prstGeom prst="rect">
            <a:avLst/>
          </a:prstGeom>
          <a:solidFill>
            <a:schemeClr val="accent5">
              <a:alpha val="0"/>
            </a:schemeClr>
          </a:solidFill>
          <a:ln w="6350">
            <a:solidFill>
              <a:schemeClr val="bg1"/>
            </a:solidFill>
            <a:prstDash val="solid"/>
          </a:ln>
        </p:spPr>
      </p:sp>
      <p:sp>
        <p:nvSpPr>
          <p:cNvPr id="47" name="Shape 44"/>
          <p:cNvSpPr/>
          <p:nvPr/>
        </p:nvSpPr>
        <p:spPr>
          <a:xfrm>
            <a:off x="868680" y="2628900"/>
            <a:ext cx="64922" cy="64922"/>
          </a:xfrm>
          <a:prstGeom prst="rect">
            <a:avLst/>
          </a:prstGeom>
          <a:solidFill>
            <a:schemeClr val="accent5">
              <a:alpha val="0"/>
            </a:schemeClr>
          </a:solidFill>
          <a:ln w="6350">
            <a:solidFill>
              <a:schemeClr val="bg1"/>
            </a:solidFill>
            <a:prstDash val="solid"/>
          </a:ln>
        </p:spPr>
      </p:sp>
      <p:sp>
        <p:nvSpPr>
          <p:cNvPr id="48" name="Shape 45"/>
          <p:cNvSpPr/>
          <p:nvPr/>
        </p:nvSpPr>
        <p:spPr>
          <a:xfrm>
            <a:off x="937260" y="2628900"/>
            <a:ext cx="64922" cy="64922"/>
          </a:xfrm>
          <a:prstGeom prst="rect">
            <a:avLst/>
          </a:prstGeom>
          <a:solidFill>
            <a:schemeClr val="accent5">
              <a:alpha val="4000"/>
            </a:schemeClr>
          </a:solidFill>
          <a:ln w="6350">
            <a:solidFill>
              <a:schemeClr val="bg1"/>
            </a:solidFill>
            <a:prstDash val="solid"/>
          </a:ln>
        </p:spPr>
      </p:sp>
      <p:sp>
        <p:nvSpPr>
          <p:cNvPr id="49" name="Shape 46"/>
          <p:cNvSpPr/>
          <p:nvPr/>
        </p:nvSpPr>
        <p:spPr>
          <a:xfrm>
            <a:off x="1005840" y="2628900"/>
            <a:ext cx="64922" cy="64922"/>
          </a:xfrm>
          <a:prstGeom prst="rect">
            <a:avLst/>
          </a:prstGeom>
          <a:solidFill>
            <a:schemeClr val="accent5">
              <a:alpha val="60000"/>
            </a:schemeClr>
          </a:solidFill>
          <a:ln w="6350">
            <a:solidFill>
              <a:schemeClr val="bg1"/>
            </a:solidFill>
            <a:prstDash val="solid"/>
          </a:ln>
        </p:spPr>
      </p:sp>
      <p:sp>
        <p:nvSpPr>
          <p:cNvPr id="50" name="Shape 47"/>
          <p:cNvSpPr/>
          <p:nvPr/>
        </p:nvSpPr>
        <p:spPr>
          <a:xfrm>
            <a:off x="1074420" y="2628900"/>
            <a:ext cx="64922" cy="64922"/>
          </a:xfrm>
          <a:prstGeom prst="rect">
            <a:avLst/>
          </a:prstGeom>
          <a:solidFill>
            <a:schemeClr val="accent5">
              <a:alpha val="52000"/>
            </a:schemeClr>
          </a:solidFill>
          <a:ln w="6350">
            <a:solidFill>
              <a:schemeClr val="bg1"/>
            </a:solidFill>
            <a:prstDash val="solid"/>
          </a:ln>
        </p:spPr>
      </p:sp>
      <p:sp>
        <p:nvSpPr>
          <p:cNvPr id="51" name="Shape 48"/>
          <p:cNvSpPr/>
          <p:nvPr/>
        </p:nvSpPr>
        <p:spPr>
          <a:xfrm>
            <a:off x="1143000" y="2628900"/>
            <a:ext cx="64922" cy="64922"/>
          </a:xfrm>
          <a:prstGeom prst="rect">
            <a:avLst/>
          </a:prstGeom>
          <a:solidFill>
            <a:schemeClr val="accent5">
              <a:alpha val="15000"/>
            </a:schemeClr>
          </a:solidFill>
          <a:ln w="6350">
            <a:solidFill>
              <a:schemeClr val="bg1"/>
            </a:solidFill>
            <a:prstDash val="solid"/>
          </a:ln>
        </p:spPr>
      </p:sp>
      <p:sp>
        <p:nvSpPr>
          <p:cNvPr id="52" name="Shape 49"/>
          <p:cNvSpPr/>
          <p:nvPr/>
        </p:nvSpPr>
        <p:spPr>
          <a:xfrm>
            <a:off x="1211580" y="2628900"/>
            <a:ext cx="64922" cy="64922"/>
          </a:xfrm>
          <a:prstGeom prst="rect">
            <a:avLst/>
          </a:prstGeom>
          <a:solidFill>
            <a:schemeClr val="accent5">
              <a:alpha val="60000"/>
            </a:schemeClr>
          </a:solidFill>
          <a:ln w="6350">
            <a:solidFill>
              <a:schemeClr val="bg1"/>
            </a:solidFill>
            <a:prstDash val="solid"/>
          </a:ln>
        </p:spPr>
      </p:sp>
      <p:sp>
        <p:nvSpPr>
          <p:cNvPr id="53" name="Shape 50"/>
          <p:cNvSpPr/>
          <p:nvPr/>
        </p:nvSpPr>
        <p:spPr>
          <a:xfrm>
            <a:off x="1280160" y="2628900"/>
            <a:ext cx="64922" cy="64922"/>
          </a:xfrm>
          <a:prstGeom prst="rect">
            <a:avLst/>
          </a:prstGeom>
          <a:solidFill>
            <a:schemeClr val="accent5">
              <a:alpha val="30000"/>
            </a:schemeClr>
          </a:solidFill>
          <a:ln w="6350">
            <a:solidFill>
              <a:schemeClr val="bg1"/>
            </a:solidFill>
            <a:prstDash val="solid"/>
          </a:ln>
        </p:spPr>
      </p:sp>
      <p:sp>
        <p:nvSpPr>
          <p:cNvPr id="54" name="Shape 51"/>
          <p:cNvSpPr/>
          <p:nvPr/>
        </p:nvSpPr>
        <p:spPr>
          <a:xfrm>
            <a:off x="1348740" y="2628900"/>
            <a:ext cx="64922" cy="64922"/>
          </a:xfrm>
          <a:prstGeom prst="rect">
            <a:avLst/>
          </a:prstGeom>
          <a:solidFill>
            <a:schemeClr val="accent5">
              <a:alpha val="0"/>
            </a:schemeClr>
          </a:solidFill>
          <a:ln w="6350">
            <a:solidFill>
              <a:schemeClr val="bg1"/>
            </a:solidFill>
            <a:prstDash val="solid"/>
          </a:ln>
        </p:spPr>
      </p:sp>
      <p:sp>
        <p:nvSpPr>
          <p:cNvPr id="55" name="Shape 52"/>
          <p:cNvSpPr/>
          <p:nvPr/>
        </p:nvSpPr>
        <p:spPr>
          <a:xfrm>
            <a:off x="868680" y="2697480"/>
            <a:ext cx="64922" cy="64922"/>
          </a:xfrm>
          <a:prstGeom prst="rect">
            <a:avLst/>
          </a:prstGeom>
          <a:solidFill>
            <a:schemeClr val="accent5">
              <a:alpha val="0"/>
            </a:schemeClr>
          </a:solidFill>
          <a:ln w="6350">
            <a:solidFill>
              <a:schemeClr val="bg1"/>
            </a:solidFill>
            <a:prstDash val="solid"/>
          </a:ln>
        </p:spPr>
      </p:sp>
      <p:sp>
        <p:nvSpPr>
          <p:cNvPr id="56" name="Shape 53"/>
          <p:cNvSpPr/>
          <p:nvPr/>
        </p:nvSpPr>
        <p:spPr>
          <a:xfrm>
            <a:off x="937260" y="2697480"/>
            <a:ext cx="64922" cy="64922"/>
          </a:xfrm>
          <a:prstGeom prst="rect">
            <a:avLst/>
          </a:prstGeom>
          <a:solidFill>
            <a:schemeClr val="accent5">
              <a:alpha val="0"/>
            </a:schemeClr>
          </a:solidFill>
          <a:ln w="6350">
            <a:solidFill>
              <a:schemeClr val="bg1"/>
            </a:solidFill>
            <a:prstDash val="solid"/>
          </a:ln>
        </p:spPr>
      </p:sp>
      <p:sp>
        <p:nvSpPr>
          <p:cNvPr id="57" name="Shape 54"/>
          <p:cNvSpPr/>
          <p:nvPr/>
        </p:nvSpPr>
        <p:spPr>
          <a:xfrm>
            <a:off x="1005840" y="2697480"/>
            <a:ext cx="64922" cy="64922"/>
          </a:xfrm>
          <a:prstGeom prst="rect">
            <a:avLst/>
          </a:prstGeom>
          <a:solidFill>
            <a:schemeClr val="accent5">
              <a:alpha val="45000"/>
            </a:schemeClr>
          </a:solidFill>
          <a:ln w="6350">
            <a:solidFill>
              <a:schemeClr val="bg1"/>
            </a:solidFill>
            <a:prstDash val="solid"/>
          </a:ln>
        </p:spPr>
      </p:sp>
      <p:sp>
        <p:nvSpPr>
          <p:cNvPr id="58" name="Shape 55"/>
          <p:cNvSpPr/>
          <p:nvPr/>
        </p:nvSpPr>
        <p:spPr>
          <a:xfrm>
            <a:off x="1074420" y="2697480"/>
            <a:ext cx="64922" cy="64922"/>
          </a:xfrm>
          <a:prstGeom prst="rect">
            <a:avLst/>
          </a:prstGeom>
          <a:solidFill>
            <a:schemeClr val="accent5">
              <a:alpha val="60000"/>
            </a:schemeClr>
          </a:solidFill>
          <a:ln w="6350">
            <a:solidFill>
              <a:schemeClr val="bg1"/>
            </a:solidFill>
            <a:prstDash val="solid"/>
          </a:ln>
        </p:spPr>
      </p:sp>
      <p:sp>
        <p:nvSpPr>
          <p:cNvPr id="59" name="Shape 56"/>
          <p:cNvSpPr/>
          <p:nvPr/>
        </p:nvSpPr>
        <p:spPr>
          <a:xfrm>
            <a:off x="1143000" y="2697480"/>
            <a:ext cx="64922" cy="64922"/>
          </a:xfrm>
          <a:prstGeom prst="rect">
            <a:avLst/>
          </a:prstGeom>
          <a:solidFill>
            <a:schemeClr val="accent5">
              <a:alpha val="49000"/>
            </a:schemeClr>
          </a:solidFill>
          <a:ln w="6350">
            <a:solidFill>
              <a:schemeClr val="bg1"/>
            </a:solidFill>
            <a:prstDash val="solid"/>
          </a:ln>
        </p:spPr>
      </p:sp>
      <p:sp>
        <p:nvSpPr>
          <p:cNvPr id="60" name="Shape 57"/>
          <p:cNvSpPr/>
          <p:nvPr/>
        </p:nvSpPr>
        <p:spPr>
          <a:xfrm>
            <a:off x="1211580" y="2697480"/>
            <a:ext cx="64922" cy="64922"/>
          </a:xfrm>
          <a:prstGeom prst="rect">
            <a:avLst/>
          </a:prstGeom>
          <a:solidFill>
            <a:schemeClr val="accent5">
              <a:alpha val="60000"/>
            </a:schemeClr>
          </a:solidFill>
          <a:ln w="6350">
            <a:solidFill>
              <a:schemeClr val="bg1"/>
            </a:solidFill>
            <a:prstDash val="solid"/>
          </a:ln>
        </p:spPr>
      </p:sp>
      <p:sp>
        <p:nvSpPr>
          <p:cNvPr id="61" name="Shape 58"/>
          <p:cNvSpPr/>
          <p:nvPr/>
        </p:nvSpPr>
        <p:spPr>
          <a:xfrm>
            <a:off x="1280160" y="2697480"/>
            <a:ext cx="64922" cy="64922"/>
          </a:xfrm>
          <a:prstGeom prst="rect">
            <a:avLst/>
          </a:prstGeom>
          <a:solidFill>
            <a:schemeClr val="accent5">
              <a:alpha val="7000"/>
            </a:schemeClr>
          </a:solidFill>
          <a:ln w="6350">
            <a:solidFill>
              <a:schemeClr val="bg1"/>
            </a:solidFill>
            <a:prstDash val="solid"/>
          </a:ln>
        </p:spPr>
      </p:sp>
      <p:sp>
        <p:nvSpPr>
          <p:cNvPr id="62" name="Shape 59"/>
          <p:cNvSpPr/>
          <p:nvPr/>
        </p:nvSpPr>
        <p:spPr>
          <a:xfrm>
            <a:off x="1348740" y="2697480"/>
            <a:ext cx="64922" cy="64922"/>
          </a:xfrm>
          <a:prstGeom prst="rect">
            <a:avLst/>
          </a:prstGeom>
          <a:solidFill>
            <a:schemeClr val="accent5">
              <a:alpha val="0"/>
            </a:schemeClr>
          </a:solidFill>
          <a:ln w="6350">
            <a:solidFill>
              <a:schemeClr val="bg1"/>
            </a:solidFill>
            <a:prstDash val="solid"/>
          </a:ln>
        </p:spPr>
      </p:sp>
      <p:sp>
        <p:nvSpPr>
          <p:cNvPr id="63" name="Shape 60"/>
          <p:cNvSpPr/>
          <p:nvPr/>
        </p:nvSpPr>
        <p:spPr>
          <a:xfrm>
            <a:off x="868680" y="2766060"/>
            <a:ext cx="64922" cy="64922"/>
          </a:xfrm>
          <a:prstGeom prst="rect">
            <a:avLst/>
          </a:prstGeom>
          <a:solidFill>
            <a:schemeClr val="accent5">
              <a:alpha val="0"/>
            </a:schemeClr>
          </a:solidFill>
          <a:ln w="6350">
            <a:solidFill>
              <a:schemeClr val="bg1"/>
            </a:solidFill>
            <a:prstDash val="solid"/>
          </a:ln>
        </p:spPr>
      </p:sp>
      <p:sp>
        <p:nvSpPr>
          <p:cNvPr id="64" name="Shape 61"/>
          <p:cNvSpPr/>
          <p:nvPr/>
        </p:nvSpPr>
        <p:spPr>
          <a:xfrm>
            <a:off x="937260" y="2766060"/>
            <a:ext cx="64922" cy="64922"/>
          </a:xfrm>
          <a:prstGeom prst="rect">
            <a:avLst/>
          </a:prstGeom>
          <a:solidFill>
            <a:schemeClr val="accent5">
              <a:alpha val="0"/>
            </a:schemeClr>
          </a:solidFill>
          <a:ln w="6350">
            <a:solidFill>
              <a:schemeClr val="bg1"/>
            </a:solidFill>
            <a:prstDash val="solid"/>
          </a:ln>
        </p:spPr>
      </p:sp>
      <p:sp>
        <p:nvSpPr>
          <p:cNvPr id="65" name="Shape 62"/>
          <p:cNvSpPr/>
          <p:nvPr/>
        </p:nvSpPr>
        <p:spPr>
          <a:xfrm>
            <a:off x="1005840" y="2766060"/>
            <a:ext cx="64922" cy="64922"/>
          </a:xfrm>
          <a:prstGeom prst="rect">
            <a:avLst/>
          </a:prstGeom>
          <a:solidFill>
            <a:schemeClr val="accent5">
              <a:alpha val="7000"/>
            </a:schemeClr>
          </a:solidFill>
          <a:ln w="6350">
            <a:solidFill>
              <a:schemeClr val="bg1"/>
            </a:solidFill>
            <a:prstDash val="solid"/>
          </a:ln>
        </p:spPr>
      </p:sp>
      <p:sp>
        <p:nvSpPr>
          <p:cNvPr id="66" name="Shape 63"/>
          <p:cNvSpPr/>
          <p:nvPr/>
        </p:nvSpPr>
        <p:spPr>
          <a:xfrm>
            <a:off x="1074420" y="2766060"/>
            <a:ext cx="64922" cy="64922"/>
          </a:xfrm>
          <a:prstGeom prst="rect">
            <a:avLst/>
          </a:prstGeom>
          <a:solidFill>
            <a:schemeClr val="accent5">
              <a:alpha val="37000"/>
            </a:schemeClr>
          </a:solidFill>
          <a:ln w="6350">
            <a:solidFill>
              <a:schemeClr val="bg1"/>
            </a:solidFill>
            <a:prstDash val="solid"/>
          </a:ln>
        </p:spPr>
      </p:sp>
      <p:sp>
        <p:nvSpPr>
          <p:cNvPr id="67" name="Shape 64"/>
          <p:cNvSpPr/>
          <p:nvPr/>
        </p:nvSpPr>
        <p:spPr>
          <a:xfrm>
            <a:off x="1143000" y="2766060"/>
            <a:ext cx="64922" cy="64922"/>
          </a:xfrm>
          <a:prstGeom prst="rect">
            <a:avLst/>
          </a:prstGeom>
          <a:solidFill>
            <a:schemeClr val="accent5">
              <a:alpha val="60000"/>
            </a:schemeClr>
          </a:solidFill>
          <a:ln w="6350">
            <a:solidFill>
              <a:schemeClr val="bg1"/>
            </a:solidFill>
            <a:prstDash val="solid"/>
          </a:ln>
        </p:spPr>
      </p:sp>
      <p:sp>
        <p:nvSpPr>
          <p:cNvPr id="68" name="Shape 65"/>
          <p:cNvSpPr/>
          <p:nvPr/>
        </p:nvSpPr>
        <p:spPr>
          <a:xfrm>
            <a:off x="1211580" y="2766060"/>
            <a:ext cx="64922" cy="64922"/>
          </a:xfrm>
          <a:prstGeom prst="rect">
            <a:avLst/>
          </a:prstGeom>
          <a:solidFill>
            <a:schemeClr val="accent5">
              <a:alpha val="26000"/>
            </a:schemeClr>
          </a:solidFill>
          <a:ln w="6350">
            <a:solidFill>
              <a:schemeClr val="bg1"/>
            </a:solidFill>
            <a:prstDash val="solid"/>
          </a:ln>
        </p:spPr>
      </p:sp>
      <p:sp>
        <p:nvSpPr>
          <p:cNvPr id="69" name="Shape 66"/>
          <p:cNvSpPr/>
          <p:nvPr/>
        </p:nvSpPr>
        <p:spPr>
          <a:xfrm>
            <a:off x="1280160" y="2766060"/>
            <a:ext cx="64922" cy="64922"/>
          </a:xfrm>
          <a:prstGeom prst="rect">
            <a:avLst/>
          </a:prstGeom>
          <a:solidFill>
            <a:schemeClr val="accent5">
              <a:alpha val="0"/>
            </a:schemeClr>
          </a:solidFill>
          <a:ln w="6350">
            <a:solidFill>
              <a:schemeClr val="bg1"/>
            </a:solidFill>
            <a:prstDash val="solid"/>
          </a:ln>
        </p:spPr>
      </p:sp>
      <p:sp>
        <p:nvSpPr>
          <p:cNvPr id="70" name="Shape 67"/>
          <p:cNvSpPr/>
          <p:nvPr/>
        </p:nvSpPr>
        <p:spPr>
          <a:xfrm>
            <a:off x="1348740" y="2766060"/>
            <a:ext cx="64922" cy="64922"/>
          </a:xfrm>
          <a:prstGeom prst="rect">
            <a:avLst/>
          </a:prstGeom>
          <a:solidFill>
            <a:schemeClr val="accent5">
              <a:alpha val="0"/>
            </a:schemeClr>
          </a:solidFill>
          <a:ln w="6350">
            <a:solidFill>
              <a:schemeClr val="bg1"/>
            </a:solidFill>
            <a:prstDash val="solid"/>
          </a:ln>
        </p:spPr>
      </p:sp>
      <p:sp>
        <p:nvSpPr>
          <p:cNvPr id="71" name="Shape 68"/>
          <p:cNvSpPr/>
          <p:nvPr/>
        </p:nvSpPr>
        <p:spPr>
          <a:xfrm>
            <a:off x="1828800" y="2286000"/>
            <a:ext cx="64922" cy="64922"/>
          </a:xfrm>
          <a:prstGeom prst="rect">
            <a:avLst/>
          </a:prstGeom>
          <a:solidFill>
            <a:schemeClr val="accent5">
              <a:alpha val="0"/>
            </a:schemeClr>
          </a:solidFill>
          <a:ln w="6350">
            <a:solidFill>
              <a:schemeClr val="bg1"/>
            </a:solidFill>
            <a:prstDash val="solid"/>
          </a:ln>
        </p:spPr>
      </p:sp>
      <p:sp>
        <p:nvSpPr>
          <p:cNvPr id="72" name="Shape 69"/>
          <p:cNvSpPr/>
          <p:nvPr/>
        </p:nvSpPr>
        <p:spPr>
          <a:xfrm>
            <a:off x="1897380" y="2286000"/>
            <a:ext cx="64922" cy="64922"/>
          </a:xfrm>
          <a:prstGeom prst="rect">
            <a:avLst/>
          </a:prstGeom>
          <a:solidFill>
            <a:schemeClr val="accent5">
              <a:alpha val="0"/>
            </a:schemeClr>
          </a:solidFill>
          <a:ln w="6350">
            <a:solidFill>
              <a:schemeClr val="bg1"/>
            </a:solidFill>
            <a:prstDash val="solid"/>
          </a:ln>
        </p:spPr>
      </p:sp>
      <p:sp>
        <p:nvSpPr>
          <p:cNvPr id="73" name="Shape 70"/>
          <p:cNvSpPr/>
          <p:nvPr/>
        </p:nvSpPr>
        <p:spPr>
          <a:xfrm>
            <a:off x="1965960" y="2286000"/>
            <a:ext cx="64922" cy="64922"/>
          </a:xfrm>
          <a:prstGeom prst="rect">
            <a:avLst/>
          </a:prstGeom>
          <a:solidFill>
            <a:schemeClr val="accent5">
              <a:alpha val="7000"/>
            </a:schemeClr>
          </a:solidFill>
          <a:ln w="6350">
            <a:solidFill>
              <a:schemeClr val="bg1"/>
            </a:solidFill>
            <a:prstDash val="solid"/>
          </a:ln>
        </p:spPr>
      </p:sp>
      <p:sp>
        <p:nvSpPr>
          <p:cNvPr id="74" name="Shape 71"/>
          <p:cNvSpPr/>
          <p:nvPr/>
        </p:nvSpPr>
        <p:spPr>
          <a:xfrm>
            <a:off x="2034540" y="2286000"/>
            <a:ext cx="64922" cy="64922"/>
          </a:xfrm>
          <a:prstGeom prst="rect">
            <a:avLst/>
          </a:prstGeom>
          <a:solidFill>
            <a:schemeClr val="accent5">
              <a:alpha val="41000"/>
            </a:schemeClr>
          </a:solidFill>
          <a:ln w="6350">
            <a:solidFill>
              <a:schemeClr val="bg1"/>
            </a:solidFill>
            <a:prstDash val="solid"/>
          </a:ln>
        </p:spPr>
      </p:sp>
      <p:sp>
        <p:nvSpPr>
          <p:cNvPr id="75" name="Shape 72"/>
          <p:cNvSpPr/>
          <p:nvPr/>
        </p:nvSpPr>
        <p:spPr>
          <a:xfrm>
            <a:off x="2103120" y="2286000"/>
            <a:ext cx="64922" cy="64922"/>
          </a:xfrm>
          <a:prstGeom prst="rect">
            <a:avLst/>
          </a:prstGeom>
          <a:solidFill>
            <a:schemeClr val="accent5">
              <a:alpha val="49000"/>
            </a:schemeClr>
          </a:solidFill>
          <a:ln w="6350">
            <a:solidFill>
              <a:schemeClr val="bg1"/>
            </a:solidFill>
            <a:prstDash val="solid"/>
          </a:ln>
        </p:spPr>
      </p:sp>
      <p:sp>
        <p:nvSpPr>
          <p:cNvPr id="76" name="Shape 73"/>
          <p:cNvSpPr/>
          <p:nvPr/>
        </p:nvSpPr>
        <p:spPr>
          <a:xfrm>
            <a:off x="2171700" y="2286000"/>
            <a:ext cx="64922" cy="64922"/>
          </a:xfrm>
          <a:prstGeom prst="rect">
            <a:avLst/>
          </a:prstGeom>
          <a:solidFill>
            <a:schemeClr val="accent5">
              <a:alpha val="15000"/>
            </a:schemeClr>
          </a:solidFill>
          <a:ln w="6350">
            <a:solidFill>
              <a:schemeClr val="bg1"/>
            </a:solidFill>
            <a:prstDash val="solid"/>
          </a:ln>
        </p:spPr>
      </p:sp>
      <p:sp>
        <p:nvSpPr>
          <p:cNvPr id="77" name="Shape 74"/>
          <p:cNvSpPr/>
          <p:nvPr/>
        </p:nvSpPr>
        <p:spPr>
          <a:xfrm>
            <a:off x="2240280" y="2286000"/>
            <a:ext cx="64922" cy="64922"/>
          </a:xfrm>
          <a:prstGeom prst="rect">
            <a:avLst/>
          </a:prstGeom>
          <a:solidFill>
            <a:schemeClr val="accent5">
              <a:alpha val="0"/>
            </a:schemeClr>
          </a:solidFill>
          <a:ln w="6350">
            <a:solidFill>
              <a:schemeClr val="bg1"/>
            </a:solidFill>
            <a:prstDash val="solid"/>
          </a:ln>
        </p:spPr>
      </p:sp>
      <p:sp>
        <p:nvSpPr>
          <p:cNvPr id="78" name="Shape 75"/>
          <p:cNvSpPr/>
          <p:nvPr/>
        </p:nvSpPr>
        <p:spPr>
          <a:xfrm>
            <a:off x="2308860" y="2286000"/>
            <a:ext cx="64922" cy="64922"/>
          </a:xfrm>
          <a:prstGeom prst="rect">
            <a:avLst/>
          </a:prstGeom>
          <a:solidFill>
            <a:schemeClr val="accent5">
              <a:alpha val="0"/>
            </a:schemeClr>
          </a:solidFill>
          <a:ln w="6350">
            <a:solidFill>
              <a:schemeClr val="bg1"/>
            </a:solidFill>
            <a:prstDash val="solid"/>
          </a:ln>
        </p:spPr>
      </p:sp>
      <p:sp>
        <p:nvSpPr>
          <p:cNvPr id="79" name="Shape 76"/>
          <p:cNvSpPr/>
          <p:nvPr/>
        </p:nvSpPr>
        <p:spPr>
          <a:xfrm>
            <a:off x="1828800" y="2354580"/>
            <a:ext cx="64922" cy="64922"/>
          </a:xfrm>
          <a:prstGeom prst="rect">
            <a:avLst/>
          </a:prstGeom>
          <a:solidFill>
            <a:schemeClr val="accent5">
              <a:alpha val="0"/>
            </a:schemeClr>
          </a:solidFill>
          <a:ln w="6350">
            <a:solidFill>
              <a:schemeClr val="bg1"/>
            </a:solidFill>
            <a:prstDash val="solid"/>
          </a:ln>
        </p:spPr>
      </p:sp>
      <p:sp>
        <p:nvSpPr>
          <p:cNvPr id="80" name="Shape 77"/>
          <p:cNvSpPr/>
          <p:nvPr/>
        </p:nvSpPr>
        <p:spPr>
          <a:xfrm>
            <a:off x="1897380" y="2354580"/>
            <a:ext cx="64922" cy="64922"/>
          </a:xfrm>
          <a:prstGeom prst="rect">
            <a:avLst/>
          </a:prstGeom>
          <a:solidFill>
            <a:schemeClr val="accent5">
              <a:alpha val="0"/>
            </a:schemeClr>
          </a:solidFill>
          <a:ln w="6350">
            <a:solidFill>
              <a:schemeClr val="bg1"/>
            </a:solidFill>
            <a:prstDash val="solid"/>
          </a:ln>
        </p:spPr>
      </p:sp>
      <p:sp>
        <p:nvSpPr>
          <p:cNvPr id="81" name="Shape 78"/>
          <p:cNvSpPr/>
          <p:nvPr/>
        </p:nvSpPr>
        <p:spPr>
          <a:xfrm>
            <a:off x="1965960" y="2354580"/>
            <a:ext cx="64922" cy="64922"/>
          </a:xfrm>
          <a:prstGeom prst="rect">
            <a:avLst/>
          </a:prstGeom>
          <a:solidFill>
            <a:schemeClr val="accent5">
              <a:alpha val="45000"/>
            </a:schemeClr>
          </a:solidFill>
          <a:ln w="6350">
            <a:solidFill>
              <a:schemeClr val="bg1"/>
            </a:solidFill>
            <a:prstDash val="solid"/>
          </a:ln>
        </p:spPr>
      </p:sp>
      <p:sp>
        <p:nvSpPr>
          <p:cNvPr id="82" name="Shape 79"/>
          <p:cNvSpPr/>
          <p:nvPr/>
        </p:nvSpPr>
        <p:spPr>
          <a:xfrm>
            <a:off x="2034540" y="2354580"/>
            <a:ext cx="64922" cy="64922"/>
          </a:xfrm>
          <a:prstGeom prst="rect">
            <a:avLst/>
          </a:prstGeom>
          <a:solidFill>
            <a:schemeClr val="accent5">
              <a:alpha val="60000"/>
            </a:schemeClr>
          </a:solidFill>
          <a:ln w="6350">
            <a:solidFill>
              <a:schemeClr val="bg1"/>
            </a:solidFill>
            <a:prstDash val="solid"/>
          </a:ln>
        </p:spPr>
      </p:sp>
      <p:sp>
        <p:nvSpPr>
          <p:cNvPr id="83" name="Shape 80"/>
          <p:cNvSpPr/>
          <p:nvPr/>
        </p:nvSpPr>
        <p:spPr>
          <a:xfrm>
            <a:off x="2103120" y="2354580"/>
            <a:ext cx="64922" cy="64922"/>
          </a:xfrm>
          <a:prstGeom prst="rect">
            <a:avLst/>
          </a:prstGeom>
          <a:solidFill>
            <a:schemeClr val="accent5">
              <a:alpha val="49000"/>
            </a:schemeClr>
          </a:solidFill>
          <a:ln w="6350">
            <a:solidFill>
              <a:schemeClr val="bg1"/>
            </a:solidFill>
            <a:prstDash val="solid"/>
          </a:ln>
        </p:spPr>
      </p:sp>
      <p:sp>
        <p:nvSpPr>
          <p:cNvPr id="84" name="Shape 81"/>
          <p:cNvSpPr/>
          <p:nvPr/>
        </p:nvSpPr>
        <p:spPr>
          <a:xfrm>
            <a:off x="2171700" y="2354580"/>
            <a:ext cx="64922" cy="64922"/>
          </a:xfrm>
          <a:prstGeom prst="rect">
            <a:avLst/>
          </a:prstGeom>
          <a:solidFill>
            <a:schemeClr val="accent5">
              <a:alpha val="56000"/>
            </a:schemeClr>
          </a:solidFill>
          <a:ln w="6350">
            <a:solidFill>
              <a:schemeClr val="bg1"/>
            </a:solidFill>
            <a:prstDash val="solid"/>
          </a:ln>
        </p:spPr>
      </p:sp>
      <p:sp>
        <p:nvSpPr>
          <p:cNvPr id="85" name="Shape 82"/>
          <p:cNvSpPr/>
          <p:nvPr/>
        </p:nvSpPr>
        <p:spPr>
          <a:xfrm>
            <a:off x="2240280" y="2354580"/>
            <a:ext cx="64922" cy="64922"/>
          </a:xfrm>
          <a:prstGeom prst="rect">
            <a:avLst/>
          </a:prstGeom>
          <a:solidFill>
            <a:schemeClr val="accent5">
              <a:alpha val="0"/>
            </a:schemeClr>
          </a:solidFill>
          <a:ln w="6350">
            <a:solidFill>
              <a:schemeClr val="bg1"/>
            </a:solidFill>
            <a:prstDash val="solid"/>
          </a:ln>
        </p:spPr>
      </p:sp>
      <p:sp>
        <p:nvSpPr>
          <p:cNvPr id="86" name="Shape 83"/>
          <p:cNvSpPr/>
          <p:nvPr/>
        </p:nvSpPr>
        <p:spPr>
          <a:xfrm>
            <a:off x="2308860" y="2354580"/>
            <a:ext cx="64922" cy="64922"/>
          </a:xfrm>
          <a:prstGeom prst="rect">
            <a:avLst/>
          </a:prstGeom>
          <a:solidFill>
            <a:schemeClr val="accent5">
              <a:alpha val="0"/>
            </a:schemeClr>
          </a:solidFill>
          <a:ln w="6350">
            <a:solidFill>
              <a:schemeClr val="bg1"/>
            </a:solidFill>
            <a:prstDash val="solid"/>
          </a:ln>
        </p:spPr>
      </p:sp>
      <p:sp>
        <p:nvSpPr>
          <p:cNvPr id="87" name="Shape 84"/>
          <p:cNvSpPr/>
          <p:nvPr/>
        </p:nvSpPr>
        <p:spPr>
          <a:xfrm>
            <a:off x="1828800" y="2423160"/>
            <a:ext cx="64922" cy="64922"/>
          </a:xfrm>
          <a:prstGeom prst="rect">
            <a:avLst/>
          </a:prstGeom>
          <a:solidFill>
            <a:schemeClr val="accent5">
              <a:alpha val="0"/>
            </a:schemeClr>
          </a:solidFill>
          <a:ln w="6350">
            <a:solidFill>
              <a:schemeClr val="bg1"/>
            </a:solidFill>
            <a:prstDash val="solid"/>
          </a:ln>
        </p:spPr>
      </p:sp>
      <p:sp>
        <p:nvSpPr>
          <p:cNvPr id="88" name="Shape 85"/>
          <p:cNvSpPr/>
          <p:nvPr/>
        </p:nvSpPr>
        <p:spPr>
          <a:xfrm>
            <a:off x="1897380" y="2423160"/>
            <a:ext cx="64922" cy="64922"/>
          </a:xfrm>
          <a:prstGeom prst="rect">
            <a:avLst/>
          </a:prstGeom>
          <a:solidFill>
            <a:schemeClr val="accent5">
              <a:alpha val="0"/>
            </a:schemeClr>
          </a:solidFill>
          <a:ln w="6350">
            <a:solidFill>
              <a:schemeClr val="bg1"/>
            </a:solidFill>
            <a:prstDash val="solid"/>
          </a:ln>
        </p:spPr>
      </p:sp>
      <p:sp>
        <p:nvSpPr>
          <p:cNvPr id="89" name="Shape 86"/>
          <p:cNvSpPr/>
          <p:nvPr/>
        </p:nvSpPr>
        <p:spPr>
          <a:xfrm>
            <a:off x="1965960" y="2423160"/>
            <a:ext cx="64922" cy="64922"/>
          </a:xfrm>
          <a:prstGeom prst="rect">
            <a:avLst/>
          </a:prstGeom>
          <a:solidFill>
            <a:schemeClr val="accent5">
              <a:alpha val="60000"/>
            </a:schemeClr>
          </a:solidFill>
          <a:ln w="6350">
            <a:solidFill>
              <a:schemeClr val="bg1"/>
            </a:solidFill>
            <a:prstDash val="solid"/>
          </a:ln>
        </p:spPr>
      </p:sp>
      <p:sp>
        <p:nvSpPr>
          <p:cNvPr id="90" name="Shape 87"/>
          <p:cNvSpPr/>
          <p:nvPr/>
        </p:nvSpPr>
        <p:spPr>
          <a:xfrm>
            <a:off x="2034540" y="2423160"/>
            <a:ext cx="64922" cy="64922"/>
          </a:xfrm>
          <a:prstGeom prst="rect">
            <a:avLst/>
          </a:prstGeom>
          <a:solidFill>
            <a:schemeClr val="accent5">
              <a:alpha val="34000"/>
            </a:schemeClr>
          </a:solidFill>
          <a:ln w="6350">
            <a:solidFill>
              <a:schemeClr val="bg1"/>
            </a:solidFill>
            <a:prstDash val="solid"/>
          </a:ln>
        </p:spPr>
      </p:sp>
      <p:sp>
        <p:nvSpPr>
          <p:cNvPr id="91" name="Shape 88"/>
          <p:cNvSpPr/>
          <p:nvPr/>
        </p:nvSpPr>
        <p:spPr>
          <a:xfrm>
            <a:off x="2103120" y="2423160"/>
            <a:ext cx="64922" cy="64922"/>
          </a:xfrm>
          <a:prstGeom prst="rect">
            <a:avLst/>
          </a:prstGeom>
          <a:solidFill>
            <a:schemeClr val="accent5">
              <a:alpha val="4000"/>
            </a:schemeClr>
          </a:solidFill>
          <a:ln w="6350">
            <a:solidFill>
              <a:schemeClr val="bg1"/>
            </a:solidFill>
            <a:prstDash val="solid"/>
          </a:ln>
        </p:spPr>
      </p:sp>
      <p:sp>
        <p:nvSpPr>
          <p:cNvPr id="92" name="Shape 89"/>
          <p:cNvSpPr/>
          <p:nvPr/>
        </p:nvSpPr>
        <p:spPr>
          <a:xfrm>
            <a:off x="2171700" y="2423160"/>
            <a:ext cx="64922" cy="64922"/>
          </a:xfrm>
          <a:prstGeom prst="rect">
            <a:avLst/>
          </a:prstGeom>
          <a:solidFill>
            <a:schemeClr val="accent5">
              <a:alpha val="11000"/>
            </a:schemeClr>
          </a:solidFill>
          <a:ln w="6350">
            <a:solidFill>
              <a:schemeClr val="bg1"/>
            </a:solidFill>
            <a:prstDash val="solid"/>
          </a:ln>
        </p:spPr>
      </p:sp>
      <p:sp>
        <p:nvSpPr>
          <p:cNvPr id="93" name="Shape 90"/>
          <p:cNvSpPr/>
          <p:nvPr/>
        </p:nvSpPr>
        <p:spPr>
          <a:xfrm>
            <a:off x="2240280" y="2423160"/>
            <a:ext cx="64922" cy="64922"/>
          </a:xfrm>
          <a:prstGeom prst="rect">
            <a:avLst/>
          </a:prstGeom>
          <a:solidFill>
            <a:schemeClr val="accent5">
              <a:alpha val="0"/>
            </a:schemeClr>
          </a:solidFill>
          <a:ln w="6350">
            <a:solidFill>
              <a:schemeClr val="bg1"/>
            </a:solidFill>
            <a:prstDash val="solid"/>
          </a:ln>
        </p:spPr>
      </p:sp>
      <p:sp>
        <p:nvSpPr>
          <p:cNvPr id="94" name="Shape 91"/>
          <p:cNvSpPr/>
          <p:nvPr/>
        </p:nvSpPr>
        <p:spPr>
          <a:xfrm>
            <a:off x="2308860" y="2423160"/>
            <a:ext cx="64922" cy="64922"/>
          </a:xfrm>
          <a:prstGeom prst="rect">
            <a:avLst/>
          </a:prstGeom>
          <a:solidFill>
            <a:schemeClr val="accent5">
              <a:alpha val="0"/>
            </a:schemeClr>
          </a:solidFill>
          <a:ln w="6350">
            <a:solidFill>
              <a:schemeClr val="bg1"/>
            </a:solidFill>
            <a:prstDash val="solid"/>
          </a:ln>
        </p:spPr>
      </p:sp>
      <p:sp>
        <p:nvSpPr>
          <p:cNvPr id="95" name="Shape 92"/>
          <p:cNvSpPr/>
          <p:nvPr/>
        </p:nvSpPr>
        <p:spPr>
          <a:xfrm>
            <a:off x="1828800" y="2491740"/>
            <a:ext cx="64922" cy="64922"/>
          </a:xfrm>
          <a:prstGeom prst="rect">
            <a:avLst/>
          </a:prstGeom>
          <a:solidFill>
            <a:schemeClr val="accent5">
              <a:alpha val="0"/>
            </a:schemeClr>
          </a:solidFill>
          <a:ln w="6350">
            <a:solidFill>
              <a:schemeClr val="bg1"/>
            </a:solidFill>
            <a:prstDash val="solid"/>
          </a:ln>
        </p:spPr>
      </p:sp>
      <p:sp>
        <p:nvSpPr>
          <p:cNvPr id="96" name="Shape 93"/>
          <p:cNvSpPr/>
          <p:nvPr/>
        </p:nvSpPr>
        <p:spPr>
          <a:xfrm>
            <a:off x="1897380" y="2491740"/>
            <a:ext cx="64922" cy="64922"/>
          </a:xfrm>
          <a:prstGeom prst="rect">
            <a:avLst/>
          </a:prstGeom>
          <a:solidFill>
            <a:schemeClr val="accent5">
              <a:alpha val="15000"/>
            </a:schemeClr>
          </a:solidFill>
          <a:ln w="6350">
            <a:solidFill>
              <a:schemeClr val="bg1"/>
            </a:solidFill>
            <a:prstDash val="solid"/>
          </a:ln>
        </p:spPr>
      </p:sp>
      <p:sp>
        <p:nvSpPr>
          <p:cNvPr id="97" name="Shape 94"/>
          <p:cNvSpPr/>
          <p:nvPr/>
        </p:nvSpPr>
        <p:spPr>
          <a:xfrm>
            <a:off x="1965960" y="2491740"/>
            <a:ext cx="64922" cy="64922"/>
          </a:xfrm>
          <a:prstGeom prst="rect">
            <a:avLst/>
          </a:prstGeom>
          <a:solidFill>
            <a:schemeClr val="accent5">
              <a:alpha val="60000"/>
            </a:schemeClr>
          </a:solidFill>
          <a:ln w="6350">
            <a:solidFill>
              <a:schemeClr val="bg1"/>
            </a:solidFill>
            <a:prstDash val="solid"/>
          </a:ln>
        </p:spPr>
      </p:sp>
      <p:sp>
        <p:nvSpPr>
          <p:cNvPr id="98" name="Shape 95"/>
          <p:cNvSpPr/>
          <p:nvPr/>
        </p:nvSpPr>
        <p:spPr>
          <a:xfrm>
            <a:off x="2034540" y="2491740"/>
            <a:ext cx="64922" cy="64922"/>
          </a:xfrm>
          <a:prstGeom prst="rect">
            <a:avLst/>
          </a:prstGeom>
          <a:solidFill>
            <a:schemeClr val="accent5">
              <a:alpha val="22000"/>
            </a:schemeClr>
          </a:solidFill>
          <a:ln w="6350">
            <a:solidFill>
              <a:schemeClr val="bg1"/>
            </a:solidFill>
            <a:prstDash val="solid"/>
          </a:ln>
        </p:spPr>
      </p:sp>
      <p:sp>
        <p:nvSpPr>
          <p:cNvPr id="99" name="Shape 96"/>
          <p:cNvSpPr/>
          <p:nvPr/>
        </p:nvSpPr>
        <p:spPr>
          <a:xfrm>
            <a:off x="2103120" y="2491740"/>
            <a:ext cx="64922" cy="64922"/>
          </a:xfrm>
          <a:prstGeom prst="rect">
            <a:avLst/>
          </a:prstGeom>
          <a:solidFill>
            <a:schemeClr val="accent5">
              <a:alpha val="52000"/>
            </a:schemeClr>
          </a:solidFill>
          <a:ln w="6350">
            <a:solidFill>
              <a:schemeClr val="bg1"/>
            </a:solidFill>
            <a:prstDash val="solid"/>
          </a:ln>
        </p:spPr>
      </p:sp>
      <p:sp>
        <p:nvSpPr>
          <p:cNvPr id="100" name="Shape 97"/>
          <p:cNvSpPr/>
          <p:nvPr/>
        </p:nvSpPr>
        <p:spPr>
          <a:xfrm>
            <a:off x="2171700" y="2491740"/>
            <a:ext cx="64922" cy="64922"/>
          </a:xfrm>
          <a:prstGeom prst="rect">
            <a:avLst/>
          </a:prstGeom>
          <a:solidFill>
            <a:schemeClr val="accent5">
              <a:alpha val="34000"/>
            </a:schemeClr>
          </a:solidFill>
          <a:ln w="6350">
            <a:solidFill>
              <a:schemeClr val="bg1"/>
            </a:solidFill>
            <a:prstDash val="solid"/>
          </a:ln>
        </p:spPr>
      </p:sp>
      <p:sp>
        <p:nvSpPr>
          <p:cNvPr id="101" name="Shape 98"/>
          <p:cNvSpPr/>
          <p:nvPr/>
        </p:nvSpPr>
        <p:spPr>
          <a:xfrm>
            <a:off x="2240280" y="2491740"/>
            <a:ext cx="64922" cy="64922"/>
          </a:xfrm>
          <a:prstGeom prst="rect">
            <a:avLst/>
          </a:prstGeom>
          <a:solidFill>
            <a:schemeClr val="accent5">
              <a:alpha val="4000"/>
            </a:schemeClr>
          </a:solidFill>
          <a:ln w="6350">
            <a:solidFill>
              <a:schemeClr val="bg1"/>
            </a:solidFill>
            <a:prstDash val="solid"/>
          </a:ln>
        </p:spPr>
      </p:sp>
      <p:sp>
        <p:nvSpPr>
          <p:cNvPr id="102" name="Shape 99"/>
          <p:cNvSpPr/>
          <p:nvPr/>
        </p:nvSpPr>
        <p:spPr>
          <a:xfrm>
            <a:off x="2308860" y="2491740"/>
            <a:ext cx="64922" cy="64922"/>
          </a:xfrm>
          <a:prstGeom prst="rect">
            <a:avLst/>
          </a:prstGeom>
          <a:solidFill>
            <a:schemeClr val="accent5">
              <a:alpha val="0"/>
            </a:schemeClr>
          </a:solidFill>
          <a:ln w="6350">
            <a:solidFill>
              <a:schemeClr val="bg1"/>
            </a:solidFill>
            <a:prstDash val="solid"/>
          </a:ln>
        </p:spPr>
      </p:sp>
      <p:sp>
        <p:nvSpPr>
          <p:cNvPr id="103" name="Shape 100"/>
          <p:cNvSpPr/>
          <p:nvPr/>
        </p:nvSpPr>
        <p:spPr>
          <a:xfrm>
            <a:off x="1828800" y="2560320"/>
            <a:ext cx="64922" cy="64922"/>
          </a:xfrm>
          <a:prstGeom prst="rect">
            <a:avLst/>
          </a:prstGeom>
          <a:solidFill>
            <a:schemeClr val="accent5">
              <a:alpha val="0"/>
            </a:schemeClr>
          </a:solidFill>
          <a:ln w="6350">
            <a:solidFill>
              <a:schemeClr val="bg1"/>
            </a:solidFill>
            <a:prstDash val="solid"/>
          </a:ln>
        </p:spPr>
      </p:sp>
      <p:sp>
        <p:nvSpPr>
          <p:cNvPr id="104" name="Shape 101"/>
          <p:cNvSpPr/>
          <p:nvPr/>
        </p:nvSpPr>
        <p:spPr>
          <a:xfrm>
            <a:off x="1897380" y="2560320"/>
            <a:ext cx="64922" cy="64922"/>
          </a:xfrm>
          <a:prstGeom prst="rect">
            <a:avLst/>
          </a:prstGeom>
          <a:solidFill>
            <a:schemeClr val="accent5">
              <a:alpha val="26000"/>
            </a:schemeClr>
          </a:solidFill>
          <a:ln w="6350">
            <a:solidFill>
              <a:schemeClr val="bg1"/>
            </a:solidFill>
            <a:prstDash val="solid"/>
          </a:ln>
        </p:spPr>
      </p:sp>
      <p:sp>
        <p:nvSpPr>
          <p:cNvPr id="105" name="Shape 102"/>
          <p:cNvSpPr/>
          <p:nvPr/>
        </p:nvSpPr>
        <p:spPr>
          <a:xfrm>
            <a:off x="1965960" y="2560320"/>
            <a:ext cx="64922" cy="64922"/>
          </a:xfrm>
          <a:prstGeom prst="rect">
            <a:avLst/>
          </a:prstGeom>
          <a:solidFill>
            <a:schemeClr val="accent5">
              <a:alpha val="60000"/>
            </a:schemeClr>
          </a:solidFill>
          <a:ln w="6350">
            <a:solidFill>
              <a:schemeClr val="bg1"/>
            </a:solidFill>
            <a:prstDash val="solid"/>
          </a:ln>
        </p:spPr>
      </p:sp>
      <p:sp>
        <p:nvSpPr>
          <p:cNvPr id="106" name="Shape 103"/>
          <p:cNvSpPr/>
          <p:nvPr/>
        </p:nvSpPr>
        <p:spPr>
          <a:xfrm>
            <a:off x="2034540" y="2560320"/>
            <a:ext cx="64922" cy="64922"/>
          </a:xfrm>
          <a:prstGeom prst="rect">
            <a:avLst/>
          </a:prstGeom>
          <a:solidFill>
            <a:schemeClr val="accent5">
              <a:alpha val="60000"/>
            </a:schemeClr>
          </a:solidFill>
          <a:ln w="6350">
            <a:solidFill>
              <a:schemeClr val="bg1"/>
            </a:solidFill>
            <a:prstDash val="solid"/>
          </a:ln>
        </p:spPr>
      </p:sp>
      <p:sp>
        <p:nvSpPr>
          <p:cNvPr id="107" name="Shape 104"/>
          <p:cNvSpPr/>
          <p:nvPr/>
        </p:nvSpPr>
        <p:spPr>
          <a:xfrm>
            <a:off x="2103120" y="2560320"/>
            <a:ext cx="64922" cy="64922"/>
          </a:xfrm>
          <a:prstGeom prst="rect">
            <a:avLst/>
          </a:prstGeom>
          <a:solidFill>
            <a:schemeClr val="accent5">
              <a:alpha val="60000"/>
            </a:schemeClr>
          </a:solidFill>
          <a:ln w="6350">
            <a:solidFill>
              <a:schemeClr val="bg1"/>
            </a:solidFill>
            <a:prstDash val="solid"/>
          </a:ln>
        </p:spPr>
      </p:sp>
      <p:sp>
        <p:nvSpPr>
          <p:cNvPr id="108" name="Shape 105"/>
          <p:cNvSpPr/>
          <p:nvPr/>
        </p:nvSpPr>
        <p:spPr>
          <a:xfrm>
            <a:off x="2171700" y="2560320"/>
            <a:ext cx="64922" cy="64922"/>
          </a:xfrm>
          <a:prstGeom prst="rect">
            <a:avLst/>
          </a:prstGeom>
          <a:solidFill>
            <a:schemeClr val="accent5">
              <a:alpha val="60000"/>
            </a:schemeClr>
          </a:solidFill>
          <a:ln w="6350">
            <a:solidFill>
              <a:schemeClr val="bg1"/>
            </a:solidFill>
            <a:prstDash val="solid"/>
          </a:ln>
        </p:spPr>
      </p:sp>
      <p:sp>
        <p:nvSpPr>
          <p:cNvPr id="109" name="Shape 106"/>
          <p:cNvSpPr/>
          <p:nvPr/>
        </p:nvSpPr>
        <p:spPr>
          <a:xfrm>
            <a:off x="2240280" y="2560320"/>
            <a:ext cx="64922" cy="64922"/>
          </a:xfrm>
          <a:prstGeom prst="rect">
            <a:avLst/>
          </a:prstGeom>
          <a:solidFill>
            <a:schemeClr val="accent5">
              <a:alpha val="22000"/>
            </a:schemeClr>
          </a:solidFill>
          <a:ln w="6350">
            <a:solidFill>
              <a:schemeClr val="bg1"/>
            </a:solidFill>
            <a:prstDash val="solid"/>
          </a:ln>
        </p:spPr>
      </p:sp>
      <p:sp>
        <p:nvSpPr>
          <p:cNvPr id="110" name="Shape 107"/>
          <p:cNvSpPr/>
          <p:nvPr/>
        </p:nvSpPr>
        <p:spPr>
          <a:xfrm>
            <a:off x="2308860" y="2560320"/>
            <a:ext cx="64922" cy="64922"/>
          </a:xfrm>
          <a:prstGeom prst="rect">
            <a:avLst/>
          </a:prstGeom>
          <a:solidFill>
            <a:schemeClr val="accent5">
              <a:alpha val="0"/>
            </a:schemeClr>
          </a:solidFill>
          <a:ln w="6350">
            <a:solidFill>
              <a:schemeClr val="bg1"/>
            </a:solidFill>
            <a:prstDash val="solid"/>
          </a:ln>
        </p:spPr>
      </p:sp>
      <p:sp>
        <p:nvSpPr>
          <p:cNvPr id="111" name="Shape 108"/>
          <p:cNvSpPr/>
          <p:nvPr/>
        </p:nvSpPr>
        <p:spPr>
          <a:xfrm>
            <a:off x="1828800" y="2628900"/>
            <a:ext cx="64922" cy="64922"/>
          </a:xfrm>
          <a:prstGeom prst="rect">
            <a:avLst/>
          </a:prstGeom>
          <a:solidFill>
            <a:schemeClr val="accent5">
              <a:alpha val="0"/>
            </a:schemeClr>
          </a:solidFill>
          <a:ln w="6350">
            <a:solidFill>
              <a:schemeClr val="bg1"/>
            </a:solidFill>
            <a:prstDash val="solid"/>
          </a:ln>
        </p:spPr>
      </p:sp>
      <p:sp>
        <p:nvSpPr>
          <p:cNvPr id="112" name="Shape 109"/>
          <p:cNvSpPr/>
          <p:nvPr/>
        </p:nvSpPr>
        <p:spPr>
          <a:xfrm>
            <a:off x="1897380" y="2628900"/>
            <a:ext cx="64922" cy="64922"/>
          </a:xfrm>
          <a:prstGeom prst="rect">
            <a:avLst/>
          </a:prstGeom>
          <a:solidFill>
            <a:schemeClr val="accent5">
              <a:alpha val="4000"/>
            </a:schemeClr>
          </a:solidFill>
          <a:ln w="6350">
            <a:solidFill>
              <a:schemeClr val="bg1"/>
            </a:solidFill>
            <a:prstDash val="solid"/>
          </a:ln>
        </p:spPr>
      </p:sp>
      <p:sp>
        <p:nvSpPr>
          <p:cNvPr id="113" name="Shape 110"/>
          <p:cNvSpPr/>
          <p:nvPr/>
        </p:nvSpPr>
        <p:spPr>
          <a:xfrm>
            <a:off x="1965960" y="2628900"/>
            <a:ext cx="64922" cy="64922"/>
          </a:xfrm>
          <a:prstGeom prst="rect">
            <a:avLst/>
          </a:prstGeom>
          <a:solidFill>
            <a:schemeClr val="accent5">
              <a:alpha val="60000"/>
            </a:schemeClr>
          </a:solidFill>
          <a:ln w="6350">
            <a:solidFill>
              <a:schemeClr val="bg1"/>
            </a:solidFill>
            <a:prstDash val="solid"/>
          </a:ln>
        </p:spPr>
      </p:sp>
      <p:sp>
        <p:nvSpPr>
          <p:cNvPr id="114" name="Shape 111"/>
          <p:cNvSpPr/>
          <p:nvPr/>
        </p:nvSpPr>
        <p:spPr>
          <a:xfrm>
            <a:off x="2034540" y="2628900"/>
            <a:ext cx="64922" cy="64922"/>
          </a:xfrm>
          <a:prstGeom prst="rect">
            <a:avLst/>
          </a:prstGeom>
          <a:solidFill>
            <a:schemeClr val="accent5">
              <a:alpha val="52000"/>
            </a:schemeClr>
          </a:solidFill>
          <a:ln w="6350">
            <a:solidFill>
              <a:schemeClr val="bg1"/>
            </a:solidFill>
            <a:prstDash val="solid"/>
          </a:ln>
        </p:spPr>
      </p:sp>
      <p:sp>
        <p:nvSpPr>
          <p:cNvPr id="115" name="Shape 112"/>
          <p:cNvSpPr/>
          <p:nvPr/>
        </p:nvSpPr>
        <p:spPr>
          <a:xfrm>
            <a:off x="2103120" y="2628900"/>
            <a:ext cx="64922" cy="64922"/>
          </a:xfrm>
          <a:prstGeom prst="rect">
            <a:avLst/>
          </a:prstGeom>
          <a:solidFill>
            <a:schemeClr val="accent5">
              <a:alpha val="15000"/>
            </a:schemeClr>
          </a:solidFill>
          <a:ln w="6350">
            <a:solidFill>
              <a:schemeClr val="bg1"/>
            </a:solidFill>
            <a:prstDash val="solid"/>
          </a:ln>
        </p:spPr>
      </p:sp>
      <p:sp>
        <p:nvSpPr>
          <p:cNvPr id="116" name="Shape 113"/>
          <p:cNvSpPr/>
          <p:nvPr/>
        </p:nvSpPr>
        <p:spPr>
          <a:xfrm>
            <a:off x="2171700" y="2628900"/>
            <a:ext cx="64922" cy="64922"/>
          </a:xfrm>
          <a:prstGeom prst="rect">
            <a:avLst/>
          </a:prstGeom>
          <a:solidFill>
            <a:schemeClr val="accent5">
              <a:alpha val="60000"/>
            </a:schemeClr>
          </a:solidFill>
          <a:ln w="6350">
            <a:solidFill>
              <a:schemeClr val="bg1"/>
            </a:solidFill>
            <a:prstDash val="solid"/>
          </a:ln>
        </p:spPr>
      </p:sp>
      <p:sp>
        <p:nvSpPr>
          <p:cNvPr id="117" name="Shape 114"/>
          <p:cNvSpPr/>
          <p:nvPr/>
        </p:nvSpPr>
        <p:spPr>
          <a:xfrm>
            <a:off x="2240280" y="2628900"/>
            <a:ext cx="64922" cy="64922"/>
          </a:xfrm>
          <a:prstGeom prst="rect">
            <a:avLst/>
          </a:prstGeom>
          <a:solidFill>
            <a:schemeClr val="accent5">
              <a:alpha val="30000"/>
            </a:schemeClr>
          </a:solidFill>
          <a:ln w="6350">
            <a:solidFill>
              <a:schemeClr val="bg1"/>
            </a:solidFill>
            <a:prstDash val="solid"/>
          </a:ln>
        </p:spPr>
      </p:sp>
      <p:sp>
        <p:nvSpPr>
          <p:cNvPr id="118" name="Shape 115"/>
          <p:cNvSpPr/>
          <p:nvPr/>
        </p:nvSpPr>
        <p:spPr>
          <a:xfrm>
            <a:off x="2308860" y="2628900"/>
            <a:ext cx="64922" cy="64922"/>
          </a:xfrm>
          <a:prstGeom prst="rect">
            <a:avLst/>
          </a:prstGeom>
          <a:solidFill>
            <a:schemeClr val="accent5">
              <a:alpha val="0"/>
            </a:schemeClr>
          </a:solidFill>
          <a:ln w="6350">
            <a:solidFill>
              <a:schemeClr val="bg1"/>
            </a:solidFill>
            <a:prstDash val="solid"/>
          </a:ln>
        </p:spPr>
      </p:sp>
      <p:sp>
        <p:nvSpPr>
          <p:cNvPr id="119" name="Shape 116"/>
          <p:cNvSpPr/>
          <p:nvPr/>
        </p:nvSpPr>
        <p:spPr>
          <a:xfrm>
            <a:off x="1828800" y="2697480"/>
            <a:ext cx="64922" cy="64922"/>
          </a:xfrm>
          <a:prstGeom prst="rect">
            <a:avLst/>
          </a:prstGeom>
          <a:solidFill>
            <a:schemeClr val="accent5">
              <a:alpha val="0"/>
            </a:schemeClr>
          </a:solidFill>
          <a:ln w="6350">
            <a:solidFill>
              <a:schemeClr val="bg1"/>
            </a:solidFill>
            <a:prstDash val="solid"/>
          </a:ln>
        </p:spPr>
      </p:sp>
      <p:sp>
        <p:nvSpPr>
          <p:cNvPr id="120" name="Shape 117"/>
          <p:cNvSpPr/>
          <p:nvPr/>
        </p:nvSpPr>
        <p:spPr>
          <a:xfrm>
            <a:off x="1897380" y="2697480"/>
            <a:ext cx="64922" cy="64922"/>
          </a:xfrm>
          <a:prstGeom prst="rect">
            <a:avLst/>
          </a:prstGeom>
          <a:solidFill>
            <a:schemeClr val="accent5">
              <a:alpha val="0"/>
            </a:schemeClr>
          </a:solidFill>
          <a:ln w="6350">
            <a:solidFill>
              <a:schemeClr val="bg1"/>
            </a:solidFill>
            <a:prstDash val="solid"/>
          </a:ln>
        </p:spPr>
      </p:sp>
      <p:sp>
        <p:nvSpPr>
          <p:cNvPr id="121" name="Shape 118"/>
          <p:cNvSpPr/>
          <p:nvPr/>
        </p:nvSpPr>
        <p:spPr>
          <a:xfrm>
            <a:off x="1965960" y="2697480"/>
            <a:ext cx="64922" cy="64922"/>
          </a:xfrm>
          <a:prstGeom prst="rect">
            <a:avLst/>
          </a:prstGeom>
          <a:solidFill>
            <a:schemeClr val="accent5">
              <a:alpha val="45000"/>
            </a:schemeClr>
          </a:solidFill>
          <a:ln w="6350">
            <a:solidFill>
              <a:schemeClr val="bg1"/>
            </a:solidFill>
            <a:prstDash val="solid"/>
          </a:ln>
        </p:spPr>
      </p:sp>
      <p:sp>
        <p:nvSpPr>
          <p:cNvPr id="122" name="Shape 119"/>
          <p:cNvSpPr/>
          <p:nvPr/>
        </p:nvSpPr>
        <p:spPr>
          <a:xfrm>
            <a:off x="2034540" y="2697480"/>
            <a:ext cx="64922" cy="64922"/>
          </a:xfrm>
          <a:prstGeom prst="rect">
            <a:avLst/>
          </a:prstGeom>
          <a:solidFill>
            <a:schemeClr val="accent5">
              <a:alpha val="60000"/>
            </a:schemeClr>
          </a:solidFill>
          <a:ln w="6350">
            <a:solidFill>
              <a:schemeClr val="bg1"/>
            </a:solidFill>
            <a:prstDash val="solid"/>
          </a:ln>
        </p:spPr>
      </p:sp>
      <p:sp>
        <p:nvSpPr>
          <p:cNvPr id="123" name="Shape 120"/>
          <p:cNvSpPr/>
          <p:nvPr/>
        </p:nvSpPr>
        <p:spPr>
          <a:xfrm>
            <a:off x="2103120" y="2697480"/>
            <a:ext cx="64922" cy="64922"/>
          </a:xfrm>
          <a:prstGeom prst="rect">
            <a:avLst/>
          </a:prstGeom>
          <a:solidFill>
            <a:schemeClr val="accent5">
              <a:alpha val="49000"/>
            </a:schemeClr>
          </a:solidFill>
          <a:ln w="6350">
            <a:solidFill>
              <a:schemeClr val="bg1"/>
            </a:solidFill>
            <a:prstDash val="solid"/>
          </a:ln>
        </p:spPr>
      </p:sp>
      <p:sp>
        <p:nvSpPr>
          <p:cNvPr id="124" name="Shape 121"/>
          <p:cNvSpPr/>
          <p:nvPr/>
        </p:nvSpPr>
        <p:spPr>
          <a:xfrm>
            <a:off x="2171700" y="2697480"/>
            <a:ext cx="64922" cy="64922"/>
          </a:xfrm>
          <a:prstGeom prst="rect">
            <a:avLst/>
          </a:prstGeom>
          <a:solidFill>
            <a:schemeClr val="accent5">
              <a:alpha val="60000"/>
            </a:schemeClr>
          </a:solidFill>
          <a:ln w="6350">
            <a:solidFill>
              <a:schemeClr val="bg1"/>
            </a:solidFill>
            <a:prstDash val="solid"/>
          </a:ln>
        </p:spPr>
      </p:sp>
      <p:sp>
        <p:nvSpPr>
          <p:cNvPr id="125" name="Shape 122"/>
          <p:cNvSpPr/>
          <p:nvPr/>
        </p:nvSpPr>
        <p:spPr>
          <a:xfrm>
            <a:off x="2240280" y="2697480"/>
            <a:ext cx="64922" cy="64922"/>
          </a:xfrm>
          <a:prstGeom prst="rect">
            <a:avLst/>
          </a:prstGeom>
          <a:solidFill>
            <a:schemeClr val="accent5">
              <a:alpha val="7000"/>
            </a:schemeClr>
          </a:solidFill>
          <a:ln w="6350">
            <a:solidFill>
              <a:schemeClr val="bg1"/>
            </a:solidFill>
            <a:prstDash val="solid"/>
          </a:ln>
        </p:spPr>
      </p:sp>
      <p:sp>
        <p:nvSpPr>
          <p:cNvPr id="126" name="Shape 123"/>
          <p:cNvSpPr/>
          <p:nvPr/>
        </p:nvSpPr>
        <p:spPr>
          <a:xfrm>
            <a:off x="2308860" y="2697480"/>
            <a:ext cx="64922" cy="64922"/>
          </a:xfrm>
          <a:prstGeom prst="rect">
            <a:avLst/>
          </a:prstGeom>
          <a:solidFill>
            <a:schemeClr val="accent5">
              <a:alpha val="0"/>
            </a:schemeClr>
          </a:solidFill>
          <a:ln w="6350">
            <a:solidFill>
              <a:schemeClr val="bg1"/>
            </a:solidFill>
            <a:prstDash val="solid"/>
          </a:ln>
        </p:spPr>
      </p:sp>
      <p:sp>
        <p:nvSpPr>
          <p:cNvPr id="127" name="Shape 124"/>
          <p:cNvSpPr/>
          <p:nvPr/>
        </p:nvSpPr>
        <p:spPr>
          <a:xfrm>
            <a:off x="1828800" y="2766060"/>
            <a:ext cx="64922" cy="64922"/>
          </a:xfrm>
          <a:prstGeom prst="rect">
            <a:avLst/>
          </a:prstGeom>
          <a:solidFill>
            <a:schemeClr val="accent5">
              <a:alpha val="0"/>
            </a:schemeClr>
          </a:solidFill>
          <a:ln w="6350">
            <a:solidFill>
              <a:schemeClr val="bg1"/>
            </a:solidFill>
            <a:prstDash val="solid"/>
          </a:ln>
        </p:spPr>
      </p:sp>
      <p:sp>
        <p:nvSpPr>
          <p:cNvPr id="128" name="Shape 125"/>
          <p:cNvSpPr/>
          <p:nvPr/>
        </p:nvSpPr>
        <p:spPr>
          <a:xfrm>
            <a:off x="1897380" y="2766060"/>
            <a:ext cx="64922" cy="64922"/>
          </a:xfrm>
          <a:prstGeom prst="rect">
            <a:avLst/>
          </a:prstGeom>
          <a:solidFill>
            <a:schemeClr val="accent5">
              <a:alpha val="0"/>
            </a:schemeClr>
          </a:solidFill>
          <a:ln w="6350">
            <a:solidFill>
              <a:schemeClr val="bg1"/>
            </a:solidFill>
            <a:prstDash val="solid"/>
          </a:ln>
        </p:spPr>
      </p:sp>
      <p:sp>
        <p:nvSpPr>
          <p:cNvPr id="129" name="Shape 126"/>
          <p:cNvSpPr/>
          <p:nvPr/>
        </p:nvSpPr>
        <p:spPr>
          <a:xfrm>
            <a:off x="1965960" y="2766060"/>
            <a:ext cx="64922" cy="64922"/>
          </a:xfrm>
          <a:prstGeom prst="rect">
            <a:avLst/>
          </a:prstGeom>
          <a:solidFill>
            <a:schemeClr val="accent5">
              <a:alpha val="7000"/>
            </a:schemeClr>
          </a:solidFill>
          <a:ln w="6350">
            <a:solidFill>
              <a:schemeClr val="bg1"/>
            </a:solidFill>
            <a:prstDash val="solid"/>
          </a:ln>
        </p:spPr>
      </p:sp>
      <p:sp>
        <p:nvSpPr>
          <p:cNvPr id="130" name="Shape 127"/>
          <p:cNvSpPr/>
          <p:nvPr/>
        </p:nvSpPr>
        <p:spPr>
          <a:xfrm>
            <a:off x="2034540" y="2766060"/>
            <a:ext cx="64922" cy="64922"/>
          </a:xfrm>
          <a:prstGeom prst="rect">
            <a:avLst/>
          </a:prstGeom>
          <a:solidFill>
            <a:schemeClr val="accent5">
              <a:alpha val="37000"/>
            </a:schemeClr>
          </a:solidFill>
          <a:ln w="6350">
            <a:solidFill>
              <a:schemeClr val="bg1"/>
            </a:solidFill>
            <a:prstDash val="solid"/>
          </a:ln>
        </p:spPr>
      </p:sp>
      <p:sp>
        <p:nvSpPr>
          <p:cNvPr id="131" name="Shape 128"/>
          <p:cNvSpPr/>
          <p:nvPr/>
        </p:nvSpPr>
        <p:spPr>
          <a:xfrm>
            <a:off x="2103120" y="2766060"/>
            <a:ext cx="64922" cy="64922"/>
          </a:xfrm>
          <a:prstGeom prst="rect">
            <a:avLst/>
          </a:prstGeom>
          <a:solidFill>
            <a:schemeClr val="accent5">
              <a:alpha val="60000"/>
            </a:schemeClr>
          </a:solidFill>
          <a:ln w="6350">
            <a:solidFill>
              <a:schemeClr val="bg1"/>
            </a:solidFill>
            <a:prstDash val="solid"/>
          </a:ln>
        </p:spPr>
      </p:sp>
      <p:sp>
        <p:nvSpPr>
          <p:cNvPr id="132" name="Shape 129"/>
          <p:cNvSpPr/>
          <p:nvPr/>
        </p:nvSpPr>
        <p:spPr>
          <a:xfrm>
            <a:off x="2171700" y="2766060"/>
            <a:ext cx="64922" cy="64922"/>
          </a:xfrm>
          <a:prstGeom prst="rect">
            <a:avLst/>
          </a:prstGeom>
          <a:solidFill>
            <a:schemeClr val="accent5">
              <a:alpha val="26000"/>
            </a:schemeClr>
          </a:solidFill>
          <a:ln w="6350">
            <a:solidFill>
              <a:schemeClr val="bg1"/>
            </a:solidFill>
            <a:prstDash val="solid"/>
          </a:ln>
        </p:spPr>
      </p:sp>
      <p:sp>
        <p:nvSpPr>
          <p:cNvPr id="133" name="Shape 130"/>
          <p:cNvSpPr/>
          <p:nvPr/>
        </p:nvSpPr>
        <p:spPr>
          <a:xfrm>
            <a:off x="2240280" y="2766060"/>
            <a:ext cx="64922" cy="64922"/>
          </a:xfrm>
          <a:prstGeom prst="rect">
            <a:avLst/>
          </a:prstGeom>
          <a:solidFill>
            <a:schemeClr val="accent5">
              <a:alpha val="0"/>
            </a:schemeClr>
          </a:solidFill>
          <a:ln w="6350">
            <a:solidFill>
              <a:schemeClr val="bg1"/>
            </a:solidFill>
            <a:prstDash val="solid"/>
          </a:ln>
        </p:spPr>
      </p:sp>
      <p:sp>
        <p:nvSpPr>
          <p:cNvPr id="134" name="Shape 131"/>
          <p:cNvSpPr/>
          <p:nvPr/>
        </p:nvSpPr>
        <p:spPr>
          <a:xfrm>
            <a:off x="2308860" y="2766060"/>
            <a:ext cx="64922" cy="64922"/>
          </a:xfrm>
          <a:prstGeom prst="rect">
            <a:avLst/>
          </a:prstGeom>
          <a:solidFill>
            <a:schemeClr val="accent5">
              <a:alpha val="0"/>
            </a:schemeClr>
          </a:solidFill>
          <a:ln w="6350">
            <a:solidFill>
              <a:schemeClr val="bg1"/>
            </a:solidFill>
            <a:prstDash val="solid"/>
          </a:ln>
        </p:spPr>
      </p:sp>
      <p:sp>
        <p:nvSpPr>
          <p:cNvPr id="135" name="Shape 132"/>
          <p:cNvSpPr/>
          <p:nvPr/>
        </p:nvSpPr>
        <p:spPr>
          <a:xfrm>
            <a:off x="2788920" y="2286000"/>
            <a:ext cx="64922" cy="64922"/>
          </a:xfrm>
          <a:prstGeom prst="rect">
            <a:avLst/>
          </a:prstGeom>
          <a:solidFill>
            <a:schemeClr val="accent5">
              <a:alpha val="0"/>
            </a:schemeClr>
          </a:solidFill>
          <a:ln w="6350">
            <a:solidFill>
              <a:schemeClr val="bg1"/>
            </a:solidFill>
            <a:prstDash val="solid"/>
          </a:ln>
        </p:spPr>
      </p:sp>
      <p:sp>
        <p:nvSpPr>
          <p:cNvPr id="136" name="Shape 133"/>
          <p:cNvSpPr/>
          <p:nvPr/>
        </p:nvSpPr>
        <p:spPr>
          <a:xfrm>
            <a:off x="2857500" y="2286000"/>
            <a:ext cx="64922" cy="64922"/>
          </a:xfrm>
          <a:prstGeom prst="rect">
            <a:avLst/>
          </a:prstGeom>
          <a:solidFill>
            <a:schemeClr val="accent5">
              <a:alpha val="0"/>
            </a:schemeClr>
          </a:solidFill>
          <a:ln w="6350">
            <a:solidFill>
              <a:schemeClr val="bg1"/>
            </a:solidFill>
            <a:prstDash val="solid"/>
          </a:ln>
        </p:spPr>
      </p:sp>
      <p:sp>
        <p:nvSpPr>
          <p:cNvPr id="137" name="Shape 134"/>
          <p:cNvSpPr/>
          <p:nvPr/>
        </p:nvSpPr>
        <p:spPr>
          <a:xfrm>
            <a:off x="2926080" y="2286000"/>
            <a:ext cx="64922" cy="64922"/>
          </a:xfrm>
          <a:prstGeom prst="rect">
            <a:avLst/>
          </a:prstGeom>
          <a:solidFill>
            <a:schemeClr val="accent5">
              <a:alpha val="7000"/>
            </a:schemeClr>
          </a:solidFill>
          <a:ln w="6350">
            <a:solidFill>
              <a:schemeClr val="bg1"/>
            </a:solidFill>
            <a:prstDash val="solid"/>
          </a:ln>
        </p:spPr>
      </p:sp>
      <p:sp>
        <p:nvSpPr>
          <p:cNvPr id="138" name="Shape 135"/>
          <p:cNvSpPr/>
          <p:nvPr/>
        </p:nvSpPr>
        <p:spPr>
          <a:xfrm>
            <a:off x="2994660" y="2286000"/>
            <a:ext cx="64922" cy="64922"/>
          </a:xfrm>
          <a:prstGeom prst="rect">
            <a:avLst/>
          </a:prstGeom>
          <a:solidFill>
            <a:schemeClr val="accent5">
              <a:alpha val="41000"/>
            </a:schemeClr>
          </a:solidFill>
          <a:ln w="6350">
            <a:solidFill>
              <a:schemeClr val="bg1"/>
            </a:solidFill>
            <a:prstDash val="solid"/>
          </a:ln>
        </p:spPr>
      </p:sp>
      <p:sp>
        <p:nvSpPr>
          <p:cNvPr id="139" name="Shape 136"/>
          <p:cNvSpPr/>
          <p:nvPr/>
        </p:nvSpPr>
        <p:spPr>
          <a:xfrm>
            <a:off x="3063240" y="2286000"/>
            <a:ext cx="64922" cy="64922"/>
          </a:xfrm>
          <a:prstGeom prst="rect">
            <a:avLst/>
          </a:prstGeom>
          <a:solidFill>
            <a:schemeClr val="accent5">
              <a:alpha val="49000"/>
            </a:schemeClr>
          </a:solidFill>
          <a:ln w="6350">
            <a:solidFill>
              <a:schemeClr val="bg1"/>
            </a:solidFill>
            <a:prstDash val="solid"/>
          </a:ln>
        </p:spPr>
      </p:sp>
      <p:sp>
        <p:nvSpPr>
          <p:cNvPr id="140" name="Shape 137"/>
          <p:cNvSpPr/>
          <p:nvPr/>
        </p:nvSpPr>
        <p:spPr>
          <a:xfrm>
            <a:off x="3131820" y="2286000"/>
            <a:ext cx="64922" cy="64922"/>
          </a:xfrm>
          <a:prstGeom prst="rect">
            <a:avLst/>
          </a:prstGeom>
          <a:solidFill>
            <a:schemeClr val="accent5">
              <a:alpha val="15000"/>
            </a:schemeClr>
          </a:solidFill>
          <a:ln w="6350">
            <a:solidFill>
              <a:schemeClr val="bg1"/>
            </a:solidFill>
            <a:prstDash val="solid"/>
          </a:ln>
        </p:spPr>
      </p:sp>
      <p:sp>
        <p:nvSpPr>
          <p:cNvPr id="141" name="Shape 138"/>
          <p:cNvSpPr/>
          <p:nvPr/>
        </p:nvSpPr>
        <p:spPr>
          <a:xfrm>
            <a:off x="3200400" y="2286000"/>
            <a:ext cx="64922" cy="64922"/>
          </a:xfrm>
          <a:prstGeom prst="rect">
            <a:avLst/>
          </a:prstGeom>
          <a:solidFill>
            <a:schemeClr val="accent5">
              <a:alpha val="0"/>
            </a:schemeClr>
          </a:solidFill>
          <a:ln w="6350">
            <a:solidFill>
              <a:schemeClr val="bg1"/>
            </a:solidFill>
            <a:prstDash val="solid"/>
          </a:ln>
        </p:spPr>
      </p:sp>
      <p:sp>
        <p:nvSpPr>
          <p:cNvPr id="142" name="Shape 139"/>
          <p:cNvSpPr/>
          <p:nvPr/>
        </p:nvSpPr>
        <p:spPr>
          <a:xfrm>
            <a:off x="3268980" y="2286000"/>
            <a:ext cx="64922" cy="64922"/>
          </a:xfrm>
          <a:prstGeom prst="rect">
            <a:avLst/>
          </a:prstGeom>
          <a:solidFill>
            <a:schemeClr val="accent5">
              <a:alpha val="0"/>
            </a:schemeClr>
          </a:solidFill>
          <a:ln w="6350">
            <a:solidFill>
              <a:schemeClr val="bg1"/>
            </a:solidFill>
            <a:prstDash val="solid"/>
          </a:ln>
        </p:spPr>
      </p:sp>
      <p:sp>
        <p:nvSpPr>
          <p:cNvPr id="143" name="Shape 140"/>
          <p:cNvSpPr/>
          <p:nvPr/>
        </p:nvSpPr>
        <p:spPr>
          <a:xfrm>
            <a:off x="2788920" y="2354580"/>
            <a:ext cx="64922" cy="64922"/>
          </a:xfrm>
          <a:prstGeom prst="rect">
            <a:avLst/>
          </a:prstGeom>
          <a:solidFill>
            <a:schemeClr val="accent5">
              <a:alpha val="0"/>
            </a:schemeClr>
          </a:solidFill>
          <a:ln w="6350">
            <a:solidFill>
              <a:schemeClr val="bg1"/>
            </a:solidFill>
            <a:prstDash val="solid"/>
          </a:ln>
        </p:spPr>
      </p:sp>
      <p:sp>
        <p:nvSpPr>
          <p:cNvPr id="144" name="Shape 141"/>
          <p:cNvSpPr/>
          <p:nvPr/>
        </p:nvSpPr>
        <p:spPr>
          <a:xfrm>
            <a:off x="2857500" y="2354580"/>
            <a:ext cx="64922" cy="64922"/>
          </a:xfrm>
          <a:prstGeom prst="rect">
            <a:avLst/>
          </a:prstGeom>
          <a:solidFill>
            <a:schemeClr val="accent5">
              <a:alpha val="0"/>
            </a:schemeClr>
          </a:solidFill>
          <a:ln w="6350">
            <a:solidFill>
              <a:schemeClr val="bg1"/>
            </a:solidFill>
            <a:prstDash val="solid"/>
          </a:ln>
        </p:spPr>
      </p:sp>
      <p:sp>
        <p:nvSpPr>
          <p:cNvPr id="145" name="Shape 142"/>
          <p:cNvSpPr/>
          <p:nvPr/>
        </p:nvSpPr>
        <p:spPr>
          <a:xfrm>
            <a:off x="2926080" y="2354580"/>
            <a:ext cx="64922" cy="64922"/>
          </a:xfrm>
          <a:prstGeom prst="rect">
            <a:avLst/>
          </a:prstGeom>
          <a:solidFill>
            <a:schemeClr val="accent5">
              <a:alpha val="45000"/>
            </a:schemeClr>
          </a:solidFill>
          <a:ln w="6350">
            <a:solidFill>
              <a:schemeClr val="bg1"/>
            </a:solidFill>
            <a:prstDash val="solid"/>
          </a:ln>
        </p:spPr>
      </p:sp>
      <p:sp>
        <p:nvSpPr>
          <p:cNvPr id="146" name="Shape 143"/>
          <p:cNvSpPr/>
          <p:nvPr/>
        </p:nvSpPr>
        <p:spPr>
          <a:xfrm>
            <a:off x="2994660" y="2354580"/>
            <a:ext cx="64922" cy="64922"/>
          </a:xfrm>
          <a:prstGeom prst="rect">
            <a:avLst/>
          </a:prstGeom>
          <a:solidFill>
            <a:schemeClr val="accent5">
              <a:alpha val="60000"/>
            </a:schemeClr>
          </a:solidFill>
          <a:ln w="6350">
            <a:solidFill>
              <a:schemeClr val="bg1"/>
            </a:solidFill>
            <a:prstDash val="solid"/>
          </a:ln>
        </p:spPr>
      </p:sp>
      <p:sp>
        <p:nvSpPr>
          <p:cNvPr id="147" name="Shape 144"/>
          <p:cNvSpPr/>
          <p:nvPr/>
        </p:nvSpPr>
        <p:spPr>
          <a:xfrm>
            <a:off x="3063240" y="2354580"/>
            <a:ext cx="64922" cy="64922"/>
          </a:xfrm>
          <a:prstGeom prst="rect">
            <a:avLst/>
          </a:prstGeom>
          <a:solidFill>
            <a:schemeClr val="accent5">
              <a:alpha val="49000"/>
            </a:schemeClr>
          </a:solidFill>
          <a:ln w="6350">
            <a:solidFill>
              <a:schemeClr val="bg1"/>
            </a:solidFill>
            <a:prstDash val="solid"/>
          </a:ln>
        </p:spPr>
      </p:sp>
      <p:sp>
        <p:nvSpPr>
          <p:cNvPr id="148" name="Shape 145"/>
          <p:cNvSpPr/>
          <p:nvPr/>
        </p:nvSpPr>
        <p:spPr>
          <a:xfrm>
            <a:off x="3131820" y="2354580"/>
            <a:ext cx="64922" cy="64922"/>
          </a:xfrm>
          <a:prstGeom prst="rect">
            <a:avLst/>
          </a:prstGeom>
          <a:solidFill>
            <a:schemeClr val="accent5">
              <a:alpha val="56000"/>
            </a:schemeClr>
          </a:solidFill>
          <a:ln w="6350">
            <a:solidFill>
              <a:schemeClr val="bg1"/>
            </a:solidFill>
            <a:prstDash val="solid"/>
          </a:ln>
        </p:spPr>
      </p:sp>
      <p:sp>
        <p:nvSpPr>
          <p:cNvPr id="149" name="Shape 146"/>
          <p:cNvSpPr/>
          <p:nvPr/>
        </p:nvSpPr>
        <p:spPr>
          <a:xfrm>
            <a:off x="3200400" y="2354580"/>
            <a:ext cx="64922" cy="64922"/>
          </a:xfrm>
          <a:prstGeom prst="rect">
            <a:avLst/>
          </a:prstGeom>
          <a:solidFill>
            <a:schemeClr val="accent5">
              <a:alpha val="0"/>
            </a:schemeClr>
          </a:solidFill>
          <a:ln w="6350">
            <a:solidFill>
              <a:schemeClr val="bg1"/>
            </a:solidFill>
            <a:prstDash val="solid"/>
          </a:ln>
        </p:spPr>
      </p:sp>
      <p:sp>
        <p:nvSpPr>
          <p:cNvPr id="150" name="Shape 147"/>
          <p:cNvSpPr/>
          <p:nvPr/>
        </p:nvSpPr>
        <p:spPr>
          <a:xfrm>
            <a:off x="3268980" y="2354580"/>
            <a:ext cx="64922" cy="64922"/>
          </a:xfrm>
          <a:prstGeom prst="rect">
            <a:avLst/>
          </a:prstGeom>
          <a:solidFill>
            <a:schemeClr val="accent5">
              <a:alpha val="0"/>
            </a:schemeClr>
          </a:solidFill>
          <a:ln w="6350">
            <a:solidFill>
              <a:schemeClr val="bg1"/>
            </a:solidFill>
            <a:prstDash val="solid"/>
          </a:ln>
        </p:spPr>
      </p:sp>
      <p:sp>
        <p:nvSpPr>
          <p:cNvPr id="151" name="Shape 148"/>
          <p:cNvSpPr/>
          <p:nvPr/>
        </p:nvSpPr>
        <p:spPr>
          <a:xfrm>
            <a:off x="2788920" y="2423160"/>
            <a:ext cx="64922" cy="64922"/>
          </a:xfrm>
          <a:prstGeom prst="rect">
            <a:avLst/>
          </a:prstGeom>
          <a:solidFill>
            <a:schemeClr val="accent5">
              <a:alpha val="0"/>
            </a:schemeClr>
          </a:solidFill>
          <a:ln w="6350">
            <a:solidFill>
              <a:schemeClr val="bg1"/>
            </a:solidFill>
            <a:prstDash val="solid"/>
          </a:ln>
        </p:spPr>
      </p:sp>
      <p:sp>
        <p:nvSpPr>
          <p:cNvPr id="152" name="Shape 149"/>
          <p:cNvSpPr/>
          <p:nvPr/>
        </p:nvSpPr>
        <p:spPr>
          <a:xfrm>
            <a:off x="2857500" y="2423160"/>
            <a:ext cx="64922" cy="64922"/>
          </a:xfrm>
          <a:prstGeom prst="rect">
            <a:avLst/>
          </a:prstGeom>
          <a:solidFill>
            <a:schemeClr val="accent5">
              <a:alpha val="0"/>
            </a:schemeClr>
          </a:solidFill>
          <a:ln w="6350">
            <a:solidFill>
              <a:schemeClr val="bg1"/>
            </a:solidFill>
            <a:prstDash val="solid"/>
          </a:ln>
        </p:spPr>
      </p:sp>
      <p:sp>
        <p:nvSpPr>
          <p:cNvPr id="153" name="Shape 150"/>
          <p:cNvSpPr/>
          <p:nvPr/>
        </p:nvSpPr>
        <p:spPr>
          <a:xfrm>
            <a:off x="2926080" y="2423160"/>
            <a:ext cx="64922" cy="64922"/>
          </a:xfrm>
          <a:prstGeom prst="rect">
            <a:avLst/>
          </a:prstGeom>
          <a:solidFill>
            <a:schemeClr val="accent5">
              <a:alpha val="60000"/>
            </a:schemeClr>
          </a:solidFill>
          <a:ln w="6350">
            <a:solidFill>
              <a:schemeClr val="bg1"/>
            </a:solidFill>
            <a:prstDash val="solid"/>
          </a:ln>
        </p:spPr>
      </p:sp>
      <p:sp>
        <p:nvSpPr>
          <p:cNvPr id="154" name="Shape 151"/>
          <p:cNvSpPr/>
          <p:nvPr/>
        </p:nvSpPr>
        <p:spPr>
          <a:xfrm>
            <a:off x="2994660" y="2423160"/>
            <a:ext cx="64922" cy="64922"/>
          </a:xfrm>
          <a:prstGeom prst="rect">
            <a:avLst/>
          </a:prstGeom>
          <a:solidFill>
            <a:schemeClr val="accent5">
              <a:alpha val="34000"/>
            </a:schemeClr>
          </a:solidFill>
          <a:ln w="6350">
            <a:solidFill>
              <a:schemeClr val="bg1"/>
            </a:solidFill>
            <a:prstDash val="solid"/>
          </a:ln>
        </p:spPr>
      </p:sp>
      <p:sp>
        <p:nvSpPr>
          <p:cNvPr id="155" name="Shape 152"/>
          <p:cNvSpPr/>
          <p:nvPr/>
        </p:nvSpPr>
        <p:spPr>
          <a:xfrm>
            <a:off x="3063240" y="2423160"/>
            <a:ext cx="64922" cy="64922"/>
          </a:xfrm>
          <a:prstGeom prst="rect">
            <a:avLst/>
          </a:prstGeom>
          <a:solidFill>
            <a:schemeClr val="accent5">
              <a:alpha val="4000"/>
            </a:schemeClr>
          </a:solidFill>
          <a:ln w="6350">
            <a:solidFill>
              <a:schemeClr val="bg1"/>
            </a:solidFill>
            <a:prstDash val="solid"/>
          </a:ln>
        </p:spPr>
      </p:sp>
      <p:sp>
        <p:nvSpPr>
          <p:cNvPr id="156" name="Shape 153"/>
          <p:cNvSpPr/>
          <p:nvPr/>
        </p:nvSpPr>
        <p:spPr>
          <a:xfrm>
            <a:off x="3131820" y="2423160"/>
            <a:ext cx="64922" cy="64922"/>
          </a:xfrm>
          <a:prstGeom prst="rect">
            <a:avLst/>
          </a:prstGeom>
          <a:solidFill>
            <a:schemeClr val="accent5">
              <a:alpha val="11000"/>
            </a:schemeClr>
          </a:solidFill>
          <a:ln w="6350">
            <a:solidFill>
              <a:schemeClr val="bg1"/>
            </a:solidFill>
            <a:prstDash val="solid"/>
          </a:ln>
        </p:spPr>
      </p:sp>
      <p:sp>
        <p:nvSpPr>
          <p:cNvPr id="157" name="Shape 154"/>
          <p:cNvSpPr/>
          <p:nvPr/>
        </p:nvSpPr>
        <p:spPr>
          <a:xfrm>
            <a:off x="3200400" y="2423160"/>
            <a:ext cx="64922" cy="64922"/>
          </a:xfrm>
          <a:prstGeom prst="rect">
            <a:avLst/>
          </a:prstGeom>
          <a:solidFill>
            <a:schemeClr val="accent5">
              <a:alpha val="0"/>
            </a:schemeClr>
          </a:solidFill>
          <a:ln w="6350">
            <a:solidFill>
              <a:schemeClr val="bg1"/>
            </a:solidFill>
            <a:prstDash val="solid"/>
          </a:ln>
        </p:spPr>
      </p:sp>
      <p:sp>
        <p:nvSpPr>
          <p:cNvPr id="158" name="Shape 155"/>
          <p:cNvSpPr/>
          <p:nvPr/>
        </p:nvSpPr>
        <p:spPr>
          <a:xfrm>
            <a:off x="3268980" y="2423160"/>
            <a:ext cx="64922" cy="64922"/>
          </a:xfrm>
          <a:prstGeom prst="rect">
            <a:avLst/>
          </a:prstGeom>
          <a:solidFill>
            <a:schemeClr val="accent5">
              <a:alpha val="0"/>
            </a:schemeClr>
          </a:solidFill>
          <a:ln w="6350">
            <a:solidFill>
              <a:schemeClr val="bg1"/>
            </a:solidFill>
            <a:prstDash val="solid"/>
          </a:ln>
        </p:spPr>
      </p:sp>
      <p:sp>
        <p:nvSpPr>
          <p:cNvPr id="159" name="Shape 156"/>
          <p:cNvSpPr/>
          <p:nvPr/>
        </p:nvSpPr>
        <p:spPr>
          <a:xfrm>
            <a:off x="2788920" y="2491740"/>
            <a:ext cx="64922" cy="64922"/>
          </a:xfrm>
          <a:prstGeom prst="rect">
            <a:avLst/>
          </a:prstGeom>
          <a:solidFill>
            <a:schemeClr val="accent5">
              <a:alpha val="0"/>
            </a:schemeClr>
          </a:solidFill>
          <a:ln w="6350">
            <a:solidFill>
              <a:schemeClr val="bg1"/>
            </a:solidFill>
            <a:prstDash val="solid"/>
          </a:ln>
        </p:spPr>
      </p:sp>
      <p:sp>
        <p:nvSpPr>
          <p:cNvPr id="160" name="Shape 157"/>
          <p:cNvSpPr/>
          <p:nvPr/>
        </p:nvSpPr>
        <p:spPr>
          <a:xfrm>
            <a:off x="2857500" y="2491740"/>
            <a:ext cx="64922" cy="64922"/>
          </a:xfrm>
          <a:prstGeom prst="rect">
            <a:avLst/>
          </a:prstGeom>
          <a:solidFill>
            <a:schemeClr val="accent5">
              <a:alpha val="15000"/>
            </a:schemeClr>
          </a:solidFill>
          <a:ln w="6350">
            <a:solidFill>
              <a:schemeClr val="bg1"/>
            </a:solidFill>
            <a:prstDash val="solid"/>
          </a:ln>
        </p:spPr>
      </p:sp>
      <p:sp>
        <p:nvSpPr>
          <p:cNvPr id="161" name="Shape 158"/>
          <p:cNvSpPr/>
          <p:nvPr/>
        </p:nvSpPr>
        <p:spPr>
          <a:xfrm>
            <a:off x="2926080" y="2491740"/>
            <a:ext cx="64922" cy="64922"/>
          </a:xfrm>
          <a:prstGeom prst="rect">
            <a:avLst/>
          </a:prstGeom>
          <a:solidFill>
            <a:schemeClr val="accent5">
              <a:alpha val="60000"/>
            </a:schemeClr>
          </a:solidFill>
          <a:ln w="6350">
            <a:solidFill>
              <a:schemeClr val="bg1"/>
            </a:solidFill>
            <a:prstDash val="solid"/>
          </a:ln>
        </p:spPr>
      </p:sp>
      <p:sp>
        <p:nvSpPr>
          <p:cNvPr id="162" name="Shape 159"/>
          <p:cNvSpPr/>
          <p:nvPr/>
        </p:nvSpPr>
        <p:spPr>
          <a:xfrm>
            <a:off x="2994660" y="2491740"/>
            <a:ext cx="64922" cy="64922"/>
          </a:xfrm>
          <a:prstGeom prst="rect">
            <a:avLst/>
          </a:prstGeom>
          <a:solidFill>
            <a:schemeClr val="accent5">
              <a:alpha val="22000"/>
            </a:schemeClr>
          </a:solidFill>
          <a:ln w="6350">
            <a:solidFill>
              <a:schemeClr val="bg1"/>
            </a:solidFill>
            <a:prstDash val="solid"/>
          </a:ln>
        </p:spPr>
      </p:sp>
      <p:sp>
        <p:nvSpPr>
          <p:cNvPr id="163" name="Shape 160"/>
          <p:cNvSpPr/>
          <p:nvPr/>
        </p:nvSpPr>
        <p:spPr>
          <a:xfrm>
            <a:off x="3063240" y="2491740"/>
            <a:ext cx="64922" cy="64922"/>
          </a:xfrm>
          <a:prstGeom prst="rect">
            <a:avLst/>
          </a:prstGeom>
          <a:solidFill>
            <a:schemeClr val="accent5">
              <a:alpha val="52000"/>
            </a:schemeClr>
          </a:solidFill>
          <a:ln w="6350">
            <a:solidFill>
              <a:schemeClr val="bg1"/>
            </a:solidFill>
            <a:prstDash val="solid"/>
          </a:ln>
        </p:spPr>
      </p:sp>
      <p:sp>
        <p:nvSpPr>
          <p:cNvPr id="164" name="Shape 161"/>
          <p:cNvSpPr/>
          <p:nvPr/>
        </p:nvSpPr>
        <p:spPr>
          <a:xfrm>
            <a:off x="3131820" y="2491740"/>
            <a:ext cx="64922" cy="64922"/>
          </a:xfrm>
          <a:prstGeom prst="rect">
            <a:avLst/>
          </a:prstGeom>
          <a:solidFill>
            <a:schemeClr val="accent5">
              <a:alpha val="34000"/>
            </a:schemeClr>
          </a:solidFill>
          <a:ln w="6350">
            <a:solidFill>
              <a:schemeClr val="bg1"/>
            </a:solidFill>
            <a:prstDash val="solid"/>
          </a:ln>
        </p:spPr>
      </p:sp>
      <p:sp>
        <p:nvSpPr>
          <p:cNvPr id="165" name="Shape 162"/>
          <p:cNvSpPr/>
          <p:nvPr/>
        </p:nvSpPr>
        <p:spPr>
          <a:xfrm>
            <a:off x="3200400" y="2491740"/>
            <a:ext cx="64922" cy="64922"/>
          </a:xfrm>
          <a:prstGeom prst="rect">
            <a:avLst/>
          </a:prstGeom>
          <a:solidFill>
            <a:schemeClr val="accent5">
              <a:alpha val="4000"/>
            </a:schemeClr>
          </a:solidFill>
          <a:ln w="6350">
            <a:solidFill>
              <a:schemeClr val="bg1"/>
            </a:solidFill>
            <a:prstDash val="solid"/>
          </a:ln>
        </p:spPr>
      </p:sp>
      <p:sp>
        <p:nvSpPr>
          <p:cNvPr id="166" name="Shape 163"/>
          <p:cNvSpPr/>
          <p:nvPr/>
        </p:nvSpPr>
        <p:spPr>
          <a:xfrm>
            <a:off x="3268980" y="2491740"/>
            <a:ext cx="64922" cy="64922"/>
          </a:xfrm>
          <a:prstGeom prst="rect">
            <a:avLst/>
          </a:prstGeom>
          <a:solidFill>
            <a:schemeClr val="accent5">
              <a:alpha val="0"/>
            </a:schemeClr>
          </a:solidFill>
          <a:ln w="6350">
            <a:solidFill>
              <a:schemeClr val="bg1"/>
            </a:solidFill>
            <a:prstDash val="solid"/>
          </a:ln>
        </p:spPr>
      </p:sp>
      <p:sp>
        <p:nvSpPr>
          <p:cNvPr id="167" name="Shape 164"/>
          <p:cNvSpPr/>
          <p:nvPr/>
        </p:nvSpPr>
        <p:spPr>
          <a:xfrm>
            <a:off x="2788920" y="2560320"/>
            <a:ext cx="64922" cy="64922"/>
          </a:xfrm>
          <a:prstGeom prst="rect">
            <a:avLst/>
          </a:prstGeom>
          <a:solidFill>
            <a:schemeClr val="accent5">
              <a:alpha val="0"/>
            </a:schemeClr>
          </a:solidFill>
          <a:ln w="6350">
            <a:solidFill>
              <a:schemeClr val="bg1"/>
            </a:solidFill>
            <a:prstDash val="solid"/>
          </a:ln>
        </p:spPr>
      </p:sp>
      <p:sp>
        <p:nvSpPr>
          <p:cNvPr id="168" name="Shape 165"/>
          <p:cNvSpPr/>
          <p:nvPr/>
        </p:nvSpPr>
        <p:spPr>
          <a:xfrm>
            <a:off x="2857500" y="2560320"/>
            <a:ext cx="64922" cy="64922"/>
          </a:xfrm>
          <a:prstGeom prst="rect">
            <a:avLst/>
          </a:prstGeom>
          <a:solidFill>
            <a:schemeClr val="accent5">
              <a:alpha val="26000"/>
            </a:schemeClr>
          </a:solidFill>
          <a:ln w="6350">
            <a:solidFill>
              <a:schemeClr val="bg1"/>
            </a:solidFill>
            <a:prstDash val="solid"/>
          </a:ln>
        </p:spPr>
      </p:sp>
      <p:sp>
        <p:nvSpPr>
          <p:cNvPr id="169" name="Shape 166"/>
          <p:cNvSpPr/>
          <p:nvPr/>
        </p:nvSpPr>
        <p:spPr>
          <a:xfrm>
            <a:off x="2926080" y="2560320"/>
            <a:ext cx="64922" cy="64922"/>
          </a:xfrm>
          <a:prstGeom prst="rect">
            <a:avLst/>
          </a:prstGeom>
          <a:solidFill>
            <a:schemeClr val="accent5">
              <a:alpha val="60000"/>
            </a:schemeClr>
          </a:solidFill>
          <a:ln w="6350">
            <a:solidFill>
              <a:schemeClr val="bg1"/>
            </a:solidFill>
            <a:prstDash val="solid"/>
          </a:ln>
        </p:spPr>
      </p:sp>
      <p:sp>
        <p:nvSpPr>
          <p:cNvPr id="170" name="Shape 167"/>
          <p:cNvSpPr/>
          <p:nvPr/>
        </p:nvSpPr>
        <p:spPr>
          <a:xfrm>
            <a:off x="2994660" y="2560320"/>
            <a:ext cx="64922" cy="64922"/>
          </a:xfrm>
          <a:prstGeom prst="rect">
            <a:avLst/>
          </a:prstGeom>
          <a:solidFill>
            <a:schemeClr val="accent5">
              <a:alpha val="60000"/>
            </a:schemeClr>
          </a:solidFill>
          <a:ln w="6350">
            <a:solidFill>
              <a:schemeClr val="bg1"/>
            </a:solidFill>
            <a:prstDash val="solid"/>
          </a:ln>
        </p:spPr>
      </p:sp>
      <p:sp>
        <p:nvSpPr>
          <p:cNvPr id="171" name="Shape 168"/>
          <p:cNvSpPr/>
          <p:nvPr/>
        </p:nvSpPr>
        <p:spPr>
          <a:xfrm>
            <a:off x="3063240" y="2560320"/>
            <a:ext cx="64922" cy="64922"/>
          </a:xfrm>
          <a:prstGeom prst="rect">
            <a:avLst/>
          </a:prstGeom>
          <a:solidFill>
            <a:schemeClr val="accent5">
              <a:alpha val="60000"/>
            </a:schemeClr>
          </a:solidFill>
          <a:ln w="6350">
            <a:solidFill>
              <a:schemeClr val="bg1"/>
            </a:solidFill>
            <a:prstDash val="solid"/>
          </a:ln>
        </p:spPr>
      </p:sp>
      <p:sp>
        <p:nvSpPr>
          <p:cNvPr id="172" name="Shape 169"/>
          <p:cNvSpPr/>
          <p:nvPr/>
        </p:nvSpPr>
        <p:spPr>
          <a:xfrm>
            <a:off x="3131820" y="2560320"/>
            <a:ext cx="64922" cy="64922"/>
          </a:xfrm>
          <a:prstGeom prst="rect">
            <a:avLst/>
          </a:prstGeom>
          <a:solidFill>
            <a:schemeClr val="accent5">
              <a:alpha val="60000"/>
            </a:schemeClr>
          </a:solidFill>
          <a:ln w="6350">
            <a:solidFill>
              <a:schemeClr val="bg1"/>
            </a:solidFill>
            <a:prstDash val="solid"/>
          </a:ln>
        </p:spPr>
      </p:sp>
      <p:sp>
        <p:nvSpPr>
          <p:cNvPr id="173" name="Shape 170"/>
          <p:cNvSpPr/>
          <p:nvPr/>
        </p:nvSpPr>
        <p:spPr>
          <a:xfrm>
            <a:off x="3200400" y="2560320"/>
            <a:ext cx="64922" cy="64922"/>
          </a:xfrm>
          <a:prstGeom prst="rect">
            <a:avLst/>
          </a:prstGeom>
          <a:solidFill>
            <a:schemeClr val="accent5">
              <a:alpha val="22000"/>
            </a:schemeClr>
          </a:solidFill>
          <a:ln w="6350">
            <a:solidFill>
              <a:schemeClr val="bg1"/>
            </a:solidFill>
            <a:prstDash val="solid"/>
          </a:ln>
        </p:spPr>
      </p:sp>
      <p:sp>
        <p:nvSpPr>
          <p:cNvPr id="174" name="Shape 171"/>
          <p:cNvSpPr/>
          <p:nvPr/>
        </p:nvSpPr>
        <p:spPr>
          <a:xfrm>
            <a:off x="3268980" y="2560320"/>
            <a:ext cx="64922" cy="64922"/>
          </a:xfrm>
          <a:prstGeom prst="rect">
            <a:avLst/>
          </a:prstGeom>
          <a:solidFill>
            <a:schemeClr val="accent5">
              <a:alpha val="0"/>
            </a:schemeClr>
          </a:solidFill>
          <a:ln w="6350">
            <a:solidFill>
              <a:schemeClr val="bg1"/>
            </a:solidFill>
            <a:prstDash val="solid"/>
          </a:ln>
        </p:spPr>
      </p:sp>
      <p:sp>
        <p:nvSpPr>
          <p:cNvPr id="175" name="Shape 172"/>
          <p:cNvSpPr/>
          <p:nvPr/>
        </p:nvSpPr>
        <p:spPr>
          <a:xfrm>
            <a:off x="2788920" y="2628900"/>
            <a:ext cx="64922" cy="64922"/>
          </a:xfrm>
          <a:prstGeom prst="rect">
            <a:avLst/>
          </a:prstGeom>
          <a:solidFill>
            <a:schemeClr val="accent5">
              <a:alpha val="0"/>
            </a:schemeClr>
          </a:solidFill>
          <a:ln w="6350">
            <a:solidFill>
              <a:schemeClr val="bg1"/>
            </a:solidFill>
            <a:prstDash val="solid"/>
          </a:ln>
        </p:spPr>
      </p:sp>
      <p:sp>
        <p:nvSpPr>
          <p:cNvPr id="176" name="Shape 173"/>
          <p:cNvSpPr/>
          <p:nvPr/>
        </p:nvSpPr>
        <p:spPr>
          <a:xfrm>
            <a:off x="2857500" y="2628900"/>
            <a:ext cx="64922" cy="64922"/>
          </a:xfrm>
          <a:prstGeom prst="rect">
            <a:avLst/>
          </a:prstGeom>
          <a:solidFill>
            <a:schemeClr val="accent5">
              <a:alpha val="4000"/>
            </a:schemeClr>
          </a:solidFill>
          <a:ln w="6350">
            <a:solidFill>
              <a:schemeClr val="bg1"/>
            </a:solidFill>
            <a:prstDash val="solid"/>
          </a:ln>
        </p:spPr>
      </p:sp>
      <p:sp>
        <p:nvSpPr>
          <p:cNvPr id="177" name="Shape 174"/>
          <p:cNvSpPr/>
          <p:nvPr/>
        </p:nvSpPr>
        <p:spPr>
          <a:xfrm>
            <a:off x="2926080" y="2628900"/>
            <a:ext cx="64922" cy="64922"/>
          </a:xfrm>
          <a:prstGeom prst="rect">
            <a:avLst/>
          </a:prstGeom>
          <a:solidFill>
            <a:schemeClr val="accent5">
              <a:alpha val="60000"/>
            </a:schemeClr>
          </a:solidFill>
          <a:ln w="6350">
            <a:solidFill>
              <a:schemeClr val="bg1"/>
            </a:solidFill>
            <a:prstDash val="solid"/>
          </a:ln>
        </p:spPr>
      </p:sp>
      <p:sp>
        <p:nvSpPr>
          <p:cNvPr id="178" name="Shape 175"/>
          <p:cNvSpPr/>
          <p:nvPr/>
        </p:nvSpPr>
        <p:spPr>
          <a:xfrm>
            <a:off x="2994660" y="2628900"/>
            <a:ext cx="64922" cy="64922"/>
          </a:xfrm>
          <a:prstGeom prst="rect">
            <a:avLst/>
          </a:prstGeom>
          <a:solidFill>
            <a:schemeClr val="accent5">
              <a:alpha val="52000"/>
            </a:schemeClr>
          </a:solidFill>
          <a:ln w="6350">
            <a:solidFill>
              <a:schemeClr val="bg1"/>
            </a:solidFill>
            <a:prstDash val="solid"/>
          </a:ln>
        </p:spPr>
      </p:sp>
      <p:sp>
        <p:nvSpPr>
          <p:cNvPr id="179" name="Shape 176"/>
          <p:cNvSpPr/>
          <p:nvPr/>
        </p:nvSpPr>
        <p:spPr>
          <a:xfrm>
            <a:off x="3063240" y="2628900"/>
            <a:ext cx="64922" cy="64922"/>
          </a:xfrm>
          <a:prstGeom prst="rect">
            <a:avLst/>
          </a:prstGeom>
          <a:solidFill>
            <a:schemeClr val="accent5">
              <a:alpha val="15000"/>
            </a:schemeClr>
          </a:solidFill>
          <a:ln w="6350">
            <a:solidFill>
              <a:schemeClr val="bg1"/>
            </a:solidFill>
            <a:prstDash val="solid"/>
          </a:ln>
        </p:spPr>
      </p:sp>
      <p:sp>
        <p:nvSpPr>
          <p:cNvPr id="180" name="Shape 177"/>
          <p:cNvSpPr/>
          <p:nvPr/>
        </p:nvSpPr>
        <p:spPr>
          <a:xfrm>
            <a:off x="3131820" y="2628900"/>
            <a:ext cx="64922" cy="64922"/>
          </a:xfrm>
          <a:prstGeom prst="rect">
            <a:avLst/>
          </a:prstGeom>
          <a:solidFill>
            <a:schemeClr val="accent5">
              <a:alpha val="60000"/>
            </a:schemeClr>
          </a:solidFill>
          <a:ln w="6350">
            <a:solidFill>
              <a:schemeClr val="bg1"/>
            </a:solidFill>
            <a:prstDash val="solid"/>
          </a:ln>
        </p:spPr>
      </p:sp>
      <p:sp>
        <p:nvSpPr>
          <p:cNvPr id="181" name="Shape 178"/>
          <p:cNvSpPr/>
          <p:nvPr/>
        </p:nvSpPr>
        <p:spPr>
          <a:xfrm>
            <a:off x="3200400" y="2628900"/>
            <a:ext cx="64922" cy="64922"/>
          </a:xfrm>
          <a:prstGeom prst="rect">
            <a:avLst/>
          </a:prstGeom>
          <a:solidFill>
            <a:schemeClr val="accent5">
              <a:alpha val="30000"/>
            </a:schemeClr>
          </a:solidFill>
          <a:ln w="6350">
            <a:solidFill>
              <a:schemeClr val="bg1"/>
            </a:solidFill>
            <a:prstDash val="solid"/>
          </a:ln>
        </p:spPr>
      </p:sp>
      <p:sp>
        <p:nvSpPr>
          <p:cNvPr id="182" name="Shape 179"/>
          <p:cNvSpPr/>
          <p:nvPr/>
        </p:nvSpPr>
        <p:spPr>
          <a:xfrm>
            <a:off x="3268980" y="2628900"/>
            <a:ext cx="64922" cy="64922"/>
          </a:xfrm>
          <a:prstGeom prst="rect">
            <a:avLst/>
          </a:prstGeom>
          <a:solidFill>
            <a:schemeClr val="accent5">
              <a:alpha val="0"/>
            </a:schemeClr>
          </a:solidFill>
          <a:ln w="6350">
            <a:solidFill>
              <a:schemeClr val="bg1"/>
            </a:solidFill>
            <a:prstDash val="solid"/>
          </a:ln>
        </p:spPr>
      </p:sp>
      <p:sp>
        <p:nvSpPr>
          <p:cNvPr id="183" name="Shape 180"/>
          <p:cNvSpPr/>
          <p:nvPr/>
        </p:nvSpPr>
        <p:spPr>
          <a:xfrm>
            <a:off x="2788920" y="2697480"/>
            <a:ext cx="64922" cy="64922"/>
          </a:xfrm>
          <a:prstGeom prst="rect">
            <a:avLst/>
          </a:prstGeom>
          <a:solidFill>
            <a:schemeClr val="accent5">
              <a:alpha val="0"/>
            </a:schemeClr>
          </a:solidFill>
          <a:ln w="6350">
            <a:solidFill>
              <a:schemeClr val="bg1"/>
            </a:solidFill>
            <a:prstDash val="solid"/>
          </a:ln>
        </p:spPr>
      </p:sp>
      <p:sp>
        <p:nvSpPr>
          <p:cNvPr id="184" name="Shape 181"/>
          <p:cNvSpPr/>
          <p:nvPr/>
        </p:nvSpPr>
        <p:spPr>
          <a:xfrm>
            <a:off x="2857500" y="2697480"/>
            <a:ext cx="64922" cy="64922"/>
          </a:xfrm>
          <a:prstGeom prst="rect">
            <a:avLst/>
          </a:prstGeom>
          <a:solidFill>
            <a:schemeClr val="accent5">
              <a:alpha val="0"/>
            </a:schemeClr>
          </a:solidFill>
          <a:ln w="6350">
            <a:solidFill>
              <a:schemeClr val="bg1"/>
            </a:solidFill>
            <a:prstDash val="solid"/>
          </a:ln>
        </p:spPr>
      </p:sp>
      <p:sp>
        <p:nvSpPr>
          <p:cNvPr id="185" name="Shape 182"/>
          <p:cNvSpPr/>
          <p:nvPr/>
        </p:nvSpPr>
        <p:spPr>
          <a:xfrm>
            <a:off x="2926080" y="2697480"/>
            <a:ext cx="64922" cy="64922"/>
          </a:xfrm>
          <a:prstGeom prst="rect">
            <a:avLst/>
          </a:prstGeom>
          <a:solidFill>
            <a:schemeClr val="accent5">
              <a:alpha val="45000"/>
            </a:schemeClr>
          </a:solidFill>
          <a:ln w="6350">
            <a:solidFill>
              <a:schemeClr val="bg1"/>
            </a:solidFill>
            <a:prstDash val="solid"/>
          </a:ln>
        </p:spPr>
      </p:sp>
      <p:sp>
        <p:nvSpPr>
          <p:cNvPr id="186" name="Shape 183"/>
          <p:cNvSpPr/>
          <p:nvPr/>
        </p:nvSpPr>
        <p:spPr>
          <a:xfrm>
            <a:off x="2994660" y="2697480"/>
            <a:ext cx="64922" cy="64922"/>
          </a:xfrm>
          <a:prstGeom prst="rect">
            <a:avLst/>
          </a:prstGeom>
          <a:solidFill>
            <a:schemeClr val="accent5">
              <a:alpha val="60000"/>
            </a:schemeClr>
          </a:solidFill>
          <a:ln w="6350">
            <a:solidFill>
              <a:schemeClr val="bg1"/>
            </a:solidFill>
            <a:prstDash val="solid"/>
          </a:ln>
        </p:spPr>
      </p:sp>
      <p:sp>
        <p:nvSpPr>
          <p:cNvPr id="187" name="Shape 184"/>
          <p:cNvSpPr/>
          <p:nvPr/>
        </p:nvSpPr>
        <p:spPr>
          <a:xfrm>
            <a:off x="3063240" y="2697480"/>
            <a:ext cx="64922" cy="64922"/>
          </a:xfrm>
          <a:prstGeom prst="rect">
            <a:avLst/>
          </a:prstGeom>
          <a:solidFill>
            <a:schemeClr val="accent5">
              <a:alpha val="49000"/>
            </a:schemeClr>
          </a:solidFill>
          <a:ln w="6350">
            <a:solidFill>
              <a:schemeClr val="bg1"/>
            </a:solidFill>
            <a:prstDash val="solid"/>
          </a:ln>
        </p:spPr>
      </p:sp>
      <p:sp>
        <p:nvSpPr>
          <p:cNvPr id="188" name="Shape 185"/>
          <p:cNvSpPr/>
          <p:nvPr/>
        </p:nvSpPr>
        <p:spPr>
          <a:xfrm>
            <a:off x="3131820" y="2697480"/>
            <a:ext cx="64922" cy="64922"/>
          </a:xfrm>
          <a:prstGeom prst="rect">
            <a:avLst/>
          </a:prstGeom>
          <a:solidFill>
            <a:schemeClr val="accent5">
              <a:alpha val="60000"/>
            </a:schemeClr>
          </a:solidFill>
          <a:ln w="6350">
            <a:solidFill>
              <a:schemeClr val="bg1"/>
            </a:solidFill>
            <a:prstDash val="solid"/>
          </a:ln>
        </p:spPr>
      </p:sp>
      <p:sp>
        <p:nvSpPr>
          <p:cNvPr id="189" name="Shape 186"/>
          <p:cNvSpPr/>
          <p:nvPr/>
        </p:nvSpPr>
        <p:spPr>
          <a:xfrm>
            <a:off x="3200400" y="2697480"/>
            <a:ext cx="64922" cy="64922"/>
          </a:xfrm>
          <a:prstGeom prst="rect">
            <a:avLst/>
          </a:prstGeom>
          <a:solidFill>
            <a:schemeClr val="accent5">
              <a:alpha val="7000"/>
            </a:schemeClr>
          </a:solidFill>
          <a:ln w="6350">
            <a:solidFill>
              <a:schemeClr val="bg1"/>
            </a:solidFill>
            <a:prstDash val="solid"/>
          </a:ln>
        </p:spPr>
      </p:sp>
      <p:sp>
        <p:nvSpPr>
          <p:cNvPr id="190" name="Shape 187"/>
          <p:cNvSpPr/>
          <p:nvPr/>
        </p:nvSpPr>
        <p:spPr>
          <a:xfrm>
            <a:off x="3268980" y="2697480"/>
            <a:ext cx="64922" cy="64922"/>
          </a:xfrm>
          <a:prstGeom prst="rect">
            <a:avLst/>
          </a:prstGeom>
          <a:solidFill>
            <a:schemeClr val="accent5">
              <a:alpha val="0"/>
            </a:schemeClr>
          </a:solidFill>
          <a:ln w="6350">
            <a:solidFill>
              <a:schemeClr val="bg1"/>
            </a:solidFill>
            <a:prstDash val="solid"/>
          </a:ln>
        </p:spPr>
      </p:sp>
      <p:sp>
        <p:nvSpPr>
          <p:cNvPr id="191" name="Shape 188"/>
          <p:cNvSpPr/>
          <p:nvPr/>
        </p:nvSpPr>
        <p:spPr>
          <a:xfrm>
            <a:off x="2788920" y="2766060"/>
            <a:ext cx="64922" cy="64922"/>
          </a:xfrm>
          <a:prstGeom prst="rect">
            <a:avLst/>
          </a:prstGeom>
          <a:solidFill>
            <a:schemeClr val="accent5">
              <a:alpha val="0"/>
            </a:schemeClr>
          </a:solidFill>
          <a:ln w="6350">
            <a:solidFill>
              <a:schemeClr val="bg1"/>
            </a:solidFill>
            <a:prstDash val="solid"/>
          </a:ln>
        </p:spPr>
      </p:sp>
      <p:sp>
        <p:nvSpPr>
          <p:cNvPr id="192" name="Shape 189"/>
          <p:cNvSpPr/>
          <p:nvPr/>
        </p:nvSpPr>
        <p:spPr>
          <a:xfrm>
            <a:off x="2857500" y="2766060"/>
            <a:ext cx="64922" cy="64922"/>
          </a:xfrm>
          <a:prstGeom prst="rect">
            <a:avLst/>
          </a:prstGeom>
          <a:solidFill>
            <a:schemeClr val="accent5">
              <a:alpha val="0"/>
            </a:schemeClr>
          </a:solidFill>
          <a:ln w="6350">
            <a:solidFill>
              <a:schemeClr val="bg1"/>
            </a:solidFill>
            <a:prstDash val="solid"/>
          </a:ln>
        </p:spPr>
      </p:sp>
      <p:sp>
        <p:nvSpPr>
          <p:cNvPr id="193" name="Shape 190"/>
          <p:cNvSpPr/>
          <p:nvPr/>
        </p:nvSpPr>
        <p:spPr>
          <a:xfrm>
            <a:off x="2926080" y="2766060"/>
            <a:ext cx="64922" cy="64922"/>
          </a:xfrm>
          <a:prstGeom prst="rect">
            <a:avLst/>
          </a:prstGeom>
          <a:solidFill>
            <a:schemeClr val="accent5">
              <a:alpha val="7000"/>
            </a:schemeClr>
          </a:solidFill>
          <a:ln w="6350">
            <a:solidFill>
              <a:schemeClr val="bg1"/>
            </a:solidFill>
            <a:prstDash val="solid"/>
          </a:ln>
        </p:spPr>
      </p:sp>
      <p:sp>
        <p:nvSpPr>
          <p:cNvPr id="194" name="Shape 191"/>
          <p:cNvSpPr/>
          <p:nvPr/>
        </p:nvSpPr>
        <p:spPr>
          <a:xfrm>
            <a:off x="2994660" y="2766060"/>
            <a:ext cx="64922" cy="64922"/>
          </a:xfrm>
          <a:prstGeom prst="rect">
            <a:avLst/>
          </a:prstGeom>
          <a:solidFill>
            <a:schemeClr val="accent5">
              <a:alpha val="37000"/>
            </a:schemeClr>
          </a:solidFill>
          <a:ln w="6350">
            <a:solidFill>
              <a:schemeClr val="bg1"/>
            </a:solidFill>
            <a:prstDash val="solid"/>
          </a:ln>
        </p:spPr>
      </p:sp>
      <p:sp>
        <p:nvSpPr>
          <p:cNvPr id="195" name="Shape 192"/>
          <p:cNvSpPr/>
          <p:nvPr/>
        </p:nvSpPr>
        <p:spPr>
          <a:xfrm>
            <a:off x="3063240" y="2766060"/>
            <a:ext cx="64922" cy="64922"/>
          </a:xfrm>
          <a:prstGeom prst="rect">
            <a:avLst/>
          </a:prstGeom>
          <a:solidFill>
            <a:schemeClr val="accent5">
              <a:alpha val="60000"/>
            </a:schemeClr>
          </a:solidFill>
          <a:ln w="6350">
            <a:solidFill>
              <a:schemeClr val="bg1"/>
            </a:solidFill>
            <a:prstDash val="solid"/>
          </a:ln>
        </p:spPr>
      </p:sp>
      <p:sp>
        <p:nvSpPr>
          <p:cNvPr id="196" name="Shape 193"/>
          <p:cNvSpPr/>
          <p:nvPr/>
        </p:nvSpPr>
        <p:spPr>
          <a:xfrm>
            <a:off x="3131820" y="2766060"/>
            <a:ext cx="64922" cy="64922"/>
          </a:xfrm>
          <a:prstGeom prst="rect">
            <a:avLst/>
          </a:prstGeom>
          <a:solidFill>
            <a:schemeClr val="accent5">
              <a:alpha val="26000"/>
            </a:schemeClr>
          </a:solidFill>
          <a:ln w="6350">
            <a:solidFill>
              <a:schemeClr val="bg1"/>
            </a:solidFill>
            <a:prstDash val="solid"/>
          </a:ln>
        </p:spPr>
      </p:sp>
      <p:sp>
        <p:nvSpPr>
          <p:cNvPr id="197" name="Shape 194"/>
          <p:cNvSpPr/>
          <p:nvPr/>
        </p:nvSpPr>
        <p:spPr>
          <a:xfrm>
            <a:off x="3200400" y="2766060"/>
            <a:ext cx="64922" cy="64922"/>
          </a:xfrm>
          <a:prstGeom prst="rect">
            <a:avLst/>
          </a:prstGeom>
          <a:solidFill>
            <a:schemeClr val="accent5">
              <a:alpha val="0"/>
            </a:schemeClr>
          </a:solidFill>
          <a:ln w="6350">
            <a:solidFill>
              <a:schemeClr val="bg1"/>
            </a:solidFill>
            <a:prstDash val="solid"/>
          </a:ln>
        </p:spPr>
      </p:sp>
      <p:sp>
        <p:nvSpPr>
          <p:cNvPr id="198" name="Shape 195"/>
          <p:cNvSpPr/>
          <p:nvPr/>
        </p:nvSpPr>
        <p:spPr>
          <a:xfrm>
            <a:off x="3268980" y="2766060"/>
            <a:ext cx="64922" cy="64922"/>
          </a:xfrm>
          <a:prstGeom prst="rect">
            <a:avLst/>
          </a:prstGeom>
          <a:solidFill>
            <a:schemeClr val="accent5">
              <a:alpha val="0"/>
            </a:schemeClr>
          </a:solidFill>
          <a:ln w="6350">
            <a:solidFill>
              <a:schemeClr val="bg1"/>
            </a:solidFill>
            <a:prstDash val="solid"/>
          </a:ln>
        </p:spPr>
      </p:sp>
      <p:sp>
        <p:nvSpPr>
          <p:cNvPr id="199" name="Shape 196"/>
          <p:cNvSpPr/>
          <p:nvPr/>
        </p:nvSpPr>
        <p:spPr>
          <a:xfrm>
            <a:off x="868680" y="2971800"/>
            <a:ext cx="64922" cy="64922"/>
          </a:xfrm>
          <a:prstGeom prst="rect">
            <a:avLst/>
          </a:prstGeom>
          <a:solidFill>
            <a:schemeClr val="accent5">
              <a:alpha val="0"/>
            </a:schemeClr>
          </a:solidFill>
          <a:ln w="6350">
            <a:solidFill>
              <a:schemeClr val="bg1"/>
            </a:solidFill>
            <a:prstDash val="solid"/>
          </a:ln>
        </p:spPr>
      </p:sp>
      <p:sp>
        <p:nvSpPr>
          <p:cNvPr id="200" name="Shape 197"/>
          <p:cNvSpPr/>
          <p:nvPr/>
        </p:nvSpPr>
        <p:spPr>
          <a:xfrm>
            <a:off x="937260" y="2971800"/>
            <a:ext cx="64922" cy="64922"/>
          </a:xfrm>
          <a:prstGeom prst="rect">
            <a:avLst/>
          </a:prstGeom>
          <a:solidFill>
            <a:schemeClr val="accent5">
              <a:alpha val="0"/>
            </a:schemeClr>
          </a:solidFill>
          <a:ln w="6350">
            <a:solidFill>
              <a:schemeClr val="bg1"/>
            </a:solidFill>
            <a:prstDash val="solid"/>
          </a:ln>
        </p:spPr>
      </p:sp>
      <p:sp>
        <p:nvSpPr>
          <p:cNvPr id="201" name="Shape 198"/>
          <p:cNvSpPr/>
          <p:nvPr/>
        </p:nvSpPr>
        <p:spPr>
          <a:xfrm>
            <a:off x="1005840" y="2971800"/>
            <a:ext cx="64922" cy="64922"/>
          </a:xfrm>
          <a:prstGeom prst="rect">
            <a:avLst/>
          </a:prstGeom>
          <a:solidFill>
            <a:schemeClr val="accent5">
              <a:alpha val="7000"/>
            </a:schemeClr>
          </a:solidFill>
          <a:ln w="6350">
            <a:solidFill>
              <a:schemeClr val="bg1"/>
            </a:solidFill>
            <a:prstDash val="solid"/>
          </a:ln>
        </p:spPr>
      </p:sp>
      <p:sp>
        <p:nvSpPr>
          <p:cNvPr id="202" name="Shape 199"/>
          <p:cNvSpPr/>
          <p:nvPr/>
        </p:nvSpPr>
        <p:spPr>
          <a:xfrm>
            <a:off x="1074420" y="2971800"/>
            <a:ext cx="64922" cy="64922"/>
          </a:xfrm>
          <a:prstGeom prst="rect">
            <a:avLst/>
          </a:prstGeom>
          <a:solidFill>
            <a:schemeClr val="accent5">
              <a:alpha val="41000"/>
            </a:schemeClr>
          </a:solidFill>
          <a:ln w="6350">
            <a:solidFill>
              <a:schemeClr val="bg1"/>
            </a:solidFill>
            <a:prstDash val="solid"/>
          </a:ln>
        </p:spPr>
      </p:sp>
      <p:sp>
        <p:nvSpPr>
          <p:cNvPr id="203" name="Shape 200"/>
          <p:cNvSpPr/>
          <p:nvPr/>
        </p:nvSpPr>
        <p:spPr>
          <a:xfrm>
            <a:off x="1143000" y="2971800"/>
            <a:ext cx="64922" cy="64922"/>
          </a:xfrm>
          <a:prstGeom prst="rect">
            <a:avLst/>
          </a:prstGeom>
          <a:solidFill>
            <a:schemeClr val="accent5">
              <a:alpha val="49000"/>
            </a:schemeClr>
          </a:solidFill>
          <a:ln w="6350">
            <a:solidFill>
              <a:schemeClr val="bg1"/>
            </a:solidFill>
            <a:prstDash val="solid"/>
          </a:ln>
        </p:spPr>
      </p:sp>
      <p:sp>
        <p:nvSpPr>
          <p:cNvPr id="204" name="Shape 201"/>
          <p:cNvSpPr/>
          <p:nvPr/>
        </p:nvSpPr>
        <p:spPr>
          <a:xfrm>
            <a:off x="1211580" y="2971800"/>
            <a:ext cx="64922" cy="64922"/>
          </a:xfrm>
          <a:prstGeom prst="rect">
            <a:avLst/>
          </a:prstGeom>
          <a:solidFill>
            <a:schemeClr val="accent5">
              <a:alpha val="15000"/>
            </a:schemeClr>
          </a:solidFill>
          <a:ln w="6350">
            <a:solidFill>
              <a:schemeClr val="bg1"/>
            </a:solidFill>
            <a:prstDash val="solid"/>
          </a:ln>
        </p:spPr>
      </p:sp>
      <p:sp>
        <p:nvSpPr>
          <p:cNvPr id="205" name="Shape 202"/>
          <p:cNvSpPr/>
          <p:nvPr/>
        </p:nvSpPr>
        <p:spPr>
          <a:xfrm>
            <a:off x="1280160" y="2971800"/>
            <a:ext cx="64922" cy="64922"/>
          </a:xfrm>
          <a:prstGeom prst="rect">
            <a:avLst/>
          </a:prstGeom>
          <a:solidFill>
            <a:schemeClr val="accent5">
              <a:alpha val="0"/>
            </a:schemeClr>
          </a:solidFill>
          <a:ln w="6350">
            <a:solidFill>
              <a:schemeClr val="bg1"/>
            </a:solidFill>
            <a:prstDash val="solid"/>
          </a:ln>
        </p:spPr>
      </p:sp>
      <p:sp>
        <p:nvSpPr>
          <p:cNvPr id="206" name="Shape 203"/>
          <p:cNvSpPr/>
          <p:nvPr/>
        </p:nvSpPr>
        <p:spPr>
          <a:xfrm>
            <a:off x="1348740" y="2971800"/>
            <a:ext cx="64922" cy="64922"/>
          </a:xfrm>
          <a:prstGeom prst="rect">
            <a:avLst/>
          </a:prstGeom>
          <a:solidFill>
            <a:schemeClr val="accent5">
              <a:alpha val="0"/>
            </a:schemeClr>
          </a:solidFill>
          <a:ln w="6350">
            <a:solidFill>
              <a:schemeClr val="bg1"/>
            </a:solidFill>
            <a:prstDash val="solid"/>
          </a:ln>
        </p:spPr>
      </p:sp>
      <p:sp>
        <p:nvSpPr>
          <p:cNvPr id="207" name="Shape 204"/>
          <p:cNvSpPr/>
          <p:nvPr/>
        </p:nvSpPr>
        <p:spPr>
          <a:xfrm>
            <a:off x="868680" y="3040380"/>
            <a:ext cx="64922" cy="64922"/>
          </a:xfrm>
          <a:prstGeom prst="rect">
            <a:avLst/>
          </a:prstGeom>
          <a:solidFill>
            <a:schemeClr val="accent5">
              <a:alpha val="0"/>
            </a:schemeClr>
          </a:solidFill>
          <a:ln w="6350">
            <a:solidFill>
              <a:schemeClr val="bg1"/>
            </a:solidFill>
            <a:prstDash val="solid"/>
          </a:ln>
        </p:spPr>
      </p:sp>
      <p:sp>
        <p:nvSpPr>
          <p:cNvPr id="208" name="Shape 205"/>
          <p:cNvSpPr/>
          <p:nvPr/>
        </p:nvSpPr>
        <p:spPr>
          <a:xfrm>
            <a:off x="937260" y="3040380"/>
            <a:ext cx="64922" cy="64922"/>
          </a:xfrm>
          <a:prstGeom prst="rect">
            <a:avLst/>
          </a:prstGeom>
          <a:solidFill>
            <a:schemeClr val="accent5">
              <a:alpha val="0"/>
            </a:schemeClr>
          </a:solidFill>
          <a:ln w="6350">
            <a:solidFill>
              <a:schemeClr val="bg1"/>
            </a:solidFill>
            <a:prstDash val="solid"/>
          </a:ln>
        </p:spPr>
      </p:sp>
      <p:sp>
        <p:nvSpPr>
          <p:cNvPr id="209" name="Shape 206"/>
          <p:cNvSpPr/>
          <p:nvPr/>
        </p:nvSpPr>
        <p:spPr>
          <a:xfrm>
            <a:off x="1005840" y="3040380"/>
            <a:ext cx="64922" cy="64922"/>
          </a:xfrm>
          <a:prstGeom prst="rect">
            <a:avLst/>
          </a:prstGeom>
          <a:solidFill>
            <a:schemeClr val="accent5">
              <a:alpha val="45000"/>
            </a:schemeClr>
          </a:solidFill>
          <a:ln w="6350">
            <a:solidFill>
              <a:schemeClr val="bg1"/>
            </a:solidFill>
            <a:prstDash val="solid"/>
          </a:ln>
        </p:spPr>
      </p:sp>
      <p:sp>
        <p:nvSpPr>
          <p:cNvPr id="210" name="Shape 207"/>
          <p:cNvSpPr/>
          <p:nvPr/>
        </p:nvSpPr>
        <p:spPr>
          <a:xfrm>
            <a:off x="1074420" y="3040380"/>
            <a:ext cx="64922" cy="64922"/>
          </a:xfrm>
          <a:prstGeom prst="rect">
            <a:avLst/>
          </a:prstGeom>
          <a:solidFill>
            <a:schemeClr val="accent5">
              <a:alpha val="60000"/>
            </a:schemeClr>
          </a:solidFill>
          <a:ln w="6350">
            <a:solidFill>
              <a:schemeClr val="bg1"/>
            </a:solidFill>
            <a:prstDash val="solid"/>
          </a:ln>
        </p:spPr>
      </p:sp>
      <p:sp>
        <p:nvSpPr>
          <p:cNvPr id="211" name="Shape 208"/>
          <p:cNvSpPr/>
          <p:nvPr/>
        </p:nvSpPr>
        <p:spPr>
          <a:xfrm>
            <a:off x="1143000" y="3040380"/>
            <a:ext cx="64922" cy="64922"/>
          </a:xfrm>
          <a:prstGeom prst="rect">
            <a:avLst/>
          </a:prstGeom>
          <a:solidFill>
            <a:schemeClr val="accent5">
              <a:alpha val="49000"/>
            </a:schemeClr>
          </a:solidFill>
          <a:ln w="6350">
            <a:solidFill>
              <a:schemeClr val="bg1"/>
            </a:solidFill>
            <a:prstDash val="solid"/>
          </a:ln>
        </p:spPr>
      </p:sp>
      <p:sp>
        <p:nvSpPr>
          <p:cNvPr id="212" name="Shape 209"/>
          <p:cNvSpPr/>
          <p:nvPr/>
        </p:nvSpPr>
        <p:spPr>
          <a:xfrm>
            <a:off x="1211580" y="3040380"/>
            <a:ext cx="64922" cy="64922"/>
          </a:xfrm>
          <a:prstGeom prst="rect">
            <a:avLst/>
          </a:prstGeom>
          <a:solidFill>
            <a:schemeClr val="accent5">
              <a:alpha val="56000"/>
            </a:schemeClr>
          </a:solidFill>
          <a:ln w="6350">
            <a:solidFill>
              <a:schemeClr val="bg1"/>
            </a:solidFill>
            <a:prstDash val="solid"/>
          </a:ln>
        </p:spPr>
      </p:sp>
      <p:sp>
        <p:nvSpPr>
          <p:cNvPr id="213" name="Shape 210"/>
          <p:cNvSpPr/>
          <p:nvPr/>
        </p:nvSpPr>
        <p:spPr>
          <a:xfrm>
            <a:off x="1280160" y="3040380"/>
            <a:ext cx="64922" cy="64922"/>
          </a:xfrm>
          <a:prstGeom prst="rect">
            <a:avLst/>
          </a:prstGeom>
          <a:solidFill>
            <a:schemeClr val="accent5">
              <a:alpha val="0"/>
            </a:schemeClr>
          </a:solidFill>
          <a:ln w="6350">
            <a:solidFill>
              <a:schemeClr val="bg1"/>
            </a:solidFill>
            <a:prstDash val="solid"/>
          </a:ln>
        </p:spPr>
      </p:sp>
      <p:sp>
        <p:nvSpPr>
          <p:cNvPr id="214" name="Shape 211"/>
          <p:cNvSpPr/>
          <p:nvPr/>
        </p:nvSpPr>
        <p:spPr>
          <a:xfrm>
            <a:off x="1348740" y="3040380"/>
            <a:ext cx="64922" cy="64922"/>
          </a:xfrm>
          <a:prstGeom prst="rect">
            <a:avLst/>
          </a:prstGeom>
          <a:solidFill>
            <a:schemeClr val="accent5">
              <a:alpha val="0"/>
            </a:schemeClr>
          </a:solidFill>
          <a:ln w="6350">
            <a:solidFill>
              <a:schemeClr val="bg1"/>
            </a:solidFill>
            <a:prstDash val="solid"/>
          </a:ln>
        </p:spPr>
      </p:sp>
      <p:sp>
        <p:nvSpPr>
          <p:cNvPr id="215" name="Shape 212"/>
          <p:cNvSpPr/>
          <p:nvPr/>
        </p:nvSpPr>
        <p:spPr>
          <a:xfrm>
            <a:off x="868680" y="3108960"/>
            <a:ext cx="64922" cy="64922"/>
          </a:xfrm>
          <a:prstGeom prst="rect">
            <a:avLst/>
          </a:prstGeom>
          <a:solidFill>
            <a:schemeClr val="accent5">
              <a:alpha val="0"/>
            </a:schemeClr>
          </a:solidFill>
          <a:ln w="6350">
            <a:solidFill>
              <a:schemeClr val="bg1"/>
            </a:solidFill>
            <a:prstDash val="solid"/>
          </a:ln>
        </p:spPr>
      </p:sp>
      <p:sp>
        <p:nvSpPr>
          <p:cNvPr id="216" name="Shape 213"/>
          <p:cNvSpPr/>
          <p:nvPr/>
        </p:nvSpPr>
        <p:spPr>
          <a:xfrm>
            <a:off x="937260" y="3108960"/>
            <a:ext cx="64922" cy="64922"/>
          </a:xfrm>
          <a:prstGeom prst="rect">
            <a:avLst/>
          </a:prstGeom>
          <a:solidFill>
            <a:schemeClr val="accent5">
              <a:alpha val="0"/>
            </a:schemeClr>
          </a:solidFill>
          <a:ln w="6350">
            <a:solidFill>
              <a:schemeClr val="bg1"/>
            </a:solidFill>
            <a:prstDash val="solid"/>
          </a:ln>
        </p:spPr>
      </p:sp>
      <p:sp>
        <p:nvSpPr>
          <p:cNvPr id="217" name="Shape 214"/>
          <p:cNvSpPr/>
          <p:nvPr/>
        </p:nvSpPr>
        <p:spPr>
          <a:xfrm>
            <a:off x="1005840" y="3108960"/>
            <a:ext cx="64922" cy="64922"/>
          </a:xfrm>
          <a:prstGeom prst="rect">
            <a:avLst/>
          </a:prstGeom>
          <a:solidFill>
            <a:schemeClr val="accent5">
              <a:alpha val="60000"/>
            </a:schemeClr>
          </a:solidFill>
          <a:ln w="6350">
            <a:solidFill>
              <a:schemeClr val="bg1"/>
            </a:solidFill>
            <a:prstDash val="solid"/>
          </a:ln>
        </p:spPr>
      </p:sp>
      <p:sp>
        <p:nvSpPr>
          <p:cNvPr id="218" name="Shape 215"/>
          <p:cNvSpPr/>
          <p:nvPr/>
        </p:nvSpPr>
        <p:spPr>
          <a:xfrm>
            <a:off x="1074420" y="3108960"/>
            <a:ext cx="64922" cy="64922"/>
          </a:xfrm>
          <a:prstGeom prst="rect">
            <a:avLst/>
          </a:prstGeom>
          <a:solidFill>
            <a:schemeClr val="accent5">
              <a:alpha val="34000"/>
            </a:schemeClr>
          </a:solidFill>
          <a:ln w="6350">
            <a:solidFill>
              <a:schemeClr val="bg1"/>
            </a:solidFill>
            <a:prstDash val="solid"/>
          </a:ln>
        </p:spPr>
      </p:sp>
      <p:sp>
        <p:nvSpPr>
          <p:cNvPr id="219" name="Shape 216"/>
          <p:cNvSpPr/>
          <p:nvPr/>
        </p:nvSpPr>
        <p:spPr>
          <a:xfrm>
            <a:off x="1143000" y="3108960"/>
            <a:ext cx="64922" cy="64922"/>
          </a:xfrm>
          <a:prstGeom prst="rect">
            <a:avLst/>
          </a:prstGeom>
          <a:solidFill>
            <a:schemeClr val="accent5">
              <a:alpha val="4000"/>
            </a:schemeClr>
          </a:solidFill>
          <a:ln w="6350">
            <a:solidFill>
              <a:schemeClr val="bg1"/>
            </a:solidFill>
            <a:prstDash val="solid"/>
          </a:ln>
        </p:spPr>
      </p:sp>
      <p:sp>
        <p:nvSpPr>
          <p:cNvPr id="220" name="Shape 217"/>
          <p:cNvSpPr/>
          <p:nvPr/>
        </p:nvSpPr>
        <p:spPr>
          <a:xfrm>
            <a:off x="1211580" y="3108960"/>
            <a:ext cx="64922" cy="64922"/>
          </a:xfrm>
          <a:prstGeom prst="rect">
            <a:avLst/>
          </a:prstGeom>
          <a:solidFill>
            <a:schemeClr val="accent5">
              <a:alpha val="11000"/>
            </a:schemeClr>
          </a:solidFill>
          <a:ln w="6350">
            <a:solidFill>
              <a:schemeClr val="bg1"/>
            </a:solidFill>
            <a:prstDash val="solid"/>
          </a:ln>
        </p:spPr>
      </p:sp>
      <p:sp>
        <p:nvSpPr>
          <p:cNvPr id="221" name="Shape 218"/>
          <p:cNvSpPr/>
          <p:nvPr/>
        </p:nvSpPr>
        <p:spPr>
          <a:xfrm>
            <a:off x="1280160" y="3108960"/>
            <a:ext cx="64922" cy="64922"/>
          </a:xfrm>
          <a:prstGeom prst="rect">
            <a:avLst/>
          </a:prstGeom>
          <a:solidFill>
            <a:schemeClr val="accent5">
              <a:alpha val="0"/>
            </a:schemeClr>
          </a:solidFill>
          <a:ln w="6350">
            <a:solidFill>
              <a:schemeClr val="bg1"/>
            </a:solidFill>
            <a:prstDash val="solid"/>
          </a:ln>
        </p:spPr>
      </p:sp>
      <p:sp>
        <p:nvSpPr>
          <p:cNvPr id="222" name="Shape 219"/>
          <p:cNvSpPr/>
          <p:nvPr/>
        </p:nvSpPr>
        <p:spPr>
          <a:xfrm>
            <a:off x="1348740" y="3108960"/>
            <a:ext cx="64922" cy="64922"/>
          </a:xfrm>
          <a:prstGeom prst="rect">
            <a:avLst/>
          </a:prstGeom>
          <a:solidFill>
            <a:schemeClr val="accent5">
              <a:alpha val="0"/>
            </a:schemeClr>
          </a:solidFill>
          <a:ln w="6350">
            <a:solidFill>
              <a:schemeClr val="bg1"/>
            </a:solidFill>
            <a:prstDash val="solid"/>
          </a:ln>
        </p:spPr>
      </p:sp>
      <p:sp>
        <p:nvSpPr>
          <p:cNvPr id="223" name="Shape 220"/>
          <p:cNvSpPr/>
          <p:nvPr/>
        </p:nvSpPr>
        <p:spPr>
          <a:xfrm>
            <a:off x="868680" y="3177540"/>
            <a:ext cx="64922" cy="64922"/>
          </a:xfrm>
          <a:prstGeom prst="rect">
            <a:avLst/>
          </a:prstGeom>
          <a:solidFill>
            <a:schemeClr val="accent5">
              <a:alpha val="0"/>
            </a:schemeClr>
          </a:solidFill>
          <a:ln w="6350">
            <a:solidFill>
              <a:schemeClr val="bg1"/>
            </a:solidFill>
            <a:prstDash val="solid"/>
          </a:ln>
        </p:spPr>
      </p:sp>
      <p:sp>
        <p:nvSpPr>
          <p:cNvPr id="224" name="Shape 221"/>
          <p:cNvSpPr/>
          <p:nvPr/>
        </p:nvSpPr>
        <p:spPr>
          <a:xfrm>
            <a:off x="937260" y="3177540"/>
            <a:ext cx="64922" cy="64922"/>
          </a:xfrm>
          <a:prstGeom prst="rect">
            <a:avLst/>
          </a:prstGeom>
          <a:solidFill>
            <a:schemeClr val="accent5">
              <a:alpha val="15000"/>
            </a:schemeClr>
          </a:solidFill>
          <a:ln w="6350">
            <a:solidFill>
              <a:schemeClr val="bg1"/>
            </a:solidFill>
            <a:prstDash val="solid"/>
          </a:ln>
        </p:spPr>
      </p:sp>
      <p:sp>
        <p:nvSpPr>
          <p:cNvPr id="225" name="Shape 222"/>
          <p:cNvSpPr/>
          <p:nvPr/>
        </p:nvSpPr>
        <p:spPr>
          <a:xfrm>
            <a:off x="1005840" y="3177540"/>
            <a:ext cx="64922" cy="64922"/>
          </a:xfrm>
          <a:prstGeom prst="rect">
            <a:avLst/>
          </a:prstGeom>
          <a:solidFill>
            <a:schemeClr val="accent5">
              <a:alpha val="60000"/>
            </a:schemeClr>
          </a:solidFill>
          <a:ln w="6350">
            <a:solidFill>
              <a:schemeClr val="bg1"/>
            </a:solidFill>
            <a:prstDash val="solid"/>
          </a:ln>
        </p:spPr>
      </p:sp>
      <p:sp>
        <p:nvSpPr>
          <p:cNvPr id="226" name="Shape 223"/>
          <p:cNvSpPr/>
          <p:nvPr/>
        </p:nvSpPr>
        <p:spPr>
          <a:xfrm>
            <a:off x="1074420" y="3177540"/>
            <a:ext cx="64922" cy="64922"/>
          </a:xfrm>
          <a:prstGeom prst="rect">
            <a:avLst/>
          </a:prstGeom>
          <a:solidFill>
            <a:schemeClr val="accent5">
              <a:alpha val="22000"/>
            </a:schemeClr>
          </a:solidFill>
          <a:ln w="6350">
            <a:solidFill>
              <a:schemeClr val="bg1"/>
            </a:solidFill>
            <a:prstDash val="solid"/>
          </a:ln>
        </p:spPr>
      </p:sp>
      <p:sp>
        <p:nvSpPr>
          <p:cNvPr id="227" name="Shape 224"/>
          <p:cNvSpPr/>
          <p:nvPr/>
        </p:nvSpPr>
        <p:spPr>
          <a:xfrm>
            <a:off x="1143000" y="3177540"/>
            <a:ext cx="64922" cy="64922"/>
          </a:xfrm>
          <a:prstGeom prst="rect">
            <a:avLst/>
          </a:prstGeom>
          <a:solidFill>
            <a:schemeClr val="accent5">
              <a:alpha val="52000"/>
            </a:schemeClr>
          </a:solidFill>
          <a:ln w="6350">
            <a:solidFill>
              <a:schemeClr val="bg1"/>
            </a:solidFill>
            <a:prstDash val="solid"/>
          </a:ln>
        </p:spPr>
      </p:sp>
      <p:sp>
        <p:nvSpPr>
          <p:cNvPr id="228" name="Shape 225"/>
          <p:cNvSpPr/>
          <p:nvPr/>
        </p:nvSpPr>
        <p:spPr>
          <a:xfrm>
            <a:off x="1211580" y="3177540"/>
            <a:ext cx="64922" cy="64922"/>
          </a:xfrm>
          <a:prstGeom prst="rect">
            <a:avLst/>
          </a:prstGeom>
          <a:solidFill>
            <a:schemeClr val="accent5">
              <a:alpha val="34000"/>
            </a:schemeClr>
          </a:solidFill>
          <a:ln w="6350">
            <a:solidFill>
              <a:schemeClr val="bg1"/>
            </a:solidFill>
            <a:prstDash val="solid"/>
          </a:ln>
        </p:spPr>
      </p:sp>
      <p:sp>
        <p:nvSpPr>
          <p:cNvPr id="229" name="Shape 226"/>
          <p:cNvSpPr/>
          <p:nvPr/>
        </p:nvSpPr>
        <p:spPr>
          <a:xfrm>
            <a:off x="1280160" y="3177540"/>
            <a:ext cx="64922" cy="64922"/>
          </a:xfrm>
          <a:prstGeom prst="rect">
            <a:avLst/>
          </a:prstGeom>
          <a:solidFill>
            <a:schemeClr val="accent5">
              <a:alpha val="4000"/>
            </a:schemeClr>
          </a:solidFill>
          <a:ln w="6350">
            <a:solidFill>
              <a:schemeClr val="bg1"/>
            </a:solidFill>
            <a:prstDash val="solid"/>
          </a:ln>
        </p:spPr>
      </p:sp>
      <p:sp>
        <p:nvSpPr>
          <p:cNvPr id="230" name="Shape 227"/>
          <p:cNvSpPr/>
          <p:nvPr/>
        </p:nvSpPr>
        <p:spPr>
          <a:xfrm>
            <a:off x="1348740" y="3177540"/>
            <a:ext cx="64922" cy="64922"/>
          </a:xfrm>
          <a:prstGeom prst="rect">
            <a:avLst/>
          </a:prstGeom>
          <a:solidFill>
            <a:schemeClr val="accent5">
              <a:alpha val="0"/>
            </a:schemeClr>
          </a:solidFill>
          <a:ln w="6350">
            <a:solidFill>
              <a:schemeClr val="bg1"/>
            </a:solidFill>
            <a:prstDash val="solid"/>
          </a:ln>
        </p:spPr>
      </p:sp>
      <p:sp>
        <p:nvSpPr>
          <p:cNvPr id="231" name="Shape 228"/>
          <p:cNvSpPr/>
          <p:nvPr/>
        </p:nvSpPr>
        <p:spPr>
          <a:xfrm>
            <a:off x="868680" y="3246120"/>
            <a:ext cx="64922" cy="64922"/>
          </a:xfrm>
          <a:prstGeom prst="rect">
            <a:avLst/>
          </a:prstGeom>
          <a:solidFill>
            <a:schemeClr val="accent5">
              <a:alpha val="0"/>
            </a:schemeClr>
          </a:solidFill>
          <a:ln w="6350">
            <a:solidFill>
              <a:schemeClr val="bg1"/>
            </a:solidFill>
            <a:prstDash val="solid"/>
          </a:ln>
        </p:spPr>
      </p:sp>
      <p:sp>
        <p:nvSpPr>
          <p:cNvPr id="232" name="Shape 229"/>
          <p:cNvSpPr/>
          <p:nvPr/>
        </p:nvSpPr>
        <p:spPr>
          <a:xfrm>
            <a:off x="937260" y="3246120"/>
            <a:ext cx="64922" cy="64922"/>
          </a:xfrm>
          <a:prstGeom prst="rect">
            <a:avLst/>
          </a:prstGeom>
          <a:solidFill>
            <a:schemeClr val="accent5">
              <a:alpha val="26000"/>
            </a:schemeClr>
          </a:solidFill>
          <a:ln w="6350">
            <a:solidFill>
              <a:schemeClr val="bg1"/>
            </a:solidFill>
            <a:prstDash val="solid"/>
          </a:ln>
        </p:spPr>
      </p:sp>
      <p:sp>
        <p:nvSpPr>
          <p:cNvPr id="233" name="Shape 230"/>
          <p:cNvSpPr/>
          <p:nvPr/>
        </p:nvSpPr>
        <p:spPr>
          <a:xfrm>
            <a:off x="1005840" y="3246120"/>
            <a:ext cx="64922" cy="64922"/>
          </a:xfrm>
          <a:prstGeom prst="rect">
            <a:avLst/>
          </a:prstGeom>
          <a:solidFill>
            <a:schemeClr val="accent5">
              <a:alpha val="60000"/>
            </a:schemeClr>
          </a:solidFill>
          <a:ln w="6350">
            <a:solidFill>
              <a:schemeClr val="bg1"/>
            </a:solidFill>
            <a:prstDash val="solid"/>
          </a:ln>
        </p:spPr>
      </p:sp>
      <p:sp>
        <p:nvSpPr>
          <p:cNvPr id="234" name="Shape 231"/>
          <p:cNvSpPr/>
          <p:nvPr/>
        </p:nvSpPr>
        <p:spPr>
          <a:xfrm>
            <a:off x="1074420" y="3246120"/>
            <a:ext cx="64922" cy="64922"/>
          </a:xfrm>
          <a:prstGeom prst="rect">
            <a:avLst/>
          </a:prstGeom>
          <a:solidFill>
            <a:schemeClr val="accent5">
              <a:alpha val="60000"/>
            </a:schemeClr>
          </a:solidFill>
          <a:ln w="6350">
            <a:solidFill>
              <a:schemeClr val="bg1"/>
            </a:solidFill>
            <a:prstDash val="solid"/>
          </a:ln>
        </p:spPr>
      </p:sp>
      <p:sp>
        <p:nvSpPr>
          <p:cNvPr id="235" name="Shape 232"/>
          <p:cNvSpPr/>
          <p:nvPr/>
        </p:nvSpPr>
        <p:spPr>
          <a:xfrm>
            <a:off x="1143000" y="3246120"/>
            <a:ext cx="64922" cy="64922"/>
          </a:xfrm>
          <a:prstGeom prst="rect">
            <a:avLst/>
          </a:prstGeom>
          <a:solidFill>
            <a:schemeClr val="accent5">
              <a:alpha val="60000"/>
            </a:schemeClr>
          </a:solidFill>
          <a:ln w="6350">
            <a:solidFill>
              <a:schemeClr val="bg1"/>
            </a:solidFill>
            <a:prstDash val="solid"/>
          </a:ln>
        </p:spPr>
      </p:sp>
      <p:sp>
        <p:nvSpPr>
          <p:cNvPr id="236" name="Shape 233"/>
          <p:cNvSpPr/>
          <p:nvPr/>
        </p:nvSpPr>
        <p:spPr>
          <a:xfrm>
            <a:off x="1211580" y="3246120"/>
            <a:ext cx="64922" cy="64922"/>
          </a:xfrm>
          <a:prstGeom prst="rect">
            <a:avLst/>
          </a:prstGeom>
          <a:solidFill>
            <a:schemeClr val="accent5">
              <a:alpha val="60000"/>
            </a:schemeClr>
          </a:solidFill>
          <a:ln w="6350">
            <a:solidFill>
              <a:schemeClr val="bg1"/>
            </a:solidFill>
            <a:prstDash val="solid"/>
          </a:ln>
        </p:spPr>
      </p:sp>
      <p:sp>
        <p:nvSpPr>
          <p:cNvPr id="237" name="Shape 234"/>
          <p:cNvSpPr/>
          <p:nvPr/>
        </p:nvSpPr>
        <p:spPr>
          <a:xfrm>
            <a:off x="1280160" y="3246120"/>
            <a:ext cx="64922" cy="64922"/>
          </a:xfrm>
          <a:prstGeom prst="rect">
            <a:avLst/>
          </a:prstGeom>
          <a:solidFill>
            <a:schemeClr val="accent5">
              <a:alpha val="22000"/>
            </a:schemeClr>
          </a:solidFill>
          <a:ln w="6350">
            <a:solidFill>
              <a:schemeClr val="bg1"/>
            </a:solidFill>
            <a:prstDash val="solid"/>
          </a:ln>
        </p:spPr>
      </p:sp>
      <p:sp>
        <p:nvSpPr>
          <p:cNvPr id="238" name="Shape 235"/>
          <p:cNvSpPr/>
          <p:nvPr/>
        </p:nvSpPr>
        <p:spPr>
          <a:xfrm>
            <a:off x="1348740" y="3246120"/>
            <a:ext cx="64922" cy="64922"/>
          </a:xfrm>
          <a:prstGeom prst="rect">
            <a:avLst/>
          </a:prstGeom>
          <a:solidFill>
            <a:schemeClr val="accent5">
              <a:alpha val="0"/>
            </a:schemeClr>
          </a:solidFill>
          <a:ln w="6350">
            <a:solidFill>
              <a:schemeClr val="bg1"/>
            </a:solidFill>
            <a:prstDash val="solid"/>
          </a:ln>
        </p:spPr>
      </p:sp>
      <p:sp>
        <p:nvSpPr>
          <p:cNvPr id="239" name="Shape 236"/>
          <p:cNvSpPr/>
          <p:nvPr/>
        </p:nvSpPr>
        <p:spPr>
          <a:xfrm>
            <a:off x="868680" y="3314700"/>
            <a:ext cx="64922" cy="64922"/>
          </a:xfrm>
          <a:prstGeom prst="rect">
            <a:avLst/>
          </a:prstGeom>
          <a:solidFill>
            <a:schemeClr val="accent5">
              <a:alpha val="0"/>
            </a:schemeClr>
          </a:solidFill>
          <a:ln w="6350">
            <a:solidFill>
              <a:schemeClr val="bg1"/>
            </a:solidFill>
            <a:prstDash val="solid"/>
          </a:ln>
        </p:spPr>
      </p:sp>
      <p:sp>
        <p:nvSpPr>
          <p:cNvPr id="240" name="Shape 237"/>
          <p:cNvSpPr/>
          <p:nvPr/>
        </p:nvSpPr>
        <p:spPr>
          <a:xfrm>
            <a:off x="937260" y="3314700"/>
            <a:ext cx="64922" cy="64922"/>
          </a:xfrm>
          <a:prstGeom prst="rect">
            <a:avLst/>
          </a:prstGeom>
          <a:solidFill>
            <a:schemeClr val="accent5">
              <a:alpha val="4000"/>
            </a:schemeClr>
          </a:solidFill>
          <a:ln w="6350">
            <a:solidFill>
              <a:schemeClr val="bg1"/>
            </a:solidFill>
            <a:prstDash val="solid"/>
          </a:ln>
        </p:spPr>
      </p:sp>
      <p:sp>
        <p:nvSpPr>
          <p:cNvPr id="241" name="Shape 238"/>
          <p:cNvSpPr/>
          <p:nvPr/>
        </p:nvSpPr>
        <p:spPr>
          <a:xfrm>
            <a:off x="1005840" y="3314700"/>
            <a:ext cx="64922" cy="64922"/>
          </a:xfrm>
          <a:prstGeom prst="rect">
            <a:avLst/>
          </a:prstGeom>
          <a:solidFill>
            <a:schemeClr val="accent5">
              <a:alpha val="60000"/>
            </a:schemeClr>
          </a:solidFill>
          <a:ln w="6350">
            <a:solidFill>
              <a:schemeClr val="bg1"/>
            </a:solidFill>
            <a:prstDash val="solid"/>
          </a:ln>
        </p:spPr>
      </p:sp>
      <p:sp>
        <p:nvSpPr>
          <p:cNvPr id="242" name="Shape 239"/>
          <p:cNvSpPr/>
          <p:nvPr/>
        </p:nvSpPr>
        <p:spPr>
          <a:xfrm>
            <a:off x="1074420" y="3314700"/>
            <a:ext cx="64922" cy="64922"/>
          </a:xfrm>
          <a:prstGeom prst="rect">
            <a:avLst/>
          </a:prstGeom>
          <a:solidFill>
            <a:schemeClr val="accent5">
              <a:alpha val="52000"/>
            </a:schemeClr>
          </a:solidFill>
          <a:ln w="6350">
            <a:solidFill>
              <a:schemeClr val="bg1"/>
            </a:solidFill>
            <a:prstDash val="solid"/>
          </a:ln>
        </p:spPr>
      </p:sp>
      <p:sp>
        <p:nvSpPr>
          <p:cNvPr id="243" name="Shape 240"/>
          <p:cNvSpPr/>
          <p:nvPr/>
        </p:nvSpPr>
        <p:spPr>
          <a:xfrm>
            <a:off x="1143000" y="3314700"/>
            <a:ext cx="64922" cy="64922"/>
          </a:xfrm>
          <a:prstGeom prst="rect">
            <a:avLst/>
          </a:prstGeom>
          <a:solidFill>
            <a:schemeClr val="accent5">
              <a:alpha val="15000"/>
            </a:schemeClr>
          </a:solidFill>
          <a:ln w="6350">
            <a:solidFill>
              <a:schemeClr val="bg1"/>
            </a:solidFill>
            <a:prstDash val="solid"/>
          </a:ln>
        </p:spPr>
      </p:sp>
      <p:sp>
        <p:nvSpPr>
          <p:cNvPr id="244" name="Shape 241"/>
          <p:cNvSpPr/>
          <p:nvPr/>
        </p:nvSpPr>
        <p:spPr>
          <a:xfrm>
            <a:off x="1211580" y="3314700"/>
            <a:ext cx="64922" cy="64922"/>
          </a:xfrm>
          <a:prstGeom prst="rect">
            <a:avLst/>
          </a:prstGeom>
          <a:solidFill>
            <a:schemeClr val="accent5">
              <a:alpha val="60000"/>
            </a:schemeClr>
          </a:solidFill>
          <a:ln w="6350">
            <a:solidFill>
              <a:schemeClr val="bg1"/>
            </a:solidFill>
            <a:prstDash val="solid"/>
          </a:ln>
        </p:spPr>
      </p:sp>
      <p:sp>
        <p:nvSpPr>
          <p:cNvPr id="245" name="Shape 242"/>
          <p:cNvSpPr/>
          <p:nvPr/>
        </p:nvSpPr>
        <p:spPr>
          <a:xfrm>
            <a:off x="1280160" y="3314700"/>
            <a:ext cx="64922" cy="64922"/>
          </a:xfrm>
          <a:prstGeom prst="rect">
            <a:avLst/>
          </a:prstGeom>
          <a:solidFill>
            <a:schemeClr val="accent5">
              <a:alpha val="30000"/>
            </a:schemeClr>
          </a:solidFill>
          <a:ln w="6350">
            <a:solidFill>
              <a:schemeClr val="bg1"/>
            </a:solidFill>
            <a:prstDash val="solid"/>
          </a:ln>
        </p:spPr>
      </p:sp>
      <p:sp>
        <p:nvSpPr>
          <p:cNvPr id="246" name="Shape 243"/>
          <p:cNvSpPr/>
          <p:nvPr/>
        </p:nvSpPr>
        <p:spPr>
          <a:xfrm>
            <a:off x="1348740" y="3314700"/>
            <a:ext cx="64922" cy="64922"/>
          </a:xfrm>
          <a:prstGeom prst="rect">
            <a:avLst/>
          </a:prstGeom>
          <a:solidFill>
            <a:schemeClr val="accent5">
              <a:alpha val="0"/>
            </a:schemeClr>
          </a:solidFill>
          <a:ln w="6350">
            <a:solidFill>
              <a:schemeClr val="bg1"/>
            </a:solidFill>
            <a:prstDash val="solid"/>
          </a:ln>
        </p:spPr>
      </p:sp>
      <p:sp>
        <p:nvSpPr>
          <p:cNvPr id="247" name="Shape 244"/>
          <p:cNvSpPr/>
          <p:nvPr/>
        </p:nvSpPr>
        <p:spPr>
          <a:xfrm>
            <a:off x="868680" y="3383280"/>
            <a:ext cx="64922" cy="64922"/>
          </a:xfrm>
          <a:prstGeom prst="rect">
            <a:avLst/>
          </a:prstGeom>
          <a:solidFill>
            <a:schemeClr val="accent5">
              <a:alpha val="0"/>
            </a:schemeClr>
          </a:solidFill>
          <a:ln w="6350">
            <a:solidFill>
              <a:schemeClr val="bg1"/>
            </a:solidFill>
            <a:prstDash val="solid"/>
          </a:ln>
        </p:spPr>
      </p:sp>
      <p:sp>
        <p:nvSpPr>
          <p:cNvPr id="248" name="Shape 245"/>
          <p:cNvSpPr/>
          <p:nvPr/>
        </p:nvSpPr>
        <p:spPr>
          <a:xfrm>
            <a:off x="937260" y="3383280"/>
            <a:ext cx="64922" cy="64922"/>
          </a:xfrm>
          <a:prstGeom prst="rect">
            <a:avLst/>
          </a:prstGeom>
          <a:solidFill>
            <a:schemeClr val="accent5">
              <a:alpha val="0"/>
            </a:schemeClr>
          </a:solidFill>
          <a:ln w="6350">
            <a:solidFill>
              <a:schemeClr val="bg1"/>
            </a:solidFill>
            <a:prstDash val="solid"/>
          </a:ln>
        </p:spPr>
      </p:sp>
      <p:sp>
        <p:nvSpPr>
          <p:cNvPr id="249" name="Shape 246"/>
          <p:cNvSpPr/>
          <p:nvPr/>
        </p:nvSpPr>
        <p:spPr>
          <a:xfrm>
            <a:off x="1005840" y="3383280"/>
            <a:ext cx="64922" cy="64922"/>
          </a:xfrm>
          <a:prstGeom prst="rect">
            <a:avLst/>
          </a:prstGeom>
          <a:solidFill>
            <a:schemeClr val="accent5">
              <a:alpha val="45000"/>
            </a:schemeClr>
          </a:solidFill>
          <a:ln w="6350">
            <a:solidFill>
              <a:schemeClr val="bg1"/>
            </a:solidFill>
            <a:prstDash val="solid"/>
          </a:ln>
        </p:spPr>
      </p:sp>
      <p:sp>
        <p:nvSpPr>
          <p:cNvPr id="250" name="Shape 247"/>
          <p:cNvSpPr/>
          <p:nvPr/>
        </p:nvSpPr>
        <p:spPr>
          <a:xfrm>
            <a:off x="1074420" y="3383280"/>
            <a:ext cx="64922" cy="64922"/>
          </a:xfrm>
          <a:prstGeom prst="rect">
            <a:avLst/>
          </a:prstGeom>
          <a:solidFill>
            <a:schemeClr val="accent5">
              <a:alpha val="60000"/>
            </a:schemeClr>
          </a:solidFill>
          <a:ln w="6350">
            <a:solidFill>
              <a:schemeClr val="bg1"/>
            </a:solidFill>
            <a:prstDash val="solid"/>
          </a:ln>
        </p:spPr>
      </p:sp>
      <p:sp>
        <p:nvSpPr>
          <p:cNvPr id="251" name="Shape 248"/>
          <p:cNvSpPr/>
          <p:nvPr/>
        </p:nvSpPr>
        <p:spPr>
          <a:xfrm>
            <a:off x="1143000" y="3383280"/>
            <a:ext cx="64922" cy="64922"/>
          </a:xfrm>
          <a:prstGeom prst="rect">
            <a:avLst/>
          </a:prstGeom>
          <a:solidFill>
            <a:schemeClr val="accent5">
              <a:alpha val="49000"/>
            </a:schemeClr>
          </a:solidFill>
          <a:ln w="6350">
            <a:solidFill>
              <a:schemeClr val="bg1"/>
            </a:solidFill>
            <a:prstDash val="solid"/>
          </a:ln>
        </p:spPr>
      </p:sp>
      <p:sp>
        <p:nvSpPr>
          <p:cNvPr id="252" name="Shape 249"/>
          <p:cNvSpPr/>
          <p:nvPr/>
        </p:nvSpPr>
        <p:spPr>
          <a:xfrm>
            <a:off x="1211580" y="3383280"/>
            <a:ext cx="64922" cy="64922"/>
          </a:xfrm>
          <a:prstGeom prst="rect">
            <a:avLst/>
          </a:prstGeom>
          <a:solidFill>
            <a:schemeClr val="accent5">
              <a:alpha val="60000"/>
            </a:schemeClr>
          </a:solidFill>
          <a:ln w="6350">
            <a:solidFill>
              <a:schemeClr val="bg1"/>
            </a:solidFill>
            <a:prstDash val="solid"/>
          </a:ln>
        </p:spPr>
      </p:sp>
      <p:sp>
        <p:nvSpPr>
          <p:cNvPr id="253" name="Shape 250"/>
          <p:cNvSpPr/>
          <p:nvPr/>
        </p:nvSpPr>
        <p:spPr>
          <a:xfrm>
            <a:off x="1280160" y="3383280"/>
            <a:ext cx="64922" cy="64922"/>
          </a:xfrm>
          <a:prstGeom prst="rect">
            <a:avLst/>
          </a:prstGeom>
          <a:solidFill>
            <a:schemeClr val="accent5">
              <a:alpha val="7000"/>
            </a:schemeClr>
          </a:solidFill>
          <a:ln w="6350">
            <a:solidFill>
              <a:schemeClr val="bg1"/>
            </a:solidFill>
            <a:prstDash val="solid"/>
          </a:ln>
        </p:spPr>
      </p:sp>
      <p:sp>
        <p:nvSpPr>
          <p:cNvPr id="254" name="Shape 251"/>
          <p:cNvSpPr/>
          <p:nvPr/>
        </p:nvSpPr>
        <p:spPr>
          <a:xfrm>
            <a:off x="1348740" y="3383280"/>
            <a:ext cx="64922" cy="64922"/>
          </a:xfrm>
          <a:prstGeom prst="rect">
            <a:avLst/>
          </a:prstGeom>
          <a:solidFill>
            <a:schemeClr val="accent5">
              <a:alpha val="0"/>
            </a:schemeClr>
          </a:solidFill>
          <a:ln w="6350">
            <a:solidFill>
              <a:schemeClr val="bg1"/>
            </a:solidFill>
            <a:prstDash val="solid"/>
          </a:ln>
        </p:spPr>
      </p:sp>
      <p:sp>
        <p:nvSpPr>
          <p:cNvPr id="255" name="Shape 252"/>
          <p:cNvSpPr/>
          <p:nvPr/>
        </p:nvSpPr>
        <p:spPr>
          <a:xfrm>
            <a:off x="868680" y="3451860"/>
            <a:ext cx="64922" cy="64922"/>
          </a:xfrm>
          <a:prstGeom prst="rect">
            <a:avLst/>
          </a:prstGeom>
          <a:solidFill>
            <a:schemeClr val="accent5">
              <a:alpha val="0"/>
            </a:schemeClr>
          </a:solidFill>
          <a:ln w="6350">
            <a:solidFill>
              <a:schemeClr val="bg1"/>
            </a:solidFill>
            <a:prstDash val="solid"/>
          </a:ln>
        </p:spPr>
      </p:sp>
      <p:sp>
        <p:nvSpPr>
          <p:cNvPr id="256" name="Shape 253"/>
          <p:cNvSpPr/>
          <p:nvPr/>
        </p:nvSpPr>
        <p:spPr>
          <a:xfrm>
            <a:off x="937260" y="3451860"/>
            <a:ext cx="64922" cy="64922"/>
          </a:xfrm>
          <a:prstGeom prst="rect">
            <a:avLst/>
          </a:prstGeom>
          <a:solidFill>
            <a:schemeClr val="accent5">
              <a:alpha val="0"/>
            </a:schemeClr>
          </a:solidFill>
          <a:ln w="6350">
            <a:solidFill>
              <a:schemeClr val="bg1"/>
            </a:solidFill>
            <a:prstDash val="solid"/>
          </a:ln>
        </p:spPr>
      </p:sp>
      <p:sp>
        <p:nvSpPr>
          <p:cNvPr id="257" name="Shape 254"/>
          <p:cNvSpPr/>
          <p:nvPr/>
        </p:nvSpPr>
        <p:spPr>
          <a:xfrm>
            <a:off x="1005840" y="3451860"/>
            <a:ext cx="64922" cy="64922"/>
          </a:xfrm>
          <a:prstGeom prst="rect">
            <a:avLst/>
          </a:prstGeom>
          <a:solidFill>
            <a:schemeClr val="accent5">
              <a:alpha val="7000"/>
            </a:schemeClr>
          </a:solidFill>
          <a:ln w="6350">
            <a:solidFill>
              <a:schemeClr val="bg1"/>
            </a:solidFill>
            <a:prstDash val="solid"/>
          </a:ln>
        </p:spPr>
      </p:sp>
      <p:sp>
        <p:nvSpPr>
          <p:cNvPr id="258" name="Shape 255"/>
          <p:cNvSpPr/>
          <p:nvPr/>
        </p:nvSpPr>
        <p:spPr>
          <a:xfrm>
            <a:off x="1074420" y="3451860"/>
            <a:ext cx="64922" cy="64922"/>
          </a:xfrm>
          <a:prstGeom prst="rect">
            <a:avLst/>
          </a:prstGeom>
          <a:solidFill>
            <a:schemeClr val="accent5">
              <a:alpha val="37000"/>
            </a:schemeClr>
          </a:solidFill>
          <a:ln w="6350">
            <a:solidFill>
              <a:schemeClr val="bg1"/>
            </a:solidFill>
            <a:prstDash val="solid"/>
          </a:ln>
        </p:spPr>
      </p:sp>
      <p:sp>
        <p:nvSpPr>
          <p:cNvPr id="259" name="Shape 256"/>
          <p:cNvSpPr/>
          <p:nvPr/>
        </p:nvSpPr>
        <p:spPr>
          <a:xfrm>
            <a:off x="1143000" y="3451860"/>
            <a:ext cx="64922" cy="64922"/>
          </a:xfrm>
          <a:prstGeom prst="rect">
            <a:avLst/>
          </a:prstGeom>
          <a:solidFill>
            <a:schemeClr val="accent5">
              <a:alpha val="60000"/>
            </a:schemeClr>
          </a:solidFill>
          <a:ln w="6350">
            <a:solidFill>
              <a:schemeClr val="bg1"/>
            </a:solidFill>
            <a:prstDash val="solid"/>
          </a:ln>
        </p:spPr>
      </p:sp>
      <p:sp>
        <p:nvSpPr>
          <p:cNvPr id="260" name="Shape 257"/>
          <p:cNvSpPr/>
          <p:nvPr/>
        </p:nvSpPr>
        <p:spPr>
          <a:xfrm>
            <a:off x="1211580" y="3451860"/>
            <a:ext cx="64922" cy="64922"/>
          </a:xfrm>
          <a:prstGeom prst="rect">
            <a:avLst/>
          </a:prstGeom>
          <a:solidFill>
            <a:schemeClr val="accent5">
              <a:alpha val="26000"/>
            </a:schemeClr>
          </a:solidFill>
          <a:ln w="6350">
            <a:solidFill>
              <a:schemeClr val="bg1"/>
            </a:solidFill>
            <a:prstDash val="solid"/>
          </a:ln>
        </p:spPr>
      </p:sp>
      <p:sp>
        <p:nvSpPr>
          <p:cNvPr id="261" name="Shape 258"/>
          <p:cNvSpPr/>
          <p:nvPr/>
        </p:nvSpPr>
        <p:spPr>
          <a:xfrm>
            <a:off x="1280160" y="3451860"/>
            <a:ext cx="64922" cy="64922"/>
          </a:xfrm>
          <a:prstGeom prst="rect">
            <a:avLst/>
          </a:prstGeom>
          <a:solidFill>
            <a:schemeClr val="accent5">
              <a:alpha val="0"/>
            </a:schemeClr>
          </a:solidFill>
          <a:ln w="6350">
            <a:solidFill>
              <a:schemeClr val="bg1"/>
            </a:solidFill>
            <a:prstDash val="solid"/>
          </a:ln>
        </p:spPr>
      </p:sp>
      <p:sp>
        <p:nvSpPr>
          <p:cNvPr id="262" name="Shape 259"/>
          <p:cNvSpPr/>
          <p:nvPr/>
        </p:nvSpPr>
        <p:spPr>
          <a:xfrm>
            <a:off x="1348740" y="3451860"/>
            <a:ext cx="64922" cy="64922"/>
          </a:xfrm>
          <a:prstGeom prst="rect">
            <a:avLst/>
          </a:prstGeom>
          <a:solidFill>
            <a:schemeClr val="accent5">
              <a:alpha val="0"/>
            </a:schemeClr>
          </a:solidFill>
          <a:ln w="6350">
            <a:solidFill>
              <a:schemeClr val="bg1"/>
            </a:solidFill>
            <a:prstDash val="solid"/>
          </a:ln>
        </p:spPr>
      </p:sp>
      <p:sp>
        <p:nvSpPr>
          <p:cNvPr id="263" name="Shape 260"/>
          <p:cNvSpPr/>
          <p:nvPr/>
        </p:nvSpPr>
        <p:spPr>
          <a:xfrm>
            <a:off x="1828800" y="2971800"/>
            <a:ext cx="64922" cy="64922"/>
          </a:xfrm>
          <a:prstGeom prst="rect">
            <a:avLst/>
          </a:prstGeom>
          <a:solidFill>
            <a:schemeClr val="accent5">
              <a:alpha val="0"/>
            </a:schemeClr>
          </a:solidFill>
          <a:ln w="6350">
            <a:solidFill>
              <a:schemeClr val="bg1"/>
            </a:solidFill>
            <a:prstDash val="solid"/>
          </a:ln>
        </p:spPr>
      </p:sp>
      <p:sp>
        <p:nvSpPr>
          <p:cNvPr id="264" name="Shape 261"/>
          <p:cNvSpPr/>
          <p:nvPr/>
        </p:nvSpPr>
        <p:spPr>
          <a:xfrm>
            <a:off x="1897380" y="2971800"/>
            <a:ext cx="64922" cy="64922"/>
          </a:xfrm>
          <a:prstGeom prst="rect">
            <a:avLst/>
          </a:prstGeom>
          <a:solidFill>
            <a:schemeClr val="accent5">
              <a:alpha val="0"/>
            </a:schemeClr>
          </a:solidFill>
          <a:ln w="6350">
            <a:solidFill>
              <a:schemeClr val="bg1"/>
            </a:solidFill>
            <a:prstDash val="solid"/>
          </a:ln>
        </p:spPr>
      </p:sp>
      <p:sp>
        <p:nvSpPr>
          <p:cNvPr id="265" name="Shape 262"/>
          <p:cNvSpPr/>
          <p:nvPr/>
        </p:nvSpPr>
        <p:spPr>
          <a:xfrm>
            <a:off x="1965960" y="2971800"/>
            <a:ext cx="64922" cy="64922"/>
          </a:xfrm>
          <a:prstGeom prst="rect">
            <a:avLst/>
          </a:prstGeom>
          <a:solidFill>
            <a:schemeClr val="accent5">
              <a:alpha val="7000"/>
            </a:schemeClr>
          </a:solidFill>
          <a:ln w="6350">
            <a:solidFill>
              <a:schemeClr val="bg1"/>
            </a:solidFill>
            <a:prstDash val="solid"/>
          </a:ln>
        </p:spPr>
      </p:sp>
      <p:sp>
        <p:nvSpPr>
          <p:cNvPr id="266" name="Shape 263"/>
          <p:cNvSpPr/>
          <p:nvPr/>
        </p:nvSpPr>
        <p:spPr>
          <a:xfrm>
            <a:off x="2034540" y="2971800"/>
            <a:ext cx="64922" cy="64922"/>
          </a:xfrm>
          <a:prstGeom prst="rect">
            <a:avLst/>
          </a:prstGeom>
          <a:solidFill>
            <a:schemeClr val="accent5">
              <a:alpha val="41000"/>
            </a:schemeClr>
          </a:solidFill>
          <a:ln w="6350">
            <a:solidFill>
              <a:schemeClr val="bg1"/>
            </a:solidFill>
            <a:prstDash val="solid"/>
          </a:ln>
        </p:spPr>
      </p:sp>
      <p:sp>
        <p:nvSpPr>
          <p:cNvPr id="267" name="Shape 264"/>
          <p:cNvSpPr/>
          <p:nvPr/>
        </p:nvSpPr>
        <p:spPr>
          <a:xfrm>
            <a:off x="2103120" y="2971800"/>
            <a:ext cx="64922" cy="64922"/>
          </a:xfrm>
          <a:prstGeom prst="rect">
            <a:avLst/>
          </a:prstGeom>
          <a:solidFill>
            <a:schemeClr val="accent5">
              <a:alpha val="49000"/>
            </a:schemeClr>
          </a:solidFill>
          <a:ln w="6350">
            <a:solidFill>
              <a:schemeClr val="bg1"/>
            </a:solidFill>
            <a:prstDash val="solid"/>
          </a:ln>
        </p:spPr>
      </p:sp>
      <p:sp>
        <p:nvSpPr>
          <p:cNvPr id="268" name="Shape 265"/>
          <p:cNvSpPr/>
          <p:nvPr/>
        </p:nvSpPr>
        <p:spPr>
          <a:xfrm>
            <a:off x="2171700" y="2971800"/>
            <a:ext cx="64922" cy="64922"/>
          </a:xfrm>
          <a:prstGeom prst="rect">
            <a:avLst/>
          </a:prstGeom>
          <a:solidFill>
            <a:schemeClr val="accent5">
              <a:alpha val="15000"/>
            </a:schemeClr>
          </a:solidFill>
          <a:ln w="6350">
            <a:solidFill>
              <a:schemeClr val="bg1"/>
            </a:solidFill>
            <a:prstDash val="solid"/>
          </a:ln>
        </p:spPr>
      </p:sp>
      <p:sp>
        <p:nvSpPr>
          <p:cNvPr id="269" name="Shape 266"/>
          <p:cNvSpPr/>
          <p:nvPr/>
        </p:nvSpPr>
        <p:spPr>
          <a:xfrm>
            <a:off x="2240280" y="2971800"/>
            <a:ext cx="64922" cy="64922"/>
          </a:xfrm>
          <a:prstGeom prst="rect">
            <a:avLst/>
          </a:prstGeom>
          <a:solidFill>
            <a:schemeClr val="accent5">
              <a:alpha val="0"/>
            </a:schemeClr>
          </a:solidFill>
          <a:ln w="6350">
            <a:solidFill>
              <a:schemeClr val="bg1"/>
            </a:solidFill>
            <a:prstDash val="solid"/>
          </a:ln>
        </p:spPr>
      </p:sp>
      <p:sp>
        <p:nvSpPr>
          <p:cNvPr id="270" name="Shape 267"/>
          <p:cNvSpPr/>
          <p:nvPr/>
        </p:nvSpPr>
        <p:spPr>
          <a:xfrm>
            <a:off x="2308860" y="2971800"/>
            <a:ext cx="64922" cy="64922"/>
          </a:xfrm>
          <a:prstGeom prst="rect">
            <a:avLst/>
          </a:prstGeom>
          <a:solidFill>
            <a:schemeClr val="accent5">
              <a:alpha val="0"/>
            </a:schemeClr>
          </a:solidFill>
          <a:ln w="6350">
            <a:solidFill>
              <a:schemeClr val="bg1"/>
            </a:solidFill>
            <a:prstDash val="solid"/>
          </a:ln>
        </p:spPr>
      </p:sp>
      <p:sp>
        <p:nvSpPr>
          <p:cNvPr id="271" name="Shape 268"/>
          <p:cNvSpPr/>
          <p:nvPr/>
        </p:nvSpPr>
        <p:spPr>
          <a:xfrm>
            <a:off x="1828800" y="3040380"/>
            <a:ext cx="64922" cy="64922"/>
          </a:xfrm>
          <a:prstGeom prst="rect">
            <a:avLst/>
          </a:prstGeom>
          <a:solidFill>
            <a:schemeClr val="accent5">
              <a:alpha val="0"/>
            </a:schemeClr>
          </a:solidFill>
          <a:ln w="6350">
            <a:solidFill>
              <a:schemeClr val="bg1"/>
            </a:solidFill>
            <a:prstDash val="solid"/>
          </a:ln>
        </p:spPr>
      </p:sp>
      <p:sp>
        <p:nvSpPr>
          <p:cNvPr id="272" name="Shape 269"/>
          <p:cNvSpPr/>
          <p:nvPr/>
        </p:nvSpPr>
        <p:spPr>
          <a:xfrm>
            <a:off x="1897380" y="3040380"/>
            <a:ext cx="64922" cy="64922"/>
          </a:xfrm>
          <a:prstGeom prst="rect">
            <a:avLst/>
          </a:prstGeom>
          <a:solidFill>
            <a:schemeClr val="accent5">
              <a:alpha val="0"/>
            </a:schemeClr>
          </a:solidFill>
          <a:ln w="6350">
            <a:solidFill>
              <a:schemeClr val="bg1"/>
            </a:solidFill>
            <a:prstDash val="solid"/>
          </a:ln>
        </p:spPr>
      </p:sp>
      <p:sp>
        <p:nvSpPr>
          <p:cNvPr id="273" name="Shape 270"/>
          <p:cNvSpPr/>
          <p:nvPr/>
        </p:nvSpPr>
        <p:spPr>
          <a:xfrm>
            <a:off x="1965960" y="3040380"/>
            <a:ext cx="64922" cy="64922"/>
          </a:xfrm>
          <a:prstGeom prst="rect">
            <a:avLst/>
          </a:prstGeom>
          <a:solidFill>
            <a:schemeClr val="accent5">
              <a:alpha val="45000"/>
            </a:schemeClr>
          </a:solidFill>
          <a:ln w="6350">
            <a:solidFill>
              <a:schemeClr val="bg1"/>
            </a:solidFill>
            <a:prstDash val="solid"/>
          </a:ln>
        </p:spPr>
      </p:sp>
      <p:sp>
        <p:nvSpPr>
          <p:cNvPr id="274" name="Shape 271"/>
          <p:cNvSpPr/>
          <p:nvPr/>
        </p:nvSpPr>
        <p:spPr>
          <a:xfrm>
            <a:off x="2034540" y="3040380"/>
            <a:ext cx="64922" cy="64922"/>
          </a:xfrm>
          <a:prstGeom prst="rect">
            <a:avLst/>
          </a:prstGeom>
          <a:solidFill>
            <a:schemeClr val="accent5">
              <a:alpha val="60000"/>
            </a:schemeClr>
          </a:solidFill>
          <a:ln w="6350">
            <a:solidFill>
              <a:schemeClr val="bg1"/>
            </a:solidFill>
            <a:prstDash val="solid"/>
          </a:ln>
        </p:spPr>
      </p:sp>
      <p:sp>
        <p:nvSpPr>
          <p:cNvPr id="275" name="Shape 272"/>
          <p:cNvSpPr/>
          <p:nvPr/>
        </p:nvSpPr>
        <p:spPr>
          <a:xfrm>
            <a:off x="2103120" y="3040380"/>
            <a:ext cx="64922" cy="64922"/>
          </a:xfrm>
          <a:prstGeom prst="rect">
            <a:avLst/>
          </a:prstGeom>
          <a:solidFill>
            <a:schemeClr val="accent5">
              <a:alpha val="49000"/>
            </a:schemeClr>
          </a:solidFill>
          <a:ln w="6350">
            <a:solidFill>
              <a:schemeClr val="bg1"/>
            </a:solidFill>
            <a:prstDash val="solid"/>
          </a:ln>
        </p:spPr>
      </p:sp>
      <p:sp>
        <p:nvSpPr>
          <p:cNvPr id="276" name="Shape 273"/>
          <p:cNvSpPr/>
          <p:nvPr/>
        </p:nvSpPr>
        <p:spPr>
          <a:xfrm>
            <a:off x="2171700" y="3040380"/>
            <a:ext cx="64922" cy="64922"/>
          </a:xfrm>
          <a:prstGeom prst="rect">
            <a:avLst/>
          </a:prstGeom>
          <a:solidFill>
            <a:schemeClr val="accent5">
              <a:alpha val="56000"/>
            </a:schemeClr>
          </a:solidFill>
          <a:ln w="6350">
            <a:solidFill>
              <a:schemeClr val="bg1"/>
            </a:solidFill>
            <a:prstDash val="solid"/>
          </a:ln>
        </p:spPr>
      </p:sp>
      <p:sp>
        <p:nvSpPr>
          <p:cNvPr id="277" name="Shape 274"/>
          <p:cNvSpPr/>
          <p:nvPr/>
        </p:nvSpPr>
        <p:spPr>
          <a:xfrm>
            <a:off x="2240280" y="3040380"/>
            <a:ext cx="64922" cy="64922"/>
          </a:xfrm>
          <a:prstGeom prst="rect">
            <a:avLst/>
          </a:prstGeom>
          <a:solidFill>
            <a:schemeClr val="accent5">
              <a:alpha val="0"/>
            </a:schemeClr>
          </a:solidFill>
          <a:ln w="6350">
            <a:solidFill>
              <a:schemeClr val="bg1"/>
            </a:solidFill>
            <a:prstDash val="solid"/>
          </a:ln>
        </p:spPr>
      </p:sp>
      <p:sp>
        <p:nvSpPr>
          <p:cNvPr id="278" name="Shape 275"/>
          <p:cNvSpPr/>
          <p:nvPr/>
        </p:nvSpPr>
        <p:spPr>
          <a:xfrm>
            <a:off x="2308860" y="3040380"/>
            <a:ext cx="64922" cy="64922"/>
          </a:xfrm>
          <a:prstGeom prst="rect">
            <a:avLst/>
          </a:prstGeom>
          <a:solidFill>
            <a:schemeClr val="accent5">
              <a:alpha val="0"/>
            </a:schemeClr>
          </a:solidFill>
          <a:ln w="6350">
            <a:solidFill>
              <a:schemeClr val="bg1"/>
            </a:solidFill>
            <a:prstDash val="solid"/>
          </a:ln>
        </p:spPr>
      </p:sp>
      <p:sp>
        <p:nvSpPr>
          <p:cNvPr id="279" name="Shape 276"/>
          <p:cNvSpPr/>
          <p:nvPr/>
        </p:nvSpPr>
        <p:spPr>
          <a:xfrm>
            <a:off x="1828800" y="3108960"/>
            <a:ext cx="64922" cy="64922"/>
          </a:xfrm>
          <a:prstGeom prst="rect">
            <a:avLst/>
          </a:prstGeom>
          <a:solidFill>
            <a:schemeClr val="accent5">
              <a:alpha val="0"/>
            </a:schemeClr>
          </a:solidFill>
          <a:ln w="6350">
            <a:solidFill>
              <a:schemeClr val="bg1"/>
            </a:solidFill>
            <a:prstDash val="solid"/>
          </a:ln>
        </p:spPr>
      </p:sp>
      <p:sp>
        <p:nvSpPr>
          <p:cNvPr id="280" name="Shape 277"/>
          <p:cNvSpPr/>
          <p:nvPr/>
        </p:nvSpPr>
        <p:spPr>
          <a:xfrm>
            <a:off x="1897380" y="3108960"/>
            <a:ext cx="64922" cy="64922"/>
          </a:xfrm>
          <a:prstGeom prst="rect">
            <a:avLst/>
          </a:prstGeom>
          <a:solidFill>
            <a:schemeClr val="accent5">
              <a:alpha val="0"/>
            </a:schemeClr>
          </a:solidFill>
          <a:ln w="6350">
            <a:solidFill>
              <a:schemeClr val="bg1"/>
            </a:solidFill>
            <a:prstDash val="solid"/>
          </a:ln>
        </p:spPr>
      </p:sp>
      <p:sp>
        <p:nvSpPr>
          <p:cNvPr id="281" name="Shape 278"/>
          <p:cNvSpPr/>
          <p:nvPr/>
        </p:nvSpPr>
        <p:spPr>
          <a:xfrm>
            <a:off x="1965960" y="3108960"/>
            <a:ext cx="64922" cy="64922"/>
          </a:xfrm>
          <a:prstGeom prst="rect">
            <a:avLst/>
          </a:prstGeom>
          <a:solidFill>
            <a:schemeClr val="accent5">
              <a:alpha val="60000"/>
            </a:schemeClr>
          </a:solidFill>
          <a:ln w="6350">
            <a:solidFill>
              <a:schemeClr val="bg1"/>
            </a:solidFill>
            <a:prstDash val="solid"/>
          </a:ln>
        </p:spPr>
      </p:sp>
      <p:sp>
        <p:nvSpPr>
          <p:cNvPr id="282" name="Shape 279"/>
          <p:cNvSpPr/>
          <p:nvPr/>
        </p:nvSpPr>
        <p:spPr>
          <a:xfrm>
            <a:off x="2034540" y="3108960"/>
            <a:ext cx="64922" cy="64922"/>
          </a:xfrm>
          <a:prstGeom prst="rect">
            <a:avLst/>
          </a:prstGeom>
          <a:solidFill>
            <a:schemeClr val="accent5">
              <a:alpha val="34000"/>
            </a:schemeClr>
          </a:solidFill>
          <a:ln w="6350">
            <a:solidFill>
              <a:schemeClr val="bg1"/>
            </a:solidFill>
            <a:prstDash val="solid"/>
          </a:ln>
        </p:spPr>
      </p:sp>
      <p:sp>
        <p:nvSpPr>
          <p:cNvPr id="283" name="Shape 280"/>
          <p:cNvSpPr/>
          <p:nvPr/>
        </p:nvSpPr>
        <p:spPr>
          <a:xfrm>
            <a:off x="2103120" y="3108960"/>
            <a:ext cx="64922" cy="64922"/>
          </a:xfrm>
          <a:prstGeom prst="rect">
            <a:avLst/>
          </a:prstGeom>
          <a:solidFill>
            <a:schemeClr val="accent5">
              <a:alpha val="4000"/>
            </a:schemeClr>
          </a:solidFill>
          <a:ln w="6350">
            <a:solidFill>
              <a:schemeClr val="bg1"/>
            </a:solidFill>
            <a:prstDash val="solid"/>
          </a:ln>
        </p:spPr>
      </p:sp>
      <p:sp>
        <p:nvSpPr>
          <p:cNvPr id="284" name="Shape 281"/>
          <p:cNvSpPr/>
          <p:nvPr/>
        </p:nvSpPr>
        <p:spPr>
          <a:xfrm>
            <a:off x="2171700" y="3108960"/>
            <a:ext cx="64922" cy="64922"/>
          </a:xfrm>
          <a:prstGeom prst="rect">
            <a:avLst/>
          </a:prstGeom>
          <a:solidFill>
            <a:schemeClr val="accent5">
              <a:alpha val="11000"/>
            </a:schemeClr>
          </a:solidFill>
          <a:ln w="6350">
            <a:solidFill>
              <a:schemeClr val="bg1"/>
            </a:solidFill>
            <a:prstDash val="solid"/>
          </a:ln>
        </p:spPr>
      </p:sp>
      <p:sp>
        <p:nvSpPr>
          <p:cNvPr id="285" name="Shape 282"/>
          <p:cNvSpPr/>
          <p:nvPr/>
        </p:nvSpPr>
        <p:spPr>
          <a:xfrm>
            <a:off x="2240280" y="3108960"/>
            <a:ext cx="64922" cy="64922"/>
          </a:xfrm>
          <a:prstGeom prst="rect">
            <a:avLst/>
          </a:prstGeom>
          <a:solidFill>
            <a:schemeClr val="accent5">
              <a:alpha val="0"/>
            </a:schemeClr>
          </a:solidFill>
          <a:ln w="6350">
            <a:solidFill>
              <a:schemeClr val="bg1"/>
            </a:solidFill>
            <a:prstDash val="solid"/>
          </a:ln>
        </p:spPr>
      </p:sp>
      <p:sp>
        <p:nvSpPr>
          <p:cNvPr id="286" name="Shape 283"/>
          <p:cNvSpPr/>
          <p:nvPr/>
        </p:nvSpPr>
        <p:spPr>
          <a:xfrm>
            <a:off x="2308860" y="3108960"/>
            <a:ext cx="64922" cy="64922"/>
          </a:xfrm>
          <a:prstGeom prst="rect">
            <a:avLst/>
          </a:prstGeom>
          <a:solidFill>
            <a:schemeClr val="accent5">
              <a:alpha val="0"/>
            </a:schemeClr>
          </a:solidFill>
          <a:ln w="6350">
            <a:solidFill>
              <a:schemeClr val="bg1"/>
            </a:solidFill>
            <a:prstDash val="solid"/>
          </a:ln>
        </p:spPr>
      </p:sp>
      <p:sp>
        <p:nvSpPr>
          <p:cNvPr id="287" name="Shape 284"/>
          <p:cNvSpPr/>
          <p:nvPr/>
        </p:nvSpPr>
        <p:spPr>
          <a:xfrm>
            <a:off x="1828800" y="3177540"/>
            <a:ext cx="64922" cy="64922"/>
          </a:xfrm>
          <a:prstGeom prst="rect">
            <a:avLst/>
          </a:prstGeom>
          <a:solidFill>
            <a:schemeClr val="accent5">
              <a:alpha val="0"/>
            </a:schemeClr>
          </a:solidFill>
          <a:ln w="6350">
            <a:solidFill>
              <a:schemeClr val="bg1"/>
            </a:solidFill>
            <a:prstDash val="solid"/>
          </a:ln>
        </p:spPr>
      </p:sp>
      <p:sp>
        <p:nvSpPr>
          <p:cNvPr id="288" name="Shape 285"/>
          <p:cNvSpPr/>
          <p:nvPr/>
        </p:nvSpPr>
        <p:spPr>
          <a:xfrm>
            <a:off x="1897380" y="3177540"/>
            <a:ext cx="64922" cy="64922"/>
          </a:xfrm>
          <a:prstGeom prst="rect">
            <a:avLst/>
          </a:prstGeom>
          <a:solidFill>
            <a:schemeClr val="accent5">
              <a:alpha val="15000"/>
            </a:schemeClr>
          </a:solidFill>
          <a:ln w="6350">
            <a:solidFill>
              <a:schemeClr val="bg1"/>
            </a:solidFill>
            <a:prstDash val="solid"/>
          </a:ln>
        </p:spPr>
      </p:sp>
      <p:sp>
        <p:nvSpPr>
          <p:cNvPr id="289" name="Shape 286"/>
          <p:cNvSpPr/>
          <p:nvPr/>
        </p:nvSpPr>
        <p:spPr>
          <a:xfrm>
            <a:off x="1965960" y="3177540"/>
            <a:ext cx="64922" cy="64922"/>
          </a:xfrm>
          <a:prstGeom prst="rect">
            <a:avLst/>
          </a:prstGeom>
          <a:solidFill>
            <a:schemeClr val="accent5">
              <a:alpha val="60000"/>
            </a:schemeClr>
          </a:solidFill>
          <a:ln w="6350">
            <a:solidFill>
              <a:schemeClr val="bg1"/>
            </a:solidFill>
            <a:prstDash val="solid"/>
          </a:ln>
        </p:spPr>
      </p:sp>
      <p:sp>
        <p:nvSpPr>
          <p:cNvPr id="290" name="Shape 287"/>
          <p:cNvSpPr/>
          <p:nvPr/>
        </p:nvSpPr>
        <p:spPr>
          <a:xfrm>
            <a:off x="2034540" y="3177540"/>
            <a:ext cx="64922" cy="64922"/>
          </a:xfrm>
          <a:prstGeom prst="rect">
            <a:avLst/>
          </a:prstGeom>
          <a:solidFill>
            <a:schemeClr val="accent5">
              <a:alpha val="22000"/>
            </a:schemeClr>
          </a:solidFill>
          <a:ln w="6350">
            <a:solidFill>
              <a:schemeClr val="bg1"/>
            </a:solidFill>
            <a:prstDash val="solid"/>
          </a:ln>
        </p:spPr>
      </p:sp>
      <p:sp>
        <p:nvSpPr>
          <p:cNvPr id="291" name="Shape 288"/>
          <p:cNvSpPr/>
          <p:nvPr/>
        </p:nvSpPr>
        <p:spPr>
          <a:xfrm>
            <a:off x="2103120" y="3177540"/>
            <a:ext cx="64922" cy="64922"/>
          </a:xfrm>
          <a:prstGeom prst="rect">
            <a:avLst/>
          </a:prstGeom>
          <a:solidFill>
            <a:schemeClr val="accent5">
              <a:alpha val="52000"/>
            </a:schemeClr>
          </a:solidFill>
          <a:ln w="6350">
            <a:solidFill>
              <a:schemeClr val="bg1"/>
            </a:solidFill>
            <a:prstDash val="solid"/>
          </a:ln>
        </p:spPr>
      </p:sp>
      <p:sp>
        <p:nvSpPr>
          <p:cNvPr id="292" name="Shape 289"/>
          <p:cNvSpPr/>
          <p:nvPr/>
        </p:nvSpPr>
        <p:spPr>
          <a:xfrm>
            <a:off x="2171700" y="3177540"/>
            <a:ext cx="64922" cy="64922"/>
          </a:xfrm>
          <a:prstGeom prst="rect">
            <a:avLst/>
          </a:prstGeom>
          <a:solidFill>
            <a:schemeClr val="accent5">
              <a:alpha val="34000"/>
            </a:schemeClr>
          </a:solidFill>
          <a:ln w="6350">
            <a:solidFill>
              <a:schemeClr val="bg1"/>
            </a:solidFill>
            <a:prstDash val="solid"/>
          </a:ln>
        </p:spPr>
      </p:sp>
      <p:sp>
        <p:nvSpPr>
          <p:cNvPr id="293" name="Shape 290"/>
          <p:cNvSpPr/>
          <p:nvPr/>
        </p:nvSpPr>
        <p:spPr>
          <a:xfrm>
            <a:off x="2240280" y="3177540"/>
            <a:ext cx="64922" cy="64922"/>
          </a:xfrm>
          <a:prstGeom prst="rect">
            <a:avLst/>
          </a:prstGeom>
          <a:solidFill>
            <a:schemeClr val="accent5">
              <a:alpha val="4000"/>
            </a:schemeClr>
          </a:solidFill>
          <a:ln w="6350">
            <a:solidFill>
              <a:schemeClr val="bg1"/>
            </a:solidFill>
            <a:prstDash val="solid"/>
          </a:ln>
        </p:spPr>
      </p:sp>
      <p:sp>
        <p:nvSpPr>
          <p:cNvPr id="294" name="Shape 291"/>
          <p:cNvSpPr/>
          <p:nvPr/>
        </p:nvSpPr>
        <p:spPr>
          <a:xfrm>
            <a:off x="2308860" y="3177540"/>
            <a:ext cx="64922" cy="64922"/>
          </a:xfrm>
          <a:prstGeom prst="rect">
            <a:avLst/>
          </a:prstGeom>
          <a:solidFill>
            <a:schemeClr val="accent5">
              <a:alpha val="0"/>
            </a:schemeClr>
          </a:solidFill>
          <a:ln w="6350">
            <a:solidFill>
              <a:schemeClr val="bg1"/>
            </a:solidFill>
            <a:prstDash val="solid"/>
          </a:ln>
        </p:spPr>
      </p:sp>
      <p:sp>
        <p:nvSpPr>
          <p:cNvPr id="295" name="Shape 292"/>
          <p:cNvSpPr/>
          <p:nvPr/>
        </p:nvSpPr>
        <p:spPr>
          <a:xfrm>
            <a:off x="1828800" y="3246120"/>
            <a:ext cx="64922" cy="64922"/>
          </a:xfrm>
          <a:prstGeom prst="rect">
            <a:avLst/>
          </a:prstGeom>
          <a:solidFill>
            <a:schemeClr val="accent5">
              <a:alpha val="0"/>
            </a:schemeClr>
          </a:solidFill>
          <a:ln w="6350">
            <a:solidFill>
              <a:schemeClr val="bg1"/>
            </a:solidFill>
            <a:prstDash val="solid"/>
          </a:ln>
        </p:spPr>
      </p:sp>
      <p:sp>
        <p:nvSpPr>
          <p:cNvPr id="296" name="Shape 293"/>
          <p:cNvSpPr/>
          <p:nvPr/>
        </p:nvSpPr>
        <p:spPr>
          <a:xfrm>
            <a:off x="1897380" y="3246120"/>
            <a:ext cx="64922" cy="64922"/>
          </a:xfrm>
          <a:prstGeom prst="rect">
            <a:avLst/>
          </a:prstGeom>
          <a:solidFill>
            <a:schemeClr val="accent5">
              <a:alpha val="26000"/>
            </a:schemeClr>
          </a:solidFill>
          <a:ln w="6350">
            <a:solidFill>
              <a:schemeClr val="bg1"/>
            </a:solidFill>
            <a:prstDash val="solid"/>
          </a:ln>
        </p:spPr>
      </p:sp>
      <p:sp>
        <p:nvSpPr>
          <p:cNvPr id="297" name="Shape 294"/>
          <p:cNvSpPr/>
          <p:nvPr/>
        </p:nvSpPr>
        <p:spPr>
          <a:xfrm>
            <a:off x="1965960" y="3246120"/>
            <a:ext cx="64922" cy="64922"/>
          </a:xfrm>
          <a:prstGeom prst="rect">
            <a:avLst/>
          </a:prstGeom>
          <a:solidFill>
            <a:schemeClr val="accent5">
              <a:alpha val="60000"/>
            </a:schemeClr>
          </a:solidFill>
          <a:ln w="6350">
            <a:solidFill>
              <a:schemeClr val="bg1"/>
            </a:solidFill>
            <a:prstDash val="solid"/>
          </a:ln>
        </p:spPr>
      </p:sp>
      <p:sp>
        <p:nvSpPr>
          <p:cNvPr id="298" name="Shape 295"/>
          <p:cNvSpPr/>
          <p:nvPr/>
        </p:nvSpPr>
        <p:spPr>
          <a:xfrm>
            <a:off x="2034540" y="3246120"/>
            <a:ext cx="64922" cy="64922"/>
          </a:xfrm>
          <a:prstGeom prst="rect">
            <a:avLst/>
          </a:prstGeom>
          <a:solidFill>
            <a:schemeClr val="accent5">
              <a:alpha val="60000"/>
            </a:schemeClr>
          </a:solidFill>
          <a:ln w="6350">
            <a:solidFill>
              <a:schemeClr val="bg1"/>
            </a:solidFill>
            <a:prstDash val="solid"/>
          </a:ln>
        </p:spPr>
      </p:sp>
      <p:sp>
        <p:nvSpPr>
          <p:cNvPr id="299" name="Shape 296"/>
          <p:cNvSpPr/>
          <p:nvPr/>
        </p:nvSpPr>
        <p:spPr>
          <a:xfrm>
            <a:off x="2103120" y="3246120"/>
            <a:ext cx="64922" cy="64922"/>
          </a:xfrm>
          <a:prstGeom prst="rect">
            <a:avLst/>
          </a:prstGeom>
          <a:solidFill>
            <a:schemeClr val="accent5">
              <a:alpha val="60000"/>
            </a:schemeClr>
          </a:solidFill>
          <a:ln w="6350">
            <a:solidFill>
              <a:schemeClr val="bg1"/>
            </a:solidFill>
            <a:prstDash val="solid"/>
          </a:ln>
        </p:spPr>
      </p:sp>
      <p:sp>
        <p:nvSpPr>
          <p:cNvPr id="300" name="Shape 297"/>
          <p:cNvSpPr/>
          <p:nvPr/>
        </p:nvSpPr>
        <p:spPr>
          <a:xfrm>
            <a:off x="2171700" y="3246120"/>
            <a:ext cx="64922" cy="64922"/>
          </a:xfrm>
          <a:prstGeom prst="rect">
            <a:avLst/>
          </a:prstGeom>
          <a:solidFill>
            <a:schemeClr val="accent5">
              <a:alpha val="60000"/>
            </a:schemeClr>
          </a:solidFill>
          <a:ln w="6350">
            <a:solidFill>
              <a:schemeClr val="bg1"/>
            </a:solidFill>
            <a:prstDash val="solid"/>
          </a:ln>
        </p:spPr>
      </p:sp>
      <p:sp>
        <p:nvSpPr>
          <p:cNvPr id="301" name="Shape 298"/>
          <p:cNvSpPr/>
          <p:nvPr/>
        </p:nvSpPr>
        <p:spPr>
          <a:xfrm>
            <a:off x="2240280" y="3246120"/>
            <a:ext cx="64922" cy="64922"/>
          </a:xfrm>
          <a:prstGeom prst="rect">
            <a:avLst/>
          </a:prstGeom>
          <a:solidFill>
            <a:schemeClr val="accent5">
              <a:alpha val="22000"/>
            </a:schemeClr>
          </a:solidFill>
          <a:ln w="6350">
            <a:solidFill>
              <a:schemeClr val="bg1"/>
            </a:solidFill>
            <a:prstDash val="solid"/>
          </a:ln>
        </p:spPr>
      </p:sp>
      <p:sp>
        <p:nvSpPr>
          <p:cNvPr id="302" name="Shape 299"/>
          <p:cNvSpPr/>
          <p:nvPr/>
        </p:nvSpPr>
        <p:spPr>
          <a:xfrm>
            <a:off x="2308860" y="3246120"/>
            <a:ext cx="64922" cy="64922"/>
          </a:xfrm>
          <a:prstGeom prst="rect">
            <a:avLst/>
          </a:prstGeom>
          <a:solidFill>
            <a:schemeClr val="accent5">
              <a:alpha val="0"/>
            </a:schemeClr>
          </a:solidFill>
          <a:ln w="6350">
            <a:solidFill>
              <a:schemeClr val="bg1"/>
            </a:solidFill>
            <a:prstDash val="solid"/>
          </a:ln>
        </p:spPr>
      </p:sp>
      <p:sp>
        <p:nvSpPr>
          <p:cNvPr id="303" name="Shape 300"/>
          <p:cNvSpPr/>
          <p:nvPr/>
        </p:nvSpPr>
        <p:spPr>
          <a:xfrm>
            <a:off x="1828800" y="3314700"/>
            <a:ext cx="64922" cy="64922"/>
          </a:xfrm>
          <a:prstGeom prst="rect">
            <a:avLst/>
          </a:prstGeom>
          <a:solidFill>
            <a:schemeClr val="accent5">
              <a:alpha val="0"/>
            </a:schemeClr>
          </a:solidFill>
          <a:ln w="6350">
            <a:solidFill>
              <a:schemeClr val="bg1"/>
            </a:solidFill>
            <a:prstDash val="solid"/>
          </a:ln>
        </p:spPr>
      </p:sp>
      <p:sp>
        <p:nvSpPr>
          <p:cNvPr id="304" name="Shape 301"/>
          <p:cNvSpPr/>
          <p:nvPr/>
        </p:nvSpPr>
        <p:spPr>
          <a:xfrm>
            <a:off x="1897380" y="3314700"/>
            <a:ext cx="64922" cy="64922"/>
          </a:xfrm>
          <a:prstGeom prst="rect">
            <a:avLst/>
          </a:prstGeom>
          <a:solidFill>
            <a:schemeClr val="accent5">
              <a:alpha val="4000"/>
            </a:schemeClr>
          </a:solidFill>
          <a:ln w="6350">
            <a:solidFill>
              <a:schemeClr val="bg1"/>
            </a:solidFill>
            <a:prstDash val="solid"/>
          </a:ln>
        </p:spPr>
      </p:sp>
      <p:sp>
        <p:nvSpPr>
          <p:cNvPr id="305" name="Shape 302"/>
          <p:cNvSpPr/>
          <p:nvPr/>
        </p:nvSpPr>
        <p:spPr>
          <a:xfrm>
            <a:off x="1965960" y="3314700"/>
            <a:ext cx="64922" cy="64922"/>
          </a:xfrm>
          <a:prstGeom prst="rect">
            <a:avLst/>
          </a:prstGeom>
          <a:solidFill>
            <a:schemeClr val="accent5">
              <a:alpha val="60000"/>
            </a:schemeClr>
          </a:solidFill>
          <a:ln w="6350">
            <a:solidFill>
              <a:schemeClr val="bg1"/>
            </a:solidFill>
            <a:prstDash val="solid"/>
          </a:ln>
        </p:spPr>
      </p:sp>
      <p:sp>
        <p:nvSpPr>
          <p:cNvPr id="306" name="Shape 303"/>
          <p:cNvSpPr/>
          <p:nvPr/>
        </p:nvSpPr>
        <p:spPr>
          <a:xfrm>
            <a:off x="2034540" y="3314700"/>
            <a:ext cx="64922" cy="64922"/>
          </a:xfrm>
          <a:prstGeom prst="rect">
            <a:avLst/>
          </a:prstGeom>
          <a:solidFill>
            <a:schemeClr val="accent5">
              <a:alpha val="52000"/>
            </a:schemeClr>
          </a:solidFill>
          <a:ln w="6350">
            <a:solidFill>
              <a:schemeClr val="bg1"/>
            </a:solidFill>
            <a:prstDash val="solid"/>
          </a:ln>
        </p:spPr>
      </p:sp>
      <p:sp>
        <p:nvSpPr>
          <p:cNvPr id="307" name="Shape 304"/>
          <p:cNvSpPr/>
          <p:nvPr/>
        </p:nvSpPr>
        <p:spPr>
          <a:xfrm>
            <a:off x="2103120" y="3314700"/>
            <a:ext cx="64922" cy="64922"/>
          </a:xfrm>
          <a:prstGeom prst="rect">
            <a:avLst/>
          </a:prstGeom>
          <a:solidFill>
            <a:schemeClr val="accent5">
              <a:alpha val="15000"/>
            </a:schemeClr>
          </a:solidFill>
          <a:ln w="6350">
            <a:solidFill>
              <a:schemeClr val="bg1"/>
            </a:solidFill>
            <a:prstDash val="solid"/>
          </a:ln>
        </p:spPr>
      </p:sp>
      <p:sp>
        <p:nvSpPr>
          <p:cNvPr id="308" name="Shape 305"/>
          <p:cNvSpPr/>
          <p:nvPr/>
        </p:nvSpPr>
        <p:spPr>
          <a:xfrm>
            <a:off x="2171700" y="3314700"/>
            <a:ext cx="64922" cy="64922"/>
          </a:xfrm>
          <a:prstGeom prst="rect">
            <a:avLst/>
          </a:prstGeom>
          <a:solidFill>
            <a:schemeClr val="accent5">
              <a:alpha val="60000"/>
            </a:schemeClr>
          </a:solidFill>
          <a:ln w="6350">
            <a:solidFill>
              <a:schemeClr val="bg1"/>
            </a:solidFill>
            <a:prstDash val="solid"/>
          </a:ln>
        </p:spPr>
      </p:sp>
      <p:sp>
        <p:nvSpPr>
          <p:cNvPr id="309" name="Shape 306"/>
          <p:cNvSpPr/>
          <p:nvPr/>
        </p:nvSpPr>
        <p:spPr>
          <a:xfrm>
            <a:off x="2240280" y="3314700"/>
            <a:ext cx="64922" cy="64922"/>
          </a:xfrm>
          <a:prstGeom prst="rect">
            <a:avLst/>
          </a:prstGeom>
          <a:solidFill>
            <a:schemeClr val="accent5">
              <a:alpha val="30000"/>
            </a:schemeClr>
          </a:solidFill>
          <a:ln w="6350">
            <a:solidFill>
              <a:schemeClr val="bg1"/>
            </a:solidFill>
            <a:prstDash val="solid"/>
          </a:ln>
        </p:spPr>
      </p:sp>
      <p:sp>
        <p:nvSpPr>
          <p:cNvPr id="310" name="Shape 307"/>
          <p:cNvSpPr/>
          <p:nvPr/>
        </p:nvSpPr>
        <p:spPr>
          <a:xfrm>
            <a:off x="2308860" y="3314700"/>
            <a:ext cx="64922" cy="64922"/>
          </a:xfrm>
          <a:prstGeom prst="rect">
            <a:avLst/>
          </a:prstGeom>
          <a:solidFill>
            <a:schemeClr val="accent5">
              <a:alpha val="0"/>
            </a:schemeClr>
          </a:solidFill>
          <a:ln w="6350">
            <a:solidFill>
              <a:schemeClr val="bg1"/>
            </a:solidFill>
            <a:prstDash val="solid"/>
          </a:ln>
        </p:spPr>
      </p:sp>
      <p:sp>
        <p:nvSpPr>
          <p:cNvPr id="311" name="Shape 308"/>
          <p:cNvSpPr/>
          <p:nvPr/>
        </p:nvSpPr>
        <p:spPr>
          <a:xfrm>
            <a:off x="1828800" y="3383280"/>
            <a:ext cx="64922" cy="64922"/>
          </a:xfrm>
          <a:prstGeom prst="rect">
            <a:avLst/>
          </a:prstGeom>
          <a:solidFill>
            <a:schemeClr val="accent5">
              <a:alpha val="0"/>
            </a:schemeClr>
          </a:solidFill>
          <a:ln w="6350">
            <a:solidFill>
              <a:schemeClr val="bg1"/>
            </a:solidFill>
            <a:prstDash val="solid"/>
          </a:ln>
        </p:spPr>
      </p:sp>
      <p:sp>
        <p:nvSpPr>
          <p:cNvPr id="312" name="Shape 309"/>
          <p:cNvSpPr/>
          <p:nvPr/>
        </p:nvSpPr>
        <p:spPr>
          <a:xfrm>
            <a:off x="1897380" y="3383280"/>
            <a:ext cx="64922" cy="64922"/>
          </a:xfrm>
          <a:prstGeom prst="rect">
            <a:avLst/>
          </a:prstGeom>
          <a:solidFill>
            <a:schemeClr val="accent5">
              <a:alpha val="0"/>
            </a:schemeClr>
          </a:solidFill>
          <a:ln w="6350">
            <a:solidFill>
              <a:schemeClr val="bg1"/>
            </a:solidFill>
            <a:prstDash val="solid"/>
          </a:ln>
        </p:spPr>
      </p:sp>
      <p:sp>
        <p:nvSpPr>
          <p:cNvPr id="313" name="Shape 310"/>
          <p:cNvSpPr/>
          <p:nvPr/>
        </p:nvSpPr>
        <p:spPr>
          <a:xfrm>
            <a:off x="1965960" y="3383280"/>
            <a:ext cx="64922" cy="64922"/>
          </a:xfrm>
          <a:prstGeom prst="rect">
            <a:avLst/>
          </a:prstGeom>
          <a:solidFill>
            <a:schemeClr val="accent5">
              <a:alpha val="45000"/>
            </a:schemeClr>
          </a:solidFill>
          <a:ln w="6350">
            <a:solidFill>
              <a:schemeClr val="bg1"/>
            </a:solidFill>
            <a:prstDash val="solid"/>
          </a:ln>
        </p:spPr>
      </p:sp>
      <p:sp>
        <p:nvSpPr>
          <p:cNvPr id="314" name="Shape 311"/>
          <p:cNvSpPr/>
          <p:nvPr/>
        </p:nvSpPr>
        <p:spPr>
          <a:xfrm>
            <a:off x="2034540" y="3383280"/>
            <a:ext cx="64922" cy="64922"/>
          </a:xfrm>
          <a:prstGeom prst="rect">
            <a:avLst/>
          </a:prstGeom>
          <a:solidFill>
            <a:schemeClr val="accent5">
              <a:alpha val="60000"/>
            </a:schemeClr>
          </a:solidFill>
          <a:ln w="6350">
            <a:solidFill>
              <a:schemeClr val="bg1"/>
            </a:solidFill>
            <a:prstDash val="solid"/>
          </a:ln>
        </p:spPr>
      </p:sp>
      <p:sp>
        <p:nvSpPr>
          <p:cNvPr id="315" name="Shape 312"/>
          <p:cNvSpPr/>
          <p:nvPr/>
        </p:nvSpPr>
        <p:spPr>
          <a:xfrm>
            <a:off x="2103120" y="3383280"/>
            <a:ext cx="64922" cy="64922"/>
          </a:xfrm>
          <a:prstGeom prst="rect">
            <a:avLst/>
          </a:prstGeom>
          <a:solidFill>
            <a:schemeClr val="accent5">
              <a:alpha val="49000"/>
            </a:schemeClr>
          </a:solidFill>
          <a:ln w="6350">
            <a:solidFill>
              <a:schemeClr val="bg1"/>
            </a:solidFill>
            <a:prstDash val="solid"/>
          </a:ln>
        </p:spPr>
      </p:sp>
      <p:sp>
        <p:nvSpPr>
          <p:cNvPr id="316" name="Shape 313"/>
          <p:cNvSpPr/>
          <p:nvPr/>
        </p:nvSpPr>
        <p:spPr>
          <a:xfrm>
            <a:off x="2171700" y="3383280"/>
            <a:ext cx="64922" cy="64922"/>
          </a:xfrm>
          <a:prstGeom prst="rect">
            <a:avLst/>
          </a:prstGeom>
          <a:solidFill>
            <a:schemeClr val="accent5">
              <a:alpha val="60000"/>
            </a:schemeClr>
          </a:solidFill>
          <a:ln w="6350">
            <a:solidFill>
              <a:schemeClr val="bg1"/>
            </a:solidFill>
            <a:prstDash val="solid"/>
          </a:ln>
        </p:spPr>
      </p:sp>
      <p:sp>
        <p:nvSpPr>
          <p:cNvPr id="317" name="Shape 314"/>
          <p:cNvSpPr/>
          <p:nvPr/>
        </p:nvSpPr>
        <p:spPr>
          <a:xfrm>
            <a:off x="2240280" y="3383280"/>
            <a:ext cx="64922" cy="64922"/>
          </a:xfrm>
          <a:prstGeom prst="rect">
            <a:avLst/>
          </a:prstGeom>
          <a:solidFill>
            <a:schemeClr val="accent5">
              <a:alpha val="7000"/>
            </a:schemeClr>
          </a:solidFill>
          <a:ln w="6350">
            <a:solidFill>
              <a:schemeClr val="bg1"/>
            </a:solidFill>
            <a:prstDash val="solid"/>
          </a:ln>
        </p:spPr>
      </p:sp>
      <p:sp>
        <p:nvSpPr>
          <p:cNvPr id="318" name="Shape 315"/>
          <p:cNvSpPr/>
          <p:nvPr/>
        </p:nvSpPr>
        <p:spPr>
          <a:xfrm>
            <a:off x="2308860" y="3383280"/>
            <a:ext cx="64922" cy="64922"/>
          </a:xfrm>
          <a:prstGeom prst="rect">
            <a:avLst/>
          </a:prstGeom>
          <a:solidFill>
            <a:schemeClr val="accent5">
              <a:alpha val="0"/>
            </a:schemeClr>
          </a:solidFill>
          <a:ln w="6350">
            <a:solidFill>
              <a:schemeClr val="bg1"/>
            </a:solidFill>
            <a:prstDash val="solid"/>
          </a:ln>
        </p:spPr>
      </p:sp>
      <p:sp>
        <p:nvSpPr>
          <p:cNvPr id="319" name="Shape 316"/>
          <p:cNvSpPr/>
          <p:nvPr/>
        </p:nvSpPr>
        <p:spPr>
          <a:xfrm>
            <a:off x="1828800" y="3451860"/>
            <a:ext cx="64922" cy="64922"/>
          </a:xfrm>
          <a:prstGeom prst="rect">
            <a:avLst/>
          </a:prstGeom>
          <a:solidFill>
            <a:schemeClr val="accent5">
              <a:alpha val="0"/>
            </a:schemeClr>
          </a:solidFill>
          <a:ln w="6350">
            <a:solidFill>
              <a:schemeClr val="bg1"/>
            </a:solidFill>
            <a:prstDash val="solid"/>
          </a:ln>
        </p:spPr>
      </p:sp>
      <p:sp>
        <p:nvSpPr>
          <p:cNvPr id="320" name="Shape 317"/>
          <p:cNvSpPr/>
          <p:nvPr/>
        </p:nvSpPr>
        <p:spPr>
          <a:xfrm>
            <a:off x="1897380" y="3451860"/>
            <a:ext cx="64922" cy="64922"/>
          </a:xfrm>
          <a:prstGeom prst="rect">
            <a:avLst/>
          </a:prstGeom>
          <a:solidFill>
            <a:schemeClr val="accent5">
              <a:alpha val="0"/>
            </a:schemeClr>
          </a:solidFill>
          <a:ln w="6350">
            <a:solidFill>
              <a:schemeClr val="bg1"/>
            </a:solidFill>
            <a:prstDash val="solid"/>
          </a:ln>
        </p:spPr>
      </p:sp>
      <p:sp>
        <p:nvSpPr>
          <p:cNvPr id="321" name="Shape 318"/>
          <p:cNvSpPr/>
          <p:nvPr/>
        </p:nvSpPr>
        <p:spPr>
          <a:xfrm>
            <a:off x="1965960" y="3451860"/>
            <a:ext cx="64922" cy="64922"/>
          </a:xfrm>
          <a:prstGeom prst="rect">
            <a:avLst/>
          </a:prstGeom>
          <a:solidFill>
            <a:schemeClr val="accent5">
              <a:alpha val="7000"/>
            </a:schemeClr>
          </a:solidFill>
          <a:ln w="6350">
            <a:solidFill>
              <a:schemeClr val="bg1"/>
            </a:solidFill>
            <a:prstDash val="solid"/>
          </a:ln>
        </p:spPr>
      </p:sp>
      <p:sp>
        <p:nvSpPr>
          <p:cNvPr id="322" name="Shape 319"/>
          <p:cNvSpPr/>
          <p:nvPr/>
        </p:nvSpPr>
        <p:spPr>
          <a:xfrm>
            <a:off x="2034540" y="3451860"/>
            <a:ext cx="64922" cy="64922"/>
          </a:xfrm>
          <a:prstGeom prst="rect">
            <a:avLst/>
          </a:prstGeom>
          <a:solidFill>
            <a:schemeClr val="accent5">
              <a:alpha val="37000"/>
            </a:schemeClr>
          </a:solidFill>
          <a:ln w="6350">
            <a:solidFill>
              <a:schemeClr val="bg1"/>
            </a:solidFill>
            <a:prstDash val="solid"/>
          </a:ln>
        </p:spPr>
      </p:sp>
      <p:sp>
        <p:nvSpPr>
          <p:cNvPr id="323" name="Shape 320"/>
          <p:cNvSpPr/>
          <p:nvPr/>
        </p:nvSpPr>
        <p:spPr>
          <a:xfrm>
            <a:off x="2103120" y="3451860"/>
            <a:ext cx="64922" cy="64922"/>
          </a:xfrm>
          <a:prstGeom prst="rect">
            <a:avLst/>
          </a:prstGeom>
          <a:solidFill>
            <a:schemeClr val="accent5">
              <a:alpha val="60000"/>
            </a:schemeClr>
          </a:solidFill>
          <a:ln w="6350">
            <a:solidFill>
              <a:schemeClr val="bg1"/>
            </a:solidFill>
            <a:prstDash val="solid"/>
          </a:ln>
        </p:spPr>
      </p:sp>
      <p:sp>
        <p:nvSpPr>
          <p:cNvPr id="324" name="Shape 321"/>
          <p:cNvSpPr/>
          <p:nvPr/>
        </p:nvSpPr>
        <p:spPr>
          <a:xfrm>
            <a:off x="2171700" y="3451860"/>
            <a:ext cx="64922" cy="64922"/>
          </a:xfrm>
          <a:prstGeom prst="rect">
            <a:avLst/>
          </a:prstGeom>
          <a:solidFill>
            <a:schemeClr val="accent5">
              <a:alpha val="26000"/>
            </a:schemeClr>
          </a:solidFill>
          <a:ln w="6350">
            <a:solidFill>
              <a:schemeClr val="bg1"/>
            </a:solidFill>
            <a:prstDash val="solid"/>
          </a:ln>
        </p:spPr>
      </p:sp>
      <p:sp>
        <p:nvSpPr>
          <p:cNvPr id="325" name="Shape 322"/>
          <p:cNvSpPr/>
          <p:nvPr/>
        </p:nvSpPr>
        <p:spPr>
          <a:xfrm>
            <a:off x="2240280" y="3451860"/>
            <a:ext cx="64922" cy="64922"/>
          </a:xfrm>
          <a:prstGeom prst="rect">
            <a:avLst/>
          </a:prstGeom>
          <a:solidFill>
            <a:schemeClr val="accent5">
              <a:alpha val="0"/>
            </a:schemeClr>
          </a:solidFill>
          <a:ln w="6350">
            <a:solidFill>
              <a:schemeClr val="bg1"/>
            </a:solidFill>
            <a:prstDash val="solid"/>
          </a:ln>
        </p:spPr>
      </p:sp>
      <p:sp>
        <p:nvSpPr>
          <p:cNvPr id="326" name="Shape 323"/>
          <p:cNvSpPr/>
          <p:nvPr/>
        </p:nvSpPr>
        <p:spPr>
          <a:xfrm>
            <a:off x="2308860" y="3451860"/>
            <a:ext cx="64922" cy="64922"/>
          </a:xfrm>
          <a:prstGeom prst="rect">
            <a:avLst/>
          </a:prstGeom>
          <a:solidFill>
            <a:schemeClr val="accent5">
              <a:alpha val="0"/>
            </a:schemeClr>
          </a:solidFill>
          <a:ln w="6350">
            <a:solidFill>
              <a:schemeClr val="bg1"/>
            </a:solidFill>
            <a:prstDash val="solid"/>
          </a:ln>
        </p:spPr>
      </p:sp>
      <p:sp>
        <p:nvSpPr>
          <p:cNvPr id="327" name="Shape 324"/>
          <p:cNvSpPr/>
          <p:nvPr/>
        </p:nvSpPr>
        <p:spPr>
          <a:xfrm>
            <a:off x="2788920" y="2971800"/>
            <a:ext cx="64922" cy="64922"/>
          </a:xfrm>
          <a:prstGeom prst="rect">
            <a:avLst/>
          </a:prstGeom>
          <a:solidFill>
            <a:schemeClr val="accent5">
              <a:alpha val="0"/>
            </a:schemeClr>
          </a:solidFill>
          <a:ln w="6350">
            <a:solidFill>
              <a:schemeClr val="bg1"/>
            </a:solidFill>
            <a:prstDash val="solid"/>
          </a:ln>
        </p:spPr>
      </p:sp>
      <p:sp>
        <p:nvSpPr>
          <p:cNvPr id="328" name="Shape 325"/>
          <p:cNvSpPr/>
          <p:nvPr/>
        </p:nvSpPr>
        <p:spPr>
          <a:xfrm>
            <a:off x="2857500" y="2971800"/>
            <a:ext cx="64922" cy="64922"/>
          </a:xfrm>
          <a:prstGeom prst="rect">
            <a:avLst/>
          </a:prstGeom>
          <a:solidFill>
            <a:schemeClr val="accent5">
              <a:alpha val="0"/>
            </a:schemeClr>
          </a:solidFill>
          <a:ln w="6350">
            <a:solidFill>
              <a:schemeClr val="bg1"/>
            </a:solidFill>
            <a:prstDash val="solid"/>
          </a:ln>
        </p:spPr>
      </p:sp>
      <p:sp>
        <p:nvSpPr>
          <p:cNvPr id="329" name="Shape 326"/>
          <p:cNvSpPr/>
          <p:nvPr/>
        </p:nvSpPr>
        <p:spPr>
          <a:xfrm>
            <a:off x="2926080" y="2971800"/>
            <a:ext cx="64922" cy="64922"/>
          </a:xfrm>
          <a:prstGeom prst="rect">
            <a:avLst/>
          </a:prstGeom>
          <a:solidFill>
            <a:schemeClr val="accent5">
              <a:alpha val="7000"/>
            </a:schemeClr>
          </a:solidFill>
          <a:ln w="6350">
            <a:solidFill>
              <a:schemeClr val="bg1"/>
            </a:solidFill>
            <a:prstDash val="solid"/>
          </a:ln>
        </p:spPr>
      </p:sp>
      <p:sp>
        <p:nvSpPr>
          <p:cNvPr id="330" name="Shape 327"/>
          <p:cNvSpPr/>
          <p:nvPr/>
        </p:nvSpPr>
        <p:spPr>
          <a:xfrm>
            <a:off x="2994660" y="2971800"/>
            <a:ext cx="64922" cy="64922"/>
          </a:xfrm>
          <a:prstGeom prst="rect">
            <a:avLst/>
          </a:prstGeom>
          <a:solidFill>
            <a:schemeClr val="accent5">
              <a:alpha val="41000"/>
            </a:schemeClr>
          </a:solidFill>
          <a:ln w="6350">
            <a:solidFill>
              <a:schemeClr val="bg1"/>
            </a:solidFill>
            <a:prstDash val="solid"/>
          </a:ln>
        </p:spPr>
      </p:sp>
      <p:sp>
        <p:nvSpPr>
          <p:cNvPr id="331" name="Shape 328"/>
          <p:cNvSpPr/>
          <p:nvPr/>
        </p:nvSpPr>
        <p:spPr>
          <a:xfrm>
            <a:off x="3063240" y="2971800"/>
            <a:ext cx="64922" cy="64922"/>
          </a:xfrm>
          <a:prstGeom prst="rect">
            <a:avLst/>
          </a:prstGeom>
          <a:solidFill>
            <a:schemeClr val="accent5">
              <a:alpha val="49000"/>
            </a:schemeClr>
          </a:solidFill>
          <a:ln w="6350">
            <a:solidFill>
              <a:schemeClr val="bg1"/>
            </a:solidFill>
            <a:prstDash val="solid"/>
          </a:ln>
        </p:spPr>
      </p:sp>
      <p:sp>
        <p:nvSpPr>
          <p:cNvPr id="332" name="Shape 329"/>
          <p:cNvSpPr/>
          <p:nvPr/>
        </p:nvSpPr>
        <p:spPr>
          <a:xfrm>
            <a:off x="3131820" y="2971800"/>
            <a:ext cx="64922" cy="64922"/>
          </a:xfrm>
          <a:prstGeom prst="rect">
            <a:avLst/>
          </a:prstGeom>
          <a:solidFill>
            <a:schemeClr val="accent5">
              <a:alpha val="15000"/>
            </a:schemeClr>
          </a:solidFill>
          <a:ln w="6350">
            <a:solidFill>
              <a:schemeClr val="bg1"/>
            </a:solidFill>
            <a:prstDash val="solid"/>
          </a:ln>
        </p:spPr>
      </p:sp>
      <p:sp>
        <p:nvSpPr>
          <p:cNvPr id="333" name="Shape 330"/>
          <p:cNvSpPr/>
          <p:nvPr/>
        </p:nvSpPr>
        <p:spPr>
          <a:xfrm>
            <a:off x="3200400" y="2971800"/>
            <a:ext cx="64922" cy="64922"/>
          </a:xfrm>
          <a:prstGeom prst="rect">
            <a:avLst/>
          </a:prstGeom>
          <a:solidFill>
            <a:schemeClr val="accent5">
              <a:alpha val="0"/>
            </a:schemeClr>
          </a:solidFill>
          <a:ln w="6350">
            <a:solidFill>
              <a:schemeClr val="bg1"/>
            </a:solidFill>
            <a:prstDash val="solid"/>
          </a:ln>
        </p:spPr>
      </p:sp>
      <p:sp>
        <p:nvSpPr>
          <p:cNvPr id="334" name="Shape 331"/>
          <p:cNvSpPr/>
          <p:nvPr/>
        </p:nvSpPr>
        <p:spPr>
          <a:xfrm>
            <a:off x="3268980" y="2971800"/>
            <a:ext cx="64922" cy="64922"/>
          </a:xfrm>
          <a:prstGeom prst="rect">
            <a:avLst/>
          </a:prstGeom>
          <a:solidFill>
            <a:schemeClr val="accent5">
              <a:alpha val="0"/>
            </a:schemeClr>
          </a:solidFill>
          <a:ln w="6350">
            <a:solidFill>
              <a:schemeClr val="bg1"/>
            </a:solidFill>
            <a:prstDash val="solid"/>
          </a:ln>
        </p:spPr>
      </p:sp>
      <p:sp>
        <p:nvSpPr>
          <p:cNvPr id="335" name="Shape 332"/>
          <p:cNvSpPr/>
          <p:nvPr/>
        </p:nvSpPr>
        <p:spPr>
          <a:xfrm>
            <a:off x="2788920" y="3040380"/>
            <a:ext cx="64922" cy="64922"/>
          </a:xfrm>
          <a:prstGeom prst="rect">
            <a:avLst/>
          </a:prstGeom>
          <a:solidFill>
            <a:schemeClr val="accent5">
              <a:alpha val="0"/>
            </a:schemeClr>
          </a:solidFill>
          <a:ln w="6350">
            <a:solidFill>
              <a:schemeClr val="bg1"/>
            </a:solidFill>
            <a:prstDash val="solid"/>
          </a:ln>
        </p:spPr>
      </p:sp>
      <p:sp>
        <p:nvSpPr>
          <p:cNvPr id="336" name="Shape 333"/>
          <p:cNvSpPr/>
          <p:nvPr/>
        </p:nvSpPr>
        <p:spPr>
          <a:xfrm>
            <a:off x="2857500" y="3040380"/>
            <a:ext cx="64922" cy="64922"/>
          </a:xfrm>
          <a:prstGeom prst="rect">
            <a:avLst/>
          </a:prstGeom>
          <a:solidFill>
            <a:schemeClr val="accent5">
              <a:alpha val="0"/>
            </a:schemeClr>
          </a:solidFill>
          <a:ln w="6350">
            <a:solidFill>
              <a:schemeClr val="bg1"/>
            </a:solidFill>
            <a:prstDash val="solid"/>
          </a:ln>
        </p:spPr>
      </p:sp>
      <p:sp>
        <p:nvSpPr>
          <p:cNvPr id="337" name="Shape 334"/>
          <p:cNvSpPr/>
          <p:nvPr/>
        </p:nvSpPr>
        <p:spPr>
          <a:xfrm>
            <a:off x="2926080" y="3040380"/>
            <a:ext cx="64922" cy="64922"/>
          </a:xfrm>
          <a:prstGeom prst="rect">
            <a:avLst/>
          </a:prstGeom>
          <a:solidFill>
            <a:schemeClr val="accent5">
              <a:alpha val="45000"/>
            </a:schemeClr>
          </a:solidFill>
          <a:ln w="6350">
            <a:solidFill>
              <a:schemeClr val="bg1"/>
            </a:solidFill>
            <a:prstDash val="solid"/>
          </a:ln>
        </p:spPr>
      </p:sp>
      <p:sp>
        <p:nvSpPr>
          <p:cNvPr id="338" name="Shape 335"/>
          <p:cNvSpPr/>
          <p:nvPr/>
        </p:nvSpPr>
        <p:spPr>
          <a:xfrm>
            <a:off x="2994660" y="3040380"/>
            <a:ext cx="64922" cy="64922"/>
          </a:xfrm>
          <a:prstGeom prst="rect">
            <a:avLst/>
          </a:prstGeom>
          <a:solidFill>
            <a:schemeClr val="accent5">
              <a:alpha val="60000"/>
            </a:schemeClr>
          </a:solidFill>
          <a:ln w="6350">
            <a:solidFill>
              <a:schemeClr val="bg1"/>
            </a:solidFill>
            <a:prstDash val="solid"/>
          </a:ln>
        </p:spPr>
      </p:sp>
      <p:sp>
        <p:nvSpPr>
          <p:cNvPr id="339" name="Shape 336"/>
          <p:cNvSpPr/>
          <p:nvPr/>
        </p:nvSpPr>
        <p:spPr>
          <a:xfrm>
            <a:off x="3063240" y="3040380"/>
            <a:ext cx="64922" cy="64922"/>
          </a:xfrm>
          <a:prstGeom prst="rect">
            <a:avLst/>
          </a:prstGeom>
          <a:solidFill>
            <a:schemeClr val="accent5">
              <a:alpha val="49000"/>
            </a:schemeClr>
          </a:solidFill>
          <a:ln w="6350">
            <a:solidFill>
              <a:schemeClr val="bg1"/>
            </a:solidFill>
            <a:prstDash val="solid"/>
          </a:ln>
        </p:spPr>
      </p:sp>
      <p:sp>
        <p:nvSpPr>
          <p:cNvPr id="340" name="Shape 337"/>
          <p:cNvSpPr/>
          <p:nvPr/>
        </p:nvSpPr>
        <p:spPr>
          <a:xfrm>
            <a:off x="3131820" y="3040380"/>
            <a:ext cx="64922" cy="64922"/>
          </a:xfrm>
          <a:prstGeom prst="rect">
            <a:avLst/>
          </a:prstGeom>
          <a:solidFill>
            <a:schemeClr val="accent5">
              <a:alpha val="56000"/>
            </a:schemeClr>
          </a:solidFill>
          <a:ln w="6350">
            <a:solidFill>
              <a:schemeClr val="bg1"/>
            </a:solidFill>
            <a:prstDash val="solid"/>
          </a:ln>
        </p:spPr>
      </p:sp>
      <p:sp>
        <p:nvSpPr>
          <p:cNvPr id="341" name="Shape 338"/>
          <p:cNvSpPr/>
          <p:nvPr/>
        </p:nvSpPr>
        <p:spPr>
          <a:xfrm>
            <a:off x="3200400" y="3040380"/>
            <a:ext cx="64922" cy="64922"/>
          </a:xfrm>
          <a:prstGeom prst="rect">
            <a:avLst/>
          </a:prstGeom>
          <a:solidFill>
            <a:schemeClr val="accent5">
              <a:alpha val="0"/>
            </a:schemeClr>
          </a:solidFill>
          <a:ln w="6350">
            <a:solidFill>
              <a:schemeClr val="bg1"/>
            </a:solidFill>
            <a:prstDash val="solid"/>
          </a:ln>
        </p:spPr>
      </p:sp>
      <p:sp>
        <p:nvSpPr>
          <p:cNvPr id="342" name="Shape 339"/>
          <p:cNvSpPr/>
          <p:nvPr/>
        </p:nvSpPr>
        <p:spPr>
          <a:xfrm>
            <a:off x="3268980" y="3040380"/>
            <a:ext cx="64922" cy="64922"/>
          </a:xfrm>
          <a:prstGeom prst="rect">
            <a:avLst/>
          </a:prstGeom>
          <a:solidFill>
            <a:schemeClr val="accent5">
              <a:alpha val="0"/>
            </a:schemeClr>
          </a:solidFill>
          <a:ln w="6350">
            <a:solidFill>
              <a:schemeClr val="bg1"/>
            </a:solidFill>
            <a:prstDash val="solid"/>
          </a:ln>
        </p:spPr>
      </p:sp>
      <p:sp>
        <p:nvSpPr>
          <p:cNvPr id="343" name="Shape 340"/>
          <p:cNvSpPr/>
          <p:nvPr/>
        </p:nvSpPr>
        <p:spPr>
          <a:xfrm>
            <a:off x="2788920" y="3108960"/>
            <a:ext cx="64922" cy="64922"/>
          </a:xfrm>
          <a:prstGeom prst="rect">
            <a:avLst/>
          </a:prstGeom>
          <a:solidFill>
            <a:schemeClr val="accent5">
              <a:alpha val="0"/>
            </a:schemeClr>
          </a:solidFill>
          <a:ln w="6350">
            <a:solidFill>
              <a:schemeClr val="bg1"/>
            </a:solidFill>
            <a:prstDash val="solid"/>
          </a:ln>
        </p:spPr>
      </p:sp>
      <p:sp>
        <p:nvSpPr>
          <p:cNvPr id="344" name="Shape 341"/>
          <p:cNvSpPr/>
          <p:nvPr/>
        </p:nvSpPr>
        <p:spPr>
          <a:xfrm>
            <a:off x="2857500" y="3108960"/>
            <a:ext cx="64922" cy="64922"/>
          </a:xfrm>
          <a:prstGeom prst="rect">
            <a:avLst/>
          </a:prstGeom>
          <a:solidFill>
            <a:schemeClr val="accent5">
              <a:alpha val="0"/>
            </a:schemeClr>
          </a:solidFill>
          <a:ln w="6350">
            <a:solidFill>
              <a:schemeClr val="bg1"/>
            </a:solidFill>
            <a:prstDash val="solid"/>
          </a:ln>
        </p:spPr>
      </p:sp>
      <p:sp>
        <p:nvSpPr>
          <p:cNvPr id="345" name="Shape 342"/>
          <p:cNvSpPr/>
          <p:nvPr/>
        </p:nvSpPr>
        <p:spPr>
          <a:xfrm>
            <a:off x="2926080" y="3108960"/>
            <a:ext cx="64922" cy="64922"/>
          </a:xfrm>
          <a:prstGeom prst="rect">
            <a:avLst/>
          </a:prstGeom>
          <a:solidFill>
            <a:schemeClr val="accent5">
              <a:alpha val="60000"/>
            </a:schemeClr>
          </a:solidFill>
          <a:ln w="6350">
            <a:solidFill>
              <a:schemeClr val="bg1"/>
            </a:solidFill>
            <a:prstDash val="solid"/>
          </a:ln>
        </p:spPr>
      </p:sp>
      <p:sp>
        <p:nvSpPr>
          <p:cNvPr id="346" name="Shape 343"/>
          <p:cNvSpPr/>
          <p:nvPr/>
        </p:nvSpPr>
        <p:spPr>
          <a:xfrm>
            <a:off x="2994660" y="3108960"/>
            <a:ext cx="64922" cy="64922"/>
          </a:xfrm>
          <a:prstGeom prst="rect">
            <a:avLst/>
          </a:prstGeom>
          <a:solidFill>
            <a:schemeClr val="accent5">
              <a:alpha val="34000"/>
            </a:schemeClr>
          </a:solidFill>
          <a:ln w="6350">
            <a:solidFill>
              <a:schemeClr val="bg1"/>
            </a:solidFill>
            <a:prstDash val="solid"/>
          </a:ln>
        </p:spPr>
      </p:sp>
      <p:sp>
        <p:nvSpPr>
          <p:cNvPr id="347" name="Shape 344"/>
          <p:cNvSpPr/>
          <p:nvPr/>
        </p:nvSpPr>
        <p:spPr>
          <a:xfrm>
            <a:off x="3063240" y="3108960"/>
            <a:ext cx="64922" cy="64922"/>
          </a:xfrm>
          <a:prstGeom prst="rect">
            <a:avLst/>
          </a:prstGeom>
          <a:solidFill>
            <a:schemeClr val="accent5">
              <a:alpha val="4000"/>
            </a:schemeClr>
          </a:solidFill>
          <a:ln w="6350">
            <a:solidFill>
              <a:schemeClr val="bg1"/>
            </a:solidFill>
            <a:prstDash val="solid"/>
          </a:ln>
        </p:spPr>
      </p:sp>
      <p:sp>
        <p:nvSpPr>
          <p:cNvPr id="348" name="Shape 345"/>
          <p:cNvSpPr/>
          <p:nvPr/>
        </p:nvSpPr>
        <p:spPr>
          <a:xfrm>
            <a:off x="3131820" y="3108960"/>
            <a:ext cx="64922" cy="64922"/>
          </a:xfrm>
          <a:prstGeom prst="rect">
            <a:avLst/>
          </a:prstGeom>
          <a:solidFill>
            <a:schemeClr val="accent5">
              <a:alpha val="11000"/>
            </a:schemeClr>
          </a:solidFill>
          <a:ln w="6350">
            <a:solidFill>
              <a:schemeClr val="bg1"/>
            </a:solidFill>
            <a:prstDash val="solid"/>
          </a:ln>
        </p:spPr>
      </p:sp>
      <p:sp>
        <p:nvSpPr>
          <p:cNvPr id="349" name="Shape 346"/>
          <p:cNvSpPr/>
          <p:nvPr/>
        </p:nvSpPr>
        <p:spPr>
          <a:xfrm>
            <a:off x="3200400" y="3108960"/>
            <a:ext cx="64922" cy="64922"/>
          </a:xfrm>
          <a:prstGeom prst="rect">
            <a:avLst/>
          </a:prstGeom>
          <a:solidFill>
            <a:schemeClr val="accent5">
              <a:alpha val="0"/>
            </a:schemeClr>
          </a:solidFill>
          <a:ln w="6350">
            <a:solidFill>
              <a:schemeClr val="bg1"/>
            </a:solidFill>
            <a:prstDash val="solid"/>
          </a:ln>
        </p:spPr>
      </p:sp>
      <p:sp>
        <p:nvSpPr>
          <p:cNvPr id="350" name="Shape 347"/>
          <p:cNvSpPr/>
          <p:nvPr/>
        </p:nvSpPr>
        <p:spPr>
          <a:xfrm>
            <a:off x="3268980" y="3108960"/>
            <a:ext cx="64922" cy="64922"/>
          </a:xfrm>
          <a:prstGeom prst="rect">
            <a:avLst/>
          </a:prstGeom>
          <a:solidFill>
            <a:schemeClr val="accent5">
              <a:alpha val="0"/>
            </a:schemeClr>
          </a:solidFill>
          <a:ln w="6350">
            <a:solidFill>
              <a:schemeClr val="bg1"/>
            </a:solidFill>
            <a:prstDash val="solid"/>
          </a:ln>
        </p:spPr>
      </p:sp>
      <p:sp>
        <p:nvSpPr>
          <p:cNvPr id="351" name="Shape 348"/>
          <p:cNvSpPr/>
          <p:nvPr/>
        </p:nvSpPr>
        <p:spPr>
          <a:xfrm>
            <a:off x="2788920" y="3177540"/>
            <a:ext cx="64922" cy="64922"/>
          </a:xfrm>
          <a:prstGeom prst="rect">
            <a:avLst/>
          </a:prstGeom>
          <a:solidFill>
            <a:schemeClr val="accent5">
              <a:alpha val="0"/>
            </a:schemeClr>
          </a:solidFill>
          <a:ln w="6350">
            <a:solidFill>
              <a:schemeClr val="bg1"/>
            </a:solidFill>
            <a:prstDash val="solid"/>
          </a:ln>
        </p:spPr>
      </p:sp>
      <p:sp>
        <p:nvSpPr>
          <p:cNvPr id="352" name="Shape 349"/>
          <p:cNvSpPr/>
          <p:nvPr/>
        </p:nvSpPr>
        <p:spPr>
          <a:xfrm>
            <a:off x="2857500" y="3177540"/>
            <a:ext cx="64922" cy="64922"/>
          </a:xfrm>
          <a:prstGeom prst="rect">
            <a:avLst/>
          </a:prstGeom>
          <a:solidFill>
            <a:schemeClr val="accent5">
              <a:alpha val="15000"/>
            </a:schemeClr>
          </a:solidFill>
          <a:ln w="6350">
            <a:solidFill>
              <a:schemeClr val="bg1"/>
            </a:solidFill>
            <a:prstDash val="solid"/>
          </a:ln>
        </p:spPr>
      </p:sp>
      <p:sp>
        <p:nvSpPr>
          <p:cNvPr id="353" name="Shape 350"/>
          <p:cNvSpPr/>
          <p:nvPr/>
        </p:nvSpPr>
        <p:spPr>
          <a:xfrm>
            <a:off x="2926080" y="3177540"/>
            <a:ext cx="64922" cy="64922"/>
          </a:xfrm>
          <a:prstGeom prst="rect">
            <a:avLst/>
          </a:prstGeom>
          <a:solidFill>
            <a:schemeClr val="accent5">
              <a:alpha val="60000"/>
            </a:schemeClr>
          </a:solidFill>
          <a:ln w="6350">
            <a:solidFill>
              <a:schemeClr val="bg1"/>
            </a:solidFill>
            <a:prstDash val="solid"/>
          </a:ln>
        </p:spPr>
      </p:sp>
      <p:sp>
        <p:nvSpPr>
          <p:cNvPr id="354" name="Shape 351"/>
          <p:cNvSpPr/>
          <p:nvPr/>
        </p:nvSpPr>
        <p:spPr>
          <a:xfrm>
            <a:off x="2994660" y="3177540"/>
            <a:ext cx="64922" cy="64922"/>
          </a:xfrm>
          <a:prstGeom prst="rect">
            <a:avLst/>
          </a:prstGeom>
          <a:solidFill>
            <a:schemeClr val="accent5">
              <a:alpha val="22000"/>
            </a:schemeClr>
          </a:solidFill>
          <a:ln w="6350">
            <a:solidFill>
              <a:schemeClr val="bg1"/>
            </a:solidFill>
            <a:prstDash val="solid"/>
          </a:ln>
        </p:spPr>
      </p:sp>
      <p:sp>
        <p:nvSpPr>
          <p:cNvPr id="355" name="Shape 352"/>
          <p:cNvSpPr/>
          <p:nvPr/>
        </p:nvSpPr>
        <p:spPr>
          <a:xfrm>
            <a:off x="3063240" y="3177540"/>
            <a:ext cx="64922" cy="64922"/>
          </a:xfrm>
          <a:prstGeom prst="rect">
            <a:avLst/>
          </a:prstGeom>
          <a:solidFill>
            <a:schemeClr val="accent5">
              <a:alpha val="52000"/>
            </a:schemeClr>
          </a:solidFill>
          <a:ln w="6350">
            <a:solidFill>
              <a:schemeClr val="bg1"/>
            </a:solidFill>
            <a:prstDash val="solid"/>
          </a:ln>
        </p:spPr>
      </p:sp>
      <p:sp>
        <p:nvSpPr>
          <p:cNvPr id="356" name="Shape 353"/>
          <p:cNvSpPr/>
          <p:nvPr/>
        </p:nvSpPr>
        <p:spPr>
          <a:xfrm>
            <a:off x="3131820" y="3177540"/>
            <a:ext cx="64922" cy="64922"/>
          </a:xfrm>
          <a:prstGeom prst="rect">
            <a:avLst/>
          </a:prstGeom>
          <a:solidFill>
            <a:schemeClr val="accent5">
              <a:alpha val="34000"/>
            </a:schemeClr>
          </a:solidFill>
          <a:ln w="6350">
            <a:solidFill>
              <a:schemeClr val="bg1"/>
            </a:solidFill>
            <a:prstDash val="solid"/>
          </a:ln>
        </p:spPr>
      </p:sp>
      <p:sp>
        <p:nvSpPr>
          <p:cNvPr id="357" name="Shape 354"/>
          <p:cNvSpPr/>
          <p:nvPr/>
        </p:nvSpPr>
        <p:spPr>
          <a:xfrm>
            <a:off x="3200400" y="3177540"/>
            <a:ext cx="64922" cy="64922"/>
          </a:xfrm>
          <a:prstGeom prst="rect">
            <a:avLst/>
          </a:prstGeom>
          <a:solidFill>
            <a:schemeClr val="accent5">
              <a:alpha val="4000"/>
            </a:schemeClr>
          </a:solidFill>
          <a:ln w="6350">
            <a:solidFill>
              <a:schemeClr val="bg1"/>
            </a:solidFill>
            <a:prstDash val="solid"/>
          </a:ln>
        </p:spPr>
      </p:sp>
      <p:sp>
        <p:nvSpPr>
          <p:cNvPr id="358" name="Shape 355"/>
          <p:cNvSpPr/>
          <p:nvPr/>
        </p:nvSpPr>
        <p:spPr>
          <a:xfrm>
            <a:off x="3268980" y="3177540"/>
            <a:ext cx="64922" cy="64922"/>
          </a:xfrm>
          <a:prstGeom prst="rect">
            <a:avLst/>
          </a:prstGeom>
          <a:solidFill>
            <a:schemeClr val="accent5">
              <a:alpha val="0"/>
            </a:schemeClr>
          </a:solidFill>
          <a:ln w="6350">
            <a:solidFill>
              <a:schemeClr val="bg1"/>
            </a:solidFill>
            <a:prstDash val="solid"/>
          </a:ln>
        </p:spPr>
      </p:sp>
      <p:sp>
        <p:nvSpPr>
          <p:cNvPr id="359" name="Shape 356"/>
          <p:cNvSpPr/>
          <p:nvPr/>
        </p:nvSpPr>
        <p:spPr>
          <a:xfrm>
            <a:off x="2788920" y="3246120"/>
            <a:ext cx="64922" cy="64922"/>
          </a:xfrm>
          <a:prstGeom prst="rect">
            <a:avLst/>
          </a:prstGeom>
          <a:solidFill>
            <a:schemeClr val="accent5">
              <a:alpha val="0"/>
            </a:schemeClr>
          </a:solidFill>
          <a:ln w="6350">
            <a:solidFill>
              <a:schemeClr val="bg1"/>
            </a:solidFill>
            <a:prstDash val="solid"/>
          </a:ln>
        </p:spPr>
      </p:sp>
      <p:sp>
        <p:nvSpPr>
          <p:cNvPr id="360" name="Shape 357"/>
          <p:cNvSpPr/>
          <p:nvPr/>
        </p:nvSpPr>
        <p:spPr>
          <a:xfrm>
            <a:off x="2857500" y="3246120"/>
            <a:ext cx="64922" cy="64922"/>
          </a:xfrm>
          <a:prstGeom prst="rect">
            <a:avLst/>
          </a:prstGeom>
          <a:solidFill>
            <a:schemeClr val="accent5">
              <a:alpha val="26000"/>
            </a:schemeClr>
          </a:solidFill>
          <a:ln w="6350">
            <a:solidFill>
              <a:schemeClr val="bg1"/>
            </a:solidFill>
            <a:prstDash val="solid"/>
          </a:ln>
        </p:spPr>
      </p:sp>
      <p:sp>
        <p:nvSpPr>
          <p:cNvPr id="361" name="Shape 358"/>
          <p:cNvSpPr/>
          <p:nvPr/>
        </p:nvSpPr>
        <p:spPr>
          <a:xfrm>
            <a:off x="2926080" y="3246120"/>
            <a:ext cx="64922" cy="64922"/>
          </a:xfrm>
          <a:prstGeom prst="rect">
            <a:avLst/>
          </a:prstGeom>
          <a:solidFill>
            <a:schemeClr val="accent5">
              <a:alpha val="60000"/>
            </a:schemeClr>
          </a:solidFill>
          <a:ln w="6350">
            <a:solidFill>
              <a:schemeClr val="bg1"/>
            </a:solidFill>
            <a:prstDash val="solid"/>
          </a:ln>
        </p:spPr>
      </p:sp>
      <p:sp>
        <p:nvSpPr>
          <p:cNvPr id="362" name="Shape 359"/>
          <p:cNvSpPr/>
          <p:nvPr/>
        </p:nvSpPr>
        <p:spPr>
          <a:xfrm>
            <a:off x="2994660" y="3246120"/>
            <a:ext cx="64922" cy="64922"/>
          </a:xfrm>
          <a:prstGeom prst="rect">
            <a:avLst/>
          </a:prstGeom>
          <a:solidFill>
            <a:schemeClr val="accent5">
              <a:alpha val="60000"/>
            </a:schemeClr>
          </a:solidFill>
          <a:ln w="6350">
            <a:solidFill>
              <a:schemeClr val="bg1"/>
            </a:solidFill>
            <a:prstDash val="solid"/>
          </a:ln>
        </p:spPr>
      </p:sp>
      <p:sp>
        <p:nvSpPr>
          <p:cNvPr id="363" name="Shape 360"/>
          <p:cNvSpPr/>
          <p:nvPr/>
        </p:nvSpPr>
        <p:spPr>
          <a:xfrm>
            <a:off x="3063240" y="3246120"/>
            <a:ext cx="64922" cy="64922"/>
          </a:xfrm>
          <a:prstGeom prst="rect">
            <a:avLst/>
          </a:prstGeom>
          <a:solidFill>
            <a:schemeClr val="accent5">
              <a:alpha val="60000"/>
            </a:schemeClr>
          </a:solidFill>
          <a:ln w="6350">
            <a:solidFill>
              <a:schemeClr val="bg1"/>
            </a:solidFill>
            <a:prstDash val="solid"/>
          </a:ln>
        </p:spPr>
      </p:sp>
      <p:sp>
        <p:nvSpPr>
          <p:cNvPr id="364" name="Shape 361"/>
          <p:cNvSpPr/>
          <p:nvPr/>
        </p:nvSpPr>
        <p:spPr>
          <a:xfrm>
            <a:off x="3131820" y="3246120"/>
            <a:ext cx="64922" cy="64922"/>
          </a:xfrm>
          <a:prstGeom prst="rect">
            <a:avLst/>
          </a:prstGeom>
          <a:solidFill>
            <a:schemeClr val="accent5">
              <a:alpha val="60000"/>
            </a:schemeClr>
          </a:solidFill>
          <a:ln w="6350">
            <a:solidFill>
              <a:schemeClr val="bg1"/>
            </a:solidFill>
            <a:prstDash val="solid"/>
          </a:ln>
        </p:spPr>
      </p:sp>
      <p:sp>
        <p:nvSpPr>
          <p:cNvPr id="365" name="Shape 362"/>
          <p:cNvSpPr/>
          <p:nvPr/>
        </p:nvSpPr>
        <p:spPr>
          <a:xfrm>
            <a:off x="3200400" y="3246120"/>
            <a:ext cx="64922" cy="64922"/>
          </a:xfrm>
          <a:prstGeom prst="rect">
            <a:avLst/>
          </a:prstGeom>
          <a:solidFill>
            <a:schemeClr val="accent5">
              <a:alpha val="22000"/>
            </a:schemeClr>
          </a:solidFill>
          <a:ln w="6350">
            <a:solidFill>
              <a:schemeClr val="bg1"/>
            </a:solidFill>
            <a:prstDash val="solid"/>
          </a:ln>
        </p:spPr>
      </p:sp>
      <p:sp>
        <p:nvSpPr>
          <p:cNvPr id="366" name="Shape 363"/>
          <p:cNvSpPr/>
          <p:nvPr/>
        </p:nvSpPr>
        <p:spPr>
          <a:xfrm>
            <a:off x="3268980" y="3246120"/>
            <a:ext cx="64922" cy="64922"/>
          </a:xfrm>
          <a:prstGeom prst="rect">
            <a:avLst/>
          </a:prstGeom>
          <a:solidFill>
            <a:schemeClr val="accent5">
              <a:alpha val="0"/>
            </a:schemeClr>
          </a:solidFill>
          <a:ln w="6350">
            <a:solidFill>
              <a:schemeClr val="bg1"/>
            </a:solidFill>
            <a:prstDash val="solid"/>
          </a:ln>
        </p:spPr>
      </p:sp>
      <p:sp>
        <p:nvSpPr>
          <p:cNvPr id="367" name="Shape 364"/>
          <p:cNvSpPr/>
          <p:nvPr/>
        </p:nvSpPr>
        <p:spPr>
          <a:xfrm>
            <a:off x="2788920" y="3314700"/>
            <a:ext cx="64922" cy="64922"/>
          </a:xfrm>
          <a:prstGeom prst="rect">
            <a:avLst/>
          </a:prstGeom>
          <a:solidFill>
            <a:schemeClr val="accent5">
              <a:alpha val="0"/>
            </a:schemeClr>
          </a:solidFill>
          <a:ln w="6350">
            <a:solidFill>
              <a:schemeClr val="bg1"/>
            </a:solidFill>
            <a:prstDash val="solid"/>
          </a:ln>
        </p:spPr>
      </p:sp>
      <p:sp>
        <p:nvSpPr>
          <p:cNvPr id="368" name="Shape 365"/>
          <p:cNvSpPr/>
          <p:nvPr/>
        </p:nvSpPr>
        <p:spPr>
          <a:xfrm>
            <a:off x="2857500" y="3314700"/>
            <a:ext cx="64922" cy="64922"/>
          </a:xfrm>
          <a:prstGeom prst="rect">
            <a:avLst/>
          </a:prstGeom>
          <a:solidFill>
            <a:schemeClr val="accent5">
              <a:alpha val="4000"/>
            </a:schemeClr>
          </a:solidFill>
          <a:ln w="6350">
            <a:solidFill>
              <a:schemeClr val="bg1"/>
            </a:solidFill>
            <a:prstDash val="solid"/>
          </a:ln>
        </p:spPr>
      </p:sp>
      <p:sp>
        <p:nvSpPr>
          <p:cNvPr id="369" name="Shape 366"/>
          <p:cNvSpPr/>
          <p:nvPr/>
        </p:nvSpPr>
        <p:spPr>
          <a:xfrm>
            <a:off x="2926080" y="3314700"/>
            <a:ext cx="64922" cy="64922"/>
          </a:xfrm>
          <a:prstGeom prst="rect">
            <a:avLst/>
          </a:prstGeom>
          <a:solidFill>
            <a:schemeClr val="accent5">
              <a:alpha val="60000"/>
            </a:schemeClr>
          </a:solidFill>
          <a:ln w="6350">
            <a:solidFill>
              <a:schemeClr val="bg1"/>
            </a:solidFill>
            <a:prstDash val="solid"/>
          </a:ln>
        </p:spPr>
      </p:sp>
      <p:sp>
        <p:nvSpPr>
          <p:cNvPr id="370" name="Shape 367"/>
          <p:cNvSpPr/>
          <p:nvPr/>
        </p:nvSpPr>
        <p:spPr>
          <a:xfrm>
            <a:off x="2994660" y="3314700"/>
            <a:ext cx="64922" cy="64922"/>
          </a:xfrm>
          <a:prstGeom prst="rect">
            <a:avLst/>
          </a:prstGeom>
          <a:solidFill>
            <a:schemeClr val="accent5">
              <a:alpha val="52000"/>
            </a:schemeClr>
          </a:solidFill>
          <a:ln w="6350">
            <a:solidFill>
              <a:schemeClr val="bg1"/>
            </a:solidFill>
            <a:prstDash val="solid"/>
          </a:ln>
        </p:spPr>
      </p:sp>
      <p:sp>
        <p:nvSpPr>
          <p:cNvPr id="371" name="Shape 368"/>
          <p:cNvSpPr/>
          <p:nvPr/>
        </p:nvSpPr>
        <p:spPr>
          <a:xfrm>
            <a:off x="3063240" y="3314700"/>
            <a:ext cx="64922" cy="64922"/>
          </a:xfrm>
          <a:prstGeom prst="rect">
            <a:avLst/>
          </a:prstGeom>
          <a:solidFill>
            <a:schemeClr val="accent5">
              <a:alpha val="15000"/>
            </a:schemeClr>
          </a:solidFill>
          <a:ln w="6350">
            <a:solidFill>
              <a:schemeClr val="bg1"/>
            </a:solidFill>
            <a:prstDash val="solid"/>
          </a:ln>
        </p:spPr>
      </p:sp>
      <p:sp>
        <p:nvSpPr>
          <p:cNvPr id="372" name="Shape 369"/>
          <p:cNvSpPr/>
          <p:nvPr/>
        </p:nvSpPr>
        <p:spPr>
          <a:xfrm>
            <a:off x="3131820" y="3314700"/>
            <a:ext cx="64922" cy="64922"/>
          </a:xfrm>
          <a:prstGeom prst="rect">
            <a:avLst/>
          </a:prstGeom>
          <a:solidFill>
            <a:schemeClr val="accent5">
              <a:alpha val="60000"/>
            </a:schemeClr>
          </a:solidFill>
          <a:ln w="6350">
            <a:solidFill>
              <a:schemeClr val="bg1"/>
            </a:solidFill>
            <a:prstDash val="solid"/>
          </a:ln>
        </p:spPr>
      </p:sp>
      <p:sp>
        <p:nvSpPr>
          <p:cNvPr id="373" name="Shape 370"/>
          <p:cNvSpPr/>
          <p:nvPr/>
        </p:nvSpPr>
        <p:spPr>
          <a:xfrm>
            <a:off x="3200400" y="3314700"/>
            <a:ext cx="64922" cy="64922"/>
          </a:xfrm>
          <a:prstGeom prst="rect">
            <a:avLst/>
          </a:prstGeom>
          <a:solidFill>
            <a:schemeClr val="accent5">
              <a:alpha val="30000"/>
            </a:schemeClr>
          </a:solidFill>
          <a:ln w="6350">
            <a:solidFill>
              <a:schemeClr val="bg1"/>
            </a:solidFill>
            <a:prstDash val="solid"/>
          </a:ln>
        </p:spPr>
      </p:sp>
      <p:sp>
        <p:nvSpPr>
          <p:cNvPr id="374" name="Shape 371"/>
          <p:cNvSpPr/>
          <p:nvPr/>
        </p:nvSpPr>
        <p:spPr>
          <a:xfrm>
            <a:off x="3268980" y="3314700"/>
            <a:ext cx="64922" cy="64922"/>
          </a:xfrm>
          <a:prstGeom prst="rect">
            <a:avLst/>
          </a:prstGeom>
          <a:solidFill>
            <a:schemeClr val="accent5">
              <a:alpha val="0"/>
            </a:schemeClr>
          </a:solidFill>
          <a:ln w="6350">
            <a:solidFill>
              <a:schemeClr val="bg1"/>
            </a:solidFill>
            <a:prstDash val="solid"/>
          </a:ln>
        </p:spPr>
      </p:sp>
      <p:sp>
        <p:nvSpPr>
          <p:cNvPr id="375" name="Shape 372"/>
          <p:cNvSpPr/>
          <p:nvPr/>
        </p:nvSpPr>
        <p:spPr>
          <a:xfrm>
            <a:off x="2788920" y="3383280"/>
            <a:ext cx="64922" cy="64922"/>
          </a:xfrm>
          <a:prstGeom prst="rect">
            <a:avLst/>
          </a:prstGeom>
          <a:solidFill>
            <a:schemeClr val="accent5">
              <a:alpha val="0"/>
            </a:schemeClr>
          </a:solidFill>
          <a:ln w="6350">
            <a:solidFill>
              <a:schemeClr val="bg1"/>
            </a:solidFill>
            <a:prstDash val="solid"/>
          </a:ln>
        </p:spPr>
      </p:sp>
      <p:sp>
        <p:nvSpPr>
          <p:cNvPr id="376" name="Shape 373"/>
          <p:cNvSpPr/>
          <p:nvPr/>
        </p:nvSpPr>
        <p:spPr>
          <a:xfrm>
            <a:off x="2857500" y="3383280"/>
            <a:ext cx="64922" cy="64922"/>
          </a:xfrm>
          <a:prstGeom prst="rect">
            <a:avLst/>
          </a:prstGeom>
          <a:solidFill>
            <a:schemeClr val="accent5">
              <a:alpha val="0"/>
            </a:schemeClr>
          </a:solidFill>
          <a:ln w="6350">
            <a:solidFill>
              <a:schemeClr val="bg1"/>
            </a:solidFill>
            <a:prstDash val="solid"/>
          </a:ln>
        </p:spPr>
      </p:sp>
      <p:sp>
        <p:nvSpPr>
          <p:cNvPr id="377" name="Shape 374"/>
          <p:cNvSpPr/>
          <p:nvPr/>
        </p:nvSpPr>
        <p:spPr>
          <a:xfrm>
            <a:off x="2926080" y="3383280"/>
            <a:ext cx="64922" cy="64922"/>
          </a:xfrm>
          <a:prstGeom prst="rect">
            <a:avLst/>
          </a:prstGeom>
          <a:solidFill>
            <a:schemeClr val="accent5">
              <a:alpha val="45000"/>
            </a:schemeClr>
          </a:solidFill>
          <a:ln w="6350">
            <a:solidFill>
              <a:schemeClr val="bg1"/>
            </a:solidFill>
            <a:prstDash val="solid"/>
          </a:ln>
        </p:spPr>
      </p:sp>
      <p:sp>
        <p:nvSpPr>
          <p:cNvPr id="378" name="Shape 375"/>
          <p:cNvSpPr/>
          <p:nvPr/>
        </p:nvSpPr>
        <p:spPr>
          <a:xfrm>
            <a:off x="2994660" y="3383280"/>
            <a:ext cx="64922" cy="64922"/>
          </a:xfrm>
          <a:prstGeom prst="rect">
            <a:avLst/>
          </a:prstGeom>
          <a:solidFill>
            <a:schemeClr val="accent5">
              <a:alpha val="60000"/>
            </a:schemeClr>
          </a:solidFill>
          <a:ln w="6350">
            <a:solidFill>
              <a:schemeClr val="bg1"/>
            </a:solidFill>
            <a:prstDash val="solid"/>
          </a:ln>
        </p:spPr>
      </p:sp>
      <p:sp>
        <p:nvSpPr>
          <p:cNvPr id="379" name="Shape 376"/>
          <p:cNvSpPr/>
          <p:nvPr/>
        </p:nvSpPr>
        <p:spPr>
          <a:xfrm>
            <a:off x="3063240" y="3383280"/>
            <a:ext cx="64922" cy="64922"/>
          </a:xfrm>
          <a:prstGeom prst="rect">
            <a:avLst/>
          </a:prstGeom>
          <a:solidFill>
            <a:schemeClr val="accent5">
              <a:alpha val="49000"/>
            </a:schemeClr>
          </a:solidFill>
          <a:ln w="6350">
            <a:solidFill>
              <a:schemeClr val="bg1"/>
            </a:solidFill>
            <a:prstDash val="solid"/>
          </a:ln>
        </p:spPr>
      </p:sp>
      <p:sp>
        <p:nvSpPr>
          <p:cNvPr id="380" name="Shape 377"/>
          <p:cNvSpPr/>
          <p:nvPr/>
        </p:nvSpPr>
        <p:spPr>
          <a:xfrm>
            <a:off x="3131820" y="3383280"/>
            <a:ext cx="64922" cy="64922"/>
          </a:xfrm>
          <a:prstGeom prst="rect">
            <a:avLst/>
          </a:prstGeom>
          <a:solidFill>
            <a:schemeClr val="accent5">
              <a:alpha val="60000"/>
            </a:schemeClr>
          </a:solidFill>
          <a:ln w="6350">
            <a:solidFill>
              <a:schemeClr val="bg1"/>
            </a:solidFill>
            <a:prstDash val="solid"/>
          </a:ln>
        </p:spPr>
      </p:sp>
      <p:sp>
        <p:nvSpPr>
          <p:cNvPr id="381" name="Shape 378"/>
          <p:cNvSpPr/>
          <p:nvPr/>
        </p:nvSpPr>
        <p:spPr>
          <a:xfrm>
            <a:off x="3200400" y="3383280"/>
            <a:ext cx="64922" cy="64922"/>
          </a:xfrm>
          <a:prstGeom prst="rect">
            <a:avLst/>
          </a:prstGeom>
          <a:solidFill>
            <a:schemeClr val="accent5">
              <a:alpha val="7000"/>
            </a:schemeClr>
          </a:solidFill>
          <a:ln w="6350">
            <a:solidFill>
              <a:schemeClr val="bg1"/>
            </a:solidFill>
            <a:prstDash val="solid"/>
          </a:ln>
        </p:spPr>
      </p:sp>
      <p:sp>
        <p:nvSpPr>
          <p:cNvPr id="382" name="Shape 379"/>
          <p:cNvSpPr/>
          <p:nvPr/>
        </p:nvSpPr>
        <p:spPr>
          <a:xfrm>
            <a:off x="3268980" y="3383280"/>
            <a:ext cx="64922" cy="64922"/>
          </a:xfrm>
          <a:prstGeom prst="rect">
            <a:avLst/>
          </a:prstGeom>
          <a:solidFill>
            <a:schemeClr val="accent5">
              <a:alpha val="0"/>
            </a:schemeClr>
          </a:solidFill>
          <a:ln w="6350">
            <a:solidFill>
              <a:schemeClr val="bg1"/>
            </a:solidFill>
            <a:prstDash val="solid"/>
          </a:ln>
        </p:spPr>
      </p:sp>
      <p:sp>
        <p:nvSpPr>
          <p:cNvPr id="383" name="Shape 380"/>
          <p:cNvSpPr/>
          <p:nvPr/>
        </p:nvSpPr>
        <p:spPr>
          <a:xfrm>
            <a:off x="2788920" y="3451860"/>
            <a:ext cx="64922" cy="64922"/>
          </a:xfrm>
          <a:prstGeom prst="rect">
            <a:avLst/>
          </a:prstGeom>
          <a:solidFill>
            <a:schemeClr val="accent5">
              <a:alpha val="0"/>
            </a:schemeClr>
          </a:solidFill>
          <a:ln w="6350">
            <a:solidFill>
              <a:schemeClr val="bg1"/>
            </a:solidFill>
            <a:prstDash val="solid"/>
          </a:ln>
        </p:spPr>
      </p:sp>
      <p:sp>
        <p:nvSpPr>
          <p:cNvPr id="384" name="Shape 381"/>
          <p:cNvSpPr/>
          <p:nvPr/>
        </p:nvSpPr>
        <p:spPr>
          <a:xfrm>
            <a:off x="2857500" y="3451860"/>
            <a:ext cx="64922" cy="64922"/>
          </a:xfrm>
          <a:prstGeom prst="rect">
            <a:avLst/>
          </a:prstGeom>
          <a:solidFill>
            <a:schemeClr val="accent5">
              <a:alpha val="0"/>
            </a:schemeClr>
          </a:solidFill>
          <a:ln w="6350">
            <a:solidFill>
              <a:schemeClr val="bg1"/>
            </a:solidFill>
            <a:prstDash val="solid"/>
          </a:ln>
        </p:spPr>
      </p:sp>
      <p:sp>
        <p:nvSpPr>
          <p:cNvPr id="385" name="Shape 382"/>
          <p:cNvSpPr/>
          <p:nvPr/>
        </p:nvSpPr>
        <p:spPr>
          <a:xfrm>
            <a:off x="2926080" y="3451860"/>
            <a:ext cx="64922" cy="64922"/>
          </a:xfrm>
          <a:prstGeom prst="rect">
            <a:avLst/>
          </a:prstGeom>
          <a:solidFill>
            <a:schemeClr val="accent5">
              <a:alpha val="7000"/>
            </a:schemeClr>
          </a:solidFill>
          <a:ln w="6350">
            <a:solidFill>
              <a:schemeClr val="bg1"/>
            </a:solidFill>
            <a:prstDash val="solid"/>
          </a:ln>
        </p:spPr>
      </p:sp>
      <p:sp>
        <p:nvSpPr>
          <p:cNvPr id="386" name="Shape 383"/>
          <p:cNvSpPr/>
          <p:nvPr/>
        </p:nvSpPr>
        <p:spPr>
          <a:xfrm>
            <a:off x="2994660" y="3451860"/>
            <a:ext cx="64922" cy="64922"/>
          </a:xfrm>
          <a:prstGeom prst="rect">
            <a:avLst/>
          </a:prstGeom>
          <a:solidFill>
            <a:schemeClr val="accent5">
              <a:alpha val="37000"/>
            </a:schemeClr>
          </a:solidFill>
          <a:ln w="6350">
            <a:solidFill>
              <a:schemeClr val="bg1"/>
            </a:solidFill>
            <a:prstDash val="solid"/>
          </a:ln>
        </p:spPr>
      </p:sp>
      <p:sp>
        <p:nvSpPr>
          <p:cNvPr id="387" name="Shape 384"/>
          <p:cNvSpPr/>
          <p:nvPr/>
        </p:nvSpPr>
        <p:spPr>
          <a:xfrm>
            <a:off x="3063240" y="3451860"/>
            <a:ext cx="64922" cy="64922"/>
          </a:xfrm>
          <a:prstGeom prst="rect">
            <a:avLst/>
          </a:prstGeom>
          <a:solidFill>
            <a:schemeClr val="accent5">
              <a:alpha val="60000"/>
            </a:schemeClr>
          </a:solidFill>
          <a:ln w="6350">
            <a:solidFill>
              <a:schemeClr val="bg1"/>
            </a:solidFill>
            <a:prstDash val="solid"/>
          </a:ln>
        </p:spPr>
      </p:sp>
      <p:sp>
        <p:nvSpPr>
          <p:cNvPr id="388" name="Shape 385"/>
          <p:cNvSpPr/>
          <p:nvPr/>
        </p:nvSpPr>
        <p:spPr>
          <a:xfrm>
            <a:off x="3131820" y="3451860"/>
            <a:ext cx="64922" cy="64922"/>
          </a:xfrm>
          <a:prstGeom prst="rect">
            <a:avLst/>
          </a:prstGeom>
          <a:solidFill>
            <a:schemeClr val="accent5">
              <a:alpha val="26000"/>
            </a:schemeClr>
          </a:solidFill>
          <a:ln w="6350">
            <a:solidFill>
              <a:schemeClr val="bg1"/>
            </a:solidFill>
            <a:prstDash val="solid"/>
          </a:ln>
        </p:spPr>
      </p:sp>
      <p:sp>
        <p:nvSpPr>
          <p:cNvPr id="389" name="Shape 386"/>
          <p:cNvSpPr/>
          <p:nvPr/>
        </p:nvSpPr>
        <p:spPr>
          <a:xfrm>
            <a:off x="3200400" y="3451860"/>
            <a:ext cx="64922" cy="64922"/>
          </a:xfrm>
          <a:prstGeom prst="rect">
            <a:avLst/>
          </a:prstGeom>
          <a:solidFill>
            <a:schemeClr val="accent5">
              <a:alpha val="0"/>
            </a:schemeClr>
          </a:solidFill>
          <a:ln w="6350">
            <a:solidFill>
              <a:schemeClr val="bg1"/>
            </a:solidFill>
            <a:prstDash val="solid"/>
          </a:ln>
        </p:spPr>
      </p:sp>
      <p:sp>
        <p:nvSpPr>
          <p:cNvPr id="390" name="Shape 387"/>
          <p:cNvSpPr/>
          <p:nvPr/>
        </p:nvSpPr>
        <p:spPr>
          <a:xfrm>
            <a:off x="3268980" y="3451860"/>
            <a:ext cx="64922" cy="64922"/>
          </a:xfrm>
          <a:prstGeom prst="rect">
            <a:avLst/>
          </a:prstGeom>
          <a:solidFill>
            <a:schemeClr val="accent5">
              <a:alpha val="0"/>
            </a:schemeClr>
          </a:solidFill>
          <a:ln w="6350">
            <a:solidFill>
              <a:schemeClr val="bg1"/>
            </a:solidFill>
            <a:prstDash val="solid"/>
          </a:ln>
        </p:spPr>
      </p:sp>
      <p:sp>
        <p:nvSpPr>
          <p:cNvPr id="391" name="Shape 388"/>
          <p:cNvSpPr/>
          <p:nvPr/>
        </p:nvSpPr>
        <p:spPr>
          <a:xfrm>
            <a:off x="868680" y="3657600"/>
            <a:ext cx="64922" cy="64922"/>
          </a:xfrm>
          <a:prstGeom prst="rect">
            <a:avLst/>
          </a:prstGeom>
          <a:solidFill>
            <a:schemeClr val="accent5">
              <a:alpha val="0"/>
            </a:schemeClr>
          </a:solidFill>
          <a:ln w="6350">
            <a:solidFill>
              <a:schemeClr val="bg1"/>
            </a:solidFill>
            <a:prstDash val="solid"/>
          </a:ln>
        </p:spPr>
      </p:sp>
      <p:sp>
        <p:nvSpPr>
          <p:cNvPr id="392" name="Shape 389"/>
          <p:cNvSpPr/>
          <p:nvPr/>
        </p:nvSpPr>
        <p:spPr>
          <a:xfrm>
            <a:off x="937260" y="3657600"/>
            <a:ext cx="64922" cy="64922"/>
          </a:xfrm>
          <a:prstGeom prst="rect">
            <a:avLst/>
          </a:prstGeom>
          <a:solidFill>
            <a:schemeClr val="accent5">
              <a:alpha val="0"/>
            </a:schemeClr>
          </a:solidFill>
          <a:ln w="6350">
            <a:solidFill>
              <a:schemeClr val="bg1"/>
            </a:solidFill>
            <a:prstDash val="solid"/>
          </a:ln>
        </p:spPr>
      </p:sp>
      <p:sp>
        <p:nvSpPr>
          <p:cNvPr id="393" name="Shape 390"/>
          <p:cNvSpPr/>
          <p:nvPr/>
        </p:nvSpPr>
        <p:spPr>
          <a:xfrm>
            <a:off x="1005840" y="3657600"/>
            <a:ext cx="64922" cy="64922"/>
          </a:xfrm>
          <a:prstGeom prst="rect">
            <a:avLst/>
          </a:prstGeom>
          <a:solidFill>
            <a:schemeClr val="accent5">
              <a:alpha val="7000"/>
            </a:schemeClr>
          </a:solidFill>
          <a:ln w="6350">
            <a:solidFill>
              <a:schemeClr val="bg1"/>
            </a:solidFill>
            <a:prstDash val="solid"/>
          </a:ln>
        </p:spPr>
      </p:sp>
      <p:sp>
        <p:nvSpPr>
          <p:cNvPr id="394" name="Shape 391"/>
          <p:cNvSpPr/>
          <p:nvPr/>
        </p:nvSpPr>
        <p:spPr>
          <a:xfrm>
            <a:off x="1074420" y="3657600"/>
            <a:ext cx="64922" cy="64922"/>
          </a:xfrm>
          <a:prstGeom prst="rect">
            <a:avLst/>
          </a:prstGeom>
          <a:solidFill>
            <a:schemeClr val="accent5">
              <a:alpha val="41000"/>
            </a:schemeClr>
          </a:solidFill>
          <a:ln w="6350">
            <a:solidFill>
              <a:schemeClr val="bg1"/>
            </a:solidFill>
            <a:prstDash val="solid"/>
          </a:ln>
        </p:spPr>
      </p:sp>
      <p:sp>
        <p:nvSpPr>
          <p:cNvPr id="395" name="Shape 392"/>
          <p:cNvSpPr/>
          <p:nvPr/>
        </p:nvSpPr>
        <p:spPr>
          <a:xfrm>
            <a:off x="1143000" y="3657600"/>
            <a:ext cx="64922" cy="64922"/>
          </a:xfrm>
          <a:prstGeom prst="rect">
            <a:avLst/>
          </a:prstGeom>
          <a:solidFill>
            <a:schemeClr val="accent5">
              <a:alpha val="49000"/>
            </a:schemeClr>
          </a:solidFill>
          <a:ln w="6350">
            <a:solidFill>
              <a:schemeClr val="bg1"/>
            </a:solidFill>
            <a:prstDash val="solid"/>
          </a:ln>
        </p:spPr>
      </p:sp>
      <p:sp>
        <p:nvSpPr>
          <p:cNvPr id="396" name="Shape 393"/>
          <p:cNvSpPr/>
          <p:nvPr/>
        </p:nvSpPr>
        <p:spPr>
          <a:xfrm>
            <a:off x="1211580" y="3657600"/>
            <a:ext cx="64922" cy="64922"/>
          </a:xfrm>
          <a:prstGeom prst="rect">
            <a:avLst/>
          </a:prstGeom>
          <a:solidFill>
            <a:schemeClr val="accent5">
              <a:alpha val="15000"/>
            </a:schemeClr>
          </a:solidFill>
          <a:ln w="6350">
            <a:solidFill>
              <a:schemeClr val="bg1"/>
            </a:solidFill>
            <a:prstDash val="solid"/>
          </a:ln>
        </p:spPr>
      </p:sp>
      <p:sp>
        <p:nvSpPr>
          <p:cNvPr id="397" name="Shape 394"/>
          <p:cNvSpPr/>
          <p:nvPr/>
        </p:nvSpPr>
        <p:spPr>
          <a:xfrm>
            <a:off x="1280160" y="3657600"/>
            <a:ext cx="64922" cy="64922"/>
          </a:xfrm>
          <a:prstGeom prst="rect">
            <a:avLst/>
          </a:prstGeom>
          <a:solidFill>
            <a:schemeClr val="accent5">
              <a:alpha val="0"/>
            </a:schemeClr>
          </a:solidFill>
          <a:ln w="6350">
            <a:solidFill>
              <a:schemeClr val="bg1"/>
            </a:solidFill>
            <a:prstDash val="solid"/>
          </a:ln>
        </p:spPr>
      </p:sp>
      <p:sp>
        <p:nvSpPr>
          <p:cNvPr id="398" name="Shape 395"/>
          <p:cNvSpPr/>
          <p:nvPr/>
        </p:nvSpPr>
        <p:spPr>
          <a:xfrm>
            <a:off x="1348740" y="3657600"/>
            <a:ext cx="64922" cy="64922"/>
          </a:xfrm>
          <a:prstGeom prst="rect">
            <a:avLst/>
          </a:prstGeom>
          <a:solidFill>
            <a:schemeClr val="accent5">
              <a:alpha val="0"/>
            </a:schemeClr>
          </a:solidFill>
          <a:ln w="6350">
            <a:solidFill>
              <a:schemeClr val="bg1"/>
            </a:solidFill>
            <a:prstDash val="solid"/>
          </a:ln>
        </p:spPr>
      </p:sp>
      <p:sp>
        <p:nvSpPr>
          <p:cNvPr id="399" name="Shape 396"/>
          <p:cNvSpPr/>
          <p:nvPr/>
        </p:nvSpPr>
        <p:spPr>
          <a:xfrm>
            <a:off x="868680" y="3726180"/>
            <a:ext cx="64922" cy="64922"/>
          </a:xfrm>
          <a:prstGeom prst="rect">
            <a:avLst/>
          </a:prstGeom>
          <a:solidFill>
            <a:schemeClr val="accent5">
              <a:alpha val="0"/>
            </a:schemeClr>
          </a:solidFill>
          <a:ln w="6350">
            <a:solidFill>
              <a:schemeClr val="bg1"/>
            </a:solidFill>
            <a:prstDash val="solid"/>
          </a:ln>
        </p:spPr>
      </p:sp>
      <p:sp>
        <p:nvSpPr>
          <p:cNvPr id="400" name="Shape 397"/>
          <p:cNvSpPr/>
          <p:nvPr/>
        </p:nvSpPr>
        <p:spPr>
          <a:xfrm>
            <a:off x="937260" y="3726180"/>
            <a:ext cx="64922" cy="64922"/>
          </a:xfrm>
          <a:prstGeom prst="rect">
            <a:avLst/>
          </a:prstGeom>
          <a:solidFill>
            <a:schemeClr val="accent5">
              <a:alpha val="0"/>
            </a:schemeClr>
          </a:solidFill>
          <a:ln w="6350">
            <a:solidFill>
              <a:schemeClr val="bg1"/>
            </a:solidFill>
            <a:prstDash val="solid"/>
          </a:ln>
        </p:spPr>
      </p:sp>
      <p:sp>
        <p:nvSpPr>
          <p:cNvPr id="401" name="Shape 398"/>
          <p:cNvSpPr/>
          <p:nvPr/>
        </p:nvSpPr>
        <p:spPr>
          <a:xfrm>
            <a:off x="1005840" y="3726180"/>
            <a:ext cx="64922" cy="64922"/>
          </a:xfrm>
          <a:prstGeom prst="rect">
            <a:avLst/>
          </a:prstGeom>
          <a:solidFill>
            <a:schemeClr val="accent5">
              <a:alpha val="45000"/>
            </a:schemeClr>
          </a:solidFill>
          <a:ln w="6350">
            <a:solidFill>
              <a:schemeClr val="bg1"/>
            </a:solidFill>
            <a:prstDash val="solid"/>
          </a:ln>
        </p:spPr>
      </p:sp>
      <p:sp>
        <p:nvSpPr>
          <p:cNvPr id="402" name="Shape 399"/>
          <p:cNvSpPr/>
          <p:nvPr/>
        </p:nvSpPr>
        <p:spPr>
          <a:xfrm>
            <a:off x="1074420" y="3726180"/>
            <a:ext cx="64922" cy="64922"/>
          </a:xfrm>
          <a:prstGeom prst="rect">
            <a:avLst/>
          </a:prstGeom>
          <a:solidFill>
            <a:schemeClr val="accent5">
              <a:alpha val="60000"/>
            </a:schemeClr>
          </a:solidFill>
          <a:ln w="6350">
            <a:solidFill>
              <a:schemeClr val="bg1"/>
            </a:solidFill>
            <a:prstDash val="solid"/>
          </a:ln>
        </p:spPr>
      </p:sp>
      <p:sp>
        <p:nvSpPr>
          <p:cNvPr id="403" name="Shape 400"/>
          <p:cNvSpPr/>
          <p:nvPr/>
        </p:nvSpPr>
        <p:spPr>
          <a:xfrm>
            <a:off x="1143000" y="3726180"/>
            <a:ext cx="64922" cy="64922"/>
          </a:xfrm>
          <a:prstGeom prst="rect">
            <a:avLst/>
          </a:prstGeom>
          <a:solidFill>
            <a:schemeClr val="accent5">
              <a:alpha val="49000"/>
            </a:schemeClr>
          </a:solidFill>
          <a:ln w="6350">
            <a:solidFill>
              <a:schemeClr val="bg1"/>
            </a:solidFill>
            <a:prstDash val="solid"/>
          </a:ln>
        </p:spPr>
      </p:sp>
      <p:sp>
        <p:nvSpPr>
          <p:cNvPr id="404" name="Shape 401"/>
          <p:cNvSpPr/>
          <p:nvPr/>
        </p:nvSpPr>
        <p:spPr>
          <a:xfrm>
            <a:off x="1211580" y="3726180"/>
            <a:ext cx="64922" cy="64922"/>
          </a:xfrm>
          <a:prstGeom prst="rect">
            <a:avLst/>
          </a:prstGeom>
          <a:solidFill>
            <a:schemeClr val="accent5">
              <a:alpha val="56000"/>
            </a:schemeClr>
          </a:solidFill>
          <a:ln w="6350">
            <a:solidFill>
              <a:schemeClr val="bg1"/>
            </a:solidFill>
            <a:prstDash val="solid"/>
          </a:ln>
        </p:spPr>
      </p:sp>
      <p:sp>
        <p:nvSpPr>
          <p:cNvPr id="405" name="Shape 402"/>
          <p:cNvSpPr/>
          <p:nvPr/>
        </p:nvSpPr>
        <p:spPr>
          <a:xfrm>
            <a:off x="1280160" y="3726180"/>
            <a:ext cx="64922" cy="64922"/>
          </a:xfrm>
          <a:prstGeom prst="rect">
            <a:avLst/>
          </a:prstGeom>
          <a:solidFill>
            <a:schemeClr val="accent5">
              <a:alpha val="0"/>
            </a:schemeClr>
          </a:solidFill>
          <a:ln w="6350">
            <a:solidFill>
              <a:schemeClr val="bg1"/>
            </a:solidFill>
            <a:prstDash val="solid"/>
          </a:ln>
        </p:spPr>
      </p:sp>
      <p:sp>
        <p:nvSpPr>
          <p:cNvPr id="406" name="Shape 403"/>
          <p:cNvSpPr/>
          <p:nvPr/>
        </p:nvSpPr>
        <p:spPr>
          <a:xfrm>
            <a:off x="1348740" y="3726180"/>
            <a:ext cx="64922" cy="64922"/>
          </a:xfrm>
          <a:prstGeom prst="rect">
            <a:avLst/>
          </a:prstGeom>
          <a:solidFill>
            <a:schemeClr val="accent5">
              <a:alpha val="0"/>
            </a:schemeClr>
          </a:solidFill>
          <a:ln w="6350">
            <a:solidFill>
              <a:schemeClr val="bg1"/>
            </a:solidFill>
            <a:prstDash val="solid"/>
          </a:ln>
        </p:spPr>
      </p:sp>
      <p:sp>
        <p:nvSpPr>
          <p:cNvPr id="407" name="Shape 404"/>
          <p:cNvSpPr/>
          <p:nvPr/>
        </p:nvSpPr>
        <p:spPr>
          <a:xfrm>
            <a:off x="868680" y="3794760"/>
            <a:ext cx="64922" cy="64922"/>
          </a:xfrm>
          <a:prstGeom prst="rect">
            <a:avLst/>
          </a:prstGeom>
          <a:solidFill>
            <a:schemeClr val="accent5">
              <a:alpha val="0"/>
            </a:schemeClr>
          </a:solidFill>
          <a:ln w="6350">
            <a:solidFill>
              <a:schemeClr val="bg1"/>
            </a:solidFill>
            <a:prstDash val="solid"/>
          </a:ln>
        </p:spPr>
      </p:sp>
      <p:sp>
        <p:nvSpPr>
          <p:cNvPr id="408" name="Shape 405"/>
          <p:cNvSpPr/>
          <p:nvPr/>
        </p:nvSpPr>
        <p:spPr>
          <a:xfrm>
            <a:off x="937260" y="3794760"/>
            <a:ext cx="64922" cy="64922"/>
          </a:xfrm>
          <a:prstGeom prst="rect">
            <a:avLst/>
          </a:prstGeom>
          <a:solidFill>
            <a:schemeClr val="accent5">
              <a:alpha val="0"/>
            </a:schemeClr>
          </a:solidFill>
          <a:ln w="6350">
            <a:solidFill>
              <a:schemeClr val="bg1"/>
            </a:solidFill>
            <a:prstDash val="solid"/>
          </a:ln>
        </p:spPr>
      </p:sp>
      <p:sp>
        <p:nvSpPr>
          <p:cNvPr id="409" name="Shape 406"/>
          <p:cNvSpPr/>
          <p:nvPr/>
        </p:nvSpPr>
        <p:spPr>
          <a:xfrm>
            <a:off x="1005840" y="3794760"/>
            <a:ext cx="64922" cy="64922"/>
          </a:xfrm>
          <a:prstGeom prst="rect">
            <a:avLst/>
          </a:prstGeom>
          <a:solidFill>
            <a:schemeClr val="accent5">
              <a:alpha val="60000"/>
            </a:schemeClr>
          </a:solidFill>
          <a:ln w="6350">
            <a:solidFill>
              <a:schemeClr val="bg1"/>
            </a:solidFill>
            <a:prstDash val="solid"/>
          </a:ln>
        </p:spPr>
      </p:sp>
      <p:sp>
        <p:nvSpPr>
          <p:cNvPr id="410" name="Shape 407"/>
          <p:cNvSpPr/>
          <p:nvPr/>
        </p:nvSpPr>
        <p:spPr>
          <a:xfrm>
            <a:off x="1074420" y="3794760"/>
            <a:ext cx="64922" cy="64922"/>
          </a:xfrm>
          <a:prstGeom prst="rect">
            <a:avLst/>
          </a:prstGeom>
          <a:solidFill>
            <a:schemeClr val="accent5">
              <a:alpha val="34000"/>
            </a:schemeClr>
          </a:solidFill>
          <a:ln w="6350">
            <a:solidFill>
              <a:schemeClr val="bg1"/>
            </a:solidFill>
            <a:prstDash val="solid"/>
          </a:ln>
        </p:spPr>
      </p:sp>
      <p:sp>
        <p:nvSpPr>
          <p:cNvPr id="411" name="Shape 408"/>
          <p:cNvSpPr/>
          <p:nvPr/>
        </p:nvSpPr>
        <p:spPr>
          <a:xfrm>
            <a:off x="1143000" y="3794760"/>
            <a:ext cx="64922" cy="64922"/>
          </a:xfrm>
          <a:prstGeom prst="rect">
            <a:avLst/>
          </a:prstGeom>
          <a:solidFill>
            <a:schemeClr val="accent5">
              <a:alpha val="4000"/>
            </a:schemeClr>
          </a:solidFill>
          <a:ln w="6350">
            <a:solidFill>
              <a:schemeClr val="bg1"/>
            </a:solidFill>
            <a:prstDash val="solid"/>
          </a:ln>
        </p:spPr>
      </p:sp>
      <p:sp>
        <p:nvSpPr>
          <p:cNvPr id="412" name="Shape 409"/>
          <p:cNvSpPr/>
          <p:nvPr/>
        </p:nvSpPr>
        <p:spPr>
          <a:xfrm>
            <a:off x="1211580" y="3794760"/>
            <a:ext cx="64922" cy="64922"/>
          </a:xfrm>
          <a:prstGeom prst="rect">
            <a:avLst/>
          </a:prstGeom>
          <a:solidFill>
            <a:schemeClr val="accent5">
              <a:alpha val="11000"/>
            </a:schemeClr>
          </a:solidFill>
          <a:ln w="6350">
            <a:solidFill>
              <a:schemeClr val="bg1"/>
            </a:solidFill>
            <a:prstDash val="solid"/>
          </a:ln>
        </p:spPr>
      </p:sp>
      <p:sp>
        <p:nvSpPr>
          <p:cNvPr id="413" name="Shape 410"/>
          <p:cNvSpPr/>
          <p:nvPr/>
        </p:nvSpPr>
        <p:spPr>
          <a:xfrm>
            <a:off x="1280160" y="3794760"/>
            <a:ext cx="64922" cy="64922"/>
          </a:xfrm>
          <a:prstGeom prst="rect">
            <a:avLst/>
          </a:prstGeom>
          <a:solidFill>
            <a:schemeClr val="accent5">
              <a:alpha val="0"/>
            </a:schemeClr>
          </a:solidFill>
          <a:ln w="6350">
            <a:solidFill>
              <a:schemeClr val="bg1"/>
            </a:solidFill>
            <a:prstDash val="solid"/>
          </a:ln>
        </p:spPr>
      </p:sp>
      <p:sp>
        <p:nvSpPr>
          <p:cNvPr id="414" name="Shape 411"/>
          <p:cNvSpPr/>
          <p:nvPr/>
        </p:nvSpPr>
        <p:spPr>
          <a:xfrm>
            <a:off x="1348740" y="3794760"/>
            <a:ext cx="64922" cy="64922"/>
          </a:xfrm>
          <a:prstGeom prst="rect">
            <a:avLst/>
          </a:prstGeom>
          <a:solidFill>
            <a:schemeClr val="accent5">
              <a:alpha val="0"/>
            </a:schemeClr>
          </a:solidFill>
          <a:ln w="6350">
            <a:solidFill>
              <a:schemeClr val="bg1"/>
            </a:solidFill>
            <a:prstDash val="solid"/>
          </a:ln>
        </p:spPr>
      </p:sp>
      <p:sp>
        <p:nvSpPr>
          <p:cNvPr id="415" name="Shape 412"/>
          <p:cNvSpPr/>
          <p:nvPr/>
        </p:nvSpPr>
        <p:spPr>
          <a:xfrm>
            <a:off x="868680" y="3863340"/>
            <a:ext cx="64922" cy="64922"/>
          </a:xfrm>
          <a:prstGeom prst="rect">
            <a:avLst/>
          </a:prstGeom>
          <a:solidFill>
            <a:schemeClr val="accent5">
              <a:alpha val="0"/>
            </a:schemeClr>
          </a:solidFill>
          <a:ln w="6350">
            <a:solidFill>
              <a:schemeClr val="bg1"/>
            </a:solidFill>
            <a:prstDash val="solid"/>
          </a:ln>
        </p:spPr>
      </p:sp>
      <p:sp>
        <p:nvSpPr>
          <p:cNvPr id="416" name="Shape 413"/>
          <p:cNvSpPr/>
          <p:nvPr/>
        </p:nvSpPr>
        <p:spPr>
          <a:xfrm>
            <a:off x="937260" y="3863340"/>
            <a:ext cx="64922" cy="64922"/>
          </a:xfrm>
          <a:prstGeom prst="rect">
            <a:avLst/>
          </a:prstGeom>
          <a:solidFill>
            <a:schemeClr val="accent5">
              <a:alpha val="15000"/>
            </a:schemeClr>
          </a:solidFill>
          <a:ln w="6350">
            <a:solidFill>
              <a:schemeClr val="bg1"/>
            </a:solidFill>
            <a:prstDash val="solid"/>
          </a:ln>
        </p:spPr>
      </p:sp>
      <p:sp>
        <p:nvSpPr>
          <p:cNvPr id="417" name="Shape 414"/>
          <p:cNvSpPr/>
          <p:nvPr/>
        </p:nvSpPr>
        <p:spPr>
          <a:xfrm>
            <a:off x="1005840" y="3863340"/>
            <a:ext cx="64922" cy="64922"/>
          </a:xfrm>
          <a:prstGeom prst="rect">
            <a:avLst/>
          </a:prstGeom>
          <a:solidFill>
            <a:schemeClr val="accent5">
              <a:alpha val="60000"/>
            </a:schemeClr>
          </a:solidFill>
          <a:ln w="6350">
            <a:solidFill>
              <a:schemeClr val="bg1"/>
            </a:solidFill>
            <a:prstDash val="solid"/>
          </a:ln>
        </p:spPr>
      </p:sp>
      <p:sp>
        <p:nvSpPr>
          <p:cNvPr id="418" name="Shape 415"/>
          <p:cNvSpPr/>
          <p:nvPr/>
        </p:nvSpPr>
        <p:spPr>
          <a:xfrm>
            <a:off x="1074420" y="3863340"/>
            <a:ext cx="64922" cy="64922"/>
          </a:xfrm>
          <a:prstGeom prst="rect">
            <a:avLst/>
          </a:prstGeom>
          <a:solidFill>
            <a:schemeClr val="accent5">
              <a:alpha val="22000"/>
            </a:schemeClr>
          </a:solidFill>
          <a:ln w="6350">
            <a:solidFill>
              <a:schemeClr val="bg1"/>
            </a:solidFill>
            <a:prstDash val="solid"/>
          </a:ln>
        </p:spPr>
      </p:sp>
      <p:sp>
        <p:nvSpPr>
          <p:cNvPr id="419" name="Shape 416"/>
          <p:cNvSpPr/>
          <p:nvPr/>
        </p:nvSpPr>
        <p:spPr>
          <a:xfrm>
            <a:off x="1143000" y="3863340"/>
            <a:ext cx="64922" cy="64922"/>
          </a:xfrm>
          <a:prstGeom prst="rect">
            <a:avLst/>
          </a:prstGeom>
          <a:solidFill>
            <a:schemeClr val="accent5">
              <a:alpha val="52000"/>
            </a:schemeClr>
          </a:solidFill>
          <a:ln w="6350">
            <a:solidFill>
              <a:schemeClr val="bg1"/>
            </a:solidFill>
            <a:prstDash val="solid"/>
          </a:ln>
        </p:spPr>
      </p:sp>
      <p:sp>
        <p:nvSpPr>
          <p:cNvPr id="420" name="Shape 417"/>
          <p:cNvSpPr/>
          <p:nvPr/>
        </p:nvSpPr>
        <p:spPr>
          <a:xfrm>
            <a:off x="1211580" y="3863340"/>
            <a:ext cx="64922" cy="64922"/>
          </a:xfrm>
          <a:prstGeom prst="rect">
            <a:avLst/>
          </a:prstGeom>
          <a:solidFill>
            <a:schemeClr val="accent5">
              <a:alpha val="34000"/>
            </a:schemeClr>
          </a:solidFill>
          <a:ln w="6350">
            <a:solidFill>
              <a:schemeClr val="bg1"/>
            </a:solidFill>
            <a:prstDash val="solid"/>
          </a:ln>
        </p:spPr>
      </p:sp>
      <p:sp>
        <p:nvSpPr>
          <p:cNvPr id="421" name="Shape 418"/>
          <p:cNvSpPr/>
          <p:nvPr/>
        </p:nvSpPr>
        <p:spPr>
          <a:xfrm>
            <a:off x="1280160" y="3863340"/>
            <a:ext cx="64922" cy="64922"/>
          </a:xfrm>
          <a:prstGeom prst="rect">
            <a:avLst/>
          </a:prstGeom>
          <a:solidFill>
            <a:schemeClr val="accent5">
              <a:alpha val="4000"/>
            </a:schemeClr>
          </a:solidFill>
          <a:ln w="6350">
            <a:solidFill>
              <a:schemeClr val="bg1"/>
            </a:solidFill>
            <a:prstDash val="solid"/>
          </a:ln>
        </p:spPr>
      </p:sp>
      <p:sp>
        <p:nvSpPr>
          <p:cNvPr id="422" name="Shape 419"/>
          <p:cNvSpPr/>
          <p:nvPr/>
        </p:nvSpPr>
        <p:spPr>
          <a:xfrm>
            <a:off x="1348740" y="3863340"/>
            <a:ext cx="64922" cy="64922"/>
          </a:xfrm>
          <a:prstGeom prst="rect">
            <a:avLst/>
          </a:prstGeom>
          <a:solidFill>
            <a:schemeClr val="accent5">
              <a:alpha val="0"/>
            </a:schemeClr>
          </a:solidFill>
          <a:ln w="6350">
            <a:solidFill>
              <a:schemeClr val="bg1"/>
            </a:solidFill>
            <a:prstDash val="solid"/>
          </a:ln>
        </p:spPr>
      </p:sp>
      <p:sp>
        <p:nvSpPr>
          <p:cNvPr id="423" name="Shape 420"/>
          <p:cNvSpPr/>
          <p:nvPr/>
        </p:nvSpPr>
        <p:spPr>
          <a:xfrm>
            <a:off x="868680" y="3931920"/>
            <a:ext cx="64922" cy="64922"/>
          </a:xfrm>
          <a:prstGeom prst="rect">
            <a:avLst/>
          </a:prstGeom>
          <a:solidFill>
            <a:schemeClr val="accent5">
              <a:alpha val="0"/>
            </a:schemeClr>
          </a:solidFill>
          <a:ln w="6350">
            <a:solidFill>
              <a:schemeClr val="bg1"/>
            </a:solidFill>
            <a:prstDash val="solid"/>
          </a:ln>
        </p:spPr>
      </p:sp>
      <p:sp>
        <p:nvSpPr>
          <p:cNvPr id="424" name="Shape 421"/>
          <p:cNvSpPr/>
          <p:nvPr/>
        </p:nvSpPr>
        <p:spPr>
          <a:xfrm>
            <a:off x="937260" y="3931920"/>
            <a:ext cx="64922" cy="64922"/>
          </a:xfrm>
          <a:prstGeom prst="rect">
            <a:avLst/>
          </a:prstGeom>
          <a:solidFill>
            <a:schemeClr val="accent5">
              <a:alpha val="26000"/>
            </a:schemeClr>
          </a:solidFill>
          <a:ln w="6350">
            <a:solidFill>
              <a:schemeClr val="bg1"/>
            </a:solidFill>
            <a:prstDash val="solid"/>
          </a:ln>
        </p:spPr>
      </p:sp>
      <p:sp>
        <p:nvSpPr>
          <p:cNvPr id="425" name="Shape 422"/>
          <p:cNvSpPr/>
          <p:nvPr/>
        </p:nvSpPr>
        <p:spPr>
          <a:xfrm>
            <a:off x="1005840" y="3931920"/>
            <a:ext cx="64922" cy="64922"/>
          </a:xfrm>
          <a:prstGeom prst="rect">
            <a:avLst/>
          </a:prstGeom>
          <a:solidFill>
            <a:schemeClr val="accent5">
              <a:alpha val="60000"/>
            </a:schemeClr>
          </a:solidFill>
          <a:ln w="6350">
            <a:solidFill>
              <a:schemeClr val="bg1"/>
            </a:solidFill>
            <a:prstDash val="solid"/>
          </a:ln>
        </p:spPr>
      </p:sp>
      <p:sp>
        <p:nvSpPr>
          <p:cNvPr id="426" name="Shape 423"/>
          <p:cNvSpPr/>
          <p:nvPr/>
        </p:nvSpPr>
        <p:spPr>
          <a:xfrm>
            <a:off x="1074420" y="3931920"/>
            <a:ext cx="64922" cy="64922"/>
          </a:xfrm>
          <a:prstGeom prst="rect">
            <a:avLst/>
          </a:prstGeom>
          <a:solidFill>
            <a:schemeClr val="accent5">
              <a:alpha val="60000"/>
            </a:schemeClr>
          </a:solidFill>
          <a:ln w="6350">
            <a:solidFill>
              <a:schemeClr val="bg1"/>
            </a:solidFill>
            <a:prstDash val="solid"/>
          </a:ln>
        </p:spPr>
      </p:sp>
      <p:sp>
        <p:nvSpPr>
          <p:cNvPr id="427" name="Shape 424"/>
          <p:cNvSpPr/>
          <p:nvPr/>
        </p:nvSpPr>
        <p:spPr>
          <a:xfrm>
            <a:off x="1143000" y="3931920"/>
            <a:ext cx="64922" cy="64922"/>
          </a:xfrm>
          <a:prstGeom prst="rect">
            <a:avLst/>
          </a:prstGeom>
          <a:solidFill>
            <a:schemeClr val="accent5">
              <a:alpha val="60000"/>
            </a:schemeClr>
          </a:solidFill>
          <a:ln w="6350">
            <a:solidFill>
              <a:schemeClr val="bg1"/>
            </a:solidFill>
            <a:prstDash val="solid"/>
          </a:ln>
        </p:spPr>
      </p:sp>
      <p:sp>
        <p:nvSpPr>
          <p:cNvPr id="428" name="Shape 425"/>
          <p:cNvSpPr/>
          <p:nvPr/>
        </p:nvSpPr>
        <p:spPr>
          <a:xfrm>
            <a:off x="1211580" y="3931920"/>
            <a:ext cx="64922" cy="64922"/>
          </a:xfrm>
          <a:prstGeom prst="rect">
            <a:avLst/>
          </a:prstGeom>
          <a:solidFill>
            <a:schemeClr val="accent5">
              <a:alpha val="60000"/>
            </a:schemeClr>
          </a:solidFill>
          <a:ln w="6350">
            <a:solidFill>
              <a:schemeClr val="bg1"/>
            </a:solidFill>
            <a:prstDash val="solid"/>
          </a:ln>
        </p:spPr>
      </p:sp>
      <p:sp>
        <p:nvSpPr>
          <p:cNvPr id="429" name="Shape 426"/>
          <p:cNvSpPr/>
          <p:nvPr/>
        </p:nvSpPr>
        <p:spPr>
          <a:xfrm>
            <a:off x="1280160" y="3931920"/>
            <a:ext cx="64922" cy="64922"/>
          </a:xfrm>
          <a:prstGeom prst="rect">
            <a:avLst/>
          </a:prstGeom>
          <a:solidFill>
            <a:schemeClr val="accent5">
              <a:alpha val="22000"/>
            </a:schemeClr>
          </a:solidFill>
          <a:ln w="6350">
            <a:solidFill>
              <a:schemeClr val="bg1"/>
            </a:solidFill>
            <a:prstDash val="solid"/>
          </a:ln>
        </p:spPr>
      </p:sp>
      <p:sp>
        <p:nvSpPr>
          <p:cNvPr id="430" name="Shape 427"/>
          <p:cNvSpPr/>
          <p:nvPr/>
        </p:nvSpPr>
        <p:spPr>
          <a:xfrm>
            <a:off x="1348740" y="3931920"/>
            <a:ext cx="64922" cy="64922"/>
          </a:xfrm>
          <a:prstGeom prst="rect">
            <a:avLst/>
          </a:prstGeom>
          <a:solidFill>
            <a:schemeClr val="accent5">
              <a:alpha val="0"/>
            </a:schemeClr>
          </a:solidFill>
          <a:ln w="6350">
            <a:solidFill>
              <a:schemeClr val="bg1"/>
            </a:solidFill>
            <a:prstDash val="solid"/>
          </a:ln>
        </p:spPr>
      </p:sp>
      <p:sp>
        <p:nvSpPr>
          <p:cNvPr id="431" name="Shape 428"/>
          <p:cNvSpPr/>
          <p:nvPr/>
        </p:nvSpPr>
        <p:spPr>
          <a:xfrm>
            <a:off x="868680" y="4000500"/>
            <a:ext cx="64922" cy="64922"/>
          </a:xfrm>
          <a:prstGeom prst="rect">
            <a:avLst/>
          </a:prstGeom>
          <a:solidFill>
            <a:schemeClr val="accent5">
              <a:alpha val="0"/>
            </a:schemeClr>
          </a:solidFill>
          <a:ln w="6350">
            <a:solidFill>
              <a:schemeClr val="bg1"/>
            </a:solidFill>
            <a:prstDash val="solid"/>
          </a:ln>
        </p:spPr>
      </p:sp>
      <p:sp>
        <p:nvSpPr>
          <p:cNvPr id="432" name="Shape 429"/>
          <p:cNvSpPr/>
          <p:nvPr/>
        </p:nvSpPr>
        <p:spPr>
          <a:xfrm>
            <a:off x="937260" y="4000500"/>
            <a:ext cx="64922" cy="64922"/>
          </a:xfrm>
          <a:prstGeom prst="rect">
            <a:avLst/>
          </a:prstGeom>
          <a:solidFill>
            <a:schemeClr val="accent5">
              <a:alpha val="4000"/>
            </a:schemeClr>
          </a:solidFill>
          <a:ln w="6350">
            <a:solidFill>
              <a:schemeClr val="bg1"/>
            </a:solidFill>
            <a:prstDash val="solid"/>
          </a:ln>
        </p:spPr>
      </p:sp>
      <p:sp>
        <p:nvSpPr>
          <p:cNvPr id="433" name="Shape 430"/>
          <p:cNvSpPr/>
          <p:nvPr/>
        </p:nvSpPr>
        <p:spPr>
          <a:xfrm>
            <a:off x="1005840" y="4000500"/>
            <a:ext cx="64922" cy="64922"/>
          </a:xfrm>
          <a:prstGeom prst="rect">
            <a:avLst/>
          </a:prstGeom>
          <a:solidFill>
            <a:schemeClr val="accent5">
              <a:alpha val="60000"/>
            </a:schemeClr>
          </a:solidFill>
          <a:ln w="6350">
            <a:solidFill>
              <a:schemeClr val="bg1"/>
            </a:solidFill>
            <a:prstDash val="solid"/>
          </a:ln>
        </p:spPr>
      </p:sp>
      <p:sp>
        <p:nvSpPr>
          <p:cNvPr id="434" name="Shape 431"/>
          <p:cNvSpPr/>
          <p:nvPr/>
        </p:nvSpPr>
        <p:spPr>
          <a:xfrm>
            <a:off x="1074420" y="4000500"/>
            <a:ext cx="64922" cy="64922"/>
          </a:xfrm>
          <a:prstGeom prst="rect">
            <a:avLst/>
          </a:prstGeom>
          <a:solidFill>
            <a:schemeClr val="accent5">
              <a:alpha val="52000"/>
            </a:schemeClr>
          </a:solidFill>
          <a:ln w="6350">
            <a:solidFill>
              <a:schemeClr val="bg1"/>
            </a:solidFill>
            <a:prstDash val="solid"/>
          </a:ln>
        </p:spPr>
      </p:sp>
      <p:sp>
        <p:nvSpPr>
          <p:cNvPr id="435" name="Shape 432"/>
          <p:cNvSpPr/>
          <p:nvPr/>
        </p:nvSpPr>
        <p:spPr>
          <a:xfrm>
            <a:off x="1143000" y="4000500"/>
            <a:ext cx="64922" cy="64922"/>
          </a:xfrm>
          <a:prstGeom prst="rect">
            <a:avLst/>
          </a:prstGeom>
          <a:solidFill>
            <a:schemeClr val="accent5">
              <a:alpha val="15000"/>
            </a:schemeClr>
          </a:solidFill>
          <a:ln w="6350">
            <a:solidFill>
              <a:schemeClr val="bg1"/>
            </a:solidFill>
            <a:prstDash val="solid"/>
          </a:ln>
        </p:spPr>
      </p:sp>
      <p:sp>
        <p:nvSpPr>
          <p:cNvPr id="436" name="Shape 433"/>
          <p:cNvSpPr/>
          <p:nvPr/>
        </p:nvSpPr>
        <p:spPr>
          <a:xfrm>
            <a:off x="1211580" y="4000500"/>
            <a:ext cx="64922" cy="64922"/>
          </a:xfrm>
          <a:prstGeom prst="rect">
            <a:avLst/>
          </a:prstGeom>
          <a:solidFill>
            <a:schemeClr val="accent5">
              <a:alpha val="60000"/>
            </a:schemeClr>
          </a:solidFill>
          <a:ln w="6350">
            <a:solidFill>
              <a:schemeClr val="bg1"/>
            </a:solidFill>
            <a:prstDash val="solid"/>
          </a:ln>
        </p:spPr>
      </p:sp>
      <p:sp>
        <p:nvSpPr>
          <p:cNvPr id="437" name="Shape 434"/>
          <p:cNvSpPr/>
          <p:nvPr/>
        </p:nvSpPr>
        <p:spPr>
          <a:xfrm>
            <a:off x="1280160" y="4000500"/>
            <a:ext cx="64922" cy="64922"/>
          </a:xfrm>
          <a:prstGeom prst="rect">
            <a:avLst/>
          </a:prstGeom>
          <a:solidFill>
            <a:schemeClr val="accent5">
              <a:alpha val="30000"/>
            </a:schemeClr>
          </a:solidFill>
          <a:ln w="6350">
            <a:solidFill>
              <a:schemeClr val="bg1"/>
            </a:solidFill>
            <a:prstDash val="solid"/>
          </a:ln>
        </p:spPr>
      </p:sp>
      <p:sp>
        <p:nvSpPr>
          <p:cNvPr id="438" name="Shape 435"/>
          <p:cNvSpPr/>
          <p:nvPr/>
        </p:nvSpPr>
        <p:spPr>
          <a:xfrm>
            <a:off x="1348740" y="4000500"/>
            <a:ext cx="64922" cy="64922"/>
          </a:xfrm>
          <a:prstGeom prst="rect">
            <a:avLst/>
          </a:prstGeom>
          <a:solidFill>
            <a:schemeClr val="accent5">
              <a:alpha val="0"/>
            </a:schemeClr>
          </a:solidFill>
          <a:ln w="6350">
            <a:solidFill>
              <a:schemeClr val="bg1"/>
            </a:solidFill>
            <a:prstDash val="solid"/>
          </a:ln>
        </p:spPr>
      </p:sp>
      <p:sp>
        <p:nvSpPr>
          <p:cNvPr id="439" name="Shape 436"/>
          <p:cNvSpPr/>
          <p:nvPr/>
        </p:nvSpPr>
        <p:spPr>
          <a:xfrm>
            <a:off x="868680" y="4069080"/>
            <a:ext cx="64922" cy="64922"/>
          </a:xfrm>
          <a:prstGeom prst="rect">
            <a:avLst/>
          </a:prstGeom>
          <a:solidFill>
            <a:schemeClr val="accent5">
              <a:alpha val="0"/>
            </a:schemeClr>
          </a:solidFill>
          <a:ln w="6350">
            <a:solidFill>
              <a:schemeClr val="bg1"/>
            </a:solidFill>
            <a:prstDash val="solid"/>
          </a:ln>
        </p:spPr>
      </p:sp>
      <p:sp>
        <p:nvSpPr>
          <p:cNvPr id="440" name="Shape 437"/>
          <p:cNvSpPr/>
          <p:nvPr/>
        </p:nvSpPr>
        <p:spPr>
          <a:xfrm>
            <a:off x="937260" y="4069080"/>
            <a:ext cx="64922" cy="64922"/>
          </a:xfrm>
          <a:prstGeom prst="rect">
            <a:avLst/>
          </a:prstGeom>
          <a:solidFill>
            <a:schemeClr val="accent5">
              <a:alpha val="0"/>
            </a:schemeClr>
          </a:solidFill>
          <a:ln w="6350">
            <a:solidFill>
              <a:schemeClr val="bg1"/>
            </a:solidFill>
            <a:prstDash val="solid"/>
          </a:ln>
        </p:spPr>
      </p:sp>
      <p:sp>
        <p:nvSpPr>
          <p:cNvPr id="441" name="Shape 438"/>
          <p:cNvSpPr/>
          <p:nvPr/>
        </p:nvSpPr>
        <p:spPr>
          <a:xfrm>
            <a:off x="1005840" y="4069080"/>
            <a:ext cx="64922" cy="64922"/>
          </a:xfrm>
          <a:prstGeom prst="rect">
            <a:avLst/>
          </a:prstGeom>
          <a:solidFill>
            <a:schemeClr val="accent5">
              <a:alpha val="45000"/>
            </a:schemeClr>
          </a:solidFill>
          <a:ln w="6350">
            <a:solidFill>
              <a:schemeClr val="bg1"/>
            </a:solidFill>
            <a:prstDash val="solid"/>
          </a:ln>
        </p:spPr>
      </p:sp>
      <p:sp>
        <p:nvSpPr>
          <p:cNvPr id="442" name="Shape 439"/>
          <p:cNvSpPr/>
          <p:nvPr/>
        </p:nvSpPr>
        <p:spPr>
          <a:xfrm>
            <a:off x="1074420" y="4069080"/>
            <a:ext cx="64922" cy="64922"/>
          </a:xfrm>
          <a:prstGeom prst="rect">
            <a:avLst/>
          </a:prstGeom>
          <a:solidFill>
            <a:schemeClr val="accent5">
              <a:alpha val="60000"/>
            </a:schemeClr>
          </a:solidFill>
          <a:ln w="6350">
            <a:solidFill>
              <a:schemeClr val="bg1"/>
            </a:solidFill>
            <a:prstDash val="solid"/>
          </a:ln>
        </p:spPr>
      </p:sp>
      <p:sp>
        <p:nvSpPr>
          <p:cNvPr id="443" name="Shape 440"/>
          <p:cNvSpPr/>
          <p:nvPr/>
        </p:nvSpPr>
        <p:spPr>
          <a:xfrm>
            <a:off x="1143000" y="4069080"/>
            <a:ext cx="64922" cy="64922"/>
          </a:xfrm>
          <a:prstGeom prst="rect">
            <a:avLst/>
          </a:prstGeom>
          <a:solidFill>
            <a:schemeClr val="accent5">
              <a:alpha val="49000"/>
            </a:schemeClr>
          </a:solidFill>
          <a:ln w="6350">
            <a:solidFill>
              <a:schemeClr val="bg1"/>
            </a:solidFill>
            <a:prstDash val="solid"/>
          </a:ln>
        </p:spPr>
      </p:sp>
      <p:sp>
        <p:nvSpPr>
          <p:cNvPr id="444" name="Shape 441"/>
          <p:cNvSpPr/>
          <p:nvPr/>
        </p:nvSpPr>
        <p:spPr>
          <a:xfrm>
            <a:off x="1211580" y="4069080"/>
            <a:ext cx="64922" cy="64922"/>
          </a:xfrm>
          <a:prstGeom prst="rect">
            <a:avLst/>
          </a:prstGeom>
          <a:solidFill>
            <a:schemeClr val="accent5">
              <a:alpha val="60000"/>
            </a:schemeClr>
          </a:solidFill>
          <a:ln w="6350">
            <a:solidFill>
              <a:schemeClr val="bg1"/>
            </a:solidFill>
            <a:prstDash val="solid"/>
          </a:ln>
        </p:spPr>
      </p:sp>
      <p:sp>
        <p:nvSpPr>
          <p:cNvPr id="445" name="Shape 442"/>
          <p:cNvSpPr/>
          <p:nvPr/>
        </p:nvSpPr>
        <p:spPr>
          <a:xfrm>
            <a:off x="1280160" y="4069080"/>
            <a:ext cx="64922" cy="64922"/>
          </a:xfrm>
          <a:prstGeom prst="rect">
            <a:avLst/>
          </a:prstGeom>
          <a:solidFill>
            <a:schemeClr val="accent5">
              <a:alpha val="7000"/>
            </a:schemeClr>
          </a:solidFill>
          <a:ln w="6350">
            <a:solidFill>
              <a:schemeClr val="bg1"/>
            </a:solidFill>
            <a:prstDash val="solid"/>
          </a:ln>
        </p:spPr>
      </p:sp>
      <p:sp>
        <p:nvSpPr>
          <p:cNvPr id="446" name="Shape 443"/>
          <p:cNvSpPr/>
          <p:nvPr/>
        </p:nvSpPr>
        <p:spPr>
          <a:xfrm>
            <a:off x="1348740" y="4069080"/>
            <a:ext cx="64922" cy="64922"/>
          </a:xfrm>
          <a:prstGeom prst="rect">
            <a:avLst/>
          </a:prstGeom>
          <a:solidFill>
            <a:schemeClr val="accent5">
              <a:alpha val="0"/>
            </a:schemeClr>
          </a:solidFill>
          <a:ln w="6350">
            <a:solidFill>
              <a:schemeClr val="bg1"/>
            </a:solidFill>
            <a:prstDash val="solid"/>
          </a:ln>
        </p:spPr>
      </p:sp>
      <p:sp>
        <p:nvSpPr>
          <p:cNvPr id="447" name="Shape 444"/>
          <p:cNvSpPr/>
          <p:nvPr/>
        </p:nvSpPr>
        <p:spPr>
          <a:xfrm>
            <a:off x="868680" y="4137660"/>
            <a:ext cx="64922" cy="64922"/>
          </a:xfrm>
          <a:prstGeom prst="rect">
            <a:avLst/>
          </a:prstGeom>
          <a:solidFill>
            <a:schemeClr val="accent5">
              <a:alpha val="0"/>
            </a:schemeClr>
          </a:solidFill>
          <a:ln w="6350">
            <a:solidFill>
              <a:schemeClr val="bg1"/>
            </a:solidFill>
            <a:prstDash val="solid"/>
          </a:ln>
        </p:spPr>
      </p:sp>
      <p:sp>
        <p:nvSpPr>
          <p:cNvPr id="448" name="Shape 445"/>
          <p:cNvSpPr/>
          <p:nvPr/>
        </p:nvSpPr>
        <p:spPr>
          <a:xfrm>
            <a:off x="937260" y="4137660"/>
            <a:ext cx="64922" cy="64922"/>
          </a:xfrm>
          <a:prstGeom prst="rect">
            <a:avLst/>
          </a:prstGeom>
          <a:solidFill>
            <a:schemeClr val="accent5">
              <a:alpha val="0"/>
            </a:schemeClr>
          </a:solidFill>
          <a:ln w="6350">
            <a:solidFill>
              <a:schemeClr val="bg1"/>
            </a:solidFill>
            <a:prstDash val="solid"/>
          </a:ln>
        </p:spPr>
      </p:sp>
      <p:sp>
        <p:nvSpPr>
          <p:cNvPr id="449" name="Shape 446"/>
          <p:cNvSpPr/>
          <p:nvPr/>
        </p:nvSpPr>
        <p:spPr>
          <a:xfrm>
            <a:off x="1005840" y="4137660"/>
            <a:ext cx="64922" cy="64922"/>
          </a:xfrm>
          <a:prstGeom prst="rect">
            <a:avLst/>
          </a:prstGeom>
          <a:solidFill>
            <a:schemeClr val="accent5">
              <a:alpha val="7000"/>
            </a:schemeClr>
          </a:solidFill>
          <a:ln w="6350">
            <a:solidFill>
              <a:schemeClr val="bg1"/>
            </a:solidFill>
            <a:prstDash val="solid"/>
          </a:ln>
        </p:spPr>
      </p:sp>
      <p:sp>
        <p:nvSpPr>
          <p:cNvPr id="450" name="Shape 447"/>
          <p:cNvSpPr/>
          <p:nvPr/>
        </p:nvSpPr>
        <p:spPr>
          <a:xfrm>
            <a:off x="1074420" y="4137660"/>
            <a:ext cx="64922" cy="64922"/>
          </a:xfrm>
          <a:prstGeom prst="rect">
            <a:avLst/>
          </a:prstGeom>
          <a:solidFill>
            <a:schemeClr val="accent5">
              <a:alpha val="37000"/>
            </a:schemeClr>
          </a:solidFill>
          <a:ln w="6350">
            <a:solidFill>
              <a:schemeClr val="bg1"/>
            </a:solidFill>
            <a:prstDash val="solid"/>
          </a:ln>
        </p:spPr>
      </p:sp>
      <p:sp>
        <p:nvSpPr>
          <p:cNvPr id="451" name="Shape 448"/>
          <p:cNvSpPr/>
          <p:nvPr/>
        </p:nvSpPr>
        <p:spPr>
          <a:xfrm>
            <a:off x="1143000" y="4137660"/>
            <a:ext cx="64922" cy="64922"/>
          </a:xfrm>
          <a:prstGeom prst="rect">
            <a:avLst/>
          </a:prstGeom>
          <a:solidFill>
            <a:schemeClr val="accent5">
              <a:alpha val="60000"/>
            </a:schemeClr>
          </a:solidFill>
          <a:ln w="6350">
            <a:solidFill>
              <a:schemeClr val="bg1"/>
            </a:solidFill>
            <a:prstDash val="solid"/>
          </a:ln>
        </p:spPr>
      </p:sp>
      <p:sp>
        <p:nvSpPr>
          <p:cNvPr id="452" name="Shape 449"/>
          <p:cNvSpPr/>
          <p:nvPr/>
        </p:nvSpPr>
        <p:spPr>
          <a:xfrm>
            <a:off x="1211580" y="4137660"/>
            <a:ext cx="64922" cy="64922"/>
          </a:xfrm>
          <a:prstGeom prst="rect">
            <a:avLst/>
          </a:prstGeom>
          <a:solidFill>
            <a:schemeClr val="accent5">
              <a:alpha val="26000"/>
            </a:schemeClr>
          </a:solidFill>
          <a:ln w="6350">
            <a:solidFill>
              <a:schemeClr val="bg1"/>
            </a:solidFill>
            <a:prstDash val="solid"/>
          </a:ln>
        </p:spPr>
      </p:sp>
      <p:sp>
        <p:nvSpPr>
          <p:cNvPr id="453" name="Shape 450"/>
          <p:cNvSpPr/>
          <p:nvPr/>
        </p:nvSpPr>
        <p:spPr>
          <a:xfrm>
            <a:off x="1280160" y="4137660"/>
            <a:ext cx="64922" cy="64922"/>
          </a:xfrm>
          <a:prstGeom prst="rect">
            <a:avLst/>
          </a:prstGeom>
          <a:solidFill>
            <a:schemeClr val="accent5">
              <a:alpha val="0"/>
            </a:schemeClr>
          </a:solidFill>
          <a:ln w="6350">
            <a:solidFill>
              <a:schemeClr val="bg1"/>
            </a:solidFill>
            <a:prstDash val="solid"/>
          </a:ln>
        </p:spPr>
      </p:sp>
      <p:sp>
        <p:nvSpPr>
          <p:cNvPr id="454" name="Shape 451"/>
          <p:cNvSpPr/>
          <p:nvPr/>
        </p:nvSpPr>
        <p:spPr>
          <a:xfrm>
            <a:off x="1348740" y="4137660"/>
            <a:ext cx="64922" cy="64922"/>
          </a:xfrm>
          <a:prstGeom prst="rect">
            <a:avLst/>
          </a:prstGeom>
          <a:solidFill>
            <a:schemeClr val="accent5">
              <a:alpha val="0"/>
            </a:schemeClr>
          </a:solidFill>
          <a:ln w="6350">
            <a:solidFill>
              <a:schemeClr val="bg1"/>
            </a:solidFill>
            <a:prstDash val="solid"/>
          </a:ln>
        </p:spPr>
      </p:sp>
      <p:sp>
        <p:nvSpPr>
          <p:cNvPr id="455" name="Shape 452"/>
          <p:cNvSpPr/>
          <p:nvPr/>
        </p:nvSpPr>
        <p:spPr>
          <a:xfrm>
            <a:off x="1828800" y="3657600"/>
            <a:ext cx="64922" cy="64922"/>
          </a:xfrm>
          <a:prstGeom prst="rect">
            <a:avLst/>
          </a:prstGeom>
          <a:solidFill>
            <a:schemeClr val="accent5">
              <a:alpha val="0"/>
            </a:schemeClr>
          </a:solidFill>
          <a:ln w="6350">
            <a:solidFill>
              <a:schemeClr val="bg1"/>
            </a:solidFill>
            <a:prstDash val="solid"/>
          </a:ln>
        </p:spPr>
      </p:sp>
      <p:sp>
        <p:nvSpPr>
          <p:cNvPr id="456" name="Shape 453"/>
          <p:cNvSpPr/>
          <p:nvPr/>
        </p:nvSpPr>
        <p:spPr>
          <a:xfrm>
            <a:off x="1897380" y="3657600"/>
            <a:ext cx="64922" cy="64922"/>
          </a:xfrm>
          <a:prstGeom prst="rect">
            <a:avLst/>
          </a:prstGeom>
          <a:solidFill>
            <a:schemeClr val="accent5">
              <a:alpha val="0"/>
            </a:schemeClr>
          </a:solidFill>
          <a:ln w="6350">
            <a:solidFill>
              <a:schemeClr val="bg1"/>
            </a:solidFill>
            <a:prstDash val="solid"/>
          </a:ln>
        </p:spPr>
      </p:sp>
      <p:sp>
        <p:nvSpPr>
          <p:cNvPr id="457" name="Shape 454"/>
          <p:cNvSpPr/>
          <p:nvPr/>
        </p:nvSpPr>
        <p:spPr>
          <a:xfrm>
            <a:off x="1965960" y="3657600"/>
            <a:ext cx="64922" cy="64922"/>
          </a:xfrm>
          <a:prstGeom prst="rect">
            <a:avLst/>
          </a:prstGeom>
          <a:solidFill>
            <a:schemeClr val="accent5">
              <a:alpha val="7000"/>
            </a:schemeClr>
          </a:solidFill>
          <a:ln w="6350">
            <a:solidFill>
              <a:schemeClr val="bg1"/>
            </a:solidFill>
            <a:prstDash val="solid"/>
          </a:ln>
        </p:spPr>
      </p:sp>
      <p:sp>
        <p:nvSpPr>
          <p:cNvPr id="458" name="Shape 455"/>
          <p:cNvSpPr/>
          <p:nvPr/>
        </p:nvSpPr>
        <p:spPr>
          <a:xfrm>
            <a:off x="2034540" y="3657600"/>
            <a:ext cx="64922" cy="64922"/>
          </a:xfrm>
          <a:prstGeom prst="rect">
            <a:avLst/>
          </a:prstGeom>
          <a:solidFill>
            <a:schemeClr val="accent5">
              <a:alpha val="41000"/>
            </a:schemeClr>
          </a:solidFill>
          <a:ln w="6350">
            <a:solidFill>
              <a:schemeClr val="bg1"/>
            </a:solidFill>
            <a:prstDash val="solid"/>
          </a:ln>
        </p:spPr>
      </p:sp>
      <p:sp>
        <p:nvSpPr>
          <p:cNvPr id="459" name="Shape 456"/>
          <p:cNvSpPr/>
          <p:nvPr/>
        </p:nvSpPr>
        <p:spPr>
          <a:xfrm>
            <a:off x="2103120" y="3657600"/>
            <a:ext cx="64922" cy="64922"/>
          </a:xfrm>
          <a:prstGeom prst="rect">
            <a:avLst/>
          </a:prstGeom>
          <a:solidFill>
            <a:schemeClr val="accent5">
              <a:alpha val="49000"/>
            </a:schemeClr>
          </a:solidFill>
          <a:ln w="6350">
            <a:solidFill>
              <a:schemeClr val="bg1"/>
            </a:solidFill>
            <a:prstDash val="solid"/>
          </a:ln>
        </p:spPr>
      </p:sp>
      <p:sp>
        <p:nvSpPr>
          <p:cNvPr id="460" name="Shape 457"/>
          <p:cNvSpPr/>
          <p:nvPr/>
        </p:nvSpPr>
        <p:spPr>
          <a:xfrm>
            <a:off x="2171700" y="3657600"/>
            <a:ext cx="64922" cy="64922"/>
          </a:xfrm>
          <a:prstGeom prst="rect">
            <a:avLst/>
          </a:prstGeom>
          <a:solidFill>
            <a:schemeClr val="accent5">
              <a:alpha val="15000"/>
            </a:schemeClr>
          </a:solidFill>
          <a:ln w="6350">
            <a:solidFill>
              <a:schemeClr val="bg1"/>
            </a:solidFill>
            <a:prstDash val="solid"/>
          </a:ln>
        </p:spPr>
      </p:sp>
      <p:sp>
        <p:nvSpPr>
          <p:cNvPr id="461" name="Shape 458"/>
          <p:cNvSpPr/>
          <p:nvPr/>
        </p:nvSpPr>
        <p:spPr>
          <a:xfrm>
            <a:off x="2240280" y="3657600"/>
            <a:ext cx="64922" cy="64922"/>
          </a:xfrm>
          <a:prstGeom prst="rect">
            <a:avLst/>
          </a:prstGeom>
          <a:solidFill>
            <a:schemeClr val="accent5">
              <a:alpha val="0"/>
            </a:schemeClr>
          </a:solidFill>
          <a:ln w="6350">
            <a:solidFill>
              <a:schemeClr val="bg1"/>
            </a:solidFill>
            <a:prstDash val="solid"/>
          </a:ln>
        </p:spPr>
      </p:sp>
      <p:sp>
        <p:nvSpPr>
          <p:cNvPr id="462" name="Shape 459"/>
          <p:cNvSpPr/>
          <p:nvPr/>
        </p:nvSpPr>
        <p:spPr>
          <a:xfrm>
            <a:off x="2308860" y="3657600"/>
            <a:ext cx="64922" cy="64922"/>
          </a:xfrm>
          <a:prstGeom prst="rect">
            <a:avLst/>
          </a:prstGeom>
          <a:solidFill>
            <a:schemeClr val="accent5">
              <a:alpha val="0"/>
            </a:schemeClr>
          </a:solidFill>
          <a:ln w="6350">
            <a:solidFill>
              <a:schemeClr val="bg1"/>
            </a:solidFill>
            <a:prstDash val="solid"/>
          </a:ln>
        </p:spPr>
      </p:sp>
      <p:sp>
        <p:nvSpPr>
          <p:cNvPr id="463" name="Shape 460"/>
          <p:cNvSpPr/>
          <p:nvPr/>
        </p:nvSpPr>
        <p:spPr>
          <a:xfrm>
            <a:off x="1828800" y="3726180"/>
            <a:ext cx="64922" cy="64922"/>
          </a:xfrm>
          <a:prstGeom prst="rect">
            <a:avLst/>
          </a:prstGeom>
          <a:solidFill>
            <a:schemeClr val="accent5">
              <a:alpha val="0"/>
            </a:schemeClr>
          </a:solidFill>
          <a:ln w="6350">
            <a:solidFill>
              <a:schemeClr val="bg1"/>
            </a:solidFill>
            <a:prstDash val="solid"/>
          </a:ln>
        </p:spPr>
      </p:sp>
      <p:sp>
        <p:nvSpPr>
          <p:cNvPr id="464" name="Shape 461"/>
          <p:cNvSpPr/>
          <p:nvPr/>
        </p:nvSpPr>
        <p:spPr>
          <a:xfrm>
            <a:off x="1897380" y="3726180"/>
            <a:ext cx="64922" cy="64922"/>
          </a:xfrm>
          <a:prstGeom prst="rect">
            <a:avLst/>
          </a:prstGeom>
          <a:solidFill>
            <a:schemeClr val="accent5">
              <a:alpha val="0"/>
            </a:schemeClr>
          </a:solidFill>
          <a:ln w="6350">
            <a:solidFill>
              <a:schemeClr val="bg1"/>
            </a:solidFill>
            <a:prstDash val="solid"/>
          </a:ln>
        </p:spPr>
      </p:sp>
      <p:sp>
        <p:nvSpPr>
          <p:cNvPr id="465" name="Shape 462"/>
          <p:cNvSpPr/>
          <p:nvPr/>
        </p:nvSpPr>
        <p:spPr>
          <a:xfrm>
            <a:off x="1965960" y="3726180"/>
            <a:ext cx="64922" cy="64922"/>
          </a:xfrm>
          <a:prstGeom prst="rect">
            <a:avLst/>
          </a:prstGeom>
          <a:solidFill>
            <a:schemeClr val="accent5">
              <a:alpha val="45000"/>
            </a:schemeClr>
          </a:solidFill>
          <a:ln w="6350">
            <a:solidFill>
              <a:schemeClr val="bg1"/>
            </a:solidFill>
            <a:prstDash val="solid"/>
          </a:ln>
        </p:spPr>
      </p:sp>
      <p:sp>
        <p:nvSpPr>
          <p:cNvPr id="466" name="Shape 463"/>
          <p:cNvSpPr/>
          <p:nvPr/>
        </p:nvSpPr>
        <p:spPr>
          <a:xfrm>
            <a:off x="2034540" y="3726180"/>
            <a:ext cx="64922" cy="64922"/>
          </a:xfrm>
          <a:prstGeom prst="rect">
            <a:avLst/>
          </a:prstGeom>
          <a:solidFill>
            <a:schemeClr val="accent5">
              <a:alpha val="60000"/>
            </a:schemeClr>
          </a:solidFill>
          <a:ln w="6350">
            <a:solidFill>
              <a:schemeClr val="bg1"/>
            </a:solidFill>
            <a:prstDash val="solid"/>
          </a:ln>
        </p:spPr>
      </p:sp>
      <p:sp>
        <p:nvSpPr>
          <p:cNvPr id="467" name="Shape 464"/>
          <p:cNvSpPr/>
          <p:nvPr/>
        </p:nvSpPr>
        <p:spPr>
          <a:xfrm>
            <a:off x="2103120" y="3726180"/>
            <a:ext cx="64922" cy="64922"/>
          </a:xfrm>
          <a:prstGeom prst="rect">
            <a:avLst/>
          </a:prstGeom>
          <a:solidFill>
            <a:schemeClr val="accent5">
              <a:alpha val="49000"/>
            </a:schemeClr>
          </a:solidFill>
          <a:ln w="6350">
            <a:solidFill>
              <a:schemeClr val="bg1"/>
            </a:solidFill>
            <a:prstDash val="solid"/>
          </a:ln>
        </p:spPr>
      </p:sp>
      <p:sp>
        <p:nvSpPr>
          <p:cNvPr id="468" name="Shape 465"/>
          <p:cNvSpPr/>
          <p:nvPr/>
        </p:nvSpPr>
        <p:spPr>
          <a:xfrm>
            <a:off x="2171700" y="3726180"/>
            <a:ext cx="64922" cy="64922"/>
          </a:xfrm>
          <a:prstGeom prst="rect">
            <a:avLst/>
          </a:prstGeom>
          <a:solidFill>
            <a:schemeClr val="accent5">
              <a:alpha val="56000"/>
            </a:schemeClr>
          </a:solidFill>
          <a:ln w="6350">
            <a:solidFill>
              <a:schemeClr val="bg1"/>
            </a:solidFill>
            <a:prstDash val="solid"/>
          </a:ln>
        </p:spPr>
      </p:sp>
      <p:sp>
        <p:nvSpPr>
          <p:cNvPr id="469" name="Shape 466"/>
          <p:cNvSpPr/>
          <p:nvPr/>
        </p:nvSpPr>
        <p:spPr>
          <a:xfrm>
            <a:off x="2240280" y="3726180"/>
            <a:ext cx="64922" cy="64922"/>
          </a:xfrm>
          <a:prstGeom prst="rect">
            <a:avLst/>
          </a:prstGeom>
          <a:solidFill>
            <a:schemeClr val="accent5">
              <a:alpha val="0"/>
            </a:schemeClr>
          </a:solidFill>
          <a:ln w="6350">
            <a:solidFill>
              <a:schemeClr val="bg1"/>
            </a:solidFill>
            <a:prstDash val="solid"/>
          </a:ln>
        </p:spPr>
      </p:sp>
      <p:sp>
        <p:nvSpPr>
          <p:cNvPr id="470" name="Shape 467"/>
          <p:cNvSpPr/>
          <p:nvPr/>
        </p:nvSpPr>
        <p:spPr>
          <a:xfrm>
            <a:off x="2308860" y="3726180"/>
            <a:ext cx="64922" cy="64922"/>
          </a:xfrm>
          <a:prstGeom prst="rect">
            <a:avLst/>
          </a:prstGeom>
          <a:solidFill>
            <a:schemeClr val="accent5">
              <a:alpha val="0"/>
            </a:schemeClr>
          </a:solidFill>
          <a:ln w="6350">
            <a:solidFill>
              <a:schemeClr val="bg1"/>
            </a:solidFill>
            <a:prstDash val="solid"/>
          </a:ln>
        </p:spPr>
      </p:sp>
      <p:sp>
        <p:nvSpPr>
          <p:cNvPr id="471" name="Shape 468"/>
          <p:cNvSpPr/>
          <p:nvPr/>
        </p:nvSpPr>
        <p:spPr>
          <a:xfrm>
            <a:off x="1828800" y="3794760"/>
            <a:ext cx="64922" cy="64922"/>
          </a:xfrm>
          <a:prstGeom prst="rect">
            <a:avLst/>
          </a:prstGeom>
          <a:solidFill>
            <a:schemeClr val="accent5">
              <a:alpha val="0"/>
            </a:schemeClr>
          </a:solidFill>
          <a:ln w="6350">
            <a:solidFill>
              <a:schemeClr val="bg1"/>
            </a:solidFill>
            <a:prstDash val="solid"/>
          </a:ln>
        </p:spPr>
      </p:sp>
      <p:sp>
        <p:nvSpPr>
          <p:cNvPr id="472" name="Shape 469"/>
          <p:cNvSpPr/>
          <p:nvPr/>
        </p:nvSpPr>
        <p:spPr>
          <a:xfrm>
            <a:off x="1897380" y="3794760"/>
            <a:ext cx="64922" cy="64922"/>
          </a:xfrm>
          <a:prstGeom prst="rect">
            <a:avLst/>
          </a:prstGeom>
          <a:solidFill>
            <a:schemeClr val="accent5">
              <a:alpha val="0"/>
            </a:schemeClr>
          </a:solidFill>
          <a:ln w="6350">
            <a:solidFill>
              <a:schemeClr val="bg1"/>
            </a:solidFill>
            <a:prstDash val="solid"/>
          </a:ln>
        </p:spPr>
      </p:sp>
      <p:sp>
        <p:nvSpPr>
          <p:cNvPr id="473" name="Shape 470"/>
          <p:cNvSpPr/>
          <p:nvPr/>
        </p:nvSpPr>
        <p:spPr>
          <a:xfrm>
            <a:off x="1965960" y="3794760"/>
            <a:ext cx="64922" cy="64922"/>
          </a:xfrm>
          <a:prstGeom prst="rect">
            <a:avLst/>
          </a:prstGeom>
          <a:solidFill>
            <a:schemeClr val="accent5">
              <a:alpha val="60000"/>
            </a:schemeClr>
          </a:solidFill>
          <a:ln w="6350">
            <a:solidFill>
              <a:schemeClr val="bg1"/>
            </a:solidFill>
            <a:prstDash val="solid"/>
          </a:ln>
        </p:spPr>
      </p:sp>
      <p:sp>
        <p:nvSpPr>
          <p:cNvPr id="474" name="Shape 471"/>
          <p:cNvSpPr/>
          <p:nvPr/>
        </p:nvSpPr>
        <p:spPr>
          <a:xfrm>
            <a:off x="2034540" y="3794760"/>
            <a:ext cx="64922" cy="64922"/>
          </a:xfrm>
          <a:prstGeom prst="rect">
            <a:avLst/>
          </a:prstGeom>
          <a:solidFill>
            <a:schemeClr val="accent5">
              <a:alpha val="34000"/>
            </a:schemeClr>
          </a:solidFill>
          <a:ln w="6350">
            <a:solidFill>
              <a:schemeClr val="bg1"/>
            </a:solidFill>
            <a:prstDash val="solid"/>
          </a:ln>
        </p:spPr>
      </p:sp>
      <p:sp>
        <p:nvSpPr>
          <p:cNvPr id="475" name="Shape 472"/>
          <p:cNvSpPr/>
          <p:nvPr/>
        </p:nvSpPr>
        <p:spPr>
          <a:xfrm>
            <a:off x="2103120" y="3794760"/>
            <a:ext cx="64922" cy="64922"/>
          </a:xfrm>
          <a:prstGeom prst="rect">
            <a:avLst/>
          </a:prstGeom>
          <a:solidFill>
            <a:schemeClr val="accent5">
              <a:alpha val="4000"/>
            </a:schemeClr>
          </a:solidFill>
          <a:ln w="6350">
            <a:solidFill>
              <a:schemeClr val="bg1"/>
            </a:solidFill>
            <a:prstDash val="solid"/>
          </a:ln>
        </p:spPr>
      </p:sp>
      <p:sp>
        <p:nvSpPr>
          <p:cNvPr id="476" name="Shape 473"/>
          <p:cNvSpPr/>
          <p:nvPr/>
        </p:nvSpPr>
        <p:spPr>
          <a:xfrm>
            <a:off x="2171700" y="3794760"/>
            <a:ext cx="64922" cy="64922"/>
          </a:xfrm>
          <a:prstGeom prst="rect">
            <a:avLst/>
          </a:prstGeom>
          <a:solidFill>
            <a:schemeClr val="accent5">
              <a:alpha val="11000"/>
            </a:schemeClr>
          </a:solidFill>
          <a:ln w="6350">
            <a:solidFill>
              <a:schemeClr val="bg1"/>
            </a:solidFill>
            <a:prstDash val="solid"/>
          </a:ln>
        </p:spPr>
      </p:sp>
      <p:sp>
        <p:nvSpPr>
          <p:cNvPr id="477" name="Shape 474"/>
          <p:cNvSpPr/>
          <p:nvPr/>
        </p:nvSpPr>
        <p:spPr>
          <a:xfrm>
            <a:off x="2240280" y="3794760"/>
            <a:ext cx="64922" cy="64922"/>
          </a:xfrm>
          <a:prstGeom prst="rect">
            <a:avLst/>
          </a:prstGeom>
          <a:solidFill>
            <a:schemeClr val="accent5">
              <a:alpha val="0"/>
            </a:schemeClr>
          </a:solidFill>
          <a:ln w="6350">
            <a:solidFill>
              <a:schemeClr val="bg1"/>
            </a:solidFill>
            <a:prstDash val="solid"/>
          </a:ln>
        </p:spPr>
      </p:sp>
      <p:sp>
        <p:nvSpPr>
          <p:cNvPr id="478" name="Shape 475"/>
          <p:cNvSpPr/>
          <p:nvPr/>
        </p:nvSpPr>
        <p:spPr>
          <a:xfrm>
            <a:off x="2308860" y="3794760"/>
            <a:ext cx="64922" cy="64922"/>
          </a:xfrm>
          <a:prstGeom prst="rect">
            <a:avLst/>
          </a:prstGeom>
          <a:solidFill>
            <a:schemeClr val="accent5">
              <a:alpha val="0"/>
            </a:schemeClr>
          </a:solidFill>
          <a:ln w="6350">
            <a:solidFill>
              <a:schemeClr val="bg1"/>
            </a:solidFill>
            <a:prstDash val="solid"/>
          </a:ln>
        </p:spPr>
      </p:sp>
      <p:sp>
        <p:nvSpPr>
          <p:cNvPr id="479" name="Shape 476"/>
          <p:cNvSpPr/>
          <p:nvPr/>
        </p:nvSpPr>
        <p:spPr>
          <a:xfrm>
            <a:off x="1828800" y="3863340"/>
            <a:ext cx="64922" cy="64922"/>
          </a:xfrm>
          <a:prstGeom prst="rect">
            <a:avLst/>
          </a:prstGeom>
          <a:solidFill>
            <a:schemeClr val="accent5">
              <a:alpha val="0"/>
            </a:schemeClr>
          </a:solidFill>
          <a:ln w="6350">
            <a:solidFill>
              <a:schemeClr val="bg1"/>
            </a:solidFill>
            <a:prstDash val="solid"/>
          </a:ln>
        </p:spPr>
      </p:sp>
      <p:sp>
        <p:nvSpPr>
          <p:cNvPr id="480" name="Shape 477"/>
          <p:cNvSpPr/>
          <p:nvPr/>
        </p:nvSpPr>
        <p:spPr>
          <a:xfrm>
            <a:off x="1897380" y="3863340"/>
            <a:ext cx="64922" cy="64922"/>
          </a:xfrm>
          <a:prstGeom prst="rect">
            <a:avLst/>
          </a:prstGeom>
          <a:solidFill>
            <a:schemeClr val="accent5">
              <a:alpha val="15000"/>
            </a:schemeClr>
          </a:solidFill>
          <a:ln w="6350">
            <a:solidFill>
              <a:schemeClr val="bg1"/>
            </a:solidFill>
            <a:prstDash val="solid"/>
          </a:ln>
        </p:spPr>
      </p:sp>
      <p:sp>
        <p:nvSpPr>
          <p:cNvPr id="481" name="Shape 478"/>
          <p:cNvSpPr/>
          <p:nvPr/>
        </p:nvSpPr>
        <p:spPr>
          <a:xfrm>
            <a:off x="1965960" y="3863340"/>
            <a:ext cx="64922" cy="64922"/>
          </a:xfrm>
          <a:prstGeom prst="rect">
            <a:avLst/>
          </a:prstGeom>
          <a:solidFill>
            <a:schemeClr val="accent5">
              <a:alpha val="60000"/>
            </a:schemeClr>
          </a:solidFill>
          <a:ln w="6350">
            <a:solidFill>
              <a:schemeClr val="bg1"/>
            </a:solidFill>
            <a:prstDash val="solid"/>
          </a:ln>
        </p:spPr>
      </p:sp>
      <p:sp>
        <p:nvSpPr>
          <p:cNvPr id="482" name="Shape 479"/>
          <p:cNvSpPr/>
          <p:nvPr/>
        </p:nvSpPr>
        <p:spPr>
          <a:xfrm>
            <a:off x="2034540" y="3863340"/>
            <a:ext cx="64922" cy="64922"/>
          </a:xfrm>
          <a:prstGeom prst="rect">
            <a:avLst/>
          </a:prstGeom>
          <a:solidFill>
            <a:schemeClr val="accent5">
              <a:alpha val="22000"/>
            </a:schemeClr>
          </a:solidFill>
          <a:ln w="6350">
            <a:solidFill>
              <a:schemeClr val="bg1"/>
            </a:solidFill>
            <a:prstDash val="solid"/>
          </a:ln>
        </p:spPr>
      </p:sp>
      <p:sp>
        <p:nvSpPr>
          <p:cNvPr id="483" name="Shape 480"/>
          <p:cNvSpPr/>
          <p:nvPr/>
        </p:nvSpPr>
        <p:spPr>
          <a:xfrm>
            <a:off x="2103120" y="3863340"/>
            <a:ext cx="64922" cy="64922"/>
          </a:xfrm>
          <a:prstGeom prst="rect">
            <a:avLst/>
          </a:prstGeom>
          <a:solidFill>
            <a:schemeClr val="accent5">
              <a:alpha val="52000"/>
            </a:schemeClr>
          </a:solidFill>
          <a:ln w="6350">
            <a:solidFill>
              <a:schemeClr val="bg1"/>
            </a:solidFill>
            <a:prstDash val="solid"/>
          </a:ln>
        </p:spPr>
      </p:sp>
      <p:sp>
        <p:nvSpPr>
          <p:cNvPr id="484" name="Shape 481"/>
          <p:cNvSpPr/>
          <p:nvPr/>
        </p:nvSpPr>
        <p:spPr>
          <a:xfrm>
            <a:off x="2171700" y="3863340"/>
            <a:ext cx="64922" cy="64922"/>
          </a:xfrm>
          <a:prstGeom prst="rect">
            <a:avLst/>
          </a:prstGeom>
          <a:solidFill>
            <a:schemeClr val="accent5">
              <a:alpha val="34000"/>
            </a:schemeClr>
          </a:solidFill>
          <a:ln w="6350">
            <a:solidFill>
              <a:schemeClr val="bg1"/>
            </a:solidFill>
            <a:prstDash val="solid"/>
          </a:ln>
        </p:spPr>
      </p:sp>
      <p:sp>
        <p:nvSpPr>
          <p:cNvPr id="485" name="Shape 482"/>
          <p:cNvSpPr/>
          <p:nvPr/>
        </p:nvSpPr>
        <p:spPr>
          <a:xfrm>
            <a:off x="2240280" y="3863340"/>
            <a:ext cx="64922" cy="64922"/>
          </a:xfrm>
          <a:prstGeom prst="rect">
            <a:avLst/>
          </a:prstGeom>
          <a:solidFill>
            <a:schemeClr val="accent5">
              <a:alpha val="4000"/>
            </a:schemeClr>
          </a:solidFill>
          <a:ln w="6350">
            <a:solidFill>
              <a:schemeClr val="bg1"/>
            </a:solidFill>
            <a:prstDash val="solid"/>
          </a:ln>
        </p:spPr>
      </p:sp>
      <p:sp>
        <p:nvSpPr>
          <p:cNvPr id="486" name="Shape 483"/>
          <p:cNvSpPr/>
          <p:nvPr/>
        </p:nvSpPr>
        <p:spPr>
          <a:xfrm>
            <a:off x="2308860" y="3863340"/>
            <a:ext cx="64922" cy="64922"/>
          </a:xfrm>
          <a:prstGeom prst="rect">
            <a:avLst/>
          </a:prstGeom>
          <a:solidFill>
            <a:schemeClr val="accent5">
              <a:alpha val="0"/>
            </a:schemeClr>
          </a:solidFill>
          <a:ln w="6350">
            <a:solidFill>
              <a:schemeClr val="bg1"/>
            </a:solidFill>
            <a:prstDash val="solid"/>
          </a:ln>
        </p:spPr>
      </p:sp>
      <p:sp>
        <p:nvSpPr>
          <p:cNvPr id="487" name="Shape 484"/>
          <p:cNvSpPr/>
          <p:nvPr/>
        </p:nvSpPr>
        <p:spPr>
          <a:xfrm>
            <a:off x="1828800" y="3931920"/>
            <a:ext cx="64922" cy="64922"/>
          </a:xfrm>
          <a:prstGeom prst="rect">
            <a:avLst/>
          </a:prstGeom>
          <a:solidFill>
            <a:schemeClr val="accent5">
              <a:alpha val="0"/>
            </a:schemeClr>
          </a:solidFill>
          <a:ln w="6350">
            <a:solidFill>
              <a:schemeClr val="bg1"/>
            </a:solidFill>
            <a:prstDash val="solid"/>
          </a:ln>
        </p:spPr>
      </p:sp>
      <p:sp>
        <p:nvSpPr>
          <p:cNvPr id="488" name="Shape 485"/>
          <p:cNvSpPr/>
          <p:nvPr/>
        </p:nvSpPr>
        <p:spPr>
          <a:xfrm>
            <a:off x="1897380" y="3931920"/>
            <a:ext cx="64922" cy="64922"/>
          </a:xfrm>
          <a:prstGeom prst="rect">
            <a:avLst/>
          </a:prstGeom>
          <a:solidFill>
            <a:schemeClr val="accent5">
              <a:alpha val="26000"/>
            </a:schemeClr>
          </a:solidFill>
          <a:ln w="6350">
            <a:solidFill>
              <a:schemeClr val="bg1"/>
            </a:solidFill>
            <a:prstDash val="solid"/>
          </a:ln>
        </p:spPr>
      </p:sp>
      <p:sp>
        <p:nvSpPr>
          <p:cNvPr id="489" name="Shape 486"/>
          <p:cNvSpPr/>
          <p:nvPr/>
        </p:nvSpPr>
        <p:spPr>
          <a:xfrm>
            <a:off x="1965960" y="3931920"/>
            <a:ext cx="64922" cy="64922"/>
          </a:xfrm>
          <a:prstGeom prst="rect">
            <a:avLst/>
          </a:prstGeom>
          <a:solidFill>
            <a:schemeClr val="accent5">
              <a:alpha val="60000"/>
            </a:schemeClr>
          </a:solidFill>
          <a:ln w="6350">
            <a:solidFill>
              <a:schemeClr val="bg1"/>
            </a:solidFill>
            <a:prstDash val="solid"/>
          </a:ln>
        </p:spPr>
      </p:sp>
      <p:sp>
        <p:nvSpPr>
          <p:cNvPr id="490" name="Shape 487"/>
          <p:cNvSpPr/>
          <p:nvPr/>
        </p:nvSpPr>
        <p:spPr>
          <a:xfrm>
            <a:off x="2034540" y="3931920"/>
            <a:ext cx="64922" cy="64922"/>
          </a:xfrm>
          <a:prstGeom prst="rect">
            <a:avLst/>
          </a:prstGeom>
          <a:solidFill>
            <a:schemeClr val="accent5">
              <a:alpha val="60000"/>
            </a:schemeClr>
          </a:solidFill>
          <a:ln w="6350">
            <a:solidFill>
              <a:schemeClr val="bg1"/>
            </a:solidFill>
            <a:prstDash val="solid"/>
          </a:ln>
        </p:spPr>
      </p:sp>
      <p:sp>
        <p:nvSpPr>
          <p:cNvPr id="491" name="Shape 488"/>
          <p:cNvSpPr/>
          <p:nvPr/>
        </p:nvSpPr>
        <p:spPr>
          <a:xfrm>
            <a:off x="2103120" y="3931920"/>
            <a:ext cx="64922" cy="64922"/>
          </a:xfrm>
          <a:prstGeom prst="rect">
            <a:avLst/>
          </a:prstGeom>
          <a:solidFill>
            <a:schemeClr val="accent5">
              <a:alpha val="60000"/>
            </a:schemeClr>
          </a:solidFill>
          <a:ln w="6350">
            <a:solidFill>
              <a:schemeClr val="bg1"/>
            </a:solidFill>
            <a:prstDash val="solid"/>
          </a:ln>
        </p:spPr>
      </p:sp>
      <p:sp>
        <p:nvSpPr>
          <p:cNvPr id="492" name="Shape 489"/>
          <p:cNvSpPr/>
          <p:nvPr/>
        </p:nvSpPr>
        <p:spPr>
          <a:xfrm>
            <a:off x="2171700" y="3931920"/>
            <a:ext cx="64922" cy="64922"/>
          </a:xfrm>
          <a:prstGeom prst="rect">
            <a:avLst/>
          </a:prstGeom>
          <a:solidFill>
            <a:schemeClr val="accent5">
              <a:alpha val="60000"/>
            </a:schemeClr>
          </a:solidFill>
          <a:ln w="6350">
            <a:solidFill>
              <a:schemeClr val="bg1"/>
            </a:solidFill>
            <a:prstDash val="solid"/>
          </a:ln>
        </p:spPr>
      </p:sp>
      <p:sp>
        <p:nvSpPr>
          <p:cNvPr id="493" name="Shape 490"/>
          <p:cNvSpPr/>
          <p:nvPr/>
        </p:nvSpPr>
        <p:spPr>
          <a:xfrm>
            <a:off x="2240280" y="3931920"/>
            <a:ext cx="64922" cy="64922"/>
          </a:xfrm>
          <a:prstGeom prst="rect">
            <a:avLst/>
          </a:prstGeom>
          <a:solidFill>
            <a:schemeClr val="accent5">
              <a:alpha val="22000"/>
            </a:schemeClr>
          </a:solidFill>
          <a:ln w="6350">
            <a:solidFill>
              <a:schemeClr val="bg1"/>
            </a:solidFill>
            <a:prstDash val="solid"/>
          </a:ln>
        </p:spPr>
      </p:sp>
      <p:sp>
        <p:nvSpPr>
          <p:cNvPr id="494" name="Shape 491"/>
          <p:cNvSpPr/>
          <p:nvPr/>
        </p:nvSpPr>
        <p:spPr>
          <a:xfrm>
            <a:off x="2308860" y="3931920"/>
            <a:ext cx="64922" cy="64922"/>
          </a:xfrm>
          <a:prstGeom prst="rect">
            <a:avLst/>
          </a:prstGeom>
          <a:solidFill>
            <a:schemeClr val="accent5">
              <a:alpha val="0"/>
            </a:schemeClr>
          </a:solidFill>
          <a:ln w="6350">
            <a:solidFill>
              <a:schemeClr val="bg1"/>
            </a:solidFill>
            <a:prstDash val="solid"/>
          </a:ln>
        </p:spPr>
      </p:sp>
      <p:sp>
        <p:nvSpPr>
          <p:cNvPr id="495" name="Shape 492"/>
          <p:cNvSpPr/>
          <p:nvPr/>
        </p:nvSpPr>
        <p:spPr>
          <a:xfrm>
            <a:off x="1828800" y="4000500"/>
            <a:ext cx="64922" cy="64922"/>
          </a:xfrm>
          <a:prstGeom prst="rect">
            <a:avLst/>
          </a:prstGeom>
          <a:solidFill>
            <a:schemeClr val="accent5">
              <a:alpha val="0"/>
            </a:schemeClr>
          </a:solidFill>
          <a:ln w="6350">
            <a:solidFill>
              <a:schemeClr val="bg1"/>
            </a:solidFill>
            <a:prstDash val="solid"/>
          </a:ln>
        </p:spPr>
      </p:sp>
      <p:sp>
        <p:nvSpPr>
          <p:cNvPr id="496" name="Shape 493"/>
          <p:cNvSpPr/>
          <p:nvPr/>
        </p:nvSpPr>
        <p:spPr>
          <a:xfrm>
            <a:off x="1897380" y="4000500"/>
            <a:ext cx="64922" cy="64922"/>
          </a:xfrm>
          <a:prstGeom prst="rect">
            <a:avLst/>
          </a:prstGeom>
          <a:solidFill>
            <a:schemeClr val="accent5">
              <a:alpha val="4000"/>
            </a:schemeClr>
          </a:solidFill>
          <a:ln w="6350">
            <a:solidFill>
              <a:schemeClr val="bg1"/>
            </a:solidFill>
            <a:prstDash val="solid"/>
          </a:ln>
        </p:spPr>
      </p:sp>
      <p:sp>
        <p:nvSpPr>
          <p:cNvPr id="497" name="Shape 494"/>
          <p:cNvSpPr/>
          <p:nvPr/>
        </p:nvSpPr>
        <p:spPr>
          <a:xfrm>
            <a:off x="1965960" y="4000500"/>
            <a:ext cx="64922" cy="64922"/>
          </a:xfrm>
          <a:prstGeom prst="rect">
            <a:avLst/>
          </a:prstGeom>
          <a:solidFill>
            <a:schemeClr val="accent5">
              <a:alpha val="60000"/>
            </a:schemeClr>
          </a:solidFill>
          <a:ln w="6350">
            <a:solidFill>
              <a:schemeClr val="bg1"/>
            </a:solidFill>
            <a:prstDash val="solid"/>
          </a:ln>
        </p:spPr>
      </p:sp>
      <p:sp>
        <p:nvSpPr>
          <p:cNvPr id="498" name="Shape 495"/>
          <p:cNvSpPr/>
          <p:nvPr/>
        </p:nvSpPr>
        <p:spPr>
          <a:xfrm>
            <a:off x="2034540" y="4000500"/>
            <a:ext cx="64922" cy="64922"/>
          </a:xfrm>
          <a:prstGeom prst="rect">
            <a:avLst/>
          </a:prstGeom>
          <a:solidFill>
            <a:schemeClr val="accent5">
              <a:alpha val="52000"/>
            </a:schemeClr>
          </a:solidFill>
          <a:ln w="6350">
            <a:solidFill>
              <a:schemeClr val="bg1"/>
            </a:solidFill>
            <a:prstDash val="solid"/>
          </a:ln>
        </p:spPr>
      </p:sp>
      <p:sp>
        <p:nvSpPr>
          <p:cNvPr id="499" name="Shape 496"/>
          <p:cNvSpPr/>
          <p:nvPr/>
        </p:nvSpPr>
        <p:spPr>
          <a:xfrm>
            <a:off x="2103120" y="4000500"/>
            <a:ext cx="64922" cy="64922"/>
          </a:xfrm>
          <a:prstGeom prst="rect">
            <a:avLst/>
          </a:prstGeom>
          <a:solidFill>
            <a:schemeClr val="accent5">
              <a:alpha val="15000"/>
            </a:schemeClr>
          </a:solidFill>
          <a:ln w="6350">
            <a:solidFill>
              <a:schemeClr val="bg1"/>
            </a:solidFill>
            <a:prstDash val="solid"/>
          </a:ln>
        </p:spPr>
      </p:sp>
      <p:sp>
        <p:nvSpPr>
          <p:cNvPr id="500" name="Shape 497"/>
          <p:cNvSpPr/>
          <p:nvPr/>
        </p:nvSpPr>
        <p:spPr>
          <a:xfrm>
            <a:off x="2171700" y="4000500"/>
            <a:ext cx="64922" cy="64922"/>
          </a:xfrm>
          <a:prstGeom prst="rect">
            <a:avLst/>
          </a:prstGeom>
          <a:solidFill>
            <a:schemeClr val="accent5">
              <a:alpha val="60000"/>
            </a:schemeClr>
          </a:solidFill>
          <a:ln w="6350">
            <a:solidFill>
              <a:schemeClr val="bg1"/>
            </a:solidFill>
            <a:prstDash val="solid"/>
          </a:ln>
        </p:spPr>
      </p:sp>
      <p:sp>
        <p:nvSpPr>
          <p:cNvPr id="501" name="Shape 498"/>
          <p:cNvSpPr/>
          <p:nvPr/>
        </p:nvSpPr>
        <p:spPr>
          <a:xfrm>
            <a:off x="2240280" y="4000500"/>
            <a:ext cx="64922" cy="64922"/>
          </a:xfrm>
          <a:prstGeom prst="rect">
            <a:avLst/>
          </a:prstGeom>
          <a:solidFill>
            <a:schemeClr val="accent5">
              <a:alpha val="30000"/>
            </a:schemeClr>
          </a:solidFill>
          <a:ln w="6350">
            <a:solidFill>
              <a:schemeClr val="bg1"/>
            </a:solidFill>
            <a:prstDash val="solid"/>
          </a:ln>
        </p:spPr>
      </p:sp>
      <p:sp>
        <p:nvSpPr>
          <p:cNvPr id="502" name="Shape 499"/>
          <p:cNvSpPr/>
          <p:nvPr/>
        </p:nvSpPr>
        <p:spPr>
          <a:xfrm>
            <a:off x="2308860" y="4000500"/>
            <a:ext cx="64922" cy="64922"/>
          </a:xfrm>
          <a:prstGeom prst="rect">
            <a:avLst/>
          </a:prstGeom>
          <a:solidFill>
            <a:schemeClr val="accent5">
              <a:alpha val="0"/>
            </a:schemeClr>
          </a:solidFill>
          <a:ln w="6350">
            <a:solidFill>
              <a:schemeClr val="bg1"/>
            </a:solidFill>
            <a:prstDash val="solid"/>
          </a:ln>
        </p:spPr>
      </p:sp>
      <p:sp>
        <p:nvSpPr>
          <p:cNvPr id="503" name="Shape 500"/>
          <p:cNvSpPr/>
          <p:nvPr/>
        </p:nvSpPr>
        <p:spPr>
          <a:xfrm>
            <a:off x="1828800" y="4069080"/>
            <a:ext cx="64922" cy="64922"/>
          </a:xfrm>
          <a:prstGeom prst="rect">
            <a:avLst/>
          </a:prstGeom>
          <a:solidFill>
            <a:schemeClr val="accent5">
              <a:alpha val="0"/>
            </a:schemeClr>
          </a:solidFill>
          <a:ln w="6350">
            <a:solidFill>
              <a:schemeClr val="bg1"/>
            </a:solidFill>
            <a:prstDash val="solid"/>
          </a:ln>
        </p:spPr>
      </p:sp>
      <p:sp>
        <p:nvSpPr>
          <p:cNvPr id="504" name="Shape 501"/>
          <p:cNvSpPr/>
          <p:nvPr/>
        </p:nvSpPr>
        <p:spPr>
          <a:xfrm>
            <a:off x="1897380" y="4069080"/>
            <a:ext cx="64922" cy="64922"/>
          </a:xfrm>
          <a:prstGeom prst="rect">
            <a:avLst/>
          </a:prstGeom>
          <a:solidFill>
            <a:schemeClr val="accent5">
              <a:alpha val="0"/>
            </a:schemeClr>
          </a:solidFill>
          <a:ln w="6350">
            <a:solidFill>
              <a:schemeClr val="bg1"/>
            </a:solidFill>
            <a:prstDash val="solid"/>
          </a:ln>
        </p:spPr>
      </p:sp>
      <p:sp>
        <p:nvSpPr>
          <p:cNvPr id="505" name="Shape 502"/>
          <p:cNvSpPr/>
          <p:nvPr/>
        </p:nvSpPr>
        <p:spPr>
          <a:xfrm>
            <a:off x="1965960" y="4069080"/>
            <a:ext cx="64922" cy="64922"/>
          </a:xfrm>
          <a:prstGeom prst="rect">
            <a:avLst/>
          </a:prstGeom>
          <a:solidFill>
            <a:schemeClr val="accent5">
              <a:alpha val="45000"/>
            </a:schemeClr>
          </a:solidFill>
          <a:ln w="6350">
            <a:solidFill>
              <a:schemeClr val="bg1"/>
            </a:solidFill>
            <a:prstDash val="solid"/>
          </a:ln>
        </p:spPr>
      </p:sp>
      <p:sp>
        <p:nvSpPr>
          <p:cNvPr id="506" name="Shape 503"/>
          <p:cNvSpPr/>
          <p:nvPr/>
        </p:nvSpPr>
        <p:spPr>
          <a:xfrm>
            <a:off x="2034540" y="4069080"/>
            <a:ext cx="64922" cy="64922"/>
          </a:xfrm>
          <a:prstGeom prst="rect">
            <a:avLst/>
          </a:prstGeom>
          <a:solidFill>
            <a:schemeClr val="accent5">
              <a:alpha val="60000"/>
            </a:schemeClr>
          </a:solidFill>
          <a:ln w="6350">
            <a:solidFill>
              <a:schemeClr val="bg1"/>
            </a:solidFill>
            <a:prstDash val="solid"/>
          </a:ln>
        </p:spPr>
      </p:sp>
      <p:sp>
        <p:nvSpPr>
          <p:cNvPr id="507" name="Shape 504"/>
          <p:cNvSpPr/>
          <p:nvPr/>
        </p:nvSpPr>
        <p:spPr>
          <a:xfrm>
            <a:off x="2103120" y="4069080"/>
            <a:ext cx="64922" cy="64922"/>
          </a:xfrm>
          <a:prstGeom prst="rect">
            <a:avLst/>
          </a:prstGeom>
          <a:solidFill>
            <a:schemeClr val="accent5">
              <a:alpha val="49000"/>
            </a:schemeClr>
          </a:solidFill>
          <a:ln w="6350">
            <a:solidFill>
              <a:schemeClr val="bg1"/>
            </a:solidFill>
            <a:prstDash val="solid"/>
          </a:ln>
        </p:spPr>
      </p:sp>
      <p:sp>
        <p:nvSpPr>
          <p:cNvPr id="508" name="Shape 505"/>
          <p:cNvSpPr/>
          <p:nvPr/>
        </p:nvSpPr>
        <p:spPr>
          <a:xfrm>
            <a:off x="2171700" y="4069080"/>
            <a:ext cx="64922" cy="64922"/>
          </a:xfrm>
          <a:prstGeom prst="rect">
            <a:avLst/>
          </a:prstGeom>
          <a:solidFill>
            <a:schemeClr val="accent5">
              <a:alpha val="60000"/>
            </a:schemeClr>
          </a:solidFill>
          <a:ln w="6350">
            <a:solidFill>
              <a:schemeClr val="bg1"/>
            </a:solidFill>
            <a:prstDash val="solid"/>
          </a:ln>
        </p:spPr>
      </p:sp>
      <p:sp>
        <p:nvSpPr>
          <p:cNvPr id="509" name="Shape 506"/>
          <p:cNvSpPr/>
          <p:nvPr/>
        </p:nvSpPr>
        <p:spPr>
          <a:xfrm>
            <a:off x="2240280" y="4069080"/>
            <a:ext cx="64922" cy="64922"/>
          </a:xfrm>
          <a:prstGeom prst="rect">
            <a:avLst/>
          </a:prstGeom>
          <a:solidFill>
            <a:schemeClr val="accent5">
              <a:alpha val="7000"/>
            </a:schemeClr>
          </a:solidFill>
          <a:ln w="6350">
            <a:solidFill>
              <a:schemeClr val="bg1"/>
            </a:solidFill>
            <a:prstDash val="solid"/>
          </a:ln>
        </p:spPr>
      </p:sp>
      <p:sp>
        <p:nvSpPr>
          <p:cNvPr id="510" name="Shape 507"/>
          <p:cNvSpPr/>
          <p:nvPr/>
        </p:nvSpPr>
        <p:spPr>
          <a:xfrm>
            <a:off x="2308860" y="4069080"/>
            <a:ext cx="64922" cy="64922"/>
          </a:xfrm>
          <a:prstGeom prst="rect">
            <a:avLst/>
          </a:prstGeom>
          <a:solidFill>
            <a:schemeClr val="accent5">
              <a:alpha val="0"/>
            </a:schemeClr>
          </a:solidFill>
          <a:ln w="6350">
            <a:solidFill>
              <a:schemeClr val="bg1"/>
            </a:solidFill>
            <a:prstDash val="solid"/>
          </a:ln>
        </p:spPr>
      </p:sp>
      <p:sp>
        <p:nvSpPr>
          <p:cNvPr id="511" name="Shape 508"/>
          <p:cNvSpPr/>
          <p:nvPr/>
        </p:nvSpPr>
        <p:spPr>
          <a:xfrm>
            <a:off x="1828800" y="4137660"/>
            <a:ext cx="64922" cy="64922"/>
          </a:xfrm>
          <a:prstGeom prst="rect">
            <a:avLst/>
          </a:prstGeom>
          <a:solidFill>
            <a:schemeClr val="accent5">
              <a:alpha val="0"/>
            </a:schemeClr>
          </a:solidFill>
          <a:ln w="6350">
            <a:solidFill>
              <a:schemeClr val="bg1"/>
            </a:solidFill>
            <a:prstDash val="solid"/>
          </a:ln>
        </p:spPr>
      </p:sp>
      <p:sp>
        <p:nvSpPr>
          <p:cNvPr id="512" name="Shape 509"/>
          <p:cNvSpPr/>
          <p:nvPr/>
        </p:nvSpPr>
        <p:spPr>
          <a:xfrm>
            <a:off x="1897380" y="4137660"/>
            <a:ext cx="64922" cy="64922"/>
          </a:xfrm>
          <a:prstGeom prst="rect">
            <a:avLst/>
          </a:prstGeom>
          <a:solidFill>
            <a:schemeClr val="accent5">
              <a:alpha val="0"/>
            </a:schemeClr>
          </a:solidFill>
          <a:ln w="6350">
            <a:solidFill>
              <a:schemeClr val="bg1"/>
            </a:solidFill>
            <a:prstDash val="solid"/>
          </a:ln>
        </p:spPr>
      </p:sp>
      <p:sp>
        <p:nvSpPr>
          <p:cNvPr id="513" name="Shape 510"/>
          <p:cNvSpPr/>
          <p:nvPr/>
        </p:nvSpPr>
        <p:spPr>
          <a:xfrm>
            <a:off x="1965960" y="4137660"/>
            <a:ext cx="64922" cy="64922"/>
          </a:xfrm>
          <a:prstGeom prst="rect">
            <a:avLst/>
          </a:prstGeom>
          <a:solidFill>
            <a:schemeClr val="accent5">
              <a:alpha val="7000"/>
            </a:schemeClr>
          </a:solidFill>
          <a:ln w="6350">
            <a:solidFill>
              <a:schemeClr val="bg1"/>
            </a:solidFill>
            <a:prstDash val="solid"/>
          </a:ln>
        </p:spPr>
      </p:sp>
      <p:sp>
        <p:nvSpPr>
          <p:cNvPr id="514" name="Shape 511"/>
          <p:cNvSpPr/>
          <p:nvPr/>
        </p:nvSpPr>
        <p:spPr>
          <a:xfrm>
            <a:off x="2034540" y="4137660"/>
            <a:ext cx="64922" cy="64922"/>
          </a:xfrm>
          <a:prstGeom prst="rect">
            <a:avLst/>
          </a:prstGeom>
          <a:solidFill>
            <a:schemeClr val="accent5">
              <a:alpha val="37000"/>
            </a:schemeClr>
          </a:solidFill>
          <a:ln w="6350">
            <a:solidFill>
              <a:schemeClr val="bg1"/>
            </a:solidFill>
            <a:prstDash val="solid"/>
          </a:ln>
        </p:spPr>
      </p:sp>
      <p:sp>
        <p:nvSpPr>
          <p:cNvPr id="515" name="Shape 512"/>
          <p:cNvSpPr/>
          <p:nvPr/>
        </p:nvSpPr>
        <p:spPr>
          <a:xfrm>
            <a:off x="2103120" y="4137660"/>
            <a:ext cx="64922" cy="64922"/>
          </a:xfrm>
          <a:prstGeom prst="rect">
            <a:avLst/>
          </a:prstGeom>
          <a:solidFill>
            <a:schemeClr val="accent5">
              <a:alpha val="60000"/>
            </a:schemeClr>
          </a:solidFill>
          <a:ln w="6350">
            <a:solidFill>
              <a:schemeClr val="bg1"/>
            </a:solidFill>
            <a:prstDash val="solid"/>
          </a:ln>
        </p:spPr>
      </p:sp>
      <p:sp>
        <p:nvSpPr>
          <p:cNvPr id="516" name="Shape 513"/>
          <p:cNvSpPr/>
          <p:nvPr/>
        </p:nvSpPr>
        <p:spPr>
          <a:xfrm>
            <a:off x="2171700" y="4137660"/>
            <a:ext cx="64922" cy="64922"/>
          </a:xfrm>
          <a:prstGeom prst="rect">
            <a:avLst/>
          </a:prstGeom>
          <a:solidFill>
            <a:schemeClr val="accent5">
              <a:alpha val="26000"/>
            </a:schemeClr>
          </a:solidFill>
          <a:ln w="6350">
            <a:solidFill>
              <a:schemeClr val="bg1"/>
            </a:solidFill>
            <a:prstDash val="solid"/>
          </a:ln>
        </p:spPr>
      </p:sp>
      <p:sp>
        <p:nvSpPr>
          <p:cNvPr id="517" name="Shape 514"/>
          <p:cNvSpPr/>
          <p:nvPr/>
        </p:nvSpPr>
        <p:spPr>
          <a:xfrm>
            <a:off x="2240280" y="4137660"/>
            <a:ext cx="64922" cy="64922"/>
          </a:xfrm>
          <a:prstGeom prst="rect">
            <a:avLst/>
          </a:prstGeom>
          <a:solidFill>
            <a:schemeClr val="accent5">
              <a:alpha val="0"/>
            </a:schemeClr>
          </a:solidFill>
          <a:ln w="6350">
            <a:solidFill>
              <a:schemeClr val="bg1"/>
            </a:solidFill>
            <a:prstDash val="solid"/>
          </a:ln>
        </p:spPr>
      </p:sp>
      <p:sp>
        <p:nvSpPr>
          <p:cNvPr id="518" name="Shape 515"/>
          <p:cNvSpPr/>
          <p:nvPr/>
        </p:nvSpPr>
        <p:spPr>
          <a:xfrm>
            <a:off x="2308860" y="4137660"/>
            <a:ext cx="64922" cy="64922"/>
          </a:xfrm>
          <a:prstGeom prst="rect">
            <a:avLst/>
          </a:prstGeom>
          <a:solidFill>
            <a:schemeClr val="accent5">
              <a:alpha val="0"/>
            </a:schemeClr>
          </a:solidFill>
          <a:ln w="6350">
            <a:solidFill>
              <a:schemeClr val="bg1"/>
            </a:solidFill>
            <a:prstDash val="solid"/>
          </a:ln>
        </p:spPr>
      </p:sp>
      <p:sp>
        <p:nvSpPr>
          <p:cNvPr id="519" name="Shape 516"/>
          <p:cNvSpPr/>
          <p:nvPr/>
        </p:nvSpPr>
        <p:spPr>
          <a:xfrm>
            <a:off x="2788920" y="3657600"/>
            <a:ext cx="64922" cy="64922"/>
          </a:xfrm>
          <a:prstGeom prst="rect">
            <a:avLst/>
          </a:prstGeom>
          <a:solidFill>
            <a:schemeClr val="accent5">
              <a:alpha val="0"/>
            </a:schemeClr>
          </a:solidFill>
          <a:ln w="6350">
            <a:solidFill>
              <a:schemeClr val="bg1"/>
            </a:solidFill>
            <a:prstDash val="solid"/>
          </a:ln>
        </p:spPr>
      </p:sp>
      <p:sp>
        <p:nvSpPr>
          <p:cNvPr id="520" name="Shape 517"/>
          <p:cNvSpPr/>
          <p:nvPr/>
        </p:nvSpPr>
        <p:spPr>
          <a:xfrm>
            <a:off x="2857500" y="3657600"/>
            <a:ext cx="64922" cy="64922"/>
          </a:xfrm>
          <a:prstGeom prst="rect">
            <a:avLst/>
          </a:prstGeom>
          <a:solidFill>
            <a:schemeClr val="accent5">
              <a:alpha val="0"/>
            </a:schemeClr>
          </a:solidFill>
          <a:ln w="6350">
            <a:solidFill>
              <a:schemeClr val="bg1"/>
            </a:solidFill>
            <a:prstDash val="solid"/>
          </a:ln>
        </p:spPr>
      </p:sp>
      <p:sp>
        <p:nvSpPr>
          <p:cNvPr id="521" name="Shape 518"/>
          <p:cNvSpPr/>
          <p:nvPr/>
        </p:nvSpPr>
        <p:spPr>
          <a:xfrm>
            <a:off x="2926080" y="3657600"/>
            <a:ext cx="64922" cy="64922"/>
          </a:xfrm>
          <a:prstGeom prst="rect">
            <a:avLst/>
          </a:prstGeom>
          <a:solidFill>
            <a:schemeClr val="accent5">
              <a:alpha val="7000"/>
            </a:schemeClr>
          </a:solidFill>
          <a:ln w="6350">
            <a:solidFill>
              <a:schemeClr val="bg1"/>
            </a:solidFill>
            <a:prstDash val="solid"/>
          </a:ln>
        </p:spPr>
      </p:sp>
      <p:sp>
        <p:nvSpPr>
          <p:cNvPr id="522" name="Shape 519"/>
          <p:cNvSpPr/>
          <p:nvPr/>
        </p:nvSpPr>
        <p:spPr>
          <a:xfrm>
            <a:off x="2994660" y="3657600"/>
            <a:ext cx="64922" cy="64922"/>
          </a:xfrm>
          <a:prstGeom prst="rect">
            <a:avLst/>
          </a:prstGeom>
          <a:solidFill>
            <a:schemeClr val="accent5">
              <a:alpha val="41000"/>
            </a:schemeClr>
          </a:solidFill>
          <a:ln w="6350">
            <a:solidFill>
              <a:schemeClr val="bg1"/>
            </a:solidFill>
            <a:prstDash val="solid"/>
          </a:ln>
        </p:spPr>
      </p:sp>
      <p:sp>
        <p:nvSpPr>
          <p:cNvPr id="523" name="Shape 520"/>
          <p:cNvSpPr/>
          <p:nvPr/>
        </p:nvSpPr>
        <p:spPr>
          <a:xfrm>
            <a:off x="3063240" y="3657600"/>
            <a:ext cx="64922" cy="64922"/>
          </a:xfrm>
          <a:prstGeom prst="rect">
            <a:avLst/>
          </a:prstGeom>
          <a:solidFill>
            <a:schemeClr val="accent5">
              <a:alpha val="49000"/>
            </a:schemeClr>
          </a:solidFill>
          <a:ln w="6350">
            <a:solidFill>
              <a:schemeClr val="bg1"/>
            </a:solidFill>
            <a:prstDash val="solid"/>
          </a:ln>
        </p:spPr>
      </p:sp>
      <p:sp>
        <p:nvSpPr>
          <p:cNvPr id="524" name="Shape 521"/>
          <p:cNvSpPr/>
          <p:nvPr/>
        </p:nvSpPr>
        <p:spPr>
          <a:xfrm>
            <a:off x="3131820" y="3657600"/>
            <a:ext cx="64922" cy="64922"/>
          </a:xfrm>
          <a:prstGeom prst="rect">
            <a:avLst/>
          </a:prstGeom>
          <a:solidFill>
            <a:schemeClr val="accent5">
              <a:alpha val="15000"/>
            </a:schemeClr>
          </a:solidFill>
          <a:ln w="6350">
            <a:solidFill>
              <a:schemeClr val="bg1"/>
            </a:solidFill>
            <a:prstDash val="solid"/>
          </a:ln>
        </p:spPr>
      </p:sp>
      <p:sp>
        <p:nvSpPr>
          <p:cNvPr id="525" name="Shape 522"/>
          <p:cNvSpPr/>
          <p:nvPr/>
        </p:nvSpPr>
        <p:spPr>
          <a:xfrm>
            <a:off x="3200400" y="3657600"/>
            <a:ext cx="64922" cy="64922"/>
          </a:xfrm>
          <a:prstGeom prst="rect">
            <a:avLst/>
          </a:prstGeom>
          <a:solidFill>
            <a:schemeClr val="accent5">
              <a:alpha val="0"/>
            </a:schemeClr>
          </a:solidFill>
          <a:ln w="6350">
            <a:solidFill>
              <a:schemeClr val="bg1"/>
            </a:solidFill>
            <a:prstDash val="solid"/>
          </a:ln>
        </p:spPr>
      </p:sp>
      <p:sp>
        <p:nvSpPr>
          <p:cNvPr id="526" name="Shape 523"/>
          <p:cNvSpPr/>
          <p:nvPr/>
        </p:nvSpPr>
        <p:spPr>
          <a:xfrm>
            <a:off x="3268980" y="3657600"/>
            <a:ext cx="64922" cy="64922"/>
          </a:xfrm>
          <a:prstGeom prst="rect">
            <a:avLst/>
          </a:prstGeom>
          <a:solidFill>
            <a:schemeClr val="accent5">
              <a:alpha val="0"/>
            </a:schemeClr>
          </a:solidFill>
          <a:ln w="6350">
            <a:solidFill>
              <a:schemeClr val="bg1"/>
            </a:solidFill>
            <a:prstDash val="solid"/>
          </a:ln>
        </p:spPr>
      </p:sp>
      <p:sp>
        <p:nvSpPr>
          <p:cNvPr id="527" name="Shape 524"/>
          <p:cNvSpPr/>
          <p:nvPr/>
        </p:nvSpPr>
        <p:spPr>
          <a:xfrm>
            <a:off x="2788920" y="3726180"/>
            <a:ext cx="64922" cy="64922"/>
          </a:xfrm>
          <a:prstGeom prst="rect">
            <a:avLst/>
          </a:prstGeom>
          <a:solidFill>
            <a:schemeClr val="accent5">
              <a:alpha val="0"/>
            </a:schemeClr>
          </a:solidFill>
          <a:ln w="6350">
            <a:solidFill>
              <a:schemeClr val="bg1"/>
            </a:solidFill>
            <a:prstDash val="solid"/>
          </a:ln>
        </p:spPr>
      </p:sp>
      <p:sp>
        <p:nvSpPr>
          <p:cNvPr id="528" name="Shape 525"/>
          <p:cNvSpPr/>
          <p:nvPr/>
        </p:nvSpPr>
        <p:spPr>
          <a:xfrm>
            <a:off x="2857500" y="3726180"/>
            <a:ext cx="64922" cy="64922"/>
          </a:xfrm>
          <a:prstGeom prst="rect">
            <a:avLst/>
          </a:prstGeom>
          <a:solidFill>
            <a:schemeClr val="accent5">
              <a:alpha val="0"/>
            </a:schemeClr>
          </a:solidFill>
          <a:ln w="6350">
            <a:solidFill>
              <a:schemeClr val="bg1"/>
            </a:solidFill>
            <a:prstDash val="solid"/>
          </a:ln>
        </p:spPr>
      </p:sp>
      <p:sp>
        <p:nvSpPr>
          <p:cNvPr id="529" name="Shape 526"/>
          <p:cNvSpPr/>
          <p:nvPr/>
        </p:nvSpPr>
        <p:spPr>
          <a:xfrm>
            <a:off x="2926080" y="3726180"/>
            <a:ext cx="64922" cy="64922"/>
          </a:xfrm>
          <a:prstGeom prst="rect">
            <a:avLst/>
          </a:prstGeom>
          <a:solidFill>
            <a:schemeClr val="accent5">
              <a:alpha val="45000"/>
            </a:schemeClr>
          </a:solidFill>
          <a:ln w="6350">
            <a:solidFill>
              <a:schemeClr val="bg1"/>
            </a:solidFill>
            <a:prstDash val="solid"/>
          </a:ln>
        </p:spPr>
      </p:sp>
      <p:sp>
        <p:nvSpPr>
          <p:cNvPr id="530" name="Shape 527"/>
          <p:cNvSpPr/>
          <p:nvPr/>
        </p:nvSpPr>
        <p:spPr>
          <a:xfrm>
            <a:off x="2994660" y="3726180"/>
            <a:ext cx="64922" cy="64922"/>
          </a:xfrm>
          <a:prstGeom prst="rect">
            <a:avLst/>
          </a:prstGeom>
          <a:solidFill>
            <a:schemeClr val="accent5">
              <a:alpha val="60000"/>
            </a:schemeClr>
          </a:solidFill>
          <a:ln w="6350">
            <a:solidFill>
              <a:schemeClr val="bg1"/>
            </a:solidFill>
            <a:prstDash val="solid"/>
          </a:ln>
        </p:spPr>
      </p:sp>
      <p:sp>
        <p:nvSpPr>
          <p:cNvPr id="531" name="Shape 528"/>
          <p:cNvSpPr/>
          <p:nvPr/>
        </p:nvSpPr>
        <p:spPr>
          <a:xfrm>
            <a:off x="3063240" y="3726180"/>
            <a:ext cx="64922" cy="64922"/>
          </a:xfrm>
          <a:prstGeom prst="rect">
            <a:avLst/>
          </a:prstGeom>
          <a:solidFill>
            <a:schemeClr val="accent5">
              <a:alpha val="49000"/>
            </a:schemeClr>
          </a:solidFill>
          <a:ln w="6350">
            <a:solidFill>
              <a:schemeClr val="bg1"/>
            </a:solidFill>
            <a:prstDash val="solid"/>
          </a:ln>
        </p:spPr>
      </p:sp>
      <p:sp>
        <p:nvSpPr>
          <p:cNvPr id="532" name="Shape 529"/>
          <p:cNvSpPr/>
          <p:nvPr/>
        </p:nvSpPr>
        <p:spPr>
          <a:xfrm>
            <a:off x="3131820" y="3726180"/>
            <a:ext cx="64922" cy="64922"/>
          </a:xfrm>
          <a:prstGeom prst="rect">
            <a:avLst/>
          </a:prstGeom>
          <a:solidFill>
            <a:schemeClr val="accent5">
              <a:alpha val="56000"/>
            </a:schemeClr>
          </a:solidFill>
          <a:ln w="6350">
            <a:solidFill>
              <a:schemeClr val="bg1"/>
            </a:solidFill>
            <a:prstDash val="solid"/>
          </a:ln>
        </p:spPr>
      </p:sp>
      <p:sp>
        <p:nvSpPr>
          <p:cNvPr id="533" name="Shape 530"/>
          <p:cNvSpPr/>
          <p:nvPr/>
        </p:nvSpPr>
        <p:spPr>
          <a:xfrm>
            <a:off x="3200400" y="3726180"/>
            <a:ext cx="64922" cy="64922"/>
          </a:xfrm>
          <a:prstGeom prst="rect">
            <a:avLst/>
          </a:prstGeom>
          <a:solidFill>
            <a:schemeClr val="accent5">
              <a:alpha val="0"/>
            </a:schemeClr>
          </a:solidFill>
          <a:ln w="6350">
            <a:solidFill>
              <a:schemeClr val="bg1"/>
            </a:solidFill>
            <a:prstDash val="solid"/>
          </a:ln>
        </p:spPr>
      </p:sp>
      <p:sp>
        <p:nvSpPr>
          <p:cNvPr id="534" name="Shape 531"/>
          <p:cNvSpPr/>
          <p:nvPr/>
        </p:nvSpPr>
        <p:spPr>
          <a:xfrm>
            <a:off x="3268980" y="3726180"/>
            <a:ext cx="64922" cy="64922"/>
          </a:xfrm>
          <a:prstGeom prst="rect">
            <a:avLst/>
          </a:prstGeom>
          <a:solidFill>
            <a:schemeClr val="accent5">
              <a:alpha val="0"/>
            </a:schemeClr>
          </a:solidFill>
          <a:ln w="6350">
            <a:solidFill>
              <a:schemeClr val="bg1"/>
            </a:solidFill>
            <a:prstDash val="solid"/>
          </a:ln>
        </p:spPr>
      </p:sp>
      <p:sp>
        <p:nvSpPr>
          <p:cNvPr id="535" name="Shape 532"/>
          <p:cNvSpPr/>
          <p:nvPr/>
        </p:nvSpPr>
        <p:spPr>
          <a:xfrm>
            <a:off x="2788920" y="3794760"/>
            <a:ext cx="64922" cy="64922"/>
          </a:xfrm>
          <a:prstGeom prst="rect">
            <a:avLst/>
          </a:prstGeom>
          <a:solidFill>
            <a:schemeClr val="accent5">
              <a:alpha val="0"/>
            </a:schemeClr>
          </a:solidFill>
          <a:ln w="6350">
            <a:solidFill>
              <a:schemeClr val="bg1"/>
            </a:solidFill>
            <a:prstDash val="solid"/>
          </a:ln>
        </p:spPr>
      </p:sp>
      <p:sp>
        <p:nvSpPr>
          <p:cNvPr id="536" name="Shape 533"/>
          <p:cNvSpPr/>
          <p:nvPr/>
        </p:nvSpPr>
        <p:spPr>
          <a:xfrm>
            <a:off x="2857500" y="3794760"/>
            <a:ext cx="64922" cy="64922"/>
          </a:xfrm>
          <a:prstGeom prst="rect">
            <a:avLst/>
          </a:prstGeom>
          <a:solidFill>
            <a:schemeClr val="accent5">
              <a:alpha val="0"/>
            </a:schemeClr>
          </a:solidFill>
          <a:ln w="6350">
            <a:solidFill>
              <a:schemeClr val="bg1"/>
            </a:solidFill>
            <a:prstDash val="solid"/>
          </a:ln>
        </p:spPr>
      </p:sp>
      <p:sp>
        <p:nvSpPr>
          <p:cNvPr id="537" name="Shape 534"/>
          <p:cNvSpPr/>
          <p:nvPr/>
        </p:nvSpPr>
        <p:spPr>
          <a:xfrm>
            <a:off x="2926080" y="3794760"/>
            <a:ext cx="64922" cy="64922"/>
          </a:xfrm>
          <a:prstGeom prst="rect">
            <a:avLst/>
          </a:prstGeom>
          <a:solidFill>
            <a:schemeClr val="accent5">
              <a:alpha val="60000"/>
            </a:schemeClr>
          </a:solidFill>
          <a:ln w="6350">
            <a:solidFill>
              <a:schemeClr val="bg1"/>
            </a:solidFill>
            <a:prstDash val="solid"/>
          </a:ln>
        </p:spPr>
      </p:sp>
      <p:sp>
        <p:nvSpPr>
          <p:cNvPr id="538" name="Shape 535"/>
          <p:cNvSpPr/>
          <p:nvPr/>
        </p:nvSpPr>
        <p:spPr>
          <a:xfrm>
            <a:off x="2994660" y="3794760"/>
            <a:ext cx="64922" cy="64922"/>
          </a:xfrm>
          <a:prstGeom prst="rect">
            <a:avLst/>
          </a:prstGeom>
          <a:solidFill>
            <a:schemeClr val="accent5">
              <a:alpha val="34000"/>
            </a:schemeClr>
          </a:solidFill>
          <a:ln w="6350">
            <a:solidFill>
              <a:schemeClr val="bg1"/>
            </a:solidFill>
            <a:prstDash val="solid"/>
          </a:ln>
        </p:spPr>
      </p:sp>
      <p:sp>
        <p:nvSpPr>
          <p:cNvPr id="539" name="Shape 536"/>
          <p:cNvSpPr/>
          <p:nvPr/>
        </p:nvSpPr>
        <p:spPr>
          <a:xfrm>
            <a:off x="3063240" y="3794760"/>
            <a:ext cx="64922" cy="64922"/>
          </a:xfrm>
          <a:prstGeom prst="rect">
            <a:avLst/>
          </a:prstGeom>
          <a:solidFill>
            <a:schemeClr val="accent5">
              <a:alpha val="4000"/>
            </a:schemeClr>
          </a:solidFill>
          <a:ln w="6350">
            <a:solidFill>
              <a:schemeClr val="bg1"/>
            </a:solidFill>
            <a:prstDash val="solid"/>
          </a:ln>
        </p:spPr>
      </p:sp>
      <p:sp>
        <p:nvSpPr>
          <p:cNvPr id="540" name="Shape 537"/>
          <p:cNvSpPr/>
          <p:nvPr/>
        </p:nvSpPr>
        <p:spPr>
          <a:xfrm>
            <a:off x="3131820" y="3794760"/>
            <a:ext cx="64922" cy="64922"/>
          </a:xfrm>
          <a:prstGeom prst="rect">
            <a:avLst/>
          </a:prstGeom>
          <a:solidFill>
            <a:schemeClr val="accent5">
              <a:alpha val="11000"/>
            </a:schemeClr>
          </a:solidFill>
          <a:ln w="6350">
            <a:solidFill>
              <a:schemeClr val="bg1"/>
            </a:solidFill>
            <a:prstDash val="solid"/>
          </a:ln>
        </p:spPr>
      </p:sp>
      <p:sp>
        <p:nvSpPr>
          <p:cNvPr id="541" name="Shape 538"/>
          <p:cNvSpPr/>
          <p:nvPr/>
        </p:nvSpPr>
        <p:spPr>
          <a:xfrm>
            <a:off x="3200400" y="3794760"/>
            <a:ext cx="64922" cy="64922"/>
          </a:xfrm>
          <a:prstGeom prst="rect">
            <a:avLst/>
          </a:prstGeom>
          <a:solidFill>
            <a:schemeClr val="accent5">
              <a:alpha val="0"/>
            </a:schemeClr>
          </a:solidFill>
          <a:ln w="6350">
            <a:solidFill>
              <a:schemeClr val="bg1"/>
            </a:solidFill>
            <a:prstDash val="solid"/>
          </a:ln>
        </p:spPr>
      </p:sp>
      <p:sp>
        <p:nvSpPr>
          <p:cNvPr id="542" name="Shape 539"/>
          <p:cNvSpPr/>
          <p:nvPr/>
        </p:nvSpPr>
        <p:spPr>
          <a:xfrm>
            <a:off x="3268980" y="3794760"/>
            <a:ext cx="64922" cy="64922"/>
          </a:xfrm>
          <a:prstGeom prst="rect">
            <a:avLst/>
          </a:prstGeom>
          <a:solidFill>
            <a:schemeClr val="accent5">
              <a:alpha val="0"/>
            </a:schemeClr>
          </a:solidFill>
          <a:ln w="6350">
            <a:solidFill>
              <a:schemeClr val="bg1"/>
            </a:solidFill>
            <a:prstDash val="solid"/>
          </a:ln>
        </p:spPr>
      </p:sp>
      <p:sp>
        <p:nvSpPr>
          <p:cNvPr id="543" name="Shape 540"/>
          <p:cNvSpPr/>
          <p:nvPr/>
        </p:nvSpPr>
        <p:spPr>
          <a:xfrm>
            <a:off x="2788920" y="3863340"/>
            <a:ext cx="64922" cy="64922"/>
          </a:xfrm>
          <a:prstGeom prst="rect">
            <a:avLst/>
          </a:prstGeom>
          <a:solidFill>
            <a:schemeClr val="accent5">
              <a:alpha val="0"/>
            </a:schemeClr>
          </a:solidFill>
          <a:ln w="6350">
            <a:solidFill>
              <a:schemeClr val="bg1"/>
            </a:solidFill>
            <a:prstDash val="solid"/>
          </a:ln>
        </p:spPr>
      </p:sp>
      <p:sp>
        <p:nvSpPr>
          <p:cNvPr id="544" name="Shape 541"/>
          <p:cNvSpPr/>
          <p:nvPr/>
        </p:nvSpPr>
        <p:spPr>
          <a:xfrm>
            <a:off x="2857500" y="3863340"/>
            <a:ext cx="64922" cy="64922"/>
          </a:xfrm>
          <a:prstGeom prst="rect">
            <a:avLst/>
          </a:prstGeom>
          <a:solidFill>
            <a:schemeClr val="accent5">
              <a:alpha val="15000"/>
            </a:schemeClr>
          </a:solidFill>
          <a:ln w="6350">
            <a:solidFill>
              <a:schemeClr val="bg1"/>
            </a:solidFill>
            <a:prstDash val="solid"/>
          </a:ln>
        </p:spPr>
      </p:sp>
      <p:sp>
        <p:nvSpPr>
          <p:cNvPr id="545" name="Shape 542"/>
          <p:cNvSpPr/>
          <p:nvPr/>
        </p:nvSpPr>
        <p:spPr>
          <a:xfrm>
            <a:off x="2926080" y="3863340"/>
            <a:ext cx="64922" cy="64922"/>
          </a:xfrm>
          <a:prstGeom prst="rect">
            <a:avLst/>
          </a:prstGeom>
          <a:solidFill>
            <a:schemeClr val="accent5">
              <a:alpha val="60000"/>
            </a:schemeClr>
          </a:solidFill>
          <a:ln w="6350">
            <a:solidFill>
              <a:schemeClr val="bg1"/>
            </a:solidFill>
            <a:prstDash val="solid"/>
          </a:ln>
        </p:spPr>
      </p:sp>
      <p:sp>
        <p:nvSpPr>
          <p:cNvPr id="546" name="Shape 543"/>
          <p:cNvSpPr/>
          <p:nvPr/>
        </p:nvSpPr>
        <p:spPr>
          <a:xfrm>
            <a:off x="2994660" y="3863340"/>
            <a:ext cx="64922" cy="64922"/>
          </a:xfrm>
          <a:prstGeom prst="rect">
            <a:avLst/>
          </a:prstGeom>
          <a:solidFill>
            <a:schemeClr val="accent5">
              <a:alpha val="22000"/>
            </a:schemeClr>
          </a:solidFill>
          <a:ln w="6350">
            <a:solidFill>
              <a:schemeClr val="bg1"/>
            </a:solidFill>
            <a:prstDash val="solid"/>
          </a:ln>
        </p:spPr>
      </p:sp>
      <p:sp>
        <p:nvSpPr>
          <p:cNvPr id="547" name="Shape 544"/>
          <p:cNvSpPr/>
          <p:nvPr/>
        </p:nvSpPr>
        <p:spPr>
          <a:xfrm>
            <a:off x="3063240" y="3863340"/>
            <a:ext cx="64922" cy="64922"/>
          </a:xfrm>
          <a:prstGeom prst="rect">
            <a:avLst/>
          </a:prstGeom>
          <a:solidFill>
            <a:schemeClr val="accent5">
              <a:alpha val="52000"/>
            </a:schemeClr>
          </a:solidFill>
          <a:ln w="6350">
            <a:solidFill>
              <a:schemeClr val="bg1"/>
            </a:solidFill>
            <a:prstDash val="solid"/>
          </a:ln>
        </p:spPr>
      </p:sp>
      <p:sp>
        <p:nvSpPr>
          <p:cNvPr id="548" name="Shape 545"/>
          <p:cNvSpPr/>
          <p:nvPr/>
        </p:nvSpPr>
        <p:spPr>
          <a:xfrm>
            <a:off x="3131820" y="3863340"/>
            <a:ext cx="64922" cy="64922"/>
          </a:xfrm>
          <a:prstGeom prst="rect">
            <a:avLst/>
          </a:prstGeom>
          <a:solidFill>
            <a:schemeClr val="accent5">
              <a:alpha val="34000"/>
            </a:schemeClr>
          </a:solidFill>
          <a:ln w="6350">
            <a:solidFill>
              <a:schemeClr val="bg1"/>
            </a:solidFill>
            <a:prstDash val="solid"/>
          </a:ln>
        </p:spPr>
      </p:sp>
      <p:sp>
        <p:nvSpPr>
          <p:cNvPr id="549" name="Shape 546"/>
          <p:cNvSpPr/>
          <p:nvPr/>
        </p:nvSpPr>
        <p:spPr>
          <a:xfrm>
            <a:off x="3200400" y="3863340"/>
            <a:ext cx="64922" cy="64922"/>
          </a:xfrm>
          <a:prstGeom prst="rect">
            <a:avLst/>
          </a:prstGeom>
          <a:solidFill>
            <a:schemeClr val="accent5">
              <a:alpha val="4000"/>
            </a:schemeClr>
          </a:solidFill>
          <a:ln w="6350">
            <a:solidFill>
              <a:schemeClr val="bg1"/>
            </a:solidFill>
            <a:prstDash val="solid"/>
          </a:ln>
        </p:spPr>
      </p:sp>
      <p:sp>
        <p:nvSpPr>
          <p:cNvPr id="550" name="Shape 547"/>
          <p:cNvSpPr/>
          <p:nvPr/>
        </p:nvSpPr>
        <p:spPr>
          <a:xfrm>
            <a:off x="3268980" y="3863340"/>
            <a:ext cx="64922" cy="64922"/>
          </a:xfrm>
          <a:prstGeom prst="rect">
            <a:avLst/>
          </a:prstGeom>
          <a:solidFill>
            <a:schemeClr val="accent5">
              <a:alpha val="0"/>
            </a:schemeClr>
          </a:solidFill>
          <a:ln w="6350">
            <a:solidFill>
              <a:schemeClr val="bg1"/>
            </a:solidFill>
            <a:prstDash val="solid"/>
          </a:ln>
        </p:spPr>
      </p:sp>
      <p:sp>
        <p:nvSpPr>
          <p:cNvPr id="551" name="Shape 548"/>
          <p:cNvSpPr/>
          <p:nvPr/>
        </p:nvSpPr>
        <p:spPr>
          <a:xfrm>
            <a:off x="2788920" y="3931920"/>
            <a:ext cx="64922" cy="64922"/>
          </a:xfrm>
          <a:prstGeom prst="rect">
            <a:avLst/>
          </a:prstGeom>
          <a:solidFill>
            <a:schemeClr val="accent5">
              <a:alpha val="0"/>
            </a:schemeClr>
          </a:solidFill>
          <a:ln w="6350">
            <a:solidFill>
              <a:schemeClr val="bg1"/>
            </a:solidFill>
            <a:prstDash val="solid"/>
          </a:ln>
        </p:spPr>
      </p:sp>
      <p:sp>
        <p:nvSpPr>
          <p:cNvPr id="552" name="Shape 549"/>
          <p:cNvSpPr/>
          <p:nvPr/>
        </p:nvSpPr>
        <p:spPr>
          <a:xfrm>
            <a:off x="2857500" y="3931920"/>
            <a:ext cx="64922" cy="64922"/>
          </a:xfrm>
          <a:prstGeom prst="rect">
            <a:avLst/>
          </a:prstGeom>
          <a:solidFill>
            <a:schemeClr val="accent5">
              <a:alpha val="26000"/>
            </a:schemeClr>
          </a:solidFill>
          <a:ln w="6350">
            <a:solidFill>
              <a:schemeClr val="bg1"/>
            </a:solidFill>
            <a:prstDash val="solid"/>
          </a:ln>
        </p:spPr>
      </p:sp>
      <p:sp>
        <p:nvSpPr>
          <p:cNvPr id="553" name="Shape 550"/>
          <p:cNvSpPr/>
          <p:nvPr/>
        </p:nvSpPr>
        <p:spPr>
          <a:xfrm>
            <a:off x="2926080" y="3931920"/>
            <a:ext cx="64922" cy="64922"/>
          </a:xfrm>
          <a:prstGeom prst="rect">
            <a:avLst/>
          </a:prstGeom>
          <a:solidFill>
            <a:schemeClr val="accent5">
              <a:alpha val="60000"/>
            </a:schemeClr>
          </a:solidFill>
          <a:ln w="6350">
            <a:solidFill>
              <a:schemeClr val="bg1"/>
            </a:solidFill>
            <a:prstDash val="solid"/>
          </a:ln>
        </p:spPr>
      </p:sp>
      <p:sp>
        <p:nvSpPr>
          <p:cNvPr id="554" name="Shape 551"/>
          <p:cNvSpPr/>
          <p:nvPr/>
        </p:nvSpPr>
        <p:spPr>
          <a:xfrm>
            <a:off x="2994660" y="3931920"/>
            <a:ext cx="64922" cy="64922"/>
          </a:xfrm>
          <a:prstGeom prst="rect">
            <a:avLst/>
          </a:prstGeom>
          <a:solidFill>
            <a:schemeClr val="accent5">
              <a:alpha val="60000"/>
            </a:schemeClr>
          </a:solidFill>
          <a:ln w="6350">
            <a:solidFill>
              <a:schemeClr val="bg1"/>
            </a:solidFill>
            <a:prstDash val="solid"/>
          </a:ln>
        </p:spPr>
      </p:sp>
      <p:sp>
        <p:nvSpPr>
          <p:cNvPr id="555" name="Shape 552"/>
          <p:cNvSpPr/>
          <p:nvPr/>
        </p:nvSpPr>
        <p:spPr>
          <a:xfrm>
            <a:off x="3063240" y="3931920"/>
            <a:ext cx="64922" cy="64922"/>
          </a:xfrm>
          <a:prstGeom prst="rect">
            <a:avLst/>
          </a:prstGeom>
          <a:solidFill>
            <a:schemeClr val="accent5">
              <a:alpha val="60000"/>
            </a:schemeClr>
          </a:solidFill>
          <a:ln w="6350">
            <a:solidFill>
              <a:schemeClr val="bg1"/>
            </a:solidFill>
            <a:prstDash val="solid"/>
          </a:ln>
        </p:spPr>
      </p:sp>
      <p:sp>
        <p:nvSpPr>
          <p:cNvPr id="556" name="Shape 553"/>
          <p:cNvSpPr/>
          <p:nvPr/>
        </p:nvSpPr>
        <p:spPr>
          <a:xfrm>
            <a:off x="3131820" y="3931920"/>
            <a:ext cx="64922" cy="64922"/>
          </a:xfrm>
          <a:prstGeom prst="rect">
            <a:avLst/>
          </a:prstGeom>
          <a:solidFill>
            <a:schemeClr val="accent5">
              <a:alpha val="60000"/>
            </a:schemeClr>
          </a:solidFill>
          <a:ln w="6350">
            <a:solidFill>
              <a:schemeClr val="bg1"/>
            </a:solidFill>
            <a:prstDash val="solid"/>
          </a:ln>
        </p:spPr>
      </p:sp>
      <p:sp>
        <p:nvSpPr>
          <p:cNvPr id="557" name="Shape 554"/>
          <p:cNvSpPr/>
          <p:nvPr/>
        </p:nvSpPr>
        <p:spPr>
          <a:xfrm>
            <a:off x="3200400" y="3931920"/>
            <a:ext cx="64922" cy="64922"/>
          </a:xfrm>
          <a:prstGeom prst="rect">
            <a:avLst/>
          </a:prstGeom>
          <a:solidFill>
            <a:schemeClr val="accent5">
              <a:alpha val="22000"/>
            </a:schemeClr>
          </a:solidFill>
          <a:ln w="6350">
            <a:solidFill>
              <a:schemeClr val="bg1"/>
            </a:solidFill>
            <a:prstDash val="solid"/>
          </a:ln>
        </p:spPr>
      </p:sp>
      <p:sp>
        <p:nvSpPr>
          <p:cNvPr id="558" name="Shape 555"/>
          <p:cNvSpPr/>
          <p:nvPr/>
        </p:nvSpPr>
        <p:spPr>
          <a:xfrm>
            <a:off x="3268980" y="3931920"/>
            <a:ext cx="64922" cy="64922"/>
          </a:xfrm>
          <a:prstGeom prst="rect">
            <a:avLst/>
          </a:prstGeom>
          <a:solidFill>
            <a:schemeClr val="accent5">
              <a:alpha val="0"/>
            </a:schemeClr>
          </a:solidFill>
          <a:ln w="6350">
            <a:solidFill>
              <a:schemeClr val="bg1"/>
            </a:solidFill>
            <a:prstDash val="solid"/>
          </a:ln>
        </p:spPr>
      </p:sp>
      <p:sp>
        <p:nvSpPr>
          <p:cNvPr id="559" name="Shape 556"/>
          <p:cNvSpPr/>
          <p:nvPr/>
        </p:nvSpPr>
        <p:spPr>
          <a:xfrm>
            <a:off x="2788920" y="4000500"/>
            <a:ext cx="64922" cy="64922"/>
          </a:xfrm>
          <a:prstGeom prst="rect">
            <a:avLst/>
          </a:prstGeom>
          <a:solidFill>
            <a:schemeClr val="accent5">
              <a:alpha val="0"/>
            </a:schemeClr>
          </a:solidFill>
          <a:ln w="6350">
            <a:solidFill>
              <a:schemeClr val="bg1"/>
            </a:solidFill>
            <a:prstDash val="solid"/>
          </a:ln>
        </p:spPr>
      </p:sp>
      <p:sp>
        <p:nvSpPr>
          <p:cNvPr id="560" name="Shape 557"/>
          <p:cNvSpPr/>
          <p:nvPr/>
        </p:nvSpPr>
        <p:spPr>
          <a:xfrm>
            <a:off x="2857500" y="4000500"/>
            <a:ext cx="64922" cy="64922"/>
          </a:xfrm>
          <a:prstGeom prst="rect">
            <a:avLst/>
          </a:prstGeom>
          <a:solidFill>
            <a:schemeClr val="accent5">
              <a:alpha val="4000"/>
            </a:schemeClr>
          </a:solidFill>
          <a:ln w="6350">
            <a:solidFill>
              <a:schemeClr val="bg1"/>
            </a:solidFill>
            <a:prstDash val="solid"/>
          </a:ln>
        </p:spPr>
      </p:sp>
      <p:sp>
        <p:nvSpPr>
          <p:cNvPr id="561" name="Shape 558"/>
          <p:cNvSpPr/>
          <p:nvPr/>
        </p:nvSpPr>
        <p:spPr>
          <a:xfrm>
            <a:off x="2926080" y="4000500"/>
            <a:ext cx="64922" cy="64922"/>
          </a:xfrm>
          <a:prstGeom prst="rect">
            <a:avLst/>
          </a:prstGeom>
          <a:solidFill>
            <a:schemeClr val="accent5">
              <a:alpha val="60000"/>
            </a:schemeClr>
          </a:solidFill>
          <a:ln w="6350">
            <a:solidFill>
              <a:schemeClr val="bg1"/>
            </a:solidFill>
            <a:prstDash val="solid"/>
          </a:ln>
        </p:spPr>
      </p:sp>
      <p:sp>
        <p:nvSpPr>
          <p:cNvPr id="562" name="Shape 559"/>
          <p:cNvSpPr/>
          <p:nvPr/>
        </p:nvSpPr>
        <p:spPr>
          <a:xfrm>
            <a:off x="2994660" y="4000500"/>
            <a:ext cx="64922" cy="64922"/>
          </a:xfrm>
          <a:prstGeom prst="rect">
            <a:avLst/>
          </a:prstGeom>
          <a:solidFill>
            <a:schemeClr val="accent5">
              <a:alpha val="52000"/>
            </a:schemeClr>
          </a:solidFill>
          <a:ln w="6350">
            <a:solidFill>
              <a:schemeClr val="bg1"/>
            </a:solidFill>
            <a:prstDash val="solid"/>
          </a:ln>
        </p:spPr>
      </p:sp>
      <p:sp>
        <p:nvSpPr>
          <p:cNvPr id="563" name="Shape 560"/>
          <p:cNvSpPr/>
          <p:nvPr/>
        </p:nvSpPr>
        <p:spPr>
          <a:xfrm>
            <a:off x="3063240" y="4000500"/>
            <a:ext cx="64922" cy="64922"/>
          </a:xfrm>
          <a:prstGeom prst="rect">
            <a:avLst/>
          </a:prstGeom>
          <a:solidFill>
            <a:schemeClr val="accent5">
              <a:alpha val="15000"/>
            </a:schemeClr>
          </a:solidFill>
          <a:ln w="6350">
            <a:solidFill>
              <a:schemeClr val="bg1"/>
            </a:solidFill>
            <a:prstDash val="solid"/>
          </a:ln>
        </p:spPr>
      </p:sp>
      <p:sp>
        <p:nvSpPr>
          <p:cNvPr id="564" name="Shape 561"/>
          <p:cNvSpPr/>
          <p:nvPr/>
        </p:nvSpPr>
        <p:spPr>
          <a:xfrm>
            <a:off x="3131820" y="4000500"/>
            <a:ext cx="64922" cy="64922"/>
          </a:xfrm>
          <a:prstGeom prst="rect">
            <a:avLst/>
          </a:prstGeom>
          <a:solidFill>
            <a:schemeClr val="accent5">
              <a:alpha val="60000"/>
            </a:schemeClr>
          </a:solidFill>
          <a:ln w="6350">
            <a:solidFill>
              <a:schemeClr val="bg1"/>
            </a:solidFill>
            <a:prstDash val="solid"/>
          </a:ln>
        </p:spPr>
      </p:sp>
      <p:sp>
        <p:nvSpPr>
          <p:cNvPr id="565" name="Shape 562"/>
          <p:cNvSpPr/>
          <p:nvPr/>
        </p:nvSpPr>
        <p:spPr>
          <a:xfrm>
            <a:off x="3200400" y="4000500"/>
            <a:ext cx="64922" cy="64922"/>
          </a:xfrm>
          <a:prstGeom prst="rect">
            <a:avLst/>
          </a:prstGeom>
          <a:solidFill>
            <a:schemeClr val="accent5">
              <a:alpha val="30000"/>
            </a:schemeClr>
          </a:solidFill>
          <a:ln w="6350">
            <a:solidFill>
              <a:schemeClr val="bg1"/>
            </a:solidFill>
            <a:prstDash val="solid"/>
          </a:ln>
        </p:spPr>
      </p:sp>
      <p:sp>
        <p:nvSpPr>
          <p:cNvPr id="566" name="Shape 563"/>
          <p:cNvSpPr/>
          <p:nvPr/>
        </p:nvSpPr>
        <p:spPr>
          <a:xfrm>
            <a:off x="3268980" y="4000500"/>
            <a:ext cx="64922" cy="64922"/>
          </a:xfrm>
          <a:prstGeom prst="rect">
            <a:avLst/>
          </a:prstGeom>
          <a:solidFill>
            <a:schemeClr val="accent5">
              <a:alpha val="0"/>
            </a:schemeClr>
          </a:solidFill>
          <a:ln w="6350">
            <a:solidFill>
              <a:schemeClr val="bg1"/>
            </a:solidFill>
            <a:prstDash val="solid"/>
          </a:ln>
        </p:spPr>
      </p:sp>
      <p:sp>
        <p:nvSpPr>
          <p:cNvPr id="567" name="Shape 564"/>
          <p:cNvSpPr/>
          <p:nvPr/>
        </p:nvSpPr>
        <p:spPr>
          <a:xfrm>
            <a:off x="2788920" y="4069080"/>
            <a:ext cx="64922" cy="64922"/>
          </a:xfrm>
          <a:prstGeom prst="rect">
            <a:avLst/>
          </a:prstGeom>
          <a:solidFill>
            <a:schemeClr val="accent5">
              <a:alpha val="0"/>
            </a:schemeClr>
          </a:solidFill>
          <a:ln w="6350">
            <a:solidFill>
              <a:schemeClr val="bg1"/>
            </a:solidFill>
            <a:prstDash val="solid"/>
          </a:ln>
        </p:spPr>
      </p:sp>
      <p:sp>
        <p:nvSpPr>
          <p:cNvPr id="568" name="Shape 565"/>
          <p:cNvSpPr/>
          <p:nvPr/>
        </p:nvSpPr>
        <p:spPr>
          <a:xfrm>
            <a:off x="2857500" y="4069080"/>
            <a:ext cx="64922" cy="64922"/>
          </a:xfrm>
          <a:prstGeom prst="rect">
            <a:avLst/>
          </a:prstGeom>
          <a:solidFill>
            <a:schemeClr val="accent5">
              <a:alpha val="0"/>
            </a:schemeClr>
          </a:solidFill>
          <a:ln w="6350">
            <a:solidFill>
              <a:schemeClr val="bg1"/>
            </a:solidFill>
            <a:prstDash val="solid"/>
          </a:ln>
        </p:spPr>
      </p:sp>
      <p:sp>
        <p:nvSpPr>
          <p:cNvPr id="569" name="Shape 566"/>
          <p:cNvSpPr/>
          <p:nvPr/>
        </p:nvSpPr>
        <p:spPr>
          <a:xfrm>
            <a:off x="2926080" y="4069080"/>
            <a:ext cx="64922" cy="64922"/>
          </a:xfrm>
          <a:prstGeom prst="rect">
            <a:avLst/>
          </a:prstGeom>
          <a:solidFill>
            <a:schemeClr val="accent5">
              <a:alpha val="45000"/>
            </a:schemeClr>
          </a:solidFill>
          <a:ln w="6350">
            <a:solidFill>
              <a:schemeClr val="bg1"/>
            </a:solidFill>
            <a:prstDash val="solid"/>
          </a:ln>
        </p:spPr>
      </p:sp>
      <p:sp>
        <p:nvSpPr>
          <p:cNvPr id="570" name="Shape 567"/>
          <p:cNvSpPr/>
          <p:nvPr/>
        </p:nvSpPr>
        <p:spPr>
          <a:xfrm>
            <a:off x="2994660" y="4069080"/>
            <a:ext cx="64922" cy="64922"/>
          </a:xfrm>
          <a:prstGeom prst="rect">
            <a:avLst/>
          </a:prstGeom>
          <a:solidFill>
            <a:schemeClr val="accent5">
              <a:alpha val="60000"/>
            </a:schemeClr>
          </a:solidFill>
          <a:ln w="6350">
            <a:solidFill>
              <a:schemeClr val="bg1"/>
            </a:solidFill>
            <a:prstDash val="solid"/>
          </a:ln>
        </p:spPr>
      </p:sp>
      <p:sp>
        <p:nvSpPr>
          <p:cNvPr id="571" name="Shape 568"/>
          <p:cNvSpPr/>
          <p:nvPr/>
        </p:nvSpPr>
        <p:spPr>
          <a:xfrm>
            <a:off x="3063240" y="4069080"/>
            <a:ext cx="64922" cy="64922"/>
          </a:xfrm>
          <a:prstGeom prst="rect">
            <a:avLst/>
          </a:prstGeom>
          <a:solidFill>
            <a:schemeClr val="accent5">
              <a:alpha val="49000"/>
            </a:schemeClr>
          </a:solidFill>
          <a:ln w="6350">
            <a:solidFill>
              <a:schemeClr val="bg1"/>
            </a:solidFill>
            <a:prstDash val="solid"/>
          </a:ln>
        </p:spPr>
      </p:sp>
      <p:sp>
        <p:nvSpPr>
          <p:cNvPr id="572" name="Shape 569"/>
          <p:cNvSpPr/>
          <p:nvPr/>
        </p:nvSpPr>
        <p:spPr>
          <a:xfrm>
            <a:off x="3131820" y="4069080"/>
            <a:ext cx="64922" cy="64922"/>
          </a:xfrm>
          <a:prstGeom prst="rect">
            <a:avLst/>
          </a:prstGeom>
          <a:solidFill>
            <a:schemeClr val="accent5">
              <a:alpha val="60000"/>
            </a:schemeClr>
          </a:solidFill>
          <a:ln w="6350">
            <a:solidFill>
              <a:schemeClr val="bg1"/>
            </a:solidFill>
            <a:prstDash val="solid"/>
          </a:ln>
        </p:spPr>
      </p:sp>
      <p:sp>
        <p:nvSpPr>
          <p:cNvPr id="573" name="Shape 570"/>
          <p:cNvSpPr/>
          <p:nvPr/>
        </p:nvSpPr>
        <p:spPr>
          <a:xfrm>
            <a:off x="3200400" y="4069080"/>
            <a:ext cx="64922" cy="64922"/>
          </a:xfrm>
          <a:prstGeom prst="rect">
            <a:avLst/>
          </a:prstGeom>
          <a:solidFill>
            <a:schemeClr val="accent5">
              <a:alpha val="7000"/>
            </a:schemeClr>
          </a:solidFill>
          <a:ln w="6350">
            <a:solidFill>
              <a:schemeClr val="bg1"/>
            </a:solidFill>
            <a:prstDash val="solid"/>
          </a:ln>
        </p:spPr>
      </p:sp>
      <p:sp>
        <p:nvSpPr>
          <p:cNvPr id="574" name="Shape 571"/>
          <p:cNvSpPr/>
          <p:nvPr/>
        </p:nvSpPr>
        <p:spPr>
          <a:xfrm>
            <a:off x="3268980" y="4069080"/>
            <a:ext cx="64922" cy="64922"/>
          </a:xfrm>
          <a:prstGeom prst="rect">
            <a:avLst/>
          </a:prstGeom>
          <a:solidFill>
            <a:schemeClr val="accent5">
              <a:alpha val="0"/>
            </a:schemeClr>
          </a:solidFill>
          <a:ln w="6350">
            <a:solidFill>
              <a:schemeClr val="bg1"/>
            </a:solidFill>
            <a:prstDash val="solid"/>
          </a:ln>
        </p:spPr>
      </p:sp>
      <p:sp>
        <p:nvSpPr>
          <p:cNvPr id="575" name="Shape 572"/>
          <p:cNvSpPr/>
          <p:nvPr/>
        </p:nvSpPr>
        <p:spPr>
          <a:xfrm>
            <a:off x="2788920" y="4137660"/>
            <a:ext cx="64922" cy="64922"/>
          </a:xfrm>
          <a:prstGeom prst="rect">
            <a:avLst/>
          </a:prstGeom>
          <a:solidFill>
            <a:schemeClr val="accent5">
              <a:alpha val="0"/>
            </a:schemeClr>
          </a:solidFill>
          <a:ln w="6350">
            <a:solidFill>
              <a:schemeClr val="bg1"/>
            </a:solidFill>
            <a:prstDash val="solid"/>
          </a:ln>
        </p:spPr>
      </p:sp>
      <p:sp>
        <p:nvSpPr>
          <p:cNvPr id="576" name="Shape 573"/>
          <p:cNvSpPr/>
          <p:nvPr/>
        </p:nvSpPr>
        <p:spPr>
          <a:xfrm>
            <a:off x="2857500" y="4137660"/>
            <a:ext cx="64922" cy="64922"/>
          </a:xfrm>
          <a:prstGeom prst="rect">
            <a:avLst/>
          </a:prstGeom>
          <a:solidFill>
            <a:schemeClr val="accent5">
              <a:alpha val="0"/>
            </a:schemeClr>
          </a:solidFill>
          <a:ln w="6350">
            <a:solidFill>
              <a:schemeClr val="bg1"/>
            </a:solidFill>
            <a:prstDash val="solid"/>
          </a:ln>
        </p:spPr>
      </p:sp>
      <p:sp>
        <p:nvSpPr>
          <p:cNvPr id="577" name="Shape 574"/>
          <p:cNvSpPr/>
          <p:nvPr/>
        </p:nvSpPr>
        <p:spPr>
          <a:xfrm>
            <a:off x="2926080" y="4137660"/>
            <a:ext cx="64922" cy="64922"/>
          </a:xfrm>
          <a:prstGeom prst="rect">
            <a:avLst/>
          </a:prstGeom>
          <a:solidFill>
            <a:schemeClr val="accent5">
              <a:alpha val="7000"/>
            </a:schemeClr>
          </a:solidFill>
          <a:ln w="6350">
            <a:solidFill>
              <a:schemeClr val="bg1"/>
            </a:solidFill>
            <a:prstDash val="solid"/>
          </a:ln>
        </p:spPr>
      </p:sp>
      <p:sp>
        <p:nvSpPr>
          <p:cNvPr id="578" name="Shape 575"/>
          <p:cNvSpPr/>
          <p:nvPr/>
        </p:nvSpPr>
        <p:spPr>
          <a:xfrm>
            <a:off x="2994660" y="4137660"/>
            <a:ext cx="64922" cy="64922"/>
          </a:xfrm>
          <a:prstGeom prst="rect">
            <a:avLst/>
          </a:prstGeom>
          <a:solidFill>
            <a:schemeClr val="accent5">
              <a:alpha val="37000"/>
            </a:schemeClr>
          </a:solidFill>
          <a:ln w="6350">
            <a:solidFill>
              <a:schemeClr val="bg1"/>
            </a:solidFill>
            <a:prstDash val="solid"/>
          </a:ln>
        </p:spPr>
      </p:sp>
      <p:sp>
        <p:nvSpPr>
          <p:cNvPr id="579" name="Shape 576"/>
          <p:cNvSpPr/>
          <p:nvPr/>
        </p:nvSpPr>
        <p:spPr>
          <a:xfrm>
            <a:off x="3063240" y="4137660"/>
            <a:ext cx="64922" cy="64922"/>
          </a:xfrm>
          <a:prstGeom prst="rect">
            <a:avLst/>
          </a:prstGeom>
          <a:solidFill>
            <a:schemeClr val="accent5">
              <a:alpha val="60000"/>
            </a:schemeClr>
          </a:solidFill>
          <a:ln w="6350">
            <a:solidFill>
              <a:schemeClr val="bg1"/>
            </a:solidFill>
            <a:prstDash val="solid"/>
          </a:ln>
        </p:spPr>
      </p:sp>
      <p:sp>
        <p:nvSpPr>
          <p:cNvPr id="580" name="Shape 577"/>
          <p:cNvSpPr/>
          <p:nvPr/>
        </p:nvSpPr>
        <p:spPr>
          <a:xfrm>
            <a:off x="3131820" y="4137660"/>
            <a:ext cx="64922" cy="64922"/>
          </a:xfrm>
          <a:prstGeom prst="rect">
            <a:avLst/>
          </a:prstGeom>
          <a:solidFill>
            <a:schemeClr val="accent5">
              <a:alpha val="26000"/>
            </a:schemeClr>
          </a:solidFill>
          <a:ln w="6350">
            <a:solidFill>
              <a:schemeClr val="bg1"/>
            </a:solidFill>
            <a:prstDash val="solid"/>
          </a:ln>
        </p:spPr>
      </p:sp>
      <p:sp>
        <p:nvSpPr>
          <p:cNvPr id="581" name="Shape 578"/>
          <p:cNvSpPr/>
          <p:nvPr/>
        </p:nvSpPr>
        <p:spPr>
          <a:xfrm>
            <a:off x="3200400" y="4137660"/>
            <a:ext cx="64922" cy="64922"/>
          </a:xfrm>
          <a:prstGeom prst="rect">
            <a:avLst/>
          </a:prstGeom>
          <a:solidFill>
            <a:schemeClr val="accent5">
              <a:alpha val="0"/>
            </a:schemeClr>
          </a:solidFill>
          <a:ln w="6350">
            <a:solidFill>
              <a:schemeClr val="bg1"/>
            </a:solidFill>
            <a:prstDash val="solid"/>
          </a:ln>
        </p:spPr>
      </p:sp>
      <p:sp>
        <p:nvSpPr>
          <p:cNvPr id="582" name="Shape 579"/>
          <p:cNvSpPr/>
          <p:nvPr/>
        </p:nvSpPr>
        <p:spPr>
          <a:xfrm>
            <a:off x="3268980" y="4137660"/>
            <a:ext cx="64922" cy="64922"/>
          </a:xfrm>
          <a:prstGeom prst="rect">
            <a:avLst/>
          </a:prstGeom>
          <a:solidFill>
            <a:schemeClr val="accent5">
              <a:alpha val="0"/>
            </a:schemeClr>
          </a:solidFill>
          <a:ln w="6350">
            <a:solidFill>
              <a:schemeClr val="bg1"/>
            </a:solidFill>
            <a:prstDash val="solid"/>
          </a:ln>
        </p:spPr>
      </p:sp>
      <p:sp>
        <p:nvSpPr>
          <p:cNvPr id="583" name="Shape 580"/>
          <p:cNvSpPr/>
          <p:nvPr/>
        </p:nvSpPr>
        <p:spPr>
          <a:xfrm>
            <a:off x="1828800" y="4343400"/>
            <a:ext cx="64922" cy="64922"/>
          </a:xfrm>
          <a:prstGeom prst="rect">
            <a:avLst/>
          </a:prstGeom>
          <a:solidFill>
            <a:schemeClr val="accent5">
              <a:alpha val="0"/>
            </a:schemeClr>
          </a:solidFill>
          <a:ln w="6350">
            <a:solidFill>
              <a:schemeClr val="bg1"/>
            </a:solidFill>
            <a:prstDash val="solid"/>
          </a:ln>
        </p:spPr>
      </p:sp>
      <p:sp>
        <p:nvSpPr>
          <p:cNvPr id="584" name="Shape 581"/>
          <p:cNvSpPr/>
          <p:nvPr/>
        </p:nvSpPr>
        <p:spPr>
          <a:xfrm>
            <a:off x="1897380" y="4343400"/>
            <a:ext cx="64922" cy="64922"/>
          </a:xfrm>
          <a:prstGeom prst="rect">
            <a:avLst/>
          </a:prstGeom>
          <a:solidFill>
            <a:schemeClr val="accent5">
              <a:alpha val="0"/>
            </a:schemeClr>
          </a:solidFill>
          <a:ln w="6350">
            <a:solidFill>
              <a:schemeClr val="bg1"/>
            </a:solidFill>
            <a:prstDash val="solid"/>
          </a:ln>
        </p:spPr>
      </p:sp>
      <p:sp>
        <p:nvSpPr>
          <p:cNvPr id="585" name="Shape 582"/>
          <p:cNvSpPr/>
          <p:nvPr/>
        </p:nvSpPr>
        <p:spPr>
          <a:xfrm>
            <a:off x="1965960" y="4343400"/>
            <a:ext cx="64922" cy="64922"/>
          </a:xfrm>
          <a:prstGeom prst="rect">
            <a:avLst/>
          </a:prstGeom>
          <a:solidFill>
            <a:schemeClr val="accent5">
              <a:alpha val="7000"/>
            </a:schemeClr>
          </a:solidFill>
          <a:ln w="6350">
            <a:solidFill>
              <a:schemeClr val="bg1"/>
            </a:solidFill>
            <a:prstDash val="solid"/>
          </a:ln>
        </p:spPr>
      </p:sp>
      <p:sp>
        <p:nvSpPr>
          <p:cNvPr id="586" name="Shape 583"/>
          <p:cNvSpPr/>
          <p:nvPr/>
        </p:nvSpPr>
        <p:spPr>
          <a:xfrm>
            <a:off x="2034540" y="4343400"/>
            <a:ext cx="64922" cy="64922"/>
          </a:xfrm>
          <a:prstGeom prst="rect">
            <a:avLst/>
          </a:prstGeom>
          <a:solidFill>
            <a:schemeClr val="accent5">
              <a:alpha val="41000"/>
            </a:schemeClr>
          </a:solidFill>
          <a:ln w="6350">
            <a:solidFill>
              <a:schemeClr val="bg1"/>
            </a:solidFill>
            <a:prstDash val="solid"/>
          </a:ln>
        </p:spPr>
      </p:sp>
      <p:sp>
        <p:nvSpPr>
          <p:cNvPr id="587" name="Shape 584"/>
          <p:cNvSpPr/>
          <p:nvPr/>
        </p:nvSpPr>
        <p:spPr>
          <a:xfrm>
            <a:off x="2103120" y="4343400"/>
            <a:ext cx="64922" cy="64922"/>
          </a:xfrm>
          <a:prstGeom prst="rect">
            <a:avLst/>
          </a:prstGeom>
          <a:solidFill>
            <a:schemeClr val="accent5">
              <a:alpha val="49000"/>
            </a:schemeClr>
          </a:solidFill>
          <a:ln w="6350">
            <a:solidFill>
              <a:schemeClr val="bg1"/>
            </a:solidFill>
            <a:prstDash val="solid"/>
          </a:ln>
        </p:spPr>
      </p:sp>
      <p:sp>
        <p:nvSpPr>
          <p:cNvPr id="588" name="Shape 585"/>
          <p:cNvSpPr/>
          <p:nvPr/>
        </p:nvSpPr>
        <p:spPr>
          <a:xfrm>
            <a:off x="2171700" y="4343400"/>
            <a:ext cx="64922" cy="64922"/>
          </a:xfrm>
          <a:prstGeom prst="rect">
            <a:avLst/>
          </a:prstGeom>
          <a:solidFill>
            <a:schemeClr val="accent5">
              <a:alpha val="15000"/>
            </a:schemeClr>
          </a:solidFill>
          <a:ln w="6350">
            <a:solidFill>
              <a:schemeClr val="bg1"/>
            </a:solidFill>
            <a:prstDash val="solid"/>
          </a:ln>
        </p:spPr>
      </p:sp>
      <p:sp>
        <p:nvSpPr>
          <p:cNvPr id="589" name="Shape 586"/>
          <p:cNvSpPr/>
          <p:nvPr/>
        </p:nvSpPr>
        <p:spPr>
          <a:xfrm>
            <a:off x="2240280" y="4343400"/>
            <a:ext cx="64922" cy="64922"/>
          </a:xfrm>
          <a:prstGeom prst="rect">
            <a:avLst/>
          </a:prstGeom>
          <a:solidFill>
            <a:schemeClr val="accent5">
              <a:alpha val="0"/>
            </a:schemeClr>
          </a:solidFill>
          <a:ln w="6350">
            <a:solidFill>
              <a:schemeClr val="bg1"/>
            </a:solidFill>
            <a:prstDash val="solid"/>
          </a:ln>
        </p:spPr>
      </p:sp>
      <p:sp>
        <p:nvSpPr>
          <p:cNvPr id="590" name="Shape 587"/>
          <p:cNvSpPr/>
          <p:nvPr/>
        </p:nvSpPr>
        <p:spPr>
          <a:xfrm>
            <a:off x="2308860" y="4343400"/>
            <a:ext cx="64922" cy="64922"/>
          </a:xfrm>
          <a:prstGeom prst="rect">
            <a:avLst/>
          </a:prstGeom>
          <a:solidFill>
            <a:schemeClr val="accent5">
              <a:alpha val="0"/>
            </a:schemeClr>
          </a:solidFill>
          <a:ln w="6350">
            <a:solidFill>
              <a:schemeClr val="bg1"/>
            </a:solidFill>
            <a:prstDash val="solid"/>
          </a:ln>
        </p:spPr>
      </p:sp>
      <p:sp>
        <p:nvSpPr>
          <p:cNvPr id="591" name="Shape 588"/>
          <p:cNvSpPr/>
          <p:nvPr/>
        </p:nvSpPr>
        <p:spPr>
          <a:xfrm>
            <a:off x="1828800" y="4411980"/>
            <a:ext cx="64922" cy="64922"/>
          </a:xfrm>
          <a:prstGeom prst="rect">
            <a:avLst/>
          </a:prstGeom>
          <a:solidFill>
            <a:schemeClr val="accent5">
              <a:alpha val="0"/>
            </a:schemeClr>
          </a:solidFill>
          <a:ln w="6350">
            <a:solidFill>
              <a:schemeClr val="bg1"/>
            </a:solidFill>
            <a:prstDash val="solid"/>
          </a:ln>
        </p:spPr>
      </p:sp>
      <p:sp>
        <p:nvSpPr>
          <p:cNvPr id="592" name="Shape 589"/>
          <p:cNvSpPr/>
          <p:nvPr/>
        </p:nvSpPr>
        <p:spPr>
          <a:xfrm>
            <a:off x="1897380" y="4411980"/>
            <a:ext cx="64922" cy="64922"/>
          </a:xfrm>
          <a:prstGeom prst="rect">
            <a:avLst/>
          </a:prstGeom>
          <a:solidFill>
            <a:schemeClr val="accent5">
              <a:alpha val="0"/>
            </a:schemeClr>
          </a:solidFill>
          <a:ln w="6350">
            <a:solidFill>
              <a:schemeClr val="bg1"/>
            </a:solidFill>
            <a:prstDash val="solid"/>
          </a:ln>
        </p:spPr>
      </p:sp>
      <p:sp>
        <p:nvSpPr>
          <p:cNvPr id="593" name="Shape 590"/>
          <p:cNvSpPr/>
          <p:nvPr/>
        </p:nvSpPr>
        <p:spPr>
          <a:xfrm>
            <a:off x="1965960" y="4411980"/>
            <a:ext cx="64922" cy="64922"/>
          </a:xfrm>
          <a:prstGeom prst="rect">
            <a:avLst/>
          </a:prstGeom>
          <a:solidFill>
            <a:schemeClr val="accent5">
              <a:alpha val="45000"/>
            </a:schemeClr>
          </a:solidFill>
          <a:ln w="6350">
            <a:solidFill>
              <a:schemeClr val="bg1"/>
            </a:solidFill>
            <a:prstDash val="solid"/>
          </a:ln>
        </p:spPr>
      </p:sp>
      <p:sp>
        <p:nvSpPr>
          <p:cNvPr id="594" name="Shape 591"/>
          <p:cNvSpPr/>
          <p:nvPr/>
        </p:nvSpPr>
        <p:spPr>
          <a:xfrm>
            <a:off x="2034540" y="4411980"/>
            <a:ext cx="64922" cy="64922"/>
          </a:xfrm>
          <a:prstGeom prst="rect">
            <a:avLst/>
          </a:prstGeom>
          <a:solidFill>
            <a:schemeClr val="accent5">
              <a:alpha val="60000"/>
            </a:schemeClr>
          </a:solidFill>
          <a:ln w="6350">
            <a:solidFill>
              <a:schemeClr val="bg1"/>
            </a:solidFill>
            <a:prstDash val="solid"/>
          </a:ln>
        </p:spPr>
      </p:sp>
      <p:sp>
        <p:nvSpPr>
          <p:cNvPr id="595" name="Shape 592"/>
          <p:cNvSpPr/>
          <p:nvPr/>
        </p:nvSpPr>
        <p:spPr>
          <a:xfrm>
            <a:off x="2103120" y="4411980"/>
            <a:ext cx="64922" cy="64922"/>
          </a:xfrm>
          <a:prstGeom prst="rect">
            <a:avLst/>
          </a:prstGeom>
          <a:solidFill>
            <a:schemeClr val="accent5">
              <a:alpha val="49000"/>
            </a:schemeClr>
          </a:solidFill>
          <a:ln w="6350">
            <a:solidFill>
              <a:schemeClr val="bg1"/>
            </a:solidFill>
            <a:prstDash val="solid"/>
          </a:ln>
        </p:spPr>
      </p:sp>
      <p:sp>
        <p:nvSpPr>
          <p:cNvPr id="596" name="Shape 593"/>
          <p:cNvSpPr/>
          <p:nvPr/>
        </p:nvSpPr>
        <p:spPr>
          <a:xfrm>
            <a:off x="2171700" y="4411980"/>
            <a:ext cx="64922" cy="64922"/>
          </a:xfrm>
          <a:prstGeom prst="rect">
            <a:avLst/>
          </a:prstGeom>
          <a:solidFill>
            <a:schemeClr val="accent5">
              <a:alpha val="56000"/>
            </a:schemeClr>
          </a:solidFill>
          <a:ln w="6350">
            <a:solidFill>
              <a:schemeClr val="bg1"/>
            </a:solidFill>
            <a:prstDash val="solid"/>
          </a:ln>
        </p:spPr>
      </p:sp>
      <p:sp>
        <p:nvSpPr>
          <p:cNvPr id="597" name="Shape 594"/>
          <p:cNvSpPr/>
          <p:nvPr/>
        </p:nvSpPr>
        <p:spPr>
          <a:xfrm>
            <a:off x="2240280" y="4411980"/>
            <a:ext cx="64922" cy="64922"/>
          </a:xfrm>
          <a:prstGeom prst="rect">
            <a:avLst/>
          </a:prstGeom>
          <a:solidFill>
            <a:schemeClr val="accent5">
              <a:alpha val="0"/>
            </a:schemeClr>
          </a:solidFill>
          <a:ln w="6350">
            <a:solidFill>
              <a:schemeClr val="bg1"/>
            </a:solidFill>
            <a:prstDash val="solid"/>
          </a:ln>
        </p:spPr>
      </p:sp>
      <p:sp>
        <p:nvSpPr>
          <p:cNvPr id="598" name="Shape 595"/>
          <p:cNvSpPr/>
          <p:nvPr/>
        </p:nvSpPr>
        <p:spPr>
          <a:xfrm>
            <a:off x="2308860" y="4411980"/>
            <a:ext cx="64922" cy="64922"/>
          </a:xfrm>
          <a:prstGeom prst="rect">
            <a:avLst/>
          </a:prstGeom>
          <a:solidFill>
            <a:schemeClr val="accent5">
              <a:alpha val="0"/>
            </a:schemeClr>
          </a:solidFill>
          <a:ln w="6350">
            <a:solidFill>
              <a:schemeClr val="bg1"/>
            </a:solidFill>
            <a:prstDash val="solid"/>
          </a:ln>
        </p:spPr>
      </p:sp>
      <p:sp>
        <p:nvSpPr>
          <p:cNvPr id="599" name="Shape 596"/>
          <p:cNvSpPr/>
          <p:nvPr/>
        </p:nvSpPr>
        <p:spPr>
          <a:xfrm>
            <a:off x="1828800" y="4480560"/>
            <a:ext cx="64922" cy="64922"/>
          </a:xfrm>
          <a:prstGeom prst="rect">
            <a:avLst/>
          </a:prstGeom>
          <a:solidFill>
            <a:schemeClr val="accent5">
              <a:alpha val="0"/>
            </a:schemeClr>
          </a:solidFill>
          <a:ln w="6350">
            <a:solidFill>
              <a:schemeClr val="bg1"/>
            </a:solidFill>
            <a:prstDash val="solid"/>
          </a:ln>
        </p:spPr>
      </p:sp>
      <p:sp>
        <p:nvSpPr>
          <p:cNvPr id="600" name="Shape 597"/>
          <p:cNvSpPr/>
          <p:nvPr/>
        </p:nvSpPr>
        <p:spPr>
          <a:xfrm>
            <a:off x="1897380" y="4480560"/>
            <a:ext cx="64922" cy="64922"/>
          </a:xfrm>
          <a:prstGeom prst="rect">
            <a:avLst/>
          </a:prstGeom>
          <a:solidFill>
            <a:schemeClr val="accent5">
              <a:alpha val="0"/>
            </a:schemeClr>
          </a:solidFill>
          <a:ln w="6350">
            <a:solidFill>
              <a:schemeClr val="bg1"/>
            </a:solidFill>
            <a:prstDash val="solid"/>
          </a:ln>
        </p:spPr>
      </p:sp>
      <p:sp>
        <p:nvSpPr>
          <p:cNvPr id="601" name="Shape 598"/>
          <p:cNvSpPr/>
          <p:nvPr/>
        </p:nvSpPr>
        <p:spPr>
          <a:xfrm>
            <a:off x="1965960" y="4480560"/>
            <a:ext cx="64922" cy="64922"/>
          </a:xfrm>
          <a:prstGeom prst="rect">
            <a:avLst/>
          </a:prstGeom>
          <a:solidFill>
            <a:schemeClr val="accent5">
              <a:alpha val="60000"/>
            </a:schemeClr>
          </a:solidFill>
          <a:ln w="6350">
            <a:solidFill>
              <a:schemeClr val="bg1"/>
            </a:solidFill>
            <a:prstDash val="solid"/>
          </a:ln>
        </p:spPr>
      </p:sp>
      <p:sp>
        <p:nvSpPr>
          <p:cNvPr id="602" name="Shape 599"/>
          <p:cNvSpPr/>
          <p:nvPr/>
        </p:nvSpPr>
        <p:spPr>
          <a:xfrm>
            <a:off x="2034540" y="4480560"/>
            <a:ext cx="64922" cy="64922"/>
          </a:xfrm>
          <a:prstGeom prst="rect">
            <a:avLst/>
          </a:prstGeom>
          <a:solidFill>
            <a:schemeClr val="accent5">
              <a:alpha val="34000"/>
            </a:schemeClr>
          </a:solidFill>
          <a:ln w="6350">
            <a:solidFill>
              <a:schemeClr val="bg1"/>
            </a:solidFill>
            <a:prstDash val="solid"/>
          </a:ln>
        </p:spPr>
      </p:sp>
      <p:sp>
        <p:nvSpPr>
          <p:cNvPr id="603" name="Shape 600"/>
          <p:cNvSpPr/>
          <p:nvPr/>
        </p:nvSpPr>
        <p:spPr>
          <a:xfrm>
            <a:off x="2103120" y="4480560"/>
            <a:ext cx="64922" cy="64922"/>
          </a:xfrm>
          <a:prstGeom prst="rect">
            <a:avLst/>
          </a:prstGeom>
          <a:solidFill>
            <a:schemeClr val="accent5">
              <a:alpha val="4000"/>
            </a:schemeClr>
          </a:solidFill>
          <a:ln w="6350">
            <a:solidFill>
              <a:schemeClr val="bg1"/>
            </a:solidFill>
            <a:prstDash val="solid"/>
          </a:ln>
        </p:spPr>
      </p:sp>
      <p:sp>
        <p:nvSpPr>
          <p:cNvPr id="604" name="Shape 601"/>
          <p:cNvSpPr/>
          <p:nvPr/>
        </p:nvSpPr>
        <p:spPr>
          <a:xfrm>
            <a:off x="2171700" y="4480560"/>
            <a:ext cx="64922" cy="64922"/>
          </a:xfrm>
          <a:prstGeom prst="rect">
            <a:avLst/>
          </a:prstGeom>
          <a:solidFill>
            <a:schemeClr val="accent5">
              <a:alpha val="11000"/>
            </a:schemeClr>
          </a:solidFill>
          <a:ln w="6350">
            <a:solidFill>
              <a:schemeClr val="bg1"/>
            </a:solidFill>
            <a:prstDash val="solid"/>
          </a:ln>
        </p:spPr>
      </p:sp>
      <p:sp>
        <p:nvSpPr>
          <p:cNvPr id="605" name="Shape 602"/>
          <p:cNvSpPr/>
          <p:nvPr/>
        </p:nvSpPr>
        <p:spPr>
          <a:xfrm>
            <a:off x="2240280" y="4480560"/>
            <a:ext cx="64922" cy="64922"/>
          </a:xfrm>
          <a:prstGeom prst="rect">
            <a:avLst/>
          </a:prstGeom>
          <a:solidFill>
            <a:schemeClr val="accent5">
              <a:alpha val="0"/>
            </a:schemeClr>
          </a:solidFill>
          <a:ln w="6350">
            <a:solidFill>
              <a:schemeClr val="bg1"/>
            </a:solidFill>
            <a:prstDash val="solid"/>
          </a:ln>
        </p:spPr>
      </p:sp>
      <p:sp>
        <p:nvSpPr>
          <p:cNvPr id="606" name="Shape 603"/>
          <p:cNvSpPr/>
          <p:nvPr/>
        </p:nvSpPr>
        <p:spPr>
          <a:xfrm>
            <a:off x="2308860" y="4480560"/>
            <a:ext cx="64922" cy="64922"/>
          </a:xfrm>
          <a:prstGeom prst="rect">
            <a:avLst/>
          </a:prstGeom>
          <a:solidFill>
            <a:schemeClr val="accent5">
              <a:alpha val="0"/>
            </a:schemeClr>
          </a:solidFill>
          <a:ln w="6350">
            <a:solidFill>
              <a:schemeClr val="bg1"/>
            </a:solidFill>
            <a:prstDash val="solid"/>
          </a:ln>
        </p:spPr>
      </p:sp>
      <p:sp>
        <p:nvSpPr>
          <p:cNvPr id="607" name="Shape 604"/>
          <p:cNvSpPr/>
          <p:nvPr/>
        </p:nvSpPr>
        <p:spPr>
          <a:xfrm>
            <a:off x="1828800" y="4549140"/>
            <a:ext cx="64922" cy="64922"/>
          </a:xfrm>
          <a:prstGeom prst="rect">
            <a:avLst/>
          </a:prstGeom>
          <a:solidFill>
            <a:schemeClr val="accent5">
              <a:alpha val="0"/>
            </a:schemeClr>
          </a:solidFill>
          <a:ln w="6350">
            <a:solidFill>
              <a:schemeClr val="bg1"/>
            </a:solidFill>
            <a:prstDash val="solid"/>
          </a:ln>
        </p:spPr>
      </p:sp>
      <p:sp>
        <p:nvSpPr>
          <p:cNvPr id="608" name="Shape 605"/>
          <p:cNvSpPr/>
          <p:nvPr/>
        </p:nvSpPr>
        <p:spPr>
          <a:xfrm>
            <a:off x="1897380" y="4549140"/>
            <a:ext cx="64922" cy="64922"/>
          </a:xfrm>
          <a:prstGeom prst="rect">
            <a:avLst/>
          </a:prstGeom>
          <a:solidFill>
            <a:schemeClr val="accent5">
              <a:alpha val="15000"/>
            </a:schemeClr>
          </a:solidFill>
          <a:ln w="6350">
            <a:solidFill>
              <a:schemeClr val="bg1"/>
            </a:solidFill>
            <a:prstDash val="solid"/>
          </a:ln>
        </p:spPr>
      </p:sp>
      <p:sp>
        <p:nvSpPr>
          <p:cNvPr id="609" name="Shape 606"/>
          <p:cNvSpPr/>
          <p:nvPr/>
        </p:nvSpPr>
        <p:spPr>
          <a:xfrm>
            <a:off x="1965960" y="4549140"/>
            <a:ext cx="64922" cy="64922"/>
          </a:xfrm>
          <a:prstGeom prst="rect">
            <a:avLst/>
          </a:prstGeom>
          <a:solidFill>
            <a:schemeClr val="accent5">
              <a:alpha val="60000"/>
            </a:schemeClr>
          </a:solidFill>
          <a:ln w="6350">
            <a:solidFill>
              <a:schemeClr val="bg1"/>
            </a:solidFill>
            <a:prstDash val="solid"/>
          </a:ln>
        </p:spPr>
      </p:sp>
      <p:sp>
        <p:nvSpPr>
          <p:cNvPr id="610" name="Shape 607"/>
          <p:cNvSpPr/>
          <p:nvPr/>
        </p:nvSpPr>
        <p:spPr>
          <a:xfrm>
            <a:off x="2034540" y="4549140"/>
            <a:ext cx="64922" cy="64922"/>
          </a:xfrm>
          <a:prstGeom prst="rect">
            <a:avLst/>
          </a:prstGeom>
          <a:solidFill>
            <a:schemeClr val="accent5">
              <a:alpha val="22000"/>
            </a:schemeClr>
          </a:solidFill>
          <a:ln w="6350">
            <a:solidFill>
              <a:schemeClr val="bg1"/>
            </a:solidFill>
            <a:prstDash val="solid"/>
          </a:ln>
        </p:spPr>
      </p:sp>
      <p:sp>
        <p:nvSpPr>
          <p:cNvPr id="611" name="Shape 608"/>
          <p:cNvSpPr/>
          <p:nvPr/>
        </p:nvSpPr>
        <p:spPr>
          <a:xfrm>
            <a:off x="2103120" y="4549140"/>
            <a:ext cx="64922" cy="64922"/>
          </a:xfrm>
          <a:prstGeom prst="rect">
            <a:avLst/>
          </a:prstGeom>
          <a:solidFill>
            <a:schemeClr val="accent5">
              <a:alpha val="52000"/>
            </a:schemeClr>
          </a:solidFill>
          <a:ln w="6350">
            <a:solidFill>
              <a:schemeClr val="bg1"/>
            </a:solidFill>
            <a:prstDash val="solid"/>
          </a:ln>
        </p:spPr>
      </p:sp>
      <p:sp>
        <p:nvSpPr>
          <p:cNvPr id="612" name="Shape 609"/>
          <p:cNvSpPr/>
          <p:nvPr/>
        </p:nvSpPr>
        <p:spPr>
          <a:xfrm>
            <a:off x="2171700" y="4549140"/>
            <a:ext cx="64922" cy="64922"/>
          </a:xfrm>
          <a:prstGeom prst="rect">
            <a:avLst/>
          </a:prstGeom>
          <a:solidFill>
            <a:schemeClr val="accent5">
              <a:alpha val="34000"/>
            </a:schemeClr>
          </a:solidFill>
          <a:ln w="6350">
            <a:solidFill>
              <a:schemeClr val="bg1"/>
            </a:solidFill>
            <a:prstDash val="solid"/>
          </a:ln>
        </p:spPr>
      </p:sp>
      <p:sp>
        <p:nvSpPr>
          <p:cNvPr id="613" name="Shape 610"/>
          <p:cNvSpPr/>
          <p:nvPr/>
        </p:nvSpPr>
        <p:spPr>
          <a:xfrm>
            <a:off x="2240280" y="4549140"/>
            <a:ext cx="64922" cy="64922"/>
          </a:xfrm>
          <a:prstGeom prst="rect">
            <a:avLst/>
          </a:prstGeom>
          <a:solidFill>
            <a:schemeClr val="accent5">
              <a:alpha val="4000"/>
            </a:schemeClr>
          </a:solidFill>
          <a:ln w="6350">
            <a:solidFill>
              <a:schemeClr val="bg1"/>
            </a:solidFill>
            <a:prstDash val="solid"/>
          </a:ln>
        </p:spPr>
      </p:sp>
      <p:sp>
        <p:nvSpPr>
          <p:cNvPr id="614" name="Shape 611"/>
          <p:cNvSpPr/>
          <p:nvPr/>
        </p:nvSpPr>
        <p:spPr>
          <a:xfrm>
            <a:off x="2308860" y="4549140"/>
            <a:ext cx="64922" cy="64922"/>
          </a:xfrm>
          <a:prstGeom prst="rect">
            <a:avLst/>
          </a:prstGeom>
          <a:solidFill>
            <a:schemeClr val="accent5">
              <a:alpha val="0"/>
            </a:schemeClr>
          </a:solidFill>
          <a:ln w="6350">
            <a:solidFill>
              <a:schemeClr val="bg1"/>
            </a:solidFill>
            <a:prstDash val="solid"/>
          </a:ln>
        </p:spPr>
      </p:sp>
      <p:sp>
        <p:nvSpPr>
          <p:cNvPr id="615" name="Shape 612"/>
          <p:cNvSpPr/>
          <p:nvPr/>
        </p:nvSpPr>
        <p:spPr>
          <a:xfrm>
            <a:off x="1828800" y="4617720"/>
            <a:ext cx="64922" cy="64922"/>
          </a:xfrm>
          <a:prstGeom prst="rect">
            <a:avLst/>
          </a:prstGeom>
          <a:solidFill>
            <a:schemeClr val="accent5">
              <a:alpha val="0"/>
            </a:schemeClr>
          </a:solidFill>
          <a:ln w="6350">
            <a:solidFill>
              <a:schemeClr val="bg1"/>
            </a:solidFill>
            <a:prstDash val="solid"/>
          </a:ln>
        </p:spPr>
      </p:sp>
      <p:sp>
        <p:nvSpPr>
          <p:cNvPr id="616" name="Shape 613"/>
          <p:cNvSpPr/>
          <p:nvPr/>
        </p:nvSpPr>
        <p:spPr>
          <a:xfrm>
            <a:off x="1897380" y="4617720"/>
            <a:ext cx="64922" cy="64922"/>
          </a:xfrm>
          <a:prstGeom prst="rect">
            <a:avLst/>
          </a:prstGeom>
          <a:solidFill>
            <a:schemeClr val="accent5">
              <a:alpha val="26000"/>
            </a:schemeClr>
          </a:solidFill>
          <a:ln w="6350">
            <a:solidFill>
              <a:schemeClr val="bg1"/>
            </a:solidFill>
            <a:prstDash val="solid"/>
          </a:ln>
        </p:spPr>
      </p:sp>
      <p:sp>
        <p:nvSpPr>
          <p:cNvPr id="617" name="Shape 614"/>
          <p:cNvSpPr/>
          <p:nvPr/>
        </p:nvSpPr>
        <p:spPr>
          <a:xfrm>
            <a:off x="1965960" y="4617720"/>
            <a:ext cx="64922" cy="64922"/>
          </a:xfrm>
          <a:prstGeom prst="rect">
            <a:avLst/>
          </a:prstGeom>
          <a:solidFill>
            <a:schemeClr val="accent5">
              <a:alpha val="60000"/>
            </a:schemeClr>
          </a:solidFill>
          <a:ln w="6350">
            <a:solidFill>
              <a:schemeClr val="bg1"/>
            </a:solidFill>
            <a:prstDash val="solid"/>
          </a:ln>
        </p:spPr>
      </p:sp>
      <p:sp>
        <p:nvSpPr>
          <p:cNvPr id="618" name="Shape 615"/>
          <p:cNvSpPr/>
          <p:nvPr/>
        </p:nvSpPr>
        <p:spPr>
          <a:xfrm>
            <a:off x="2034540" y="4617720"/>
            <a:ext cx="64922" cy="64922"/>
          </a:xfrm>
          <a:prstGeom prst="rect">
            <a:avLst/>
          </a:prstGeom>
          <a:solidFill>
            <a:schemeClr val="accent5">
              <a:alpha val="60000"/>
            </a:schemeClr>
          </a:solidFill>
          <a:ln w="6350">
            <a:solidFill>
              <a:schemeClr val="bg1"/>
            </a:solidFill>
            <a:prstDash val="solid"/>
          </a:ln>
        </p:spPr>
      </p:sp>
      <p:sp>
        <p:nvSpPr>
          <p:cNvPr id="619" name="Shape 616"/>
          <p:cNvSpPr/>
          <p:nvPr/>
        </p:nvSpPr>
        <p:spPr>
          <a:xfrm>
            <a:off x="2103120" y="4617720"/>
            <a:ext cx="64922" cy="64922"/>
          </a:xfrm>
          <a:prstGeom prst="rect">
            <a:avLst/>
          </a:prstGeom>
          <a:solidFill>
            <a:schemeClr val="accent5">
              <a:alpha val="60000"/>
            </a:schemeClr>
          </a:solidFill>
          <a:ln w="6350">
            <a:solidFill>
              <a:schemeClr val="bg1"/>
            </a:solidFill>
            <a:prstDash val="solid"/>
          </a:ln>
        </p:spPr>
      </p:sp>
      <p:sp>
        <p:nvSpPr>
          <p:cNvPr id="620" name="Shape 617"/>
          <p:cNvSpPr/>
          <p:nvPr/>
        </p:nvSpPr>
        <p:spPr>
          <a:xfrm>
            <a:off x="2171700" y="4617720"/>
            <a:ext cx="64922" cy="64922"/>
          </a:xfrm>
          <a:prstGeom prst="rect">
            <a:avLst/>
          </a:prstGeom>
          <a:solidFill>
            <a:schemeClr val="accent5">
              <a:alpha val="60000"/>
            </a:schemeClr>
          </a:solidFill>
          <a:ln w="6350">
            <a:solidFill>
              <a:schemeClr val="bg1"/>
            </a:solidFill>
            <a:prstDash val="solid"/>
          </a:ln>
        </p:spPr>
      </p:sp>
      <p:sp>
        <p:nvSpPr>
          <p:cNvPr id="621" name="Shape 618"/>
          <p:cNvSpPr/>
          <p:nvPr/>
        </p:nvSpPr>
        <p:spPr>
          <a:xfrm>
            <a:off x="2240280" y="4617720"/>
            <a:ext cx="64922" cy="64922"/>
          </a:xfrm>
          <a:prstGeom prst="rect">
            <a:avLst/>
          </a:prstGeom>
          <a:solidFill>
            <a:schemeClr val="accent5">
              <a:alpha val="22000"/>
            </a:schemeClr>
          </a:solidFill>
          <a:ln w="6350">
            <a:solidFill>
              <a:schemeClr val="bg1"/>
            </a:solidFill>
            <a:prstDash val="solid"/>
          </a:ln>
        </p:spPr>
      </p:sp>
      <p:sp>
        <p:nvSpPr>
          <p:cNvPr id="622" name="Shape 619"/>
          <p:cNvSpPr/>
          <p:nvPr/>
        </p:nvSpPr>
        <p:spPr>
          <a:xfrm>
            <a:off x="2308860" y="4617720"/>
            <a:ext cx="64922" cy="64922"/>
          </a:xfrm>
          <a:prstGeom prst="rect">
            <a:avLst/>
          </a:prstGeom>
          <a:solidFill>
            <a:schemeClr val="accent5">
              <a:alpha val="0"/>
            </a:schemeClr>
          </a:solidFill>
          <a:ln w="6350">
            <a:solidFill>
              <a:schemeClr val="bg1"/>
            </a:solidFill>
            <a:prstDash val="solid"/>
          </a:ln>
        </p:spPr>
      </p:sp>
      <p:sp>
        <p:nvSpPr>
          <p:cNvPr id="623" name="Shape 620"/>
          <p:cNvSpPr/>
          <p:nvPr/>
        </p:nvSpPr>
        <p:spPr>
          <a:xfrm>
            <a:off x="1828800" y="4686300"/>
            <a:ext cx="64922" cy="64922"/>
          </a:xfrm>
          <a:prstGeom prst="rect">
            <a:avLst/>
          </a:prstGeom>
          <a:solidFill>
            <a:schemeClr val="accent5">
              <a:alpha val="0"/>
            </a:schemeClr>
          </a:solidFill>
          <a:ln w="6350">
            <a:solidFill>
              <a:schemeClr val="bg1"/>
            </a:solidFill>
            <a:prstDash val="solid"/>
          </a:ln>
        </p:spPr>
      </p:sp>
      <p:sp>
        <p:nvSpPr>
          <p:cNvPr id="624" name="Shape 621"/>
          <p:cNvSpPr/>
          <p:nvPr/>
        </p:nvSpPr>
        <p:spPr>
          <a:xfrm>
            <a:off x="1897380" y="4686300"/>
            <a:ext cx="64922" cy="64922"/>
          </a:xfrm>
          <a:prstGeom prst="rect">
            <a:avLst/>
          </a:prstGeom>
          <a:solidFill>
            <a:schemeClr val="accent5">
              <a:alpha val="4000"/>
            </a:schemeClr>
          </a:solidFill>
          <a:ln w="6350">
            <a:solidFill>
              <a:schemeClr val="bg1"/>
            </a:solidFill>
            <a:prstDash val="solid"/>
          </a:ln>
        </p:spPr>
      </p:sp>
      <p:sp>
        <p:nvSpPr>
          <p:cNvPr id="625" name="Shape 622"/>
          <p:cNvSpPr/>
          <p:nvPr/>
        </p:nvSpPr>
        <p:spPr>
          <a:xfrm>
            <a:off x="1965960" y="4686300"/>
            <a:ext cx="64922" cy="64922"/>
          </a:xfrm>
          <a:prstGeom prst="rect">
            <a:avLst/>
          </a:prstGeom>
          <a:solidFill>
            <a:schemeClr val="accent5">
              <a:alpha val="60000"/>
            </a:schemeClr>
          </a:solidFill>
          <a:ln w="6350">
            <a:solidFill>
              <a:schemeClr val="bg1"/>
            </a:solidFill>
            <a:prstDash val="solid"/>
          </a:ln>
        </p:spPr>
      </p:sp>
      <p:sp>
        <p:nvSpPr>
          <p:cNvPr id="626" name="Shape 623"/>
          <p:cNvSpPr/>
          <p:nvPr/>
        </p:nvSpPr>
        <p:spPr>
          <a:xfrm>
            <a:off x="2034540" y="4686300"/>
            <a:ext cx="64922" cy="64922"/>
          </a:xfrm>
          <a:prstGeom prst="rect">
            <a:avLst/>
          </a:prstGeom>
          <a:solidFill>
            <a:schemeClr val="accent5">
              <a:alpha val="52000"/>
            </a:schemeClr>
          </a:solidFill>
          <a:ln w="6350">
            <a:solidFill>
              <a:schemeClr val="bg1"/>
            </a:solidFill>
            <a:prstDash val="solid"/>
          </a:ln>
        </p:spPr>
      </p:sp>
      <p:sp>
        <p:nvSpPr>
          <p:cNvPr id="627" name="Shape 624"/>
          <p:cNvSpPr/>
          <p:nvPr/>
        </p:nvSpPr>
        <p:spPr>
          <a:xfrm>
            <a:off x="2103120" y="4686300"/>
            <a:ext cx="64922" cy="64922"/>
          </a:xfrm>
          <a:prstGeom prst="rect">
            <a:avLst/>
          </a:prstGeom>
          <a:solidFill>
            <a:schemeClr val="accent5">
              <a:alpha val="15000"/>
            </a:schemeClr>
          </a:solidFill>
          <a:ln w="6350">
            <a:solidFill>
              <a:schemeClr val="bg1"/>
            </a:solidFill>
            <a:prstDash val="solid"/>
          </a:ln>
        </p:spPr>
      </p:sp>
      <p:sp>
        <p:nvSpPr>
          <p:cNvPr id="628" name="Shape 625"/>
          <p:cNvSpPr/>
          <p:nvPr/>
        </p:nvSpPr>
        <p:spPr>
          <a:xfrm>
            <a:off x="2171700" y="4686300"/>
            <a:ext cx="64922" cy="64922"/>
          </a:xfrm>
          <a:prstGeom prst="rect">
            <a:avLst/>
          </a:prstGeom>
          <a:solidFill>
            <a:schemeClr val="accent5">
              <a:alpha val="60000"/>
            </a:schemeClr>
          </a:solidFill>
          <a:ln w="6350">
            <a:solidFill>
              <a:schemeClr val="bg1"/>
            </a:solidFill>
            <a:prstDash val="solid"/>
          </a:ln>
        </p:spPr>
      </p:sp>
      <p:sp>
        <p:nvSpPr>
          <p:cNvPr id="629" name="Shape 626"/>
          <p:cNvSpPr/>
          <p:nvPr/>
        </p:nvSpPr>
        <p:spPr>
          <a:xfrm>
            <a:off x="2240280" y="4686300"/>
            <a:ext cx="64922" cy="64922"/>
          </a:xfrm>
          <a:prstGeom prst="rect">
            <a:avLst/>
          </a:prstGeom>
          <a:solidFill>
            <a:schemeClr val="accent5">
              <a:alpha val="30000"/>
            </a:schemeClr>
          </a:solidFill>
          <a:ln w="6350">
            <a:solidFill>
              <a:schemeClr val="bg1"/>
            </a:solidFill>
            <a:prstDash val="solid"/>
          </a:ln>
        </p:spPr>
      </p:sp>
      <p:sp>
        <p:nvSpPr>
          <p:cNvPr id="630" name="Shape 627"/>
          <p:cNvSpPr/>
          <p:nvPr/>
        </p:nvSpPr>
        <p:spPr>
          <a:xfrm>
            <a:off x="2308860" y="4686300"/>
            <a:ext cx="64922" cy="64922"/>
          </a:xfrm>
          <a:prstGeom prst="rect">
            <a:avLst/>
          </a:prstGeom>
          <a:solidFill>
            <a:schemeClr val="accent5">
              <a:alpha val="0"/>
            </a:schemeClr>
          </a:solidFill>
          <a:ln w="6350">
            <a:solidFill>
              <a:schemeClr val="bg1"/>
            </a:solidFill>
            <a:prstDash val="solid"/>
          </a:ln>
        </p:spPr>
      </p:sp>
      <p:sp>
        <p:nvSpPr>
          <p:cNvPr id="631" name="Shape 628"/>
          <p:cNvSpPr/>
          <p:nvPr/>
        </p:nvSpPr>
        <p:spPr>
          <a:xfrm>
            <a:off x="1828800" y="4754880"/>
            <a:ext cx="64922" cy="64922"/>
          </a:xfrm>
          <a:prstGeom prst="rect">
            <a:avLst/>
          </a:prstGeom>
          <a:solidFill>
            <a:schemeClr val="accent5">
              <a:alpha val="0"/>
            </a:schemeClr>
          </a:solidFill>
          <a:ln w="6350">
            <a:solidFill>
              <a:schemeClr val="bg1"/>
            </a:solidFill>
            <a:prstDash val="solid"/>
          </a:ln>
        </p:spPr>
      </p:sp>
      <p:sp>
        <p:nvSpPr>
          <p:cNvPr id="632" name="Shape 629"/>
          <p:cNvSpPr/>
          <p:nvPr/>
        </p:nvSpPr>
        <p:spPr>
          <a:xfrm>
            <a:off x="1897380" y="4754880"/>
            <a:ext cx="64922" cy="64922"/>
          </a:xfrm>
          <a:prstGeom prst="rect">
            <a:avLst/>
          </a:prstGeom>
          <a:solidFill>
            <a:schemeClr val="accent5">
              <a:alpha val="0"/>
            </a:schemeClr>
          </a:solidFill>
          <a:ln w="6350">
            <a:solidFill>
              <a:schemeClr val="bg1"/>
            </a:solidFill>
            <a:prstDash val="solid"/>
          </a:ln>
        </p:spPr>
      </p:sp>
      <p:sp>
        <p:nvSpPr>
          <p:cNvPr id="633" name="Shape 630"/>
          <p:cNvSpPr/>
          <p:nvPr/>
        </p:nvSpPr>
        <p:spPr>
          <a:xfrm>
            <a:off x="1965960" y="4754880"/>
            <a:ext cx="64922" cy="64922"/>
          </a:xfrm>
          <a:prstGeom prst="rect">
            <a:avLst/>
          </a:prstGeom>
          <a:solidFill>
            <a:schemeClr val="accent5">
              <a:alpha val="45000"/>
            </a:schemeClr>
          </a:solidFill>
          <a:ln w="6350">
            <a:solidFill>
              <a:schemeClr val="bg1"/>
            </a:solidFill>
            <a:prstDash val="solid"/>
          </a:ln>
        </p:spPr>
      </p:sp>
      <p:sp>
        <p:nvSpPr>
          <p:cNvPr id="634" name="Shape 631"/>
          <p:cNvSpPr/>
          <p:nvPr/>
        </p:nvSpPr>
        <p:spPr>
          <a:xfrm>
            <a:off x="2034540" y="4754880"/>
            <a:ext cx="64922" cy="64922"/>
          </a:xfrm>
          <a:prstGeom prst="rect">
            <a:avLst/>
          </a:prstGeom>
          <a:solidFill>
            <a:schemeClr val="accent5">
              <a:alpha val="60000"/>
            </a:schemeClr>
          </a:solidFill>
          <a:ln w="6350">
            <a:solidFill>
              <a:schemeClr val="bg1"/>
            </a:solidFill>
            <a:prstDash val="solid"/>
          </a:ln>
        </p:spPr>
      </p:sp>
      <p:sp>
        <p:nvSpPr>
          <p:cNvPr id="635" name="Shape 632"/>
          <p:cNvSpPr/>
          <p:nvPr/>
        </p:nvSpPr>
        <p:spPr>
          <a:xfrm>
            <a:off x="2103120" y="4754880"/>
            <a:ext cx="64922" cy="64922"/>
          </a:xfrm>
          <a:prstGeom prst="rect">
            <a:avLst/>
          </a:prstGeom>
          <a:solidFill>
            <a:schemeClr val="accent5">
              <a:alpha val="49000"/>
            </a:schemeClr>
          </a:solidFill>
          <a:ln w="6350">
            <a:solidFill>
              <a:schemeClr val="bg1"/>
            </a:solidFill>
            <a:prstDash val="solid"/>
          </a:ln>
        </p:spPr>
      </p:sp>
      <p:sp>
        <p:nvSpPr>
          <p:cNvPr id="636" name="Shape 633"/>
          <p:cNvSpPr/>
          <p:nvPr/>
        </p:nvSpPr>
        <p:spPr>
          <a:xfrm>
            <a:off x="2171700" y="4754880"/>
            <a:ext cx="64922" cy="64922"/>
          </a:xfrm>
          <a:prstGeom prst="rect">
            <a:avLst/>
          </a:prstGeom>
          <a:solidFill>
            <a:schemeClr val="accent5">
              <a:alpha val="60000"/>
            </a:schemeClr>
          </a:solidFill>
          <a:ln w="6350">
            <a:solidFill>
              <a:schemeClr val="bg1"/>
            </a:solidFill>
            <a:prstDash val="solid"/>
          </a:ln>
        </p:spPr>
      </p:sp>
      <p:sp>
        <p:nvSpPr>
          <p:cNvPr id="637" name="Shape 634"/>
          <p:cNvSpPr/>
          <p:nvPr/>
        </p:nvSpPr>
        <p:spPr>
          <a:xfrm>
            <a:off x="2240280" y="4754880"/>
            <a:ext cx="64922" cy="64922"/>
          </a:xfrm>
          <a:prstGeom prst="rect">
            <a:avLst/>
          </a:prstGeom>
          <a:solidFill>
            <a:schemeClr val="accent5">
              <a:alpha val="7000"/>
            </a:schemeClr>
          </a:solidFill>
          <a:ln w="6350">
            <a:solidFill>
              <a:schemeClr val="bg1"/>
            </a:solidFill>
            <a:prstDash val="solid"/>
          </a:ln>
        </p:spPr>
      </p:sp>
      <p:sp>
        <p:nvSpPr>
          <p:cNvPr id="638" name="Shape 635"/>
          <p:cNvSpPr/>
          <p:nvPr/>
        </p:nvSpPr>
        <p:spPr>
          <a:xfrm>
            <a:off x="2308860" y="4754880"/>
            <a:ext cx="64922" cy="64922"/>
          </a:xfrm>
          <a:prstGeom prst="rect">
            <a:avLst/>
          </a:prstGeom>
          <a:solidFill>
            <a:schemeClr val="accent5">
              <a:alpha val="0"/>
            </a:schemeClr>
          </a:solidFill>
          <a:ln w="6350">
            <a:solidFill>
              <a:schemeClr val="bg1"/>
            </a:solidFill>
            <a:prstDash val="solid"/>
          </a:ln>
        </p:spPr>
      </p:sp>
      <p:sp>
        <p:nvSpPr>
          <p:cNvPr id="639" name="Shape 636"/>
          <p:cNvSpPr/>
          <p:nvPr/>
        </p:nvSpPr>
        <p:spPr>
          <a:xfrm>
            <a:off x="1828800" y="4823460"/>
            <a:ext cx="64922" cy="64922"/>
          </a:xfrm>
          <a:prstGeom prst="rect">
            <a:avLst/>
          </a:prstGeom>
          <a:solidFill>
            <a:schemeClr val="accent5">
              <a:alpha val="0"/>
            </a:schemeClr>
          </a:solidFill>
          <a:ln w="6350">
            <a:solidFill>
              <a:schemeClr val="bg1"/>
            </a:solidFill>
            <a:prstDash val="solid"/>
          </a:ln>
        </p:spPr>
      </p:sp>
      <p:sp>
        <p:nvSpPr>
          <p:cNvPr id="640" name="Shape 637"/>
          <p:cNvSpPr/>
          <p:nvPr/>
        </p:nvSpPr>
        <p:spPr>
          <a:xfrm>
            <a:off x="1897380" y="4823460"/>
            <a:ext cx="64922" cy="64922"/>
          </a:xfrm>
          <a:prstGeom prst="rect">
            <a:avLst/>
          </a:prstGeom>
          <a:solidFill>
            <a:schemeClr val="accent5">
              <a:alpha val="0"/>
            </a:schemeClr>
          </a:solidFill>
          <a:ln w="6350">
            <a:solidFill>
              <a:schemeClr val="bg1"/>
            </a:solidFill>
            <a:prstDash val="solid"/>
          </a:ln>
        </p:spPr>
      </p:sp>
      <p:sp>
        <p:nvSpPr>
          <p:cNvPr id="641" name="Shape 638"/>
          <p:cNvSpPr/>
          <p:nvPr/>
        </p:nvSpPr>
        <p:spPr>
          <a:xfrm>
            <a:off x="1965960" y="4823460"/>
            <a:ext cx="64922" cy="64922"/>
          </a:xfrm>
          <a:prstGeom prst="rect">
            <a:avLst/>
          </a:prstGeom>
          <a:solidFill>
            <a:schemeClr val="accent5">
              <a:alpha val="7000"/>
            </a:schemeClr>
          </a:solidFill>
          <a:ln w="6350">
            <a:solidFill>
              <a:schemeClr val="bg1"/>
            </a:solidFill>
            <a:prstDash val="solid"/>
          </a:ln>
        </p:spPr>
      </p:sp>
      <p:sp>
        <p:nvSpPr>
          <p:cNvPr id="642" name="Shape 639"/>
          <p:cNvSpPr/>
          <p:nvPr/>
        </p:nvSpPr>
        <p:spPr>
          <a:xfrm>
            <a:off x="2034540" y="4823460"/>
            <a:ext cx="64922" cy="64922"/>
          </a:xfrm>
          <a:prstGeom prst="rect">
            <a:avLst/>
          </a:prstGeom>
          <a:solidFill>
            <a:schemeClr val="accent5">
              <a:alpha val="37000"/>
            </a:schemeClr>
          </a:solidFill>
          <a:ln w="6350">
            <a:solidFill>
              <a:schemeClr val="bg1"/>
            </a:solidFill>
            <a:prstDash val="solid"/>
          </a:ln>
        </p:spPr>
      </p:sp>
      <p:sp>
        <p:nvSpPr>
          <p:cNvPr id="643" name="Shape 640"/>
          <p:cNvSpPr/>
          <p:nvPr/>
        </p:nvSpPr>
        <p:spPr>
          <a:xfrm>
            <a:off x="2103120" y="4823460"/>
            <a:ext cx="64922" cy="64922"/>
          </a:xfrm>
          <a:prstGeom prst="rect">
            <a:avLst/>
          </a:prstGeom>
          <a:solidFill>
            <a:schemeClr val="accent5">
              <a:alpha val="60000"/>
            </a:schemeClr>
          </a:solidFill>
          <a:ln w="6350">
            <a:solidFill>
              <a:schemeClr val="bg1"/>
            </a:solidFill>
            <a:prstDash val="solid"/>
          </a:ln>
        </p:spPr>
      </p:sp>
      <p:sp>
        <p:nvSpPr>
          <p:cNvPr id="644" name="Shape 641"/>
          <p:cNvSpPr/>
          <p:nvPr/>
        </p:nvSpPr>
        <p:spPr>
          <a:xfrm>
            <a:off x="2171700" y="4823460"/>
            <a:ext cx="64922" cy="64922"/>
          </a:xfrm>
          <a:prstGeom prst="rect">
            <a:avLst/>
          </a:prstGeom>
          <a:solidFill>
            <a:schemeClr val="accent5">
              <a:alpha val="26000"/>
            </a:schemeClr>
          </a:solidFill>
          <a:ln w="6350">
            <a:solidFill>
              <a:schemeClr val="bg1"/>
            </a:solidFill>
            <a:prstDash val="solid"/>
          </a:ln>
        </p:spPr>
      </p:sp>
      <p:sp>
        <p:nvSpPr>
          <p:cNvPr id="645" name="Shape 642"/>
          <p:cNvSpPr/>
          <p:nvPr/>
        </p:nvSpPr>
        <p:spPr>
          <a:xfrm>
            <a:off x="2240280" y="4823460"/>
            <a:ext cx="64922" cy="64922"/>
          </a:xfrm>
          <a:prstGeom prst="rect">
            <a:avLst/>
          </a:prstGeom>
          <a:solidFill>
            <a:schemeClr val="accent5">
              <a:alpha val="0"/>
            </a:schemeClr>
          </a:solidFill>
          <a:ln w="6350">
            <a:solidFill>
              <a:schemeClr val="bg1"/>
            </a:solidFill>
            <a:prstDash val="solid"/>
          </a:ln>
        </p:spPr>
      </p:sp>
      <p:sp>
        <p:nvSpPr>
          <p:cNvPr id="646" name="Shape 643"/>
          <p:cNvSpPr/>
          <p:nvPr/>
        </p:nvSpPr>
        <p:spPr>
          <a:xfrm>
            <a:off x="2308860" y="4823460"/>
            <a:ext cx="64922" cy="64922"/>
          </a:xfrm>
          <a:prstGeom prst="rect">
            <a:avLst/>
          </a:prstGeom>
          <a:solidFill>
            <a:schemeClr val="accent5">
              <a:alpha val="0"/>
            </a:schemeClr>
          </a:solidFill>
          <a:ln w="6350">
            <a:solidFill>
              <a:schemeClr val="bg1"/>
            </a:solidFill>
            <a:prstDash val="solid"/>
          </a:ln>
        </p:spPr>
      </p:sp>
      <p:sp>
        <p:nvSpPr>
          <p:cNvPr id="647" name="Shape 644"/>
          <p:cNvSpPr/>
          <p:nvPr/>
        </p:nvSpPr>
        <p:spPr>
          <a:xfrm>
            <a:off x="3977640" y="3017520"/>
            <a:ext cx="457200" cy="411480"/>
          </a:xfrm>
          <a:prstGeom prst="rightArrow">
            <a:avLst/>
          </a:prstGeom>
          <a:solidFill>
            <a:schemeClr val="accent1"/>
          </a:solidFill>
          <a:ln w="12700">
            <a:solidFill>
              <a:schemeClr val="accent1"/>
            </a:solidFill>
            <a:prstDash val="solid"/>
          </a:ln>
        </p:spPr>
      </p:sp>
      <p:sp>
        <p:nvSpPr>
          <p:cNvPr id="648" name="Shape 645"/>
          <p:cNvSpPr/>
          <p:nvPr/>
        </p:nvSpPr>
        <p:spPr>
          <a:xfrm>
            <a:off x="4572000" y="1234440"/>
            <a:ext cx="7040880" cy="3931920"/>
          </a:xfrm>
          <a:prstGeom prst="roundRect">
            <a:avLst>
              <a:gd name="adj" fmla="val 2791"/>
            </a:avLst>
          </a:prstGeom>
          <a:solidFill>
            <a:srgbClr val="FBE6DF"/>
          </a:solidFill>
          <a:ln w="12700">
            <a:solidFill>
              <a:srgbClr val="FBE6DF"/>
            </a:solidFill>
            <a:prstDash val="solid"/>
          </a:ln>
        </p:spPr>
      </p:sp>
      <p:sp>
        <p:nvSpPr>
          <p:cNvPr id="649" name="Text 646"/>
          <p:cNvSpPr txBox="1"/>
          <p:nvPr/>
        </p:nvSpPr>
        <p:spPr>
          <a:xfrm>
            <a:off x="4800600" y="1371600"/>
            <a:ext cx="6583680" cy="365760"/>
          </a:xfrm>
          <a:prstGeom prst="rect">
            <a:avLst/>
          </a:prstGeom>
          <a:noFill/>
          <a:ln/>
        </p:spPr>
        <p:txBody>
          <a:bodyPr wrap="square" lIns="0" tIns="0" rIns="0" bIns="0" rtlCol="0" anchor="t"/>
          <a:lstStyle/>
          <a:p>
            <a:pPr indent="0" marL="0">
              <a:buNone/>
            </a:pPr>
            <a:r>
              <a:rPr lang="en-US" sz="1800" b="1" dirty="0">
                <a:solidFill>
                  <a:schemeClr val="accent1"/>
                </a:solidFill>
              </a:rPr>
              <a:t>この研究　軸ごとのヒートマップ1〜2枚</a:t>
            </a:r>
            <a:endParaRPr lang="en-US" sz="1800" dirty="0"/>
          </a:p>
        </p:txBody>
      </p:sp>
      <p:sp>
        <p:nvSpPr>
          <p:cNvPr id="650" name="Shape 647"/>
          <p:cNvSpPr/>
          <p:nvPr/>
        </p:nvSpPr>
        <p:spPr>
          <a:xfrm>
            <a:off x="4892040" y="1965960"/>
            <a:ext cx="228600" cy="228600"/>
          </a:xfrm>
          <a:prstGeom prst="rect">
            <a:avLst/>
          </a:prstGeom>
          <a:solidFill>
            <a:schemeClr val="bg2"/>
          </a:solidFill>
          <a:ln w="6350">
            <a:solidFill>
              <a:schemeClr val="bg1"/>
            </a:solidFill>
            <a:prstDash val="solid"/>
          </a:ln>
        </p:spPr>
      </p:sp>
      <p:sp>
        <p:nvSpPr>
          <p:cNvPr id="651" name="Shape 648"/>
          <p:cNvSpPr/>
          <p:nvPr/>
        </p:nvSpPr>
        <p:spPr>
          <a:xfrm>
            <a:off x="5138928" y="1965960"/>
            <a:ext cx="228600" cy="228600"/>
          </a:xfrm>
          <a:prstGeom prst="rect">
            <a:avLst/>
          </a:prstGeom>
          <a:solidFill>
            <a:schemeClr val="bg2"/>
          </a:solidFill>
          <a:ln w="6350">
            <a:solidFill>
              <a:schemeClr val="bg1"/>
            </a:solidFill>
            <a:prstDash val="solid"/>
          </a:ln>
        </p:spPr>
      </p:sp>
      <p:sp>
        <p:nvSpPr>
          <p:cNvPr id="652" name="Shape 649"/>
          <p:cNvSpPr/>
          <p:nvPr/>
        </p:nvSpPr>
        <p:spPr>
          <a:xfrm>
            <a:off x="5385816" y="1965960"/>
            <a:ext cx="228600" cy="228600"/>
          </a:xfrm>
          <a:prstGeom prst="rect">
            <a:avLst/>
          </a:prstGeom>
          <a:solidFill>
            <a:schemeClr val="bg2"/>
          </a:solidFill>
          <a:ln w="6350">
            <a:solidFill>
              <a:schemeClr val="bg1"/>
            </a:solidFill>
            <a:prstDash val="solid"/>
          </a:ln>
        </p:spPr>
      </p:sp>
      <p:sp>
        <p:nvSpPr>
          <p:cNvPr id="653" name="Shape 650"/>
          <p:cNvSpPr/>
          <p:nvPr/>
        </p:nvSpPr>
        <p:spPr>
          <a:xfrm>
            <a:off x="5632704" y="1965960"/>
            <a:ext cx="228600" cy="228600"/>
          </a:xfrm>
          <a:prstGeom prst="rect">
            <a:avLst/>
          </a:prstGeom>
          <a:solidFill>
            <a:schemeClr val="accent1">
              <a:alpha val="14000"/>
            </a:schemeClr>
          </a:solidFill>
          <a:ln w="6350">
            <a:solidFill>
              <a:schemeClr val="bg1"/>
            </a:solidFill>
            <a:prstDash val="solid"/>
          </a:ln>
        </p:spPr>
      </p:sp>
      <p:sp>
        <p:nvSpPr>
          <p:cNvPr id="654" name="Shape 651"/>
          <p:cNvSpPr/>
          <p:nvPr/>
        </p:nvSpPr>
        <p:spPr>
          <a:xfrm>
            <a:off x="5879592" y="1965960"/>
            <a:ext cx="228600" cy="228600"/>
          </a:xfrm>
          <a:prstGeom prst="rect">
            <a:avLst/>
          </a:prstGeom>
          <a:solidFill>
            <a:schemeClr val="accent2">
              <a:alpha val="87000"/>
            </a:schemeClr>
          </a:solidFill>
          <a:ln w="6350">
            <a:solidFill>
              <a:schemeClr val="bg1"/>
            </a:solidFill>
            <a:prstDash val="solid"/>
          </a:ln>
        </p:spPr>
      </p:sp>
      <p:sp>
        <p:nvSpPr>
          <p:cNvPr id="655" name="Shape 652"/>
          <p:cNvSpPr/>
          <p:nvPr/>
        </p:nvSpPr>
        <p:spPr>
          <a:xfrm>
            <a:off x="6126480" y="1965960"/>
            <a:ext cx="228600" cy="228600"/>
          </a:xfrm>
          <a:prstGeom prst="rect">
            <a:avLst/>
          </a:prstGeom>
          <a:solidFill>
            <a:schemeClr val="accent2">
              <a:alpha val="47000"/>
            </a:schemeClr>
          </a:solidFill>
          <a:ln w="6350">
            <a:solidFill>
              <a:schemeClr val="bg1"/>
            </a:solidFill>
            <a:prstDash val="solid"/>
          </a:ln>
        </p:spPr>
      </p:sp>
      <p:sp>
        <p:nvSpPr>
          <p:cNvPr id="656" name="Shape 653"/>
          <p:cNvSpPr/>
          <p:nvPr/>
        </p:nvSpPr>
        <p:spPr>
          <a:xfrm>
            <a:off x="6373368" y="1965960"/>
            <a:ext cx="228600" cy="228600"/>
          </a:xfrm>
          <a:prstGeom prst="rect">
            <a:avLst/>
          </a:prstGeom>
          <a:solidFill>
            <a:schemeClr val="bg2"/>
          </a:solidFill>
          <a:ln w="6350">
            <a:solidFill>
              <a:schemeClr val="bg1"/>
            </a:solidFill>
            <a:prstDash val="solid"/>
          </a:ln>
        </p:spPr>
      </p:sp>
      <p:sp>
        <p:nvSpPr>
          <p:cNvPr id="657" name="Shape 654"/>
          <p:cNvSpPr/>
          <p:nvPr/>
        </p:nvSpPr>
        <p:spPr>
          <a:xfrm>
            <a:off x="6620256" y="1965960"/>
            <a:ext cx="228600" cy="228600"/>
          </a:xfrm>
          <a:prstGeom prst="rect">
            <a:avLst/>
          </a:prstGeom>
          <a:solidFill>
            <a:schemeClr val="bg2"/>
          </a:solidFill>
          <a:ln w="6350">
            <a:solidFill>
              <a:schemeClr val="bg1"/>
            </a:solidFill>
            <a:prstDash val="solid"/>
          </a:ln>
        </p:spPr>
      </p:sp>
      <p:sp>
        <p:nvSpPr>
          <p:cNvPr id="658" name="Shape 655"/>
          <p:cNvSpPr/>
          <p:nvPr/>
        </p:nvSpPr>
        <p:spPr>
          <a:xfrm>
            <a:off x="4892040" y="2212848"/>
            <a:ext cx="228600" cy="228600"/>
          </a:xfrm>
          <a:prstGeom prst="rect">
            <a:avLst/>
          </a:prstGeom>
          <a:solidFill>
            <a:schemeClr val="bg2"/>
          </a:solidFill>
          <a:ln w="6350">
            <a:solidFill>
              <a:schemeClr val="bg1"/>
            </a:solidFill>
            <a:prstDash val="solid"/>
          </a:ln>
        </p:spPr>
      </p:sp>
      <p:sp>
        <p:nvSpPr>
          <p:cNvPr id="659" name="Shape 656"/>
          <p:cNvSpPr/>
          <p:nvPr/>
        </p:nvSpPr>
        <p:spPr>
          <a:xfrm>
            <a:off x="5138928" y="2212848"/>
            <a:ext cx="228600" cy="228600"/>
          </a:xfrm>
          <a:prstGeom prst="rect">
            <a:avLst/>
          </a:prstGeom>
          <a:solidFill>
            <a:schemeClr val="bg2"/>
          </a:solidFill>
          <a:ln w="6350">
            <a:solidFill>
              <a:schemeClr val="bg1"/>
            </a:solidFill>
            <a:prstDash val="solid"/>
          </a:ln>
        </p:spPr>
      </p:sp>
      <p:sp>
        <p:nvSpPr>
          <p:cNvPr id="660" name="Shape 657"/>
          <p:cNvSpPr/>
          <p:nvPr/>
        </p:nvSpPr>
        <p:spPr>
          <a:xfrm>
            <a:off x="5385816" y="2212848"/>
            <a:ext cx="228600" cy="228600"/>
          </a:xfrm>
          <a:prstGeom prst="rect">
            <a:avLst/>
          </a:prstGeom>
          <a:solidFill>
            <a:schemeClr val="accent1">
              <a:alpha val="81000"/>
            </a:schemeClr>
          </a:solidFill>
          <a:ln w="6350">
            <a:solidFill>
              <a:schemeClr val="bg1"/>
            </a:solidFill>
            <a:prstDash val="solid"/>
          </a:ln>
        </p:spPr>
      </p:sp>
      <p:sp>
        <p:nvSpPr>
          <p:cNvPr id="661" name="Shape 658"/>
          <p:cNvSpPr/>
          <p:nvPr/>
        </p:nvSpPr>
        <p:spPr>
          <a:xfrm>
            <a:off x="5632704" y="2212848"/>
            <a:ext cx="228600" cy="228600"/>
          </a:xfrm>
          <a:prstGeom prst="rect">
            <a:avLst/>
          </a:prstGeom>
          <a:solidFill>
            <a:schemeClr val="accent1"/>
          </a:solidFill>
          <a:ln w="6350">
            <a:solidFill>
              <a:schemeClr val="bg1"/>
            </a:solidFill>
            <a:prstDash val="solid"/>
          </a:ln>
        </p:spPr>
      </p:sp>
      <p:sp>
        <p:nvSpPr>
          <p:cNvPr id="662" name="Shape 659"/>
          <p:cNvSpPr/>
          <p:nvPr/>
        </p:nvSpPr>
        <p:spPr>
          <a:xfrm>
            <a:off x="5879592" y="2212848"/>
            <a:ext cx="228600" cy="228600"/>
          </a:xfrm>
          <a:prstGeom prst="rect">
            <a:avLst/>
          </a:prstGeom>
          <a:solidFill>
            <a:schemeClr val="accent2">
              <a:alpha val="87000"/>
            </a:schemeClr>
          </a:solidFill>
          <a:ln w="6350">
            <a:solidFill>
              <a:schemeClr val="bg1"/>
            </a:solidFill>
            <a:prstDash val="solid"/>
          </a:ln>
        </p:spPr>
      </p:sp>
      <p:sp>
        <p:nvSpPr>
          <p:cNvPr id="663" name="Shape 660"/>
          <p:cNvSpPr/>
          <p:nvPr/>
        </p:nvSpPr>
        <p:spPr>
          <a:xfrm>
            <a:off x="6126480" y="2212848"/>
            <a:ext cx="228600" cy="228600"/>
          </a:xfrm>
          <a:prstGeom prst="rect">
            <a:avLst/>
          </a:prstGeom>
          <a:solidFill>
            <a:schemeClr val="accent2">
              <a:alpha val="96000"/>
            </a:schemeClr>
          </a:solidFill>
          <a:ln w="6350">
            <a:solidFill>
              <a:schemeClr val="bg1"/>
            </a:solidFill>
            <a:prstDash val="solid"/>
          </a:ln>
        </p:spPr>
      </p:sp>
      <p:sp>
        <p:nvSpPr>
          <p:cNvPr id="664" name="Shape 661"/>
          <p:cNvSpPr/>
          <p:nvPr/>
        </p:nvSpPr>
        <p:spPr>
          <a:xfrm>
            <a:off x="6373368" y="2212848"/>
            <a:ext cx="228600" cy="228600"/>
          </a:xfrm>
          <a:prstGeom prst="rect">
            <a:avLst/>
          </a:prstGeom>
          <a:solidFill>
            <a:schemeClr val="bg2"/>
          </a:solidFill>
          <a:ln w="6350">
            <a:solidFill>
              <a:schemeClr val="bg1"/>
            </a:solidFill>
            <a:prstDash val="solid"/>
          </a:ln>
        </p:spPr>
      </p:sp>
      <p:sp>
        <p:nvSpPr>
          <p:cNvPr id="665" name="Shape 662"/>
          <p:cNvSpPr/>
          <p:nvPr/>
        </p:nvSpPr>
        <p:spPr>
          <a:xfrm>
            <a:off x="6620256" y="2212848"/>
            <a:ext cx="228600" cy="228600"/>
          </a:xfrm>
          <a:prstGeom prst="rect">
            <a:avLst/>
          </a:prstGeom>
          <a:solidFill>
            <a:schemeClr val="bg2"/>
          </a:solidFill>
          <a:ln w="6350">
            <a:solidFill>
              <a:schemeClr val="bg1"/>
            </a:solidFill>
            <a:prstDash val="solid"/>
          </a:ln>
        </p:spPr>
      </p:sp>
      <p:sp>
        <p:nvSpPr>
          <p:cNvPr id="666" name="Shape 663"/>
          <p:cNvSpPr/>
          <p:nvPr/>
        </p:nvSpPr>
        <p:spPr>
          <a:xfrm>
            <a:off x="4892040" y="2459736"/>
            <a:ext cx="228600" cy="228600"/>
          </a:xfrm>
          <a:prstGeom prst="rect">
            <a:avLst/>
          </a:prstGeom>
          <a:solidFill>
            <a:schemeClr val="bg2"/>
          </a:solidFill>
          <a:ln w="6350">
            <a:solidFill>
              <a:schemeClr val="bg1"/>
            </a:solidFill>
            <a:prstDash val="solid"/>
          </a:ln>
        </p:spPr>
      </p:sp>
      <p:sp>
        <p:nvSpPr>
          <p:cNvPr id="667" name="Shape 664"/>
          <p:cNvSpPr/>
          <p:nvPr/>
        </p:nvSpPr>
        <p:spPr>
          <a:xfrm>
            <a:off x="5138928" y="2459736"/>
            <a:ext cx="228600" cy="228600"/>
          </a:xfrm>
          <a:prstGeom prst="rect">
            <a:avLst/>
          </a:prstGeom>
          <a:solidFill>
            <a:schemeClr val="bg2"/>
          </a:solidFill>
          <a:ln w="6350">
            <a:solidFill>
              <a:schemeClr val="bg1"/>
            </a:solidFill>
            <a:prstDash val="solid"/>
          </a:ln>
        </p:spPr>
      </p:sp>
      <p:sp>
        <p:nvSpPr>
          <p:cNvPr id="668" name="Shape 665"/>
          <p:cNvSpPr/>
          <p:nvPr/>
        </p:nvSpPr>
        <p:spPr>
          <a:xfrm>
            <a:off x="5385816" y="2459736"/>
            <a:ext cx="228600" cy="228600"/>
          </a:xfrm>
          <a:prstGeom prst="rect">
            <a:avLst/>
          </a:prstGeom>
          <a:solidFill>
            <a:schemeClr val="accent1"/>
          </a:solidFill>
          <a:ln w="6350">
            <a:solidFill>
              <a:schemeClr val="bg1"/>
            </a:solidFill>
            <a:prstDash val="solid"/>
          </a:ln>
        </p:spPr>
      </p:sp>
      <p:sp>
        <p:nvSpPr>
          <p:cNvPr id="669" name="Shape 666"/>
          <p:cNvSpPr/>
          <p:nvPr/>
        </p:nvSpPr>
        <p:spPr>
          <a:xfrm>
            <a:off x="5632704" y="2459736"/>
            <a:ext cx="228600" cy="228600"/>
          </a:xfrm>
          <a:prstGeom prst="rect">
            <a:avLst/>
          </a:prstGeom>
          <a:solidFill>
            <a:schemeClr val="accent1">
              <a:alpha val="67000"/>
            </a:schemeClr>
          </a:solidFill>
          <a:ln w="6350">
            <a:solidFill>
              <a:schemeClr val="bg1"/>
            </a:solidFill>
            <a:prstDash val="solid"/>
          </a:ln>
        </p:spPr>
      </p:sp>
      <p:sp>
        <p:nvSpPr>
          <p:cNvPr id="670" name="Shape 667"/>
          <p:cNvSpPr/>
          <p:nvPr/>
        </p:nvSpPr>
        <p:spPr>
          <a:xfrm>
            <a:off x="5879592" y="2459736"/>
            <a:ext cx="228600" cy="228600"/>
          </a:xfrm>
          <a:prstGeom prst="rect">
            <a:avLst/>
          </a:prstGeom>
          <a:solidFill>
            <a:schemeClr val="bg2"/>
          </a:solidFill>
          <a:ln w="6350">
            <a:solidFill>
              <a:schemeClr val="bg1"/>
            </a:solidFill>
            <a:prstDash val="solid"/>
          </a:ln>
        </p:spPr>
      </p:sp>
      <p:sp>
        <p:nvSpPr>
          <p:cNvPr id="671" name="Shape 668"/>
          <p:cNvSpPr/>
          <p:nvPr/>
        </p:nvSpPr>
        <p:spPr>
          <a:xfrm>
            <a:off x="6126480" y="2459736"/>
            <a:ext cx="228600" cy="228600"/>
          </a:xfrm>
          <a:prstGeom prst="rect">
            <a:avLst/>
          </a:prstGeom>
          <a:solidFill>
            <a:schemeClr val="accent2">
              <a:alpha val="43000"/>
            </a:schemeClr>
          </a:solidFill>
          <a:ln w="6350">
            <a:solidFill>
              <a:schemeClr val="bg1"/>
            </a:solidFill>
            <a:prstDash val="solid"/>
          </a:ln>
        </p:spPr>
      </p:sp>
      <p:sp>
        <p:nvSpPr>
          <p:cNvPr id="672" name="Shape 669"/>
          <p:cNvSpPr/>
          <p:nvPr/>
        </p:nvSpPr>
        <p:spPr>
          <a:xfrm>
            <a:off x="6373368" y="2459736"/>
            <a:ext cx="228600" cy="228600"/>
          </a:xfrm>
          <a:prstGeom prst="rect">
            <a:avLst/>
          </a:prstGeom>
          <a:solidFill>
            <a:schemeClr val="bg2"/>
          </a:solidFill>
          <a:ln w="6350">
            <a:solidFill>
              <a:schemeClr val="bg1"/>
            </a:solidFill>
            <a:prstDash val="solid"/>
          </a:ln>
        </p:spPr>
      </p:sp>
      <p:sp>
        <p:nvSpPr>
          <p:cNvPr id="673" name="Shape 670"/>
          <p:cNvSpPr/>
          <p:nvPr/>
        </p:nvSpPr>
        <p:spPr>
          <a:xfrm>
            <a:off x="6620256" y="2459736"/>
            <a:ext cx="228600" cy="228600"/>
          </a:xfrm>
          <a:prstGeom prst="rect">
            <a:avLst/>
          </a:prstGeom>
          <a:solidFill>
            <a:schemeClr val="bg2"/>
          </a:solidFill>
          <a:ln w="6350">
            <a:solidFill>
              <a:schemeClr val="bg1"/>
            </a:solidFill>
            <a:prstDash val="solid"/>
          </a:ln>
        </p:spPr>
      </p:sp>
      <p:sp>
        <p:nvSpPr>
          <p:cNvPr id="674" name="Shape 671"/>
          <p:cNvSpPr/>
          <p:nvPr/>
        </p:nvSpPr>
        <p:spPr>
          <a:xfrm>
            <a:off x="4892040" y="2706624"/>
            <a:ext cx="228600" cy="228600"/>
          </a:xfrm>
          <a:prstGeom prst="rect">
            <a:avLst/>
          </a:prstGeom>
          <a:solidFill>
            <a:schemeClr val="bg2"/>
          </a:solidFill>
          <a:ln w="6350">
            <a:solidFill>
              <a:schemeClr val="bg1"/>
            </a:solidFill>
            <a:prstDash val="solid"/>
          </a:ln>
        </p:spPr>
      </p:sp>
      <p:sp>
        <p:nvSpPr>
          <p:cNvPr id="675" name="Shape 672"/>
          <p:cNvSpPr/>
          <p:nvPr/>
        </p:nvSpPr>
        <p:spPr>
          <a:xfrm>
            <a:off x="5138928" y="2706624"/>
            <a:ext cx="228600" cy="228600"/>
          </a:xfrm>
          <a:prstGeom prst="rect">
            <a:avLst/>
          </a:prstGeom>
          <a:solidFill>
            <a:schemeClr val="accent1">
              <a:alpha val="44000"/>
            </a:schemeClr>
          </a:solidFill>
          <a:ln w="6350">
            <a:solidFill>
              <a:schemeClr val="bg1"/>
            </a:solidFill>
            <a:prstDash val="solid"/>
          </a:ln>
        </p:spPr>
      </p:sp>
      <p:sp>
        <p:nvSpPr>
          <p:cNvPr id="676" name="Shape 673"/>
          <p:cNvSpPr/>
          <p:nvPr/>
        </p:nvSpPr>
        <p:spPr>
          <a:xfrm>
            <a:off x="5385816" y="2706624"/>
            <a:ext cx="228600" cy="228600"/>
          </a:xfrm>
          <a:prstGeom prst="rect">
            <a:avLst/>
          </a:prstGeom>
          <a:solidFill>
            <a:schemeClr val="accent1"/>
          </a:solidFill>
          <a:ln w="6350">
            <a:solidFill>
              <a:schemeClr val="bg1"/>
            </a:solidFill>
            <a:prstDash val="solid"/>
          </a:ln>
        </p:spPr>
      </p:sp>
      <p:sp>
        <p:nvSpPr>
          <p:cNvPr id="677" name="Shape 674"/>
          <p:cNvSpPr/>
          <p:nvPr/>
        </p:nvSpPr>
        <p:spPr>
          <a:xfrm>
            <a:off x="5632704" y="2706624"/>
            <a:ext cx="228600" cy="228600"/>
          </a:xfrm>
          <a:prstGeom prst="rect">
            <a:avLst/>
          </a:prstGeom>
          <a:solidFill>
            <a:schemeClr val="accent1">
              <a:alpha val="53000"/>
            </a:schemeClr>
          </a:solidFill>
          <a:ln w="6350">
            <a:solidFill>
              <a:schemeClr val="bg1"/>
            </a:solidFill>
            <a:prstDash val="solid"/>
          </a:ln>
        </p:spPr>
      </p:sp>
      <p:sp>
        <p:nvSpPr>
          <p:cNvPr id="678" name="Shape 675"/>
          <p:cNvSpPr/>
          <p:nvPr/>
        </p:nvSpPr>
        <p:spPr>
          <a:xfrm>
            <a:off x="5879592" y="2706624"/>
            <a:ext cx="228600" cy="228600"/>
          </a:xfrm>
          <a:prstGeom prst="rect">
            <a:avLst/>
          </a:prstGeom>
          <a:solidFill>
            <a:schemeClr val="accent1">
              <a:alpha val="17000"/>
            </a:schemeClr>
          </a:solidFill>
          <a:ln w="6350">
            <a:solidFill>
              <a:schemeClr val="bg1"/>
            </a:solidFill>
            <a:prstDash val="solid"/>
          </a:ln>
        </p:spPr>
      </p:sp>
      <p:sp>
        <p:nvSpPr>
          <p:cNvPr id="679" name="Shape 676"/>
          <p:cNvSpPr/>
          <p:nvPr/>
        </p:nvSpPr>
        <p:spPr>
          <a:xfrm>
            <a:off x="6126480" y="2706624"/>
            <a:ext cx="228600" cy="228600"/>
          </a:xfrm>
          <a:prstGeom prst="rect">
            <a:avLst/>
          </a:prstGeom>
          <a:solidFill>
            <a:schemeClr val="accent1">
              <a:alpha val="11000"/>
            </a:schemeClr>
          </a:solidFill>
          <a:ln w="6350">
            <a:solidFill>
              <a:schemeClr val="bg1"/>
            </a:solidFill>
            <a:prstDash val="solid"/>
          </a:ln>
        </p:spPr>
      </p:sp>
      <p:sp>
        <p:nvSpPr>
          <p:cNvPr id="680" name="Shape 677"/>
          <p:cNvSpPr/>
          <p:nvPr/>
        </p:nvSpPr>
        <p:spPr>
          <a:xfrm>
            <a:off x="6373368" y="2706624"/>
            <a:ext cx="228600" cy="228600"/>
          </a:xfrm>
          <a:prstGeom prst="rect">
            <a:avLst/>
          </a:prstGeom>
          <a:solidFill>
            <a:schemeClr val="bg2"/>
          </a:solidFill>
          <a:ln w="6350">
            <a:solidFill>
              <a:schemeClr val="bg1"/>
            </a:solidFill>
            <a:prstDash val="solid"/>
          </a:ln>
        </p:spPr>
      </p:sp>
      <p:sp>
        <p:nvSpPr>
          <p:cNvPr id="681" name="Shape 678"/>
          <p:cNvSpPr/>
          <p:nvPr/>
        </p:nvSpPr>
        <p:spPr>
          <a:xfrm>
            <a:off x="6620256" y="2706624"/>
            <a:ext cx="228600" cy="228600"/>
          </a:xfrm>
          <a:prstGeom prst="rect">
            <a:avLst/>
          </a:prstGeom>
          <a:solidFill>
            <a:schemeClr val="bg2"/>
          </a:solidFill>
          <a:ln w="6350">
            <a:solidFill>
              <a:schemeClr val="bg1"/>
            </a:solidFill>
            <a:prstDash val="solid"/>
          </a:ln>
        </p:spPr>
      </p:sp>
      <p:sp>
        <p:nvSpPr>
          <p:cNvPr id="682" name="Shape 679"/>
          <p:cNvSpPr/>
          <p:nvPr/>
        </p:nvSpPr>
        <p:spPr>
          <a:xfrm>
            <a:off x="4892040" y="2953512"/>
            <a:ext cx="228600" cy="228600"/>
          </a:xfrm>
          <a:prstGeom prst="rect">
            <a:avLst/>
          </a:prstGeom>
          <a:solidFill>
            <a:schemeClr val="bg2"/>
          </a:solidFill>
          <a:ln w="6350">
            <a:solidFill>
              <a:schemeClr val="bg1"/>
            </a:solidFill>
            <a:prstDash val="solid"/>
          </a:ln>
        </p:spPr>
      </p:sp>
      <p:sp>
        <p:nvSpPr>
          <p:cNvPr id="683" name="Shape 680"/>
          <p:cNvSpPr/>
          <p:nvPr/>
        </p:nvSpPr>
        <p:spPr>
          <a:xfrm>
            <a:off x="5138928" y="2953512"/>
            <a:ext cx="228600" cy="228600"/>
          </a:xfrm>
          <a:prstGeom prst="rect">
            <a:avLst/>
          </a:prstGeom>
          <a:solidFill>
            <a:schemeClr val="accent1">
              <a:alpha val="58000"/>
            </a:schemeClr>
          </a:solidFill>
          <a:ln w="6350">
            <a:solidFill>
              <a:schemeClr val="bg1"/>
            </a:solidFill>
            <a:prstDash val="solid"/>
          </a:ln>
        </p:spPr>
      </p:sp>
      <p:sp>
        <p:nvSpPr>
          <p:cNvPr id="684" name="Shape 681"/>
          <p:cNvSpPr/>
          <p:nvPr/>
        </p:nvSpPr>
        <p:spPr>
          <a:xfrm>
            <a:off x="5385816" y="2953512"/>
            <a:ext cx="228600" cy="228600"/>
          </a:xfrm>
          <a:prstGeom prst="rect">
            <a:avLst/>
          </a:prstGeom>
          <a:solidFill>
            <a:schemeClr val="accent1"/>
          </a:solidFill>
          <a:ln w="6350">
            <a:solidFill>
              <a:schemeClr val="bg1"/>
            </a:solidFill>
            <a:prstDash val="solid"/>
          </a:ln>
        </p:spPr>
      </p:sp>
      <p:sp>
        <p:nvSpPr>
          <p:cNvPr id="685" name="Shape 682"/>
          <p:cNvSpPr/>
          <p:nvPr/>
        </p:nvSpPr>
        <p:spPr>
          <a:xfrm>
            <a:off x="5632704" y="2953512"/>
            <a:ext cx="228600" cy="228600"/>
          </a:xfrm>
          <a:prstGeom prst="rect">
            <a:avLst/>
          </a:prstGeom>
          <a:solidFill>
            <a:schemeClr val="accent1"/>
          </a:solidFill>
          <a:ln w="6350">
            <a:solidFill>
              <a:schemeClr val="bg1"/>
            </a:solidFill>
            <a:prstDash val="solid"/>
          </a:ln>
        </p:spPr>
      </p:sp>
      <p:sp>
        <p:nvSpPr>
          <p:cNvPr id="686" name="Shape 683"/>
          <p:cNvSpPr/>
          <p:nvPr/>
        </p:nvSpPr>
        <p:spPr>
          <a:xfrm>
            <a:off x="5879592" y="2953512"/>
            <a:ext cx="228600" cy="228600"/>
          </a:xfrm>
          <a:prstGeom prst="rect">
            <a:avLst/>
          </a:prstGeom>
          <a:solidFill>
            <a:schemeClr val="accent1">
              <a:alpha val="20000"/>
            </a:schemeClr>
          </a:solidFill>
          <a:ln w="6350">
            <a:solidFill>
              <a:schemeClr val="bg1"/>
            </a:solidFill>
            <a:prstDash val="solid"/>
          </a:ln>
        </p:spPr>
      </p:sp>
      <p:sp>
        <p:nvSpPr>
          <p:cNvPr id="687" name="Shape 684"/>
          <p:cNvSpPr/>
          <p:nvPr/>
        </p:nvSpPr>
        <p:spPr>
          <a:xfrm>
            <a:off x="6126480" y="2953512"/>
            <a:ext cx="228600" cy="228600"/>
          </a:xfrm>
          <a:prstGeom prst="rect">
            <a:avLst/>
          </a:prstGeom>
          <a:solidFill>
            <a:schemeClr val="accent1">
              <a:alpha val="20000"/>
            </a:schemeClr>
          </a:solidFill>
          <a:ln w="6350">
            <a:solidFill>
              <a:schemeClr val="bg1"/>
            </a:solidFill>
            <a:prstDash val="solid"/>
          </a:ln>
        </p:spPr>
      </p:sp>
      <p:sp>
        <p:nvSpPr>
          <p:cNvPr id="688" name="Shape 685"/>
          <p:cNvSpPr/>
          <p:nvPr/>
        </p:nvSpPr>
        <p:spPr>
          <a:xfrm>
            <a:off x="6373368" y="2953512"/>
            <a:ext cx="228600" cy="228600"/>
          </a:xfrm>
          <a:prstGeom prst="rect">
            <a:avLst/>
          </a:prstGeom>
          <a:solidFill>
            <a:schemeClr val="accent1">
              <a:alpha val="7000"/>
            </a:schemeClr>
          </a:solidFill>
          <a:ln w="6350">
            <a:solidFill>
              <a:schemeClr val="bg1"/>
            </a:solidFill>
            <a:prstDash val="solid"/>
          </a:ln>
        </p:spPr>
      </p:sp>
      <p:sp>
        <p:nvSpPr>
          <p:cNvPr id="689" name="Shape 686"/>
          <p:cNvSpPr/>
          <p:nvPr/>
        </p:nvSpPr>
        <p:spPr>
          <a:xfrm>
            <a:off x="6620256" y="2953512"/>
            <a:ext cx="228600" cy="228600"/>
          </a:xfrm>
          <a:prstGeom prst="rect">
            <a:avLst/>
          </a:prstGeom>
          <a:solidFill>
            <a:schemeClr val="bg2"/>
          </a:solidFill>
          <a:ln w="6350">
            <a:solidFill>
              <a:schemeClr val="bg1"/>
            </a:solidFill>
            <a:prstDash val="solid"/>
          </a:ln>
        </p:spPr>
      </p:sp>
      <p:sp>
        <p:nvSpPr>
          <p:cNvPr id="690" name="Shape 687"/>
          <p:cNvSpPr/>
          <p:nvPr/>
        </p:nvSpPr>
        <p:spPr>
          <a:xfrm>
            <a:off x="4892040" y="3200400"/>
            <a:ext cx="228600" cy="228600"/>
          </a:xfrm>
          <a:prstGeom prst="rect">
            <a:avLst/>
          </a:prstGeom>
          <a:solidFill>
            <a:schemeClr val="bg2"/>
          </a:solidFill>
          <a:ln w="6350">
            <a:solidFill>
              <a:schemeClr val="bg1"/>
            </a:solidFill>
            <a:prstDash val="solid"/>
          </a:ln>
        </p:spPr>
      </p:sp>
      <p:sp>
        <p:nvSpPr>
          <p:cNvPr id="691" name="Shape 688"/>
          <p:cNvSpPr/>
          <p:nvPr/>
        </p:nvSpPr>
        <p:spPr>
          <a:xfrm>
            <a:off x="5138928" y="3200400"/>
            <a:ext cx="228600" cy="228600"/>
          </a:xfrm>
          <a:prstGeom prst="rect">
            <a:avLst/>
          </a:prstGeom>
          <a:solidFill>
            <a:schemeClr val="bg2"/>
          </a:solidFill>
          <a:ln w="6350">
            <a:solidFill>
              <a:schemeClr val="bg1"/>
            </a:solidFill>
            <a:prstDash val="solid"/>
          </a:ln>
        </p:spPr>
      </p:sp>
      <p:sp>
        <p:nvSpPr>
          <p:cNvPr id="692" name="Shape 689"/>
          <p:cNvSpPr/>
          <p:nvPr/>
        </p:nvSpPr>
        <p:spPr>
          <a:xfrm>
            <a:off x="5385816" y="3200400"/>
            <a:ext cx="228600" cy="228600"/>
          </a:xfrm>
          <a:prstGeom prst="rect">
            <a:avLst/>
          </a:prstGeom>
          <a:solidFill>
            <a:schemeClr val="accent1"/>
          </a:solidFill>
          <a:ln w="6350">
            <a:solidFill>
              <a:schemeClr val="bg1"/>
            </a:solidFill>
            <a:prstDash val="solid"/>
          </a:ln>
        </p:spPr>
      </p:sp>
      <p:sp>
        <p:nvSpPr>
          <p:cNvPr id="693" name="Shape 690"/>
          <p:cNvSpPr/>
          <p:nvPr/>
        </p:nvSpPr>
        <p:spPr>
          <a:xfrm>
            <a:off x="5632704" y="3200400"/>
            <a:ext cx="228600" cy="228600"/>
          </a:xfrm>
          <a:prstGeom prst="rect">
            <a:avLst/>
          </a:prstGeom>
          <a:solidFill>
            <a:schemeClr val="accent1">
              <a:alpha val="91000"/>
            </a:schemeClr>
          </a:solidFill>
          <a:ln w="6350">
            <a:solidFill>
              <a:schemeClr val="bg1"/>
            </a:solidFill>
            <a:prstDash val="solid"/>
          </a:ln>
        </p:spPr>
      </p:sp>
      <p:sp>
        <p:nvSpPr>
          <p:cNvPr id="694" name="Shape 691"/>
          <p:cNvSpPr/>
          <p:nvPr/>
        </p:nvSpPr>
        <p:spPr>
          <a:xfrm>
            <a:off x="5879592" y="3200400"/>
            <a:ext cx="228600" cy="228600"/>
          </a:xfrm>
          <a:prstGeom prst="rect">
            <a:avLst/>
          </a:prstGeom>
          <a:solidFill>
            <a:schemeClr val="accent1">
              <a:alpha val="5000"/>
            </a:schemeClr>
          </a:solidFill>
          <a:ln w="6350">
            <a:solidFill>
              <a:schemeClr val="bg1"/>
            </a:solidFill>
            <a:prstDash val="solid"/>
          </a:ln>
        </p:spPr>
      </p:sp>
      <p:sp>
        <p:nvSpPr>
          <p:cNvPr id="695" name="Shape 692"/>
          <p:cNvSpPr/>
          <p:nvPr/>
        </p:nvSpPr>
        <p:spPr>
          <a:xfrm>
            <a:off x="6126480" y="3200400"/>
            <a:ext cx="228600" cy="228600"/>
          </a:xfrm>
          <a:prstGeom prst="rect">
            <a:avLst/>
          </a:prstGeom>
          <a:solidFill>
            <a:schemeClr val="accent1">
              <a:alpha val="20000"/>
            </a:schemeClr>
          </a:solidFill>
          <a:ln w="6350">
            <a:solidFill>
              <a:schemeClr val="bg1"/>
            </a:solidFill>
            <a:prstDash val="solid"/>
          </a:ln>
        </p:spPr>
      </p:sp>
      <p:sp>
        <p:nvSpPr>
          <p:cNvPr id="696" name="Shape 693"/>
          <p:cNvSpPr/>
          <p:nvPr/>
        </p:nvSpPr>
        <p:spPr>
          <a:xfrm>
            <a:off x="6373368" y="3200400"/>
            <a:ext cx="228600" cy="228600"/>
          </a:xfrm>
          <a:prstGeom prst="rect">
            <a:avLst/>
          </a:prstGeom>
          <a:solidFill>
            <a:schemeClr val="accent1">
              <a:alpha val="10000"/>
            </a:schemeClr>
          </a:solidFill>
          <a:ln w="6350">
            <a:solidFill>
              <a:schemeClr val="bg1"/>
            </a:solidFill>
            <a:prstDash val="solid"/>
          </a:ln>
        </p:spPr>
      </p:sp>
      <p:sp>
        <p:nvSpPr>
          <p:cNvPr id="697" name="Shape 694"/>
          <p:cNvSpPr/>
          <p:nvPr/>
        </p:nvSpPr>
        <p:spPr>
          <a:xfrm>
            <a:off x="6620256" y="3200400"/>
            <a:ext cx="228600" cy="228600"/>
          </a:xfrm>
          <a:prstGeom prst="rect">
            <a:avLst/>
          </a:prstGeom>
          <a:solidFill>
            <a:schemeClr val="bg2"/>
          </a:solidFill>
          <a:ln w="6350">
            <a:solidFill>
              <a:schemeClr val="bg1"/>
            </a:solidFill>
            <a:prstDash val="solid"/>
          </a:ln>
        </p:spPr>
      </p:sp>
      <p:sp>
        <p:nvSpPr>
          <p:cNvPr id="698" name="Shape 695"/>
          <p:cNvSpPr/>
          <p:nvPr/>
        </p:nvSpPr>
        <p:spPr>
          <a:xfrm>
            <a:off x="4892040" y="3447288"/>
            <a:ext cx="228600" cy="228600"/>
          </a:xfrm>
          <a:prstGeom prst="rect">
            <a:avLst/>
          </a:prstGeom>
          <a:solidFill>
            <a:schemeClr val="bg2"/>
          </a:solidFill>
          <a:ln w="6350">
            <a:solidFill>
              <a:schemeClr val="bg1"/>
            </a:solidFill>
            <a:prstDash val="solid"/>
          </a:ln>
        </p:spPr>
      </p:sp>
      <p:sp>
        <p:nvSpPr>
          <p:cNvPr id="699" name="Shape 696"/>
          <p:cNvSpPr/>
          <p:nvPr/>
        </p:nvSpPr>
        <p:spPr>
          <a:xfrm>
            <a:off x="5138928" y="3447288"/>
            <a:ext cx="228600" cy="228600"/>
          </a:xfrm>
          <a:prstGeom prst="rect">
            <a:avLst/>
          </a:prstGeom>
          <a:solidFill>
            <a:schemeClr val="bg2"/>
          </a:solidFill>
          <a:ln w="6350">
            <a:solidFill>
              <a:schemeClr val="bg1"/>
            </a:solidFill>
            <a:prstDash val="solid"/>
          </a:ln>
        </p:spPr>
      </p:sp>
      <p:sp>
        <p:nvSpPr>
          <p:cNvPr id="700" name="Shape 697"/>
          <p:cNvSpPr/>
          <p:nvPr/>
        </p:nvSpPr>
        <p:spPr>
          <a:xfrm>
            <a:off x="5385816" y="3447288"/>
            <a:ext cx="228600" cy="228600"/>
          </a:xfrm>
          <a:prstGeom prst="rect">
            <a:avLst/>
          </a:prstGeom>
          <a:solidFill>
            <a:schemeClr val="accent1">
              <a:alpha val="81000"/>
            </a:schemeClr>
          </a:solidFill>
          <a:ln w="6350">
            <a:solidFill>
              <a:schemeClr val="bg1"/>
            </a:solidFill>
            <a:prstDash val="solid"/>
          </a:ln>
        </p:spPr>
      </p:sp>
      <p:sp>
        <p:nvSpPr>
          <p:cNvPr id="701" name="Shape 698"/>
          <p:cNvSpPr/>
          <p:nvPr/>
        </p:nvSpPr>
        <p:spPr>
          <a:xfrm>
            <a:off x="5632704" y="3447288"/>
            <a:ext cx="228600" cy="228600"/>
          </a:xfrm>
          <a:prstGeom prst="rect">
            <a:avLst/>
          </a:prstGeom>
          <a:solidFill>
            <a:schemeClr val="accent1"/>
          </a:solidFill>
          <a:ln w="6350">
            <a:solidFill>
              <a:schemeClr val="bg1"/>
            </a:solidFill>
            <a:prstDash val="solid"/>
          </a:ln>
        </p:spPr>
      </p:sp>
      <p:sp>
        <p:nvSpPr>
          <p:cNvPr id="702" name="Shape 699"/>
          <p:cNvSpPr/>
          <p:nvPr/>
        </p:nvSpPr>
        <p:spPr>
          <a:xfrm>
            <a:off x="5879592" y="3447288"/>
            <a:ext cx="228600" cy="228600"/>
          </a:xfrm>
          <a:prstGeom prst="rect">
            <a:avLst/>
          </a:prstGeom>
          <a:solidFill>
            <a:schemeClr val="accent1">
              <a:alpha val="16000"/>
            </a:schemeClr>
          </a:solidFill>
          <a:ln w="6350">
            <a:solidFill>
              <a:schemeClr val="bg1"/>
            </a:solidFill>
            <a:prstDash val="solid"/>
          </a:ln>
        </p:spPr>
      </p:sp>
      <p:sp>
        <p:nvSpPr>
          <p:cNvPr id="703" name="Shape 700"/>
          <p:cNvSpPr/>
          <p:nvPr/>
        </p:nvSpPr>
        <p:spPr>
          <a:xfrm>
            <a:off x="6126480" y="3447288"/>
            <a:ext cx="228600" cy="228600"/>
          </a:xfrm>
          <a:prstGeom prst="rect">
            <a:avLst/>
          </a:prstGeom>
          <a:solidFill>
            <a:schemeClr val="accent1">
              <a:alpha val="20000"/>
            </a:schemeClr>
          </a:solidFill>
          <a:ln w="6350">
            <a:solidFill>
              <a:schemeClr val="bg1"/>
            </a:solidFill>
            <a:prstDash val="solid"/>
          </a:ln>
        </p:spPr>
      </p:sp>
      <p:sp>
        <p:nvSpPr>
          <p:cNvPr id="704" name="Shape 701"/>
          <p:cNvSpPr/>
          <p:nvPr/>
        </p:nvSpPr>
        <p:spPr>
          <a:xfrm>
            <a:off x="6373368" y="3447288"/>
            <a:ext cx="228600" cy="228600"/>
          </a:xfrm>
          <a:prstGeom prst="rect">
            <a:avLst/>
          </a:prstGeom>
          <a:solidFill>
            <a:schemeClr val="bg2"/>
          </a:solidFill>
          <a:ln w="6350">
            <a:solidFill>
              <a:schemeClr val="bg1"/>
            </a:solidFill>
            <a:prstDash val="solid"/>
          </a:ln>
        </p:spPr>
      </p:sp>
      <p:sp>
        <p:nvSpPr>
          <p:cNvPr id="705" name="Shape 702"/>
          <p:cNvSpPr/>
          <p:nvPr/>
        </p:nvSpPr>
        <p:spPr>
          <a:xfrm>
            <a:off x="6620256" y="3447288"/>
            <a:ext cx="228600" cy="228600"/>
          </a:xfrm>
          <a:prstGeom prst="rect">
            <a:avLst/>
          </a:prstGeom>
          <a:solidFill>
            <a:schemeClr val="bg2"/>
          </a:solidFill>
          <a:ln w="6350">
            <a:solidFill>
              <a:schemeClr val="bg1"/>
            </a:solidFill>
            <a:prstDash val="solid"/>
          </a:ln>
        </p:spPr>
      </p:sp>
      <p:sp>
        <p:nvSpPr>
          <p:cNvPr id="706" name="Shape 703"/>
          <p:cNvSpPr/>
          <p:nvPr/>
        </p:nvSpPr>
        <p:spPr>
          <a:xfrm>
            <a:off x="4892040" y="3694176"/>
            <a:ext cx="228600" cy="228600"/>
          </a:xfrm>
          <a:prstGeom prst="rect">
            <a:avLst/>
          </a:prstGeom>
          <a:solidFill>
            <a:schemeClr val="bg2"/>
          </a:solidFill>
          <a:ln w="6350">
            <a:solidFill>
              <a:schemeClr val="bg1"/>
            </a:solidFill>
            <a:prstDash val="solid"/>
          </a:ln>
        </p:spPr>
      </p:sp>
      <p:sp>
        <p:nvSpPr>
          <p:cNvPr id="707" name="Shape 704"/>
          <p:cNvSpPr/>
          <p:nvPr/>
        </p:nvSpPr>
        <p:spPr>
          <a:xfrm>
            <a:off x="5138928" y="3694176"/>
            <a:ext cx="228600" cy="228600"/>
          </a:xfrm>
          <a:prstGeom prst="rect">
            <a:avLst/>
          </a:prstGeom>
          <a:solidFill>
            <a:schemeClr val="bg2"/>
          </a:solidFill>
          <a:ln w="6350">
            <a:solidFill>
              <a:schemeClr val="bg1"/>
            </a:solidFill>
            <a:prstDash val="solid"/>
          </a:ln>
        </p:spPr>
      </p:sp>
      <p:sp>
        <p:nvSpPr>
          <p:cNvPr id="708" name="Shape 705"/>
          <p:cNvSpPr/>
          <p:nvPr/>
        </p:nvSpPr>
        <p:spPr>
          <a:xfrm>
            <a:off x="5385816" y="3694176"/>
            <a:ext cx="228600" cy="228600"/>
          </a:xfrm>
          <a:prstGeom prst="rect">
            <a:avLst/>
          </a:prstGeom>
          <a:solidFill>
            <a:schemeClr val="bg2"/>
          </a:solidFill>
          <a:ln w="6350">
            <a:solidFill>
              <a:schemeClr val="bg1"/>
            </a:solidFill>
            <a:prstDash val="solid"/>
          </a:ln>
        </p:spPr>
      </p:sp>
      <p:sp>
        <p:nvSpPr>
          <p:cNvPr id="709" name="Shape 706"/>
          <p:cNvSpPr/>
          <p:nvPr/>
        </p:nvSpPr>
        <p:spPr>
          <a:xfrm>
            <a:off x="5632704" y="3694176"/>
            <a:ext cx="228600" cy="228600"/>
          </a:xfrm>
          <a:prstGeom prst="rect">
            <a:avLst/>
          </a:prstGeom>
          <a:solidFill>
            <a:schemeClr val="accent1">
              <a:alpha val="72000"/>
            </a:schemeClr>
          </a:solidFill>
          <a:ln w="6350">
            <a:solidFill>
              <a:schemeClr val="bg1"/>
            </a:solidFill>
            <a:prstDash val="solid"/>
          </a:ln>
        </p:spPr>
      </p:sp>
      <p:sp>
        <p:nvSpPr>
          <p:cNvPr id="710" name="Shape 707"/>
          <p:cNvSpPr/>
          <p:nvPr/>
        </p:nvSpPr>
        <p:spPr>
          <a:xfrm>
            <a:off x="5879592" y="3694176"/>
            <a:ext cx="228600" cy="228600"/>
          </a:xfrm>
          <a:prstGeom prst="rect">
            <a:avLst/>
          </a:prstGeom>
          <a:solidFill>
            <a:schemeClr val="accent1">
              <a:alpha val="20000"/>
            </a:schemeClr>
          </a:solidFill>
          <a:ln w="6350">
            <a:solidFill>
              <a:schemeClr val="bg1"/>
            </a:solidFill>
            <a:prstDash val="solid"/>
          </a:ln>
        </p:spPr>
      </p:sp>
      <p:sp>
        <p:nvSpPr>
          <p:cNvPr id="711" name="Shape 708"/>
          <p:cNvSpPr/>
          <p:nvPr/>
        </p:nvSpPr>
        <p:spPr>
          <a:xfrm>
            <a:off x="6126480" y="3694176"/>
            <a:ext cx="228600" cy="228600"/>
          </a:xfrm>
          <a:prstGeom prst="rect">
            <a:avLst/>
          </a:prstGeom>
          <a:solidFill>
            <a:schemeClr val="accent1">
              <a:alpha val="9000"/>
            </a:schemeClr>
          </a:solidFill>
          <a:ln w="6350">
            <a:solidFill>
              <a:schemeClr val="bg1"/>
            </a:solidFill>
            <a:prstDash val="solid"/>
          </a:ln>
        </p:spPr>
      </p:sp>
      <p:sp>
        <p:nvSpPr>
          <p:cNvPr id="712" name="Shape 709"/>
          <p:cNvSpPr/>
          <p:nvPr/>
        </p:nvSpPr>
        <p:spPr>
          <a:xfrm>
            <a:off x="6373368" y="3694176"/>
            <a:ext cx="228600" cy="228600"/>
          </a:xfrm>
          <a:prstGeom prst="rect">
            <a:avLst/>
          </a:prstGeom>
          <a:solidFill>
            <a:schemeClr val="bg2"/>
          </a:solidFill>
          <a:ln w="6350">
            <a:solidFill>
              <a:schemeClr val="bg1"/>
            </a:solidFill>
            <a:prstDash val="solid"/>
          </a:ln>
        </p:spPr>
      </p:sp>
      <p:sp>
        <p:nvSpPr>
          <p:cNvPr id="713" name="Shape 710"/>
          <p:cNvSpPr/>
          <p:nvPr/>
        </p:nvSpPr>
        <p:spPr>
          <a:xfrm>
            <a:off x="6620256" y="3694176"/>
            <a:ext cx="228600" cy="228600"/>
          </a:xfrm>
          <a:prstGeom prst="rect">
            <a:avLst/>
          </a:prstGeom>
          <a:solidFill>
            <a:schemeClr val="bg2"/>
          </a:solidFill>
          <a:ln w="6350">
            <a:solidFill>
              <a:schemeClr val="bg1"/>
            </a:solidFill>
            <a:prstDash val="solid"/>
          </a:ln>
        </p:spPr>
      </p:sp>
      <p:sp>
        <p:nvSpPr>
          <p:cNvPr id="714" name="Shape 711"/>
          <p:cNvSpPr/>
          <p:nvPr/>
        </p:nvSpPr>
        <p:spPr>
          <a:xfrm>
            <a:off x="7086600" y="2011680"/>
            <a:ext cx="411480" cy="411480"/>
          </a:xfrm>
          <a:prstGeom prst="roundRect">
            <a:avLst>
              <a:gd name="adj" fmla="val 13333"/>
            </a:avLst>
          </a:prstGeom>
          <a:solidFill>
            <a:schemeClr val="accent2"/>
          </a:solidFill>
          <a:ln w="12700">
            <a:solidFill>
              <a:schemeClr val="accent2"/>
            </a:solidFill>
            <a:prstDash val="solid"/>
          </a:ln>
        </p:spPr>
      </p:sp>
      <p:sp>
        <p:nvSpPr>
          <p:cNvPr id="715" name="Text 712"/>
          <p:cNvSpPr txBox="1"/>
          <p:nvPr/>
        </p:nvSpPr>
        <p:spPr>
          <a:xfrm>
            <a:off x="7086600" y="20116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0</a:t>
            </a:r>
            <a:endParaRPr lang="en-US" sz="1500" dirty="0"/>
          </a:p>
        </p:txBody>
      </p:sp>
      <p:sp>
        <p:nvSpPr>
          <p:cNvPr id="716" name="Text 713"/>
          <p:cNvSpPr txBox="1"/>
          <p:nvPr/>
        </p:nvSpPr>
        <p:spPr>
          <a:xfrm>
            <a:off x="7543800" y="2011680"/>
            <a:ext cx="365760" cy="411480"/>
          </a:xfrm>
          <a:prstGeom prst="rect">
            <a:avLst/>
          </a:prstGeom>
          <a:noFill/>
          <a:ln/>
        </p:spPr>
        <p:txBody>
          <a:bodyPr wrap="square" lIns="0" tIns="0" rIns="0" bIns="0" rtlCol="0" anchor="ctr"/>
          <a:lstStyle/>
          <a:p>
            <a:pPr indent="0" marL="0">
              <a:buNone/>
            </a:pPr>
            <a:r>
              <a:rPr lang="en-US" sz="2000" b="1" dirty="0">
                <a:solidFill>
                  <a:schemeClr val="tx1"/>
                </a:solidFill>
              </a:rPr>
              <a:t>→</a:t>
            </a:r>
            <a:endParaRPr lang="en-US" sz="2000" dirty="0"/>
          </a:p>
        </p:txBody>
      </p:sp>
      <p:sp>
        <p:nvSpPr>
          <p:cNvPr id="717" name="Shape 714"/>
          <p:cNvSpPr/>
          <p:nvPr/>
        </p:nvSpPr>
        <p:spPr>
          <a:xfrm>
            <a:off x="7909560" y="2011680"/>
            <a:ext cx="411480" cy="411480"/>
          </a:xfrm>
          <a:prstGeom prst="roundRect">
            <a:avLst>
              <a:gd name="adj" fmla="val 13333"/>
            </a:avLst>
          </a:prstGeom>
          <a:solidFill>
            <a:schemeClr val="accent1"/>
          </a:solidFill>
          <a:ln w="12700">
            <a:solidFill>
              <a:schemeClr val="accent1"/>
            </a:solidFill>
            <a:prstDash val="solid"/>
          </a:ln>
        </p:spPr>
      </p:sp>
      <p:sp>
        <p:nvSpPr>
          <p:cNvPr id="718" name="Text 715"/>
          <p:cNvSpPr txBox="1"/>
          <p:nvPr/>
        </p:nvSpPr>
        <p:spPr>
          <a:xfrm>
            <a:off x="7909560" y="20116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719" name="Text 716"/>
          <p:cNvSpPr txBox="1"/>
          <p:nvPr/>
        </p:nvSpPr>
        <p:spPr>
          <a:xfrm>
            <a:off x="7086600" y="2560320"/>
            <a:ext cx="4297680" cy="365760"/>
          </a:xfrm>
          <a:prstGeom prst="rect">
            <a:avLst/>
          </a:prstGeom>
          <a:noFill/>
          <a:ln/>
        </p:spPr>
        <p:txBody>
          <a:bodyPr wrap="square" lIns="0" tIns="0" rIns="0" bIns="0" rtlCol="0" anchor="t"/>
          <a:lstStyle/>
          <a:p>
            <a:pPr indent="0" marL="0">
              <a:buNone/>
            </a:pPr>
            <a:r>
              <a:rPr lang="en-US" sz="1600" b="1" dirty="0">
                <a:solidFill>
                  <a:schemeClr val="tx1"/>
                </a:solidFill>
              </a:rPr>
              <a:t>軸1　出力の動きの90%</a:t>
            </a:r>
            <a:endParaRPr lang="en-US" sz="1600" dirty="0"/>
          </a:p>
        </p:txBody>
      </p:sp>
      <p:sp>
        <p:nvSpPr>
          <p:cNvPr id="720" name="Text 717"/>
          <p:cNvSpPr txBox="1"/>
          <p:nvPr/>
        </p:nvSpPr>
        <p:spPr>
          <a:xfrm>
            <a:off x="7086600" y="2926080"/>
            <a:ext cx="4297680" cy="640080"/>
          </a:xfrm>
          <a:prstGeom prst="rect">
            <a:avLst/>
          </a:prstGeom>
          <a:noFill/>
          <a:ln/>
        </p:spPr>
        <p:txBody>
          <a:bodyPr wrap="square" lIns="0" tIns="0" rIns="0" bIns="0" rtlCol="0" anchor="t"/>
          <a:lstStyle/>
          <a:p>
            <a:pPr indent="0" marL="0">
              <a:buNone/>
            </a:pPr>
            <a:r>
              <a:rPr lang="en-US" sz="1300" dirty="0">
                <a:solidFill>
                  <a:schemeClr val="tx2"/>
                </a:solidFill>
              </a:rPr>
              <a:t>左の縦線（赤）が6寄り、上の閉じた弧（青）が0寄り</a:t>
            </a:r>
            <a:endParaRPr lang="en-US" sz="1300" dirty="0"/>
          </a:p>
        </p:txBody>
      </p:sp>
      <p:sp>
        <p:nvSpPr>
          <p:cNvPr id="721" name="Shape 718"/>
          <p:cNvSpPr/>
          <p:nvPr/>
        </p:nvSpPr>
        <p:spPr>
          <a:xfrm>
            <a:off x="7086600" y="3749040"/>
            <a:ext cx="118872" cy="118872"/>
          </a:xfrm>
          <a:prstGeom prst="rect">
            <a:avLst/>
          </a:prstGeom>
          <a:solidFill>
            <a:schemeClr val="bg2"/>
          </a:solidFill>
          <a:ln w="6350">
            <a:solidFill>
              <a:schemeClr val="bg1"/>
            </a:solidFill>
            <a:prstDash val="solid"/>
          </a:ln>
        </p:spPr>
      </p:sp>
      <p:sp>
        <p:nvSpPr>
          <p:cNvPr id="722" name="Shape 719"/>
          <p:cNvSpPr/>
          <p:nvPr/>
        </p:nvSpPr>
        <p:spPr>
          <a:xfrm>
            <a:off x="7214616" y="3749040"/>
            <a:ext cx="118872" cy="118872"/>
          </a:xfrm>
          <a:prstGeom prst="rect">
            <a:avLst/>
          </a:prstGeom>
          <a:solidFill>
            <a:schemeClr val="bg2"/>
          </a:solidFill>
          <a:ln w="6350">
            <a:solidFill>
              <a:schemeClr val="bg1"/>
            </a:solidFill>
            <a:prstDash val="solid"/>
          </a:ln>
        </p:spPr>
      </p:sp>
      <p:sp>
        <p:nvSpPr>
          <p:cNvPr id="723" name="Shape 720"/>
          <p:cNvSpPr/>
          <p:nvPr/>
        </p:nvSpPr>
        <p:spPr>
          <a:xfrm>
            <a:off x="7342632" y="3749040"/>
            <a:ext cx="118872" cy="118872"/>
          </a:xfrm>
          <a:prstGeom prst="rect">
            <a:avLst/>
          </a:prstGeom>
          <a:solidFill>
            <a:schemeClr val="bg2"/>
          </a:solidFill>
          <a:ln w="6350">
            <a:solidFill>
              <a:schemeClr val="bg1"/>
            </a:solidFill>
            <a:prstDash val="solid"/>
          </a:ln>
        </p:spPr>
      </p:sp>
      <p:sp>
        <p:nvSpPr>
          <p:cNvPr id="724" name="Shape 721"/>
          <p:cNvSpPr/>
          <p:nvPr/>
        </p:nvSpPr>
        <p:spPr>
          <a:xfrm>
            <a:off x="7470648" y="3749040"/>
            <a:ext cx="118872" cy="118872"/>
          </a:xfrm>
          <a:prstGeom prst="rect">
            <a:avLst/>
          </a:prstGeom>
          <a:solidFill>
            <a:schemeClr val="accent5">
              <a:alpha val="10000"/>
            </a:schemeClr>
          </a:solidFill>
          <a:ln w="6350">
            <a:solidFill>
              <a:schemeClr val="bg1"/>
            </a:solidFill>
            <a:prstDash val="solid"/>
          </a:ln>
        </p:spPr>
      </p:sp>
      <p:sp>
        <p:nvSpPr>
          <p:cNvPr id="725" name="Shape 722"/>
          <p:cNvSpPr/>
          <p:nvPr/>
        </p:nvSpPr>
        <p:spPr>
          <a:xfrm>
            <a:off x="7598664" y="3749040"/>
            <a:ext cx="118872" cy="118872"/>
          </a:xfrm>
          <a:prstGeom prst="rect">
            <a:avLst/>
          </a:prstGeom>
          <a:solidFill>
            <a:schemeClr val="accent5">
              <a:alpha val="12000"/>
            </a:schemeClr>
          </a:solidFill>
          <a:ln w="6350">
            <a:solidFill>
              <a:schemeClr val="bg1"/>
            </a:solidFill>
            <a:prstDash val="solid"/>
          </a:ln>
        </p:spPr>
      </p:sp>
      <p:sp>
        <p:nvSpPr>
          <p:cNvPr id="726" name="Shape 723"/>
          <p:cNvSpPr/>
          <p:nvPr/>
        </p:nvSpPr>
        <p:spPr>
          <a:xfrm>
            <a:off x="7726680" y="3749040"/>
            <a:ext cx="118872" cy="118872"/>
          </a:xfrm>
          <a:prstGeom prst="rect">
            <a:avLst/>
          </a:prstGeom>
          <a:solidFill>
            <a:schemeClr val="accent5">
              <a:alpha val="4000"/>
            </a:schemeClr>
          </a:solidFill>
          <a:ln w="6350">
            <a:solidFill>
              <a:schemeClr val="bg1"/>
            </a:solidFill>
            <a:prstDash val="solid"/>
          </a:ln>
        </p:spPr>
      </p:sp>
      <p:sp>
        <p:nvSpPr>
          <p:cNvPr id="727" name="Shape 724"/>
          <p:cNvSpPr/>
          <p:nvPr/>
        </p:nvSpPr>
        <p:spPr>
          <a:xfrm>
            <a:off x="7854696" y="3749040"/>
            <a:ext cx="118872" cy="118872"/>
          </a:xfrm>
          <a:prstGeom prst="rect">
            <a:avLst/>
          </a:prstGeom>
          <a:solidFill>
            <a:schemeClr val="bg2"/>
          </a:solidFill>
          <a:ln w="6350">
            <a:solidFill>
              <a:schemeClr val="bg1"/>
            </a:solidFill>
            <a:prstDash val="solid"/>
          </a:ln>
        </p:spPr>
      </p:sp>
      <p:sp>
        <p:nvSpPr>
          <p:cNvPr id="728" name="Shape 725"/>
          <p:cNvSpPr/>
          <p:nvPr/>
        </p:nvSpPr>
        <p:spPr>
          <a:xfrm>
            <a:off x="7982712" y="3749040"/>
            <a:ext cx="118872" cy="118872"/>
          </a:xfrm>
          <a:prstGeom prst="rect">
            <a:avLst/>
          </a:prstGeom>
          <a:solidFill>
            <a:schemeClr val="bg2"/>
          </a:solidFill>
          <a:ln w="6350">
            <a:solidFill>
              <a:schemeClr val="bg1"/>
            </a:solidFill>
            <a:prstDash val="solid"/>
          </a:ln>
        </p:spPr>
      </p:sp>
      <p:sp>
        <p:nvSpPr>
          <p:cNvPr id="729" name="Shape 726"/>
          <p:cNvSpPr/>
          <p:nvPr/>
        </p:nvSpPr>
        <p:spPr>
          <a:xfrm>
            <a:off x="7086600" y="3877056"/>
            <a:ext cx="118872" cy="118872"/>
          </a:xfrm>
          <a:prstGeom prst="rect">
            <a:avLst/>
          </a:prstGeom>
          <a:solidFill>
            <a:schemeClr val="bg2"/>
          </a:solidFill>
          <a:ln w="6350">
            <a:solidFill>
              <a:schemeClr val="bg1"/>
            </a:solidFill>
            <a:prstDash val="solid"/>
          </a:ln>
        </p:spPr>
      </p:sp>
      <p:sp>
        <p:nvSpPr>
          <p:cNvPr id="730" name="Shape 727"/>
          <p:cNvSpPr/>
          <p:nvPr/>
        </p:nvSpPr>
        <p:spPr>
          <a:xfrm>
            <a:off x="7214616" y="3877056"/>
            <a:ext cx="118872" cy="118872"/>
          </a:xfrm>
          <a:prstGeom prst="rect">
            <a:avLst/>
          </a:prstGeom>
          <a:solidFill>
            <a:schemeClr val="bg2"/>
          </a:solidFill>
          <a:ln w="6350">
            <a:solidFill>
              <a:schemeClr val="bg1"/>
            </a:solidFill>
            <a:prstDash val="solid"/>
          </a:ln>
        </p:spPr>
      </p:sp>
      <p:sp>
        <p:nvSpPr>
          <p:cNvPr id="731" name="Shape 728"/>
          <p:cNvSpPr/>
          <p:nvPr/>
        </p:nvSpPr>
        <p:spPr>
          <a:xfrm>
            <a:off x="7342632" y="3877056"/>
            <a:ext cx="118872" cy="118872"/>
          </a:xfrm>
          <a:prstGeom prst="rect">
            <a:avLst/>
          </a:prstGeom>
          <a:solidFill>
            <a:schemeClr val="accent5">
              <a:alpha val="11000"/>
            </a:schemeClr>
          </a:solidFill>
          <a:ln w="6350">
            <a:solidFill>
              <a:schemeClr val="bg1"/>
            </a:solidFill>
            <a:prstDash val="solid"/>
          </a:ln>
        </p:spPr>
      </p:sp>
      <p:sp>
        <p:nvSpPr>
          <p:cNvPr id="732" name="Shape 729"/>
          <p:cNvSpPr/>
          <p:nvPr/>
        </p:nvSpPr>
        <p:spPr>
          <a:xfrm>
            <a:off x="7470648" y="3877056"/>
            <a:ext cx="118872" cy="118872"/>
          </a:xfrm>
          <a:prstGeom prst="rect">
            <a:avLst/>
          </a:prstGeom>
          <a:solidFill>
            <a:schemeClr val="accent5">
              <a:alpha val="15000"/>
            </a:schemeClr>
          </a:solidFill>
          <a:ln w="6350">
            <a:solidFill>
              <a:schemeClr val="bg1"/>
            </a:solidFill>
            <a:prstDash val="solid"/>
          </a:ln>
        </p:spPr>
      </p:sp>
      <p:sp>
        <p:nvSpPr>
          <p:cNvPr id="733" name="Shape 730"/>
          <p:cNvSpPr/>
          <p:nvPr/>
        </p:nvSpPr>
        <p:spPr>
          <a:xfrm>
            <a:off x="7598664" y="3877056"/>
            <a:ext cx="118872" cy="118872"/>
          </a:xfrm>
          <a:prstGeom prst="rect">
            <a:avLst/>
          </a:prstGeom>
          <a:solidFill>
            <a:schemeClr val="accent5">
              <a:alpha val="12000"/>
            </a:schemeClr>
          </a:solidFill>
          <a:ln w="6350">
            <a:solidFill>
              <a:schemeClr val="bg1"/>
            </a:solidFill>
            <a:prstDash val="solid"/>
          </a:ln>
        </p:spPr>
      </p:sp>
      <p:sp>
        <p:nvSpPr>
          <p:cNvPr id="734" name="Shape 731"/>
          <p:cNvSpPr/>
          <p:nvPr/>
        </p:nvSpPr>
        <p:spPr>
          <a:xfrm>
            <a:off x="7726680" y="3877056"/>
            <a:ext cx="118872" cy="118872"/>
          </a:xfrm>
          <a:prstGeom prst="rect">
            <a:avLst/>
          </a:prstGeom>
          <a:solidFill>
            <a:schemeClr val="accent5">
              <a:alpha val="14000"/>
            </a:schemeClr>
          </a:solidFill>
          <a:ln w="6350">
            <a:solidFill>
              <a:schemeClr val="bg1"/>
            </a:solidFill>
            <a:prstDash val="solid"/>
          </a:ln>
        </p:spPr>
      </p:sp>
      <p:sp>
        <p:nvSpPr>
          <p:cNvPr id="735" name="Shape 732"/>
          <p:cNvSpPr/>
          <p:nvPr/>
        </p:nvSpPr>
        <p:spPr>
          <a:xfrm>
            <a:off x="7854696" y="3877056"/>
            <a:ext cx="118872" cy="118872"/>
          </a:xfrm>
          <a:prstGeom prst="rect">
            <a:avLst/>
          </a:prstGeom>
          <a:solidFill>
            <a:schemeClr val="bg2"/>
          </a:solidFill>
          <a:ln w="6350">
            <a:solidFill>
              <a:schemeClr val="bg1"/>
            </a:solidFill>
            <a:prstDash val="solid"/>
          </a:ln>
        </p:spPr>
      </p:sp>
      <p:sp>
        <p:nvSpPr>
          <p:cNvPr id="736" name="Shape 733"/>
          <p:cNvSpPr/>
          <p:nvPr/>
        </p:nvSpPr>
        <p:spPr>
          <a:xfrm>
            <a:off x="7982712" y="3877056"/>
            <a:ext cx="118872" cy="118872"/>
          </a:xfrm>
          <a:prstGeom prst="rect">
            <a:avLst/>
          </a:prstGeom>
          <a:solidFill>
            <a:schemeClr val="bg2"/>
          </a:solidFill>
          <a:ln w="6350">
            <a:solidFill>
              <a:schemeClr val="bg1"/>
            </a:solidFill>
            <a:prstDash val="solid"/>
          </a:ln>
        </p:spPr>
      </p:sp>
      <p:sp>
        <p:nvSpPr>
          <p:cNvPr id="737" name="Shape 734"/>
          <p:cNvSpPr/>
          <p:nvPr/>
        </p:nvSpPr>
        <p:spPr>
          <a:xfrm>
            <a:off x="7086600" y="4005072"/>
            <a:ext cx="118872" cy="118872"/>
          </a:xfrm>
          <a:prstGeom prst="rect">
            <a:avLst/>
          </a:prstGeom>
          <a:solidFill>
            <a:schemeClr val="bg2"/>
          </a:solidFill>
          <a:ln w="6350">
            <a:solidFill>
              <a:schemeClr val="bg1"/>
            </a:solidFill>
            <a:prstDash val="solid"/>
          </a:ln>
        </p:spPr>
      </p:sp>
      <p:sp>
        <p:nvSpPr>
          <p:cNvPr id="738" name="Shape 735"/>
          <p:cNvSpPr/>
          <p:nvPr/>
        </p:nvSpPr>
        <p:spPr>
          <a:xfrm>
            <a:off x="7214616" y="4005072"/>
            <a:ext cx="118872" cy="118872"/>
          </a:xfrm>
          <a:prstGeom prst="rect">
            <a:avLst/>
          </a:prstGeom>
          <a:solidFill>
            <a:schemeClr val="bg2"/>
          </a:solidFill>
          <a:ln w="6350">
            <a:solidFill>
              <a:schemeClr val="bg1"/>
            </a:solidFill>
            <a:prstDash val="solid"/>
          </a:ln>
        </p:spPr>
      </p:sp>
      <p:sp>
        <p:nvSpPr>
          <p:cNvPr id="739" name="Shape 736"/>
          <p:cNvSpPr/>
          <p:nvPr/>
        </p:nvSpPr>
        <p:spPr>
          <a:xfrm>
            <a:off x="7342632" y="4005072"/>
            <a:ext cx="118872" cy="118872"/>
          </a:xfrm>
          <a:prstGeom prst="rect">
            <a:avLst/>
          </a:prstGeom>
          <a:solidFill>
            <a:schemeClr val="accent5">
              <a:alpha val="15000"/>
            </a:schemeClr>
          </a:solidFill>
          <a:ln w="6350">
            <a:solidFill>
              <a:schemeClr val="bg1"/>
            </a:solidFill>
            <a:prstDash val="solid"/>
          </a:ln>
        </p:spPr>
      </p:sp>
      <p:sp>
        <p:nvSpPr>
          <p:cNvPr id="740" name="Shape 737"/>
          <p:cNvSpPr/>
          <p:nvPr/>
        </p:nvSpPr>
        <p:spPr>
          <a:xfrm>
            <a:off x="7470648" y="4005072"/>
            <a:ext cx="118872" cy="118872"/>
          </a:xfrm>
          <a:prstGeom prst="rect">
            <a:avLst/>
          </a:prstGeom>
          <a:solidFill>
            <a:schemeClr val="accent5">
              <a:alpha val="8000"/>
            </a:schemeClr>
          </a:solidFill>
          <a:ln w="6350">
            <a:solidFill>
              <a:schemeClr val="bg1"/>
            </a:solidFill>
            <a:prstDash val="solid"/>
          </a:ln>
        </p:spPr>
      </p:sp>
      <p:sp>
        <p:nvSpPr>
          <p:cNvPr id="741" name="Shape 738"/>
          <p:cNvSpPr/>
          <p:nvPr/>
        </p:nvSpPr>
        <p:spPr>
          <a:xfrm>
            <a:off x="7598664" y="4005072"/>
            <a:ext cx="118872" cy="118872"/>
          </a:xfrm>
          <a:prstGeom prst="rect">
            <a:avLst/>
          </a:prstGeom>
          <a:solidFill>
            <a:schemeClr val="bg2"/>
          </a:solidFill>
          <a:ln w="6350">
            <a:solidFill>
              <a:schemeClr val="bg1"/>
            </a:solidFill>
            <a:prstDash val="solid"/>
          </a:ln>
        </p:spPr>
      </p:sp>
      <p:sp>
        <p:nvSpPr>
          <p:cNvPr id="742" name="Shape 739"/>
          <p:cNvSpPr/>
          <p:nvPr/>
        </p:nvSpPr>
        <p:spPr>
          <a:xfrm>
            <a:off x="7726680" y="4005072"/>
            <a:ext cx="118872" cy="118872"/>
          </a:xfrm>
          <a:prstGeom prst="rect">
            <a:avLst/>
          </a:prstGeom>
          <a:solidFill>
            <a:schemeClr val="accent5">
              <a:alpha val="3000"/>
            </a:schemeClr>
          </a:solidFill>
          <a:ln w="6350">
            <a:solidFill>
              <a:schemeClr val="bg1"/>
            </a:solidFill>
            <a:prstDash val="solid"/>
          </a:ln>
        </p:spPr>
      </p:sp>
      <p:sp>
        <p:nvSpPr>
          <p:cNvPr id="743" name="Shape 740"/>
          <p:cNvSpPr/>
          <p:nvPr/>
        </p:nvSpPr>
        <p:spPr>
          <a:xfrm>
            <a:off x="7854696" y="4005072"/>
            <a:ext cx="118872" cy="118872"/>
          </a:xfrm>
          <a:prstGeom prst="rect">
            <a:avLst/>
          </a:prstGeom>
          <a:solidFill>
            <a:schemeClr val="bg2"/>
          </a:solidFill>
          <a:ln w="6350">
            <a:solidFill>
              <a:schemeClr val="bg1"/>
            </a:solidFill>
            <a:prstDash val="solid"/>
          </a:ln>
        </p:spPr>
      </p:sp>
      <p:sp>
        <p:nvSpPr>
          <p:cNvPr id="744" name="Shape 741"/>
          <p:cNvSpPr/>
          <p:nvPr/>
        </p:nvSpPr>
        <p:spPr>
          <a:xfrm>
            <a:off x="7982712" y="4005072"/>
            <a:ext cx="118872" cy="118872"/>
          </a:xfrm>
          <a:prstGeom prst="rect">
            <a:avLst/>
          </a:prstGeom>
          <a:solidFill>
            <a:schemeClr val="bg2"/>
          </a:solidFill>
          <a:ln w="6350">
            <a:solidFill>
              <a:schemeClr val="bg1"/>
            </a:solidFill>
            <a:prstDash val="solid"/>
          </a:ln>
        </p:spPr>
      </p:sp>
      <p:sp>
        <p:nvSpPr>
          <p:cNvPr id="745" name="Shape 742"/>
          <p:cNvSpPr/>
          <p:nvPr/>
        </p:nvSpPr>
        <p:spPr>
          <a:xfrm>
            <a:off x="7086600" y="4133088"/>
            <a:ext cx="118872" cy="118872"/>
          </a:xfrm>
          <a:prstGeom prst="rect">
            <a:avLst/>
          </a:prstGeom>
          <a:solidFill>
            <a:schemeClr val="bg2"/>
          </a:solidFill>
          <a:ln w="6350">
            <a:solidFill>
              <a:schemeClr val="bg1"/>
            </a:solidFill>
            <a:prstDash val="solid"/>
          </a:ln>
        </p:spPr>
      </p:sp>
      <p:sp>
        <p:nvSpPr>
          <p:cNvPr id="746" name="Shape 743"/>
          <p:cNvSpPr/>
          <p:nvPr/>
        </p:nvSpPr>
        <p:spPr>
          <a:xfrm>
            <a:off x="7214616" y="4133088"/>
            <a:ext cx="118872" cy="118872"/>
          </a:xfrm>
          <a:prstGeom prst="rect">
            <a:avLst/>
          </a:prstGeom>
          <a:solidFill>
            <a:schemeClr val="accent5">
              <a:alpha val="4000"/>
            </a:schemeClr>
          </a:solidFill>
          <a:ln w="6350">
            <a:solidFill>
              <a:schemeClr val="bg1"/>
            </a:solidFill>
            <a:prstDash val="solid"/>
          </a:ln>
        </p:spPr>
      </p:sp>
      <p:sp>
        <p:nvSpPr>
          <p:cNvPr id="747" name="Shape 744"/>
          <p:cNvSpPr/>
          <p:nvPr/>
        </p:nvSpPr>
        <p:spPr>
          <a:xfrm>
            <a:off x="7342632" y="4133088"/>
            <a:ext cx="118872" cy="118872"/>
          </a:xfrm>
          <a:prstGeom prst="rect">
            <a:avLst/>
          </a:prstGeom>
          <a:solidFill>
            <a:schemeClr val="accent5">
              <a:alpha val="15000"/>
            </a:schemeClr>
          </a:solidFill>
          <a:ln w="6350">
            <a:solidFill>
              <a:schemeClr val="bg1"/>
            </a:solidFill>
            <a:prstDash val="solid"/>
          </a:ln>
        </p:spPr>
      </p:sp>
      <p:sp>
        <p:nvSpPr>
          <p:cNvPr id="748" name="Shape 745"/>
          <p:cNvSpPr/>
          <p:nvPr/>
        </p:nvSpPr>
        <p:spPr>
          <a:xfrm>
            <a:off x="7470648" y="4133088"/>
            <a:ext cx="118872" cy="118872"/>
          </a:xfrm>
          <a:prstGeom prst="rect">
            <a:avLst/>
          </a:prstGeom>
          <a:solidFill>
            <a:schemeClr val="accent5">
              <a:alpha val="6000"/>
            </a:schemeClr>
          </a:solidFill>
          <a:ln w="6350">
            <a:solidFill>
              <a:schemeClr val="bg1"/>
            </a:solidFill>
            <a:prstDash val="solid"/>
          </a:ln>
        </p:spPr>
      </p:sp>
      <p:sp>
        <p:nvSpPr>
          <p:cNvPr id="749" name="Shape 746"/>
          <p:cNvSpPr/>
          <p:nvPr/>
        </p:nvSpPr>
        <p:spPr>
          <a:xfrm>
            <a:off x="7598664" y="4133088"/>
            <a:ext cx="118872" cy="118872"/>
          </a:xfrm>
          <a:prstGeom prst="rect">
            <a:avLst/>
          </a:prstGeom>
          <a:solidFill>
            <a:schemeClr val="accent5">
              <a:alpha val="13000"/>
            </a:schemeClr>
          </a:solidFill>
          <a:ln w="6350">
            <a:solidFill>
              <a:schemeClr val="bg1"/>
            </a:solidFill>
            <a:prstDash val="solid"/>
          </a:ln>
        </p:spPr>
      </p:sp>
      <p:sp>
        <p:nvSpPr>
          <p:cNvPr id="750" name="Shape 747"/>
          <p:cNvSpPr/>
          <p:nvPr/>
        </p:nvSpPr>
        <p:spPr>
          <a:xfrm>
            <a:off x="7726680" y="4133088"/>
            <a:ext cx="118872" cy="118872"/>
          </a:xfrm>
          <a:prstGeom prst="rect">
            <a:avLst/>
          </a:prstGeom>
          <a:solidFill>
            <a:schemeClr val="accent5">
              <a:alpha val="8000"/>
            </a:schemeClr>
          </a:solidFill>
          <a:ln w="6350">
            <a:solidFill>
              <a:schemeClr val="bg1"/>
            </a:solidFill>
            <a:prstDash val="solid"/>
          </a:ln>
        </p:spPr>
      </p:sp>
      <p:sp>
        <p:nvSpPr>
          <p:cNvPr id="751" name="Shape 748"/>
          <p:cNvSpPr/>
          <p:nvPr/>
        </p:nvSpPr>
        <p:spPr>
          <a:xfrm>
            <a:off x="7854696" y="4133088"/>
            <a:ext cx="118872" cy="118872"/>
          </a:xfrm>
          <a:prstGeom prst="rect">
            <a:avLst/>
          </a:prstGeom>
          <a:solidFill>
            <a:schemeClr val="bg2"/>
          </a:solidFill>
          <a:ln w="6350">
            <a:solidFill>
              <a:schemeClr val="bg1"/>
            </a:solidFill>
            <a:prstDash val="solid"/>
          </a:ln>
        </p:spPr>
      </p:sp>
      <p:sp>
        <p:nvSpPr>
          <p:cNvPr id="752" name="Shape 749"/>
          <p:cNvSpPr/>
          <p:nvPr/>
        </p:nvSpPr>
        <p:spPr>
          <a:xfrm>
            <a:off x="7982712" y="4133088"/>
            <a:ext cx="118872" cy="118872"/>
          </a:xfrm>
          <a:prstGeom prst="rect">
            <a:avLst/>
          </a:prstGeom>
          <a:solidFill>
            <a:schemeClr val="bg2"/>
          </a:solidFill>
          <a:ln w="6350">
            <a:solidFill>
              <a:schemeClr val="bg1"/>
            </a:solidFill>
            <a:prstDash val="solid"/>
          </a:ln>
        </p:spPr>
      </p:sp>
      <p:sp>
        <p:nvSpPr>
          <p:cNvPr id="753" name="Shape 750"/>
          <p:cNvSpPr/>
          <p:nvPr/>
        </p:nvSpPr>
        <p:spPr>
          <a:xfrm>
            <a:off x="7086600" y="4261104"/>
            <a:ext cx="118872" cy="118872"/>
          </a:xfrm>
          <a:prstGeom prst="rect">
            <a:avLst/>
          </a:prstGeom>
          <a:solidFill>
            <a:schemeClr val="bg2"/>
          </a:solidFill>
          <a:ln w="6350">
            <a:solidFill>
              <a:schemeClr val="bg1"/>
            </a:solidFill>
            <a:prstDash val="solid"/>
          </a:ln>
        </p:spPr>
      </p:sp>
      <p:sp>
        <p:nvSpPr>
          <p:cNvPr id="754" name="Shape 751"/>
          <p:cNvSpPr/>
          <p:nvPr/>
        </p:nvSpPr>
        <p:spPr>
          <a:xfrm>
            <a:off x="7214616" y="4261104"/>
            <a:ext cx="118872" cy="118872"/>
          </a:xfrm>
          <a:prstGeom prst="rect">
            <a:avLst/>
          </a:prstGeom>
          <a:solidFill>
            <a:schemeClr val="accent5">
              <a:alpha val="7000"/>
            </a:schemeClr>
          </a:solidFill>
          <a:ln w="6350">
            <a:solidFill>
              <a:schemeClr val="bg1"/>
            </a:solidFill>
            <a:prstDash val="solid"/>
          </a:ln>
        </p:spPr>
      </p:sp>
      <p:sp>
        <p:nvSpPr>
          <p:cNvPr id="755" name="Shape 752"/>
          <p:cNvSpPr/>
          <p:nvPr/>
        </p:nvSpPr>
        <p:spPr>
          <a:xfrm>
            <a:off x="7342632" y="4261104"/>
            <a:ext cx="118872" cy="118872"/>
          </a:xfrm>
          <a:prstGeom prst="rect">
            <a:avLst/>
          </a:prstGeom>
          <a:solidFill>
            <a:schemeClr val="accent5">
              <a:alpha val="15000"/>
            </a:schemeClr>
          </a:solidFill>
          <a:ln w="6350">
            <a:solidFill>
              <a:schemeClr val="bg1"/>
            </a:solidFill>
            <a:prstDash val="solid"/>
          </a:ln>
        </p:spPr>
      </p:sp>
      <p:sp>
        <p:nvSpPr>
          <p:cNvPr id="756" name="Shape 753"/>
          <p:cNvSpPr/>
          <p:nvPr/>
        </p:nvSpPr>
        <p:spPr>
          <a:xfrm>
            <a:off x="7470648" y="4261104"/>
            <a:ext cx="118872" cy="118872"/>
          </a:xfrm>
          <a:prstGeom prst="rect">
            <a:avLst/>
          </a:prstGeom>
          <a:solidFill>
            <a:schemeClr val="accent5">
              <a:alpha val="15000"/>
            </a:schemeClr>
          </a:solidFill>
          <a:ln w="6350">
            <a:solidFill>
              <a:schemeClr val="bg1"/>
            </a:solidFill>
            <a:prstDash val="solid"/>
          </a:ln>
        </p:spPr>
      </p:sp>
      <p:sp>
        <p:nvSpPr>
          <p:cNvPr id="757" name="Shape 754"/>
          <p:cNvSpPr/>
          <p:nvPr/>
        </p:nvSpPr>
        <p:spPr>
          <a:xfrm>
            <a:off x="7598664" y="4261104"/>
            <a:ext cx="118872" cy="118872"/>
          </a:xfrm>
          <a:prstGeom prst="rect">
            <a:avLst/>
          </a:prstGeom>
          <a:solidFill>
            <a:schemeClr val="accent5">
              <a:alpha val="15000"/>
            </a:schemeClr>
          </a:solidFill>
          <a:ln w="6350">
            <a:solidFill>
              <a:schemeClr val="bg1"/>
            </a:solidFill>
            <a:prstDash val="solid"/>
          </a:ln>
        </p:spPr>
      </p:sp>
      <p:sp>
        <p:nvSpPr>
          <p:cNvPr id="758" name="Shape 755"/>
          <p:cNvSpPr/>
          <p:nvPr/>
        </p:nvSpPr>
        <p:spPr>
          <a:xfrm>
            <a:off x="7726680" y="4261104"/>
            <a:ext cx="118872" cy="118872"/>
          </a:xfrm>
          <a:prstGeom prst="rect">
            <a:avLst/>
          </a:prstGeom>
          <a:solidFill>
            <a:schemeClr val="accent5">
              <a:alpha val="15000"/>
            </a:schemeClr>
          </a:solidFill>
          <a:ln w="6350">
            <a:solidFill>
              <a:schemeClr val="bg1"/>
            </a:solidFill>
            <a:prstDash val="solid"/>
          </a:ln>
        </p:spPr>
      </p:sp>
      <p:sp>
        <p:nvSpPr>
          <p:cNvPr id="759" name="Shape 756"/>
          <p:cNvSpPr/>
          <p:nvPr/>
        </p:nvSpPr>
        <p:spPr>
          <a:xfrm>
            <a:off x="7854696" y="4261104"/>
            <a:ext cx="118872" cy="118872"/>
          </a:xfrm>
          <a:prstGeom prst="rect">
            <a:avLst/>
          </a:prstGeom>
          <a:solidFill>
            <a:schemeClr val="accent5">
              <a:alpha val="6000"/>
            </a:schemeClr>
          </a:solidFill>
          <a:ln w="6350">
            <a:solidFill>
              <a:schemeClr val="bg1"/>
            </a:solidFill>
            <a:prstDash val="solid"/>
          </a:ln>
        </p:spPr>
      </p:sp>
      <p:sp>
        <p:nvSpPr>
          <p:cNvPr id="760" name="Shape 757"/>
          <p:cNvSpPr/>
          <p:nvPr/>
        </p:nvSpPr>
        <p:spPr>
          <a:xfrm>
            <a:off x="7982712" y="4261104"/>
            <a:ext cx="118872" cy="118872"/>
          </a:xfrm>
          <a:prstGeom prst="rect">
            <a:avLst/>
          </a:prstGeom>
          <a:solidFill>
            <a:schemeClr val="bg2"/>
          </a:solidFill>
          <a:ln w="6350">
            <a:solidFill>
              <a:schemeClr val="bg1"/>
            </a:solidFill>
            <a:prstDash val="solid"/>
          </a:ln>
        </p:spPr>
      </p:sp>
      <p:sp>
        <p:nvSpPr>
          <p:cNvPr id="761" name="Shape 758"/>
          <p:cNvSpPr/>
          <p:nvPr/>
        </p:nvSpPr>
        <p:spPr>
          <a:xfrm>
            <a:off x="7086600" y="4389120"/>
            <a:ext cx="118872" cy="118872"/>
          </a:xfrm>
          <a:prstGeom prst="rect">
            <a:avLst/>
          </a:prstGeom>
          <a:solidFill>
            <a:schemeClr val="bg2"/>
          </a:solidFill>
          <a:ln w="6350">
            <a:solidFill>
              <a:schemeClr val="bg1"/>
            </a:solidFill>
            <a:prstDash val="solid"/>
          </a:ln>
        </p:spPr>
      </p:sp>
      <p:sp>
        <p:nvSpPr>
          <p:cNvPr id="762" name="Shape 759"/>
          <p:cNvSpPr/>
          <p:nvPr/>
        </p:nvSpPr>
        <p:spPr>
          <a:xfrm>
            <a:off x="7214616" y="4389120"/>
            <a:ext cx="118872" cy="118872"/>
          </a:xfrm>
          <a:prstGeom prst="rect">
            <a:avLst/>
          </a:prstGeom>
          <a:solidFill>
            <a:schemeClr val="bg2"/>
          </a:solidFill>
          <a:ln w="6350">
            <a:solidFill>
              <a:schemeClr val="bg1"/>
            </a:solidFill>
            <a:prstDash val="solid"/>
          </a:ln>
        </p:spPr>
      </p:sp>
      <p:sp>
        <p:nvSpPr>
          <p:cNvPr id="763" name="Shape 760"/>
          <p:cNvSpPr/>
          <p:nvPr/>
        </p:nvSpPr>
        <p:spPr>
          <a:xfrm>
            <a:off x="7342632" y="4389120"/>
            <a:ext cx="118872" cy="118872"/>
          </a:xfrm>
          <a:prstGeom prst="rect">
            <a:avLst/>
          </a:prstGeom>
          <a:solidFill>
            <a:schemeClr val="accent5">
              <a:alpha val="15000"/>
            </a:schemeClr>
          </a:solidFill>
          <a:ln w="6350">
            <a:solidFill>
              <a:schemeClr val="bg1"/>
            </a:solidFill>
            <a:prstDash val="solid"/>
          </a:ln>
        </p:spPr>
      </p:sp>
      <p:sp>
        <p:nvSpPr>
          <p:cNvPr id="764" name="Shape 761"/>
          <p:cNvSpPr/>
          <p:nvPr/>
        </p:nvSpPr>
        <p:spPr>
          <a:xfrm>
            <a:off x="7470648" y="4389120"/>
            <a:ext cx="118872" cy="118872"/>
          </a:xfrm>
          <a:prstGeom prst="rect">
            <a:avLst/>
          </a:prstGeom>
          <a:solidFill>
            <a:schemeClr val="accent5">
              <a:alpha val="13000"/>
            </a:schemeClr>
          </a:solidFill>
          <a:ln w="6350">
            <a:solidFill>
              <a:schemeClr val="bg1"/>
            </a:solidFill>
            <a:prstDash val="solid"/>
          </a:ln>
        </p:spPr>
      </p:sp>
      <p:sp>
        <p:nvSpPr>
          <p:cNvPr id="765" name="Shape 762"/>
          <p:cNvSpPr/>
          <p:nvPr/>
        </p:nvSpPr>
        <p:spPr>
          <a:xfrm>
            <a:off x="7598664" y="4389120"/>
            <a:ext cx="118872" cy="118872"/>
          </a:xfrm>
          <a:prstGeom prst="rect">
            <a:avLst/>
          </a:prstGeom>
          <a:solidFill>
            <a:schemeClr val="accent3">
              <a:alpha val="47000"/>
            </a:schemeClr>
          </a:solidFill>
          <a:ln w="6350">
            <a:solidFill>
              <a:schemeClr val="bg1"/>
            </a:solidFill>
            <a:prstDash val="solid"/>
          </a:ln>
        </p:spPr>
      </p:sp>
      <p:sp>
        <p:nvSpPr>
          <p:cNvPr id="766" name="Shape 763"/>
          <p:cNvSpPr/>
          <p:nvPr/>
        </p:nvSpPr>
        <p:spPr>
          <a:xfrm>
            <a:off x="7726680" y="4389120"/>
            <a:ext cx="118872" cy="118872"/>
          </a:xfrm>
          <a:prstGeom prst="rect">
            <a:avLst/>
          </a:prstGeom>
          <a:solidFill>
            <a:schemeClr val="accent3"/>
          </a:solidFill>
          <a:ln w="6350">
            <a:solidFill>
              <a:schemeClr val="bg1"/>
            </a:solidFill>
            <a:prstDash val="solid"/>
          </a:ln>
        </p:spPr>
      </p:sp>
      <p:sp>
        <p:nvSpPr>
          <p:cNvPr id="767" name="Shape 764"/>
          <p:cNvSpPr/>
          <p:nvPr/>
        </p:nvSpPr>
        <p:spPr>
          <a:xfrm>
            <a:off x="7854696" y="4389120"/>
            <a:ext cx="118872" cy="118872"/>
          </a:xfrm>
          <a:prstGeom prst="rect">
            <a:avLst/>
          </a:prstGeom>
          <a:solidFill>
            <a:schemeClr val="accent3">
              <a:alpha val="65000"/>
            </a:schemeClr>
          </a:solidFill>
          <a:ln w="6350">
            <a:solidFill>
              <a:schemeClr val="bg1"/>
            </a:solidFill>
            <a:prstDash val="solid"/>
          </a:ln>
        </p:spPr>
      </p:sp>
      <p:sp>
        <p:nvSpPr>
          <p:cNvPr id="768" name="Shape 765"/>
          <p:cNvSpPr/>
          <p:nvPr/>
        </p:nvSpPr>
        <p:spPr>
          <a:xfrm>
            <a:off x="7982712" y="4389120"/>
            <a:ext cx="118872" cy="118872"/>
          </a:xfrm>
          <a:prstGeom prst="rect">
            <a:avLst/>
          </a:prstGeom>
          <a:solidFill>
            <a:schemeClr val="bg2"/>
          </a:solidFill>
          <a:ln w="6350">
            <a:solidFill>
              <a:schemeClr val="bg1"/>
            </a:solidFill>
            <a:prstDash val="solid"/>
          </a:ln>
        </p:spPr>
      </p:sp>
      <p:sp>
        <p:nvSpPr>
          <p:cNvPr id="769" name="Shape 766"/>
          <p:cNvSpPr/>
          <p:nvPr/>
        </p:nvSpPr>
        <p:spPr>
          <a:xfrm>
            <a:off x="7086600" y="4517136"/>
            <a:ext cx="118872" cy="118872"/>
          </a:xfrm>
          <a:prstGeom prst="rect">
            <a:avLst/>
          </a:prstGeom>
          <a:solidFill>
            <a:schemeClr val="bg2"/>
          </a:solidFill>
          <a:ln w="6350">
            <a:solidFill>
              <a:schemeClr val="bg1"/>
            </a:solidFill>
            <a:prstDash val="solid"/>
          </a:ln>
        </p:spPr>
      </p:sp>
      <p:sp>
        <p:nvSpPr>
          <p:cNvPr id="770" name="Shape 767"/>
          <p:cNvSpPr/>
          <p:nvPr/>
        </p:nvSpPr>
        <p:spPr>
          <a:xfrm>
            <a:off x="7214616" y="4517136"/>
            <a:ext cx="118872" cy="118872"/>
          </a:xfrm>
          <a:prstGeom prst="rect">
            <a:avLst/>
          </a:prstGeom>
          <a:solidFill>
            <a:schemeClr val="bg2"/>
          </a:solidFill>
          <a:ln w="6350">
            <a:solidFill>
              <a:schemeClr val="bg1"/>
            </a:solidFill>
            <a:prstDash val="solid"/>
          </a:ln>
        </p:spPr>
      </p:sp>
      <p:sp>
        <p:nvSpPr>
          <p:cNvPr id="771" name="Shape 768"/>
          <p:cNvSpPr/>
          <p:nvPr/>
        </p:nvSpPr>
        <p:spPr>
          <a:xfrm>
            <a:off x="7342632" y="4517136"/>
            <a:ext cx="118872" cy="118872"/>
          </a:xfrm>
          <a:prstGeom prst="rect">
            <a:avLst/>
          </a:prstGeom>
          <a:solidFill>
            <a:schemeClr val="accent5">
              <a:alpha val="11000"/>
            </a:schemeClr>
          </a:solidFill>
          <a:ln w="6350">
            <a:solidFill>
              <a:schemeClr val="bg1"/>
            </a:solidFill>
            <a:prstDash val="solid"/>
          </a:ln>
        </p:spPr>
      </p:sp>
      <p:sp>
        <p:nvSpPr>
          <p:cNvPr id="772" name="Shape 769"/>
          <p:cNvSpPr/>
          <p:nvPr/>
        </p:nvSpPr>
        <p:spPr>
          <a:xfrm>
            <a:off x="7470648" y="4517136"/>
            <a:ext cx="118872" cy="118872"/>
          </a:xfrm>
          <a:prstGeom prst="rect">
            <a:avLst/>
          </a:prstGeom>
          <a:solidFill>
            <a:schemeClr val="accent5">
              <a:alpha val="15000"/>
            </a:schemeClr>
          </a:solidFill>
          <a:ln w="6350">
            <a:solidFill>
              <a:schemeClr val="bg1"/>
            </a:solidFill>
            <a:prstDash val="solid"/>
          </a:ln>
        </p:spPr>
      </p:sp>
      <p:sp>
        <p:nvSpPr>
          <p:cNvPr id="773" name="Shape 770"/>
          <p:cNvSpPr/>
          <p:nvPr/>
        </p:nvSpPr>
        <p:spPr>
          <a:xfrm>
            <a:off x="7598664" y="4517136"/>
            <a:ext cx="118872" cy="118872"/>
          </a:xfrm>
          <a:prstGeom prst="rect">
            <a:avLst/>
          </a:prstGeom>
          <a:solidFill>
            <a:schemeClr val="accent3">
              <a:alpha val="87000"/>
            </a:schemeClr>
          </a:solidFill>
          <a:ln w="6350">
            <a:solidFill>
              <a:schemeClr val="bg1"/>
            </a:solidFill>
            <a:prstDash val="solid"/>
          </a:ln>
        </p:spPr>
      </p:sp>
      <p:sp>
        <p:nvSpPr>
          <p:cNvPr id="774" name="Shape 771"/>
          <p:cNvSpPr/>
          <p:nvPr/>
        </p:nvSpPr>
        <p:spPr>
          <a:xfrm>
            <a:off x="7726680" y="4517136"/>
            <a:ext cx="118872" cy="118872"/>
          </a:xfrm>
          <a:prstGeom prst="rect">
            <a:avLst/>
          </a:prstGeom>
          <a:solidFill>
            <a:schemeClr val="accent3"/>
          </a:solidFill>
          <a:ln w="6350">
            <a:solidFill>
              <a:schemeClr val="bg1"/>
            </a:solidFill>
            <a:prstDash val="solid"/>
          </a:ln>
        </p:spPr>
      </p:sp>
      <p:sp>
        <p:nvSpPr>
          <p:cNvPr id="775" name="Shape 772"/>
          <p:cNvSpPr/>
          <p:nvPr/>
        </p:nvSpPr>
        <p:spPr>
          <a:xfrm>
            <a:off x="7854696" y="4517136"/>
            <a:ext cx="118872" cy="118872"/>
          </a:xfrm>
          <a:prstGeom prst="rect">
            <a:avLst/>
          </a:prstGeom>
          <a:solidFill>
            <a:schemeClr val="bg2"/>
          </a:solidFill>
          <a:ln w="6350">
            <a:solidFill>
              <a:schemeClr val="bg1"/>
            </a:solidFill>
            <a:prstDash val="solid"/>
          </a:ln>
        </p:spPr>
      </p:sp>
      <p:sp>
        <p:nvSpPr>
          <p:cNvPr id="776" name="Shape 773"/>
          <p:cNvSpPr/>
          <p:nvPr/>
        </p:nvSpPr>
        <p:spPr>
          <a:xfrm>
            <a:off x="7982712" y="4517136"/>
            <a:ext cx="118872" cy="118872"/>
          </a:xfrm>
          <a:prstGeom prst="rect">
            <a:avLst/>
          </a:prstGeom>
          <a:solidFill>
            <a:schemeClr val="bg2"/>
          </a:solidFill>
          <a:ln w="6350">
            <a:solidFill>
              <a:schemeClr val="bg1"/>
            </a:solidFill>
            <a:prstDash val="solid"/>
          </a:ln>
        </p:spPr>
      </p:sp>
      <p:sp>
        <p:nvSpPr>
          <p:cNvPr id="777" name="Shape 774"/>
          <p:cNvSpPr/>
          <p:nvPr/>
        </p:nvSpPr>
        <p:spPr>
          <a:xfrm>
            <a:off x="7086600" y="4645152"/>
            <a:ext cx="118872" cy="118872"/>
          </a:xfrm>
          <a:prstGeom prst="rect">
            <a:avLst/>
          </a:prstGeom>
          <a:solidFill>
            <a:schemeClr val="bg2"/>
          </a:solidFill>
          <a:ln w="6350">
            <a:solidFill>
              <a:schemeClr val="bg1"/>
            </a:solidFill>
            <a:prstDash val="solid"/>
          </a:ln>
        </p:spPr>
      </p:sp>
      <p:sp>
        <p:nvSpPr>
          <p:cNvPr id="778" name="Shape 775"/>
          <p:cNvSpPr/>
          <p:nvPr/>
        </p:nvSpPr>
        <p:spPr>
          <a:xfrm>
            <a:off x="7214616" y="4645152"/>
            <a:ext cx="118872" cy="118872"/>
          </a:xfrm>
          <a:prstGeom prst="rect">
            <a:avLst/>
          </a:prstGeom>
          <a:solidFill>
            <a:schemeClr val="bg2"/>
          </a:solidFill>
          <a:ln w="6350">
            <a:solidFill>
              <a:schemeClr val="bg1"/>
            </a:solidFill>
            <a:prstDash val="solid"/>
          </a:ln>
        </p:spPr>
      </p:sp>
      <p:sp>
        <p:nvSpPr>
          <p:cNvPr id="779" name="Shape 776"/>
          <p:cNvSpPr/>
          <p:nvPr/>
        </p:nvSpPr>
        <p:spPr>
          <a:xfrm>
            <a:off x="7342632" y="4645152"/>
            <a:ext cx="118872" cy="118872"/>
          </a:xfrm>
          <a:prstGeom prst="rect">
            <a:avLst/>
          </a:prstGeom>
          <a:solidFill>
            <a:schemeClr val="bg2"/>
          </a:solidFill>
          <a:ln w="6350">
            <a:solidFill>
              <a:schemeClr val="bg1"/>
            </a:solidFill>
            <a:prstDash val="solid"/>
          </a:ln>
        </p:spPr>
      </p:sp>
      <p:sp>
        <p:nvSpPr>
          <p:cNvPr id="780" name="Shape 777"/>
          <p:cNvSpPr/>
          <p:nvPr/>
        </p:nvSpPr>
        <p:spPr>
          <a:xfrm>
            <a:off x="7470648" y="4645152"/>
            <a:ext cx="118872" cy="118872"/>
          </a:xfrm>
          <a:prstGeom prst="rect">
            <a:avLst/>
          </a:prstGeom>
          <a:solidFill>
            <a:schemeClr val="accent5">
              <a:alpha val="9000"/>
            </a:schemeClr>
          </a:solidFill>
          <a:ln w="6350">
            <a:solidFill>
              <a:schemeClr val="bg1"/>
            </a:solidFill>
            <a:prstDash val="solid"/>
          </a:ln>
        </p:spPr>
      </p:sp>
      <p:sp>
        <p:nvSpPr>
          <p:cNvPr id="781" name="Shape 778"/>
          <p:cNvSpPr/>
          <p:nvPr/>
        </p:nvSpPr>
        <p:spPr>
          <a:xfrm>
            <a:off x="7598664" y="4645152"/>
            <a:ext cx="118872" cy="118872"/>
          </a:xfrm>
          <a:prstGeom prst="rect">
            <a:avLst/>
          </a:prstGeom>
          <a:solidFill>
            <a:schemeClr val="accent3"/>
          </a:solidFill>
          <a:ln w="6350">
            <a:solidFill>
              <a:schemeClr val="bg1"/>
            </a:solidFill>
            <a:prstDash val="solid"/>
          </a:ln>
        </p:spPr>
      </p:sp>
      <p:sp>
        <p:nvSpPr>
          <p:cNvPr id="782" name="Shape 779"/>
          <p:cNvSpPr/>
          <p:nvPr/>
        </p:nvSpPr>
        <p:spPr>
          <a:xfrm>
            <a:off x="7726680" y="4645152"/>
            <a:ext cx="118872" cy="118872"/>
          </a:xfrm>
          <a:prstGeom prst="rect">
            <a:avLst/>
          </a:prstGeom>
          <a:solidFill>
            <a:schemeClr val="accent3">
              <a:alpha val="61000"/>
            </a:schemeClr>
          </a:solidFill>
          <a:ln w="6350">
            <a:solidFill>
              <a:schemeClr val="bg1"/>
            </a:solidFill>
            <a:prstDash val="solid"/>
          </a:ln>
        </p:spPr>
      </p:sp>
      <p:sp>
        <p:nvSpPr>
          <p:cNvPr id="783" name="Shape 780"/>
          <p:cNvSpPr/>
          <p:nvPr/>
        </p:nvSpPr>
        <p:spPr>
          <a:xfrm>
            <a:off x="7854696" y="4645152"/>
            <a:ext cx="118872" cy="118872"/>
          </a:xfrm>
          <a:prstGeom prst="rect">
            <a:avLst/>
          </a:prstGeom>
          <a:solidFill>
            <a:schemeClr val="bg2"/>
          </a:solidFill>
          <a:ln w="6350">
            <a:solidFill>
              <a:schemeClr val="bg1"/>
            </a:solidFill>
            <a:prstDash val="solid"/>
          </a:ln>
        </p:spPr>
      </p:sp>
      <p:sp>
        <p:nvSpPr>
          <p:cNvPr id="784" name="Shape 781"/>
          <p:cNvSpPr/>
          <p:nvPr/>
        </p:nvSpPr>
        <p:spPr>
          <a:xfrm>
            <a:off x="7982712" y="4645152"/>
            <a:ext cx="118872" cy="118872"/>
          </a:xfrm>
          <a:prstGeom prst="rect">
            <a:avLst/>
          </a:prstGeom>
          <a:solidFill>
            <a:schemeClr val="bg2"/>
          </a:solidFill>
          <a:ln w="6350">
            <a:solidFill>
              <a:schemeClr val="bg1"/>
            </a:solidFill>
            <a:prstDash val="solid"/>
          </a:ln>
        </p:spPr>
      </p:sp>
      <p:sp>
        <p:nvSpPr>
          <p:cNvPr id="785" name="Text 782"/>
          <p:cNvSpPr txBox="1"/>
          <p:nvPr/>
        </p:nvSpPr>
        <p:spPr>
          <a:xfrm>
            <a:off x="8275320" y="3749040"/>
            <a:ext cx="3200400" cy="914400"/>
          </a:xfrm>
          <a:prstGeom prst="rect">
            <a:avLst/>
          </a:prstGeom>
          <a:noFill/>
          <a:ln/>
        </p:spPr>
        <p:txBody>
          <a:bodyPr wrap="square" lIns="0" tIns="0" rIns="0" bIns="0" rtlCol="0" anchor="t"/>
          <a:lstStyle/>
          <a:p>
            <a:pPr indent="0" marL="0">
              <a:buNone/>
            </a:pPr>
            <a:r>
              <a:rPr lang="en-US" sz="1300" dirty="0">
                <a:solidFill>
                  <a:schemeClr val="tx2"/>
                </a:solidFill>
              </a:rPr>
              <a:t>軸2　0・6 → 9　出力の動きの8%</a:t>
            </a:r>
            <a:endParaRPr lang="en-US" sz="1300" dirty="0"/>
          </a:p>
          <a:p>
            <a:pPr indent="0" marL="0">
              <a:buNone/>
            </a:pPr>
            <a:r>
              <a:rPr lang="en-US" sz="1300" dirty="0">
                <a:solidFill>
                  <a:schemeClr val="tx2"/>
                </a:solidFill>
              </a:rPr>
              <a:t>9らしく見せる領域（黄）</a:t>
            </a:r>
            <a:endParaRPr lang="en-US" sz="1300" dirty="0"/>
          </a:p>
        </p:txBody>
      </p:sp>
      <p:sp>
        <p:nvSpPr>
          <p:cNvPr id="786" name="Text 783"/>
          <p:cNvSpPr txBox="1"/>
          <p:nvPr/>
        </p:nvSpPr>
        <p:spPr>
          <a:xfrm>
            <a:off x="4892040" y="4800600"/>
            <a:ext cx="6400800" cy="274320"/>
          </a:xfrm>
          <a:prstGeom prst="rect">
            <a:avLst/>
          </a:prstGeom>
          <a:noFill/>
          <a:ln/>
        </p:spPr>
        <p:txBody>
          <a:bodyPr wrap="square" lIns="0" tIns="0" rIns="0" bIns="0" rtlCol="0" anchor="t"/>
          <a:lstStyle/>
          <a:p>
            <a:pPr indent="0" marL="0">
              <a:buNone/>
            </a:pPr>
            <a:r>
              <a:rPr lang="en-US" sz="1100" dirty="0">
                <a:solidFill>
                  <a:schemeClr val="tx2"/>
                </a:solidFill>
              </a:rPr>
              <a:t>（数値とヒートマップは説明のための例）</a:t>
            </a:r>
            <a:endParaRPr lang="en-US" sz="1100" dirty="0"/>
          </a:p>
        </p:txBody>
      </p:sp>
      <p:sp>
        <p:nvSpPr>
          <p:cNvPr id="787" name="Shape 784"/>
          <p:cNvSpPr/>
          <p:nvPr/>
        </p:nvSpPr>
        <p:spPr>
          <a:xfrm>
            <a:off x="548640" y="5394960"/>
            <a:ext cx="11064240" cy="777240"/>
          </a:xfrm>
          <a:prstGeom prst="roundRect">
            <a:avLst>
              <a:gd name="adj" fmla="val 14118"/>
            </a:avLst>
          </a:prstGeom>
          <a:solidFill>
            <a:schemeClr val="tx1"/>
          </a:solidFill>
          <a:ln w="12700">
            <a:solidFill>
              <a:schemeClr val="tx1"/>
            </a:solidFill>
            <a:prstDash val="solid"/>
          </a:ln>
        </p:spPr>
      </p:sp>
      <p:sp>
        <p:nvSpPr>
          <p:cNvPr id="788" name="Text 785"/>
          <p:cNvSpPr txBox="1"/>
          <p:nvPr/>
        </p:nvSpPr>
        <p:spPr>
          <a:xfrm>
            <a:off x="822960" y="5394960"/>
            <a:ext cx="10607040" cy="777240"/>
          </a:xfrm>
          <a:prstGeom prst="rect">
            <a:avLst/>
          </a:prstGeom>
          <a:noFill/>
          <a:ln/>
        </p:spPr>
        <p:txBody>
          <a:bodyPr wrap="square" lIns="0" tIns="0" rIns="0" bIns="0" rtlCol="0" anchor="ctr"/>
          <a:lstStyle/>
          <a:p>
            <a:pPr indent="0" marL="0">
              <a:buNone/>
            </a:pPr>
            <a:r>
              <a:rPr lang="en-US" sz="2200" b="1" dirty="0">
                <a:solidFill>
                  <a:schemeClr val="accent3"/>
                </a:solidFill>
              </a:rPr>
              <a:t>目標　</a:t>
            </a:r>
            <a:pPr indent="0" marL="0">
              <a:buNone/>
            </a:pPr>
            <a:r>
              <a:rPr lang="en-US" sz="2200" b="1" dirty="0">
                <a:solidFill>
                  <a:schemeClr val="bg1"/>
                </a:solidFill>
              </a:rPr>
              <a:t>LIMEに劣らない忠実さを保ったまま、解釈しやすさを上げる</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目次</a:t>
            </a:r>
            <a:endParaRPr lang="en-US" sz="3000" dirty="0"/>
          </a:p>
        </p:txBody>
      </p:sp>
      <p:sp>
        <p:nvSpPr>
          <p:cNvPr id="4" name="Shape 1"/>
          <p:cNvSpPr/>
          <p:nvPr/>
        </p:nvSpPr>
        <p:spPr>
          <a:xfrm>
            <a:off x="822960" y="1371600"/>
            <a:ext cx="548640" cy="548640"/>
          </a:xfrm>
          <a:prstGeom prst="ellipse">
            <a:avLst/>
          </a:prstGeom>
          <a:solidFill>
            <a:schemeClr val="accent5">
              <a:alpha val="45000"/>
            </a:schemeClr>
          </a:solidFill>
          <a:ln w="12700">
            <a:solidFill>
              <a:schemeClr val="accent5">
                <a:alpha val="45000"/>
              </a:schemeClr>
            </a:solidFill>
            <a:prstDash val="solid"/>
          </a:ln>
        </p:spPr>
      </p:sp>
      <p:sp>
        <p:nvSpPr>
          <p:cNvPr id="5" name="Text 2"/>
          <p:cNvSpPr txBox="1"/>
          <p:nvPr/>
        </p:nvSpPr>
        <p:spPr>
          <a:xfrm>
            <a:off x="82296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645920" y="132588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導入</a:t>
            </a:r>
            <a:endParaRPr lang="en-US" sz="2400" dirty="0"/>
          </a:p>
        </p:txBody>
      </p:sp>
      <p:sp>
        <p:nvSpPr>
          <p:cNvPr id="7" name="Text 4"/>
          <p:cNvSpPr txBox="1"/>
          <p:nvPr/>
        </p:nvSpPr>
        <p:spPr>
          <a:xfrm>
            <a:off x="4937760" y="132588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今日の問い</a:t>
            </a:r>
            <a:endParaRPr lang="en-US" sz="1600" dirty="0"/>
          </a:p>
        </p:txBody>
      </p:sp>
      <p:sp>
        <p:nvSpPr>
          <p:cNvPr id="8" name="Shape 5"/>
          <p:cNvSpPr/>
          <p:nvPr/>
        </p:nvSpPr>
        <p:spPr>
          <a:xfrm>
            <a:off x="822960" y="2331720"/>
            <a:ext cx="548640" cy="548640"/>
          </a:xfrm>
          <a:prstGeom prst="ellipse">
            <a:avLst/>
          </a:prstGeom>
          <a:solidFill>
            <a:schemeClr val="accent5">
              <a:alpha val="45000"/>
            </a:schemeClr>
          </a:solidFill>
          <a:ln w="12700">
            <a:solidFill>
              <a:schemeClr val="accent5">
                <a:alpha val="45000"/>
              </a:schemeClr>
            </a:solidFill>
            <a:prstDash val="solid"/>
          </a:ln>
        </p:spPr>
      </p:sp>
      <p:sp>
        <p:nvSpPr>
          <p:cNvPr id="9" name="Text 6"/>
          <p:cNvSpPr txBox="1"/>
          <p:nvPr/>
        </p:nvSpPr>
        <p:spPr>
          <a:xfrm>
            <a:off x="822960" y="2331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645920" y="228600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問題と発想</a:t>
            </a:r>
            <a:endParaRPr lang="en-US" sz="2400" dirty="0"/>
          </a:p>
        </p:txBody>
      </p:sp>
      <p:sp>
        <p:nvSpPr>
          <p:cNvPr id="11" name="Text 8"/>
          <p:cNvSpPr txBox="1"/>
          <p:nvPr/>
        </p:nvSpPr>
        <p:spPr>
          <a:xfrm>
            <a:off x="4937760" y="228600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LIMEのおさらい、多クラスLIMEの問題、クラス側をまとめる発想、目標</a:t>
            </a:r>
            <a:endParaRPr lang="en-US" sz="1600" dirty="0"/>
          </a:p>
        </p:txBody>
      </p:sp>
      <p:sp>
        <p:nvSpPr>
          <p:cNvPr id="12" name="Shape 9"/>
          <p:cNvSpPr/>
          <p:nvPr/>
        </p:nvSpPr>
        <p:spPr>
          <a:xfrm>
            <a:off x="548640" y="3136392"/>
            <a:ext cx="11064240" cy="868680"/>
          </a:xfrm>
          <a:prstGeom prst="roundRect">
            <a:avLst>
              <a:gd name="adj" fmla="val 12632"/>
            </a:avLst>
          </a:prstGeom>
          <a:solidFill>
            <a:srgbClr val="FBE6DF"/>
          </a:solidFill>
          <a:ln w="12700">
            <a:solidFill>
              <a:srgbClr val="FBE6DF"/>
            </a:solidFill>
            <a:prstDash val="solid"/>
          </a:ln>
        </p:spPr>
      </p:sp>
      <p:sp>
        <p:nvSpPr>
          <p:cNvPr id="13" name="Shape 10"/>
          <p:cNvSpPr/>
          <p:nvPr/>
        </p:nvSpPr>
        <p:spPr>
          <a:xfrm>
            <a:off x="822960" y="329184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822960" y="3291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2"/>
          <p:cNvSpPr txBox="1"/>
          <p:nvPr/>
        </p:nvSpPr>
        <p:spPr>
          <a:xfrm>
            <a:off x="1645920" y="3246120"/>
            <a:ext cx="3291840" cy="640080"/>
          </a:xfrm>
          <a:prstGeom prst="rect">
            <a:avLst/>
          </a:prstGeom>
          <a:noFill/>
          <a:ln/>
        </p:spPr>
        <p:txBody>
          <a:bodyPr wrap="square" lIns="0" tIns="0" rIns="0" bIns="0" rtlCol="0" anchor="ctr"/>
          <a:lstStyle/>
          <a:p>
            <a:pPr indent="0" marL="0">
              <a:buNone/>
            </a:pPr>
            <a:r>
              <a:rPr lang="en-US" sz="2400" b="1" dirty="0">
                <a:solidFill>
                  <a:schemeClr val="tx1"/>
                </a:solidFill>
              </a:rPr>
              <a:t>手法と仮定</a:t>
            </a:r>
            <a:endParaRPr lang="en-US" sz="2400" dirty="0"/>
          </a:p>
        </p:txBody>
      </p:sp>
      <p:sp>
        <p:nvSpPr>
          <p:cNvPr id="16" name="Text 13"/>
          <p:cNvSpPr txBox="1"/>
          <p:nvPr/>
        </p:nvSpPr>
        <p:spPr>
          <a:xfrm>
            <a:off x="4937760" y="3246120"/>
            <a:ext cx="6492240" cy="640080"/>
          </a:xfrm>
          <a:prstGeom prst="rect">
            <a:avLst/>
          </a:prstGeom>
          <a:noFill/>
          <a:ln/>
        </p:spPr>
        <p:txBody>
          <a:bodyPr wrap="square" lIns="0" tIns="0" rIns="0" bIns="0" rtlCol="0" anchor="ctr"/>
          <a:lstStyle/>
          <a:p>
            <a:pPr indent="0" marL="0">
              <a:buNone/>
            </a:pPr>
            <a:r>
              <a:rPr lang="en-US" sz="1600" dirty="0">
                <a:solidFill>
                  <a:schemeClr val="tx2"/>
                </a:solidFill>
              </a:rPr>
              <a:t>手順、上位2クラスとの違い、成り立つための仮定</a:t>
            </a:r>
            <a:endParaRPr lang="en-US" sz="1600" dirty="0"/>
          </a:p>
        </p:txBody>
      </p:sp>
      <p:sp>
        <p:nvSpPr>
          <p:cNvPr id="17" name="Shape 14"/>
          <p:cNvSpPr/>
          <p:nvPr/>
        </p:nvSpPr>
        <p:spPr>
          <a:xfrm>
            <a:off x="822960" y="4251960"/>
            <a:ext cx="548640" cy="548640"/>
          </a:xfrm>
          <a:prstGeom prst="ellipse">
            <a:avLst/>
          </a:prstGeom>
          <a:solidFill>
            <a:schemeClr val="accent5">
              <a:alpha val="45000"/>
            </a:schemeClr>
          </a:solidFill>
          <a:ln w="12700">
            <a:solidFill>
              <a:schemeClr val="accent5">
                <a:alpha val="45000"/>
              </a:schemeClr>
            </a:solidFill>
            <a:prstDash val="solid"/>
          </a:ln>
        </p:spPr>
      </p:sp>
      <p:sp>
        <p:nvSpPr>
          <p:cNvPr id="18" name="Text 15"/>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6"/>
          <p:cNvSpPr txBox="1"/>
          <p:nvPr/>
        </p:nvSpPr>
        <p:spPr>
          <a:xfrm>
            <a:off x="1645920" y="420624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実験</a:t>
            </a:r>
            <a:endParaRPr lang="en-US" sz="2400" dirty="0"/>
          </a:p>
        </p:txBody>
      </p:sp>
      <p:sp>
        <p:nvSpPr>
          <p:cNvPr id="20" name="Text 17"/>
          <p:cNvSpPr txBox="1"/>
          <p:nvPr/>
        </p:nvSpPr>
        <p:spPr>
          <a:xfrm>
            <a:off x="4937760" y="420624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仮定の確かめ方、実験の設定、忠実さの測り方、結果</a:t>
            </a:r>
            <a:endParaRPr lang="en-US" sz="1600" dirty="0"/>
          </a:p>
        </p:txBody>
      </p:sp>
      <p:sp>
        <p:nvSpPr>
          <p:cNvPr id="21" name="Shape 18"/>
          <p:cNvSpPr/>
          <p:nvPr/>
        </p:nvSpPr>
        <p:spPr>
          <a:xfrm>
            <a:off x="822960" y="5212080"/>
            <a:ext cx="548640" cy="548640"/>
          </a:xfrm>
          <a:prstGeom prst="ellipse">
            <a:avLst/>
          </a:prstGeom>
          <a:solidFill>
            <a:schemeClr val="accent5">
              <a:alpha val="45000"/>
            </a:schemeClr>
          </a:solidFill>
          <a:ln w="12700">
            <a:solidFill>
              <a:schemeClr val="accent5">
                <a:alpha val="45000"/>
              </a:schemeClr>
            </a:solidFill>
            <a:prstDash val="solid"/>
          </a:ln>
        </p:spPr>
      </p:sp>
      <p:sp>
        <p:nvSpPr>
          <p:cNvPr id="22" name="Text 19"/>
          <p:cNvSpPr txBox="1"/>
          <p:nvPr/>
        </p:nvSpPr>
        <p:spPr>
          <a:xfrm>
            <a:off x="822960" y="5212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0"/>
          <p:cNvSpPr txBox="1"/>
          <p:nvPr/>
        </p:nvSpPr>
        <p:spPr>
          <a:xfrm>
            <a:off x="1645920" y="516636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課題と今後</a:t>
            </a:r>
            <a:endParaRPr lang="en-US" sz="2400" dirty="0"/>
          </a:p>
        </p:txBody>
      </p:sp>
      <p:sp>
        <p:nvSpPr>
          <p:cNvPr id="24" name="Text 21"/>
          <p:cNvSpPr txBox="1"/>
          <p:nvPr/>
        </p:nvSpPr>
        <p:spPr>
          <a:xfrm>
            <a:off x="4937760" y="516636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課題、今後の計画、まとめ</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手法</a:t>
            </a:r>
            <a:endParaRPr lang="en-US" sz="3000" dirty="0"/>
          </a:p>
        </p:txBody>
      </p:sp>
      <p:sp>
        <p:nvSpPr>
          <p:cNvPr id="4" name="Shape 1"/>
          <p:cNvSpPr/>
          <p:nvPr/>
        </p:nvSpPr>
        <p:spPr>
          <a:xfrm>
            <a:off x="548640" y="1325880"/>
            <a:ext cx="411480" cy="411480"/>
          </a:xfrm>
          <a:prstGeom prst="ellipse">
            <a:avLst/>
          </a:prstGeom>
          <a:solidFill>
            <a:schemeClr val="tx1"/>
          </a:solidFill>
          <a:ln w="12700">
            <a:solidFill>
              <a:schemeClr val="tx1"/>
            </a:solidFill>
            <a:prstDash val="solid"/>
          </a:ln>
        </p:spPr>
      </p:sp>
      <p:sp>
        <p:nvSpPr>
          <p:cNvPr id="5" name="Text 2"/>
          <p:cNvSpPr txBox="1"/>
          <p:nvPr/>
        </p:nvSpPr>
        <p:spPr>
          <a:xfrm>
            <a:off x="548640" y="1325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298448"/>
            <a:ext cx="3474720" cy="822960"/>
          </a:xfrm>
          <a:prstGeom prst="rect">
            <a:avLst/>
          </a:prstGeom>
          <a:noFill/>
          <a:ln/>
        </p:spPr>
        <p:txBody>
          <a:bodyPr wrap="square" lIns="0" tIns="0" rIns="0" bIns="0" rtlCol="0" anchor="t"/>
          <a:lstStyle/>
          <a:p>
            <a:pPr indent="0" marL="0">
              <a:buNone/>
            </a:pPr>
            <a:r>
              <a:rPr lang="en-US" sz="1500" dirty="0">
                <a:solidFill>
                  <a:schemeClr val="tx1"/>
                </a:solidFill>
              </a:rPr>
              <a:t>摂動画像を作り、AIの確率（10個の数）を得る</a:t>
            </a:r>
            <a:endParaRPr lang="en-US" sz="1500" dirty="0"/>
          </a:p>
        </p:txBody>
      </p:sp>
      <p:sp>
        <p:nvSpPr>
          <p:cNvPr id="7" name="Shape 4"/>
          <p:cNvSpPr/>
          <p:nvPr/>
        </p:nvSpPr>
        <p:spPr>
          <a:xfrm>
            <a:off x="548640" y="2258568"/>
            <a:ext cx="411480" cy="411480"/>
          </a:xfrm>
          <a:prstGeom prst="ellipse">
            <a:avLst/>
          </a:prstGeom>
          <a:solidFill>
            <a:schemeClr val="accent1"/>
          </a:solidFill>
          <a:ln w="12700">
            <a:solidFill>
              <a:schemeClr val="accent1"/>
            </a:solidFill>
            <a:prstDash val="solid"/>
          </a:ln>
        </p:spPr>
      </p:sp>
      <p:sp>
        <p:nvSpPr>
          <p:cNvPr id="8" name="Text 5"/>
          <p:cNvSpPr txBox="1"/>
          <p:nvPr/>
        </p:nvSpPr>
        <p:spPr>
          <a:xfrm>
            <a:off x="548640" y="225856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097280" y="2231136"/>
            <a:ext cx="3474720" cy="822960"/>
          </a:xfrm>
          <a:prstGeom prst="rect">
            <a:avLst/>
          </a:prstGeom>
          <a:noFill/>
          <a:ln/>
        </p:spPr>
        <p:txBody>
          <a:bodyPr wrap="square" lIns="0" tIns="0" rIns="0" bIns="0" rtlCol="0" anchor="t"/>
          <a:lstStyle/>
          <a:p>
            <a:pPr indent="0" marL="0">
              <a:buNone/>
            </a:pPr>
            <a:r>
              <a:rPr lang="en-US" sz="1500" dirty="0">
                <a:solidFill>
                  <a:schemeClr val="tx1"/>
                </a:solidFill>
              </a:rPr>
              <a:t>確率の点の集まりにPCAをかけ、動きの大きい方向（軸）を求める</a:t>
            </a:r>
            <a:endParaRPr lang="en-US" sz="1500" dirty="0"/>
          </a:p>
        </p:txBody>
      </p:sp>
      <p:sp>
        <p:nvSpPr>
          <p:cNvPr id="10" name="Shape 7"/>
          <p:cNvSpPr/>
          <p:nvPr/>
        </p:nvSpPr>
        <p:spPr>
          <a:xfrm>
            <a:off x="548640" y="3191256"/>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548640" y="31912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097280" y="3163824"/>
            <a:ext cx="3474720" cy="822960"/>
          </a:xfrm>
          <a:prstGeom prst="rect">
            <a:avLst/>
          </a:prstGeom>
          <a:noFill/>
          <a:ln/>
        </p:spPr>
        <p:txBody>
          <a:bodyPr wrap="square" lIns="0" tIns="0" rIns="0" bIns="0" rtlCol="0" anchor="t"/>
          <a:lstStyle/>
          <a:p>
            <a:pPr indent="0" marL="0">
              <a:buNone/>
            </a:pPr>
            <a:r>
              <a:rPr lang="en-US" sz="1500" dirty="0">
                <a:solidFill>
                  <a:schemeClr val="tx1"/>
                </a:solidFill>
              </a:rPr>
              <a:t>各摂動画像の確率を、軸の上の1つの数（スコア）に変える</a:t>
            </a:r>
            <a:endParaRPr lang="en-US" sz="1500" dirty="0"/>
          </a:p>
        </p:txBody>
      </p:sp>
      <p:sp>
        <p:nvSpPr>
          <p:cNvPr id="13" name="Shape 10"/>
          <p:cNvSpPr/>
          <p:nvPr/>
        </p:nvSpPr>
        <p:spPr>
          <a:xfrm>
            <a:off x="548640" y="4123944"/>
            <a:ext cx="411480" cy="411480"/>
          </a:xfrm>
          <a:prstGeom prst="ellipse">
            <a:avLst/>
          </a:prstGeom>
          <a:solidFill>
            <a:schemeClr val="tx1"/>
          </a:solidFill>
          <a:ln w="12700">
            <a:solidFill>
              <a:schemeClr val="tx1"/>
            </a:solidFill>
            <a:prstDash val="solid"/>
          </a:ln>
        </p:spPr>
      </p:sp>
      <p:sp>
        <p:nvSpPr>
          <p:cNvPr id="14" name="Text 11"/>
          <p:cNvSpPr txBox="1"/>
          <p:nvPr/>
        </p:nvSpPr>
        <p:spPr>
          <a:xfrm>
            <a:off x="548640" y="412394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1097280" y="4096512"/>
            <a:ext cx="3474720" cy="822960"/>
          </a:xfrm>
          <a:prstGeom prst="rect">
            <a:avLst/>
          </a:prstGeom>
          <a:noFill/>
          <a:ln/>
        </p:spPr>
        <p:txBody>
          <a:bodyPr wrap="square" lIns="0" tIns="0" rIns="0" bIns="0" rtlCol="0" anchor="t"/>
          <a:lstStyle/>
          <a:p>
            <a:pPr indent="0" marL="0">
              <a:buNone/>
            </a:pPr>
            <a:r>
              <a:rPr lang="en-US" sz="1500" dirty="0">
                <a:solidFill>
                  <a:schemeClr val="tx1"/>
                </a:solidFill>
              </a:rPr>
              <a:t>スコアを、領域の有無で線形回帰する（通常のLIMEと同じ）</a:t>
            </a:r>
            <a:endParaRPr lang="en-US" sz="1500" dirty="0"/>
          </a:p>
        </p:txBody>
      </p:sp>
      <p:sp>
        <p:nvSpPr>
          <p:cNvPr id="16" name="Shape 13"/>
          <p:cNvSpPr/>
          <p:nvPr/>
        </p:nvSpPr>
        <p:spPr>
          <a:xfrm>
            <a:off x="548640" y="5056632"/>
            <a:ext cx="411480" cy="411480"/>
          </a:xfrm>
          <a:prstGeom prst="ellipse">
            <a:avLst/>
          </a:prstGeom>
          <a:solidFill>
            <a:schemeClr val="tx1"/>
          </a:solidFill>
          <a:ln w="12700">
            <a:solidFill>
              <a:schemeClr val="tx1"/>
            </a:solidFill>
            <a:prstDash val="solid"/>
          </a:ln>
        </p:spPr>
      </p:sp>
      <p:sp>
        <p:nvSpPr>
          <p:cNvPr id="17" name="Text 14"/>
          <p:cNvSpPr txBox="1"/>
          <p:nvPr/>
        </p:nvSpPr>
        <p:spPr>
          <a:xfrm>
            <a:off x="548640" y="505663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1097280" y="5029200"/>
            <a:ext cx="3474720" cy="822960"/>
          </a:xfrm>
          <a:prstGeom prst="rect">
            <a:avLst/>
          </a:prstGeom>
          <a:noFill/>
          <a:ln/>
        </p:spPr>
        <p:txBody>
          <a:bodyPr wrap="square" lIns="0" tIns="0" rIns="0" bIns="0" rtlCol="0" anchor="t"/>
          <a:lstStyle/>
          <a:p>
            <a:pPr indent="0" marL="0">
              <a:buNone/>
            </a:pPr>
            <a:r>
              <a:rPr lang="en-US" sz="1500" dirty="0">
                <a:solidFill>
                  <a:schemeClr val="tx1"/>
                </a:solidFill>
              </a:rPr>
              <a:t>回帰係数をヒートマップにする</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937760" y="1325880"/>
          <a:ext cx="6675120" cy="914400"/>
        </p:xfrm>
        <a:graphic>
          <a:graphicData uri="http://schemas.openxmlformats.org/drawingml/2006/table">
            <a:tbl>
              <a:tblPr/>
              <a:tblGrid>
                <a:gridCol w="1143000"/>
                <a:gridCol w="548640"/>
                <a:gridCol w="548640"/>
                <a:gridCol w="548640"/>
                <a:gridCol w="1097280"/>
                <a:gridCol w="1097280"/>
                <a:gridCol w="1691640"/>
              </a:tblGrid>
              <a:tr h="411480">
                <a:tc>
                  <a:txBody>
                    <a:bodyPr/>
                    <a:lstStyle/>
                    <a:p>
                      <a:pPr algn="l" indent="0" marL="0">
                        <a:buNone/>
                      </a:pPr>
                      <a:r>
                        <a:rPr lang="en-US" sz="1400" b="1" dirty="0">
                          <a:solidFill>
                            <a:schemeClr val="bg1"/>
                          </a:solidFill>
                        </a:rPr>
                        <a:t>摂動画像</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A</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B</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C</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0の確率</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6の確率</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スコア（6 − 0）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r>
              <a:tr h="411480">
                <a:tc>
                  <a:txBody>
                    <a:bodyPr/>
                    <a:lstStyle/>
                    <a:p>
                      <a:pPr algn="l" indent="0" marL="0">
                        <a:buNone/>
                      </a:pPr>
                      <a:r>
                        <a:rPr lang="en-US" sz="1400" dirty="0">
                          <a:solidFill>
                            <a:schemeClr val="tx1"/>
                          </a:solidFill>
                        </a:rPr>
                        <a:t>元画像</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0.40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+0.10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411480">
                <a:tc>
                  <a:txBody>
                    <a:bodyPr/>
                    <a:lstStyle/>
                    <a:p>
                      <a:pPr algn="l" indent="0" marL="0">
                        <a:buNone/>
                      </a:pPr>
                      <a:r>
                        <a:rPr lang="en-US" sz="1400" dirty="0">
                          <a:solidFill>
                            <a:schemeClr val="tx1"/>
                          </a:solidFill>
                        </a:rPr>
                        <a:t>Aを隠す</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−0.50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411480">
                <a:tc>
                  <a:txBody>
                    <a:bodyPr/>
                    <a:lstStyle/>
                    <a:p>
                      <a:pPr algn="l" indent="0" marL="0">
                        <a:buNone/>
                      </a:pPr>
                      <a:r>
                        <a:rPr lang="en-US" sz="1400" dirty="0">
                          <a:solidFill>
                            <a:schemeClr val="tx1"/>
                          </a:solidFill>
                        </a:rPr>
                        <a:t>Bを隠す</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0.10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0.80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+0.70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411480">
                <a:tc>
                  <a:txBody>
                    <a:bodyPr/>
                    <a:lstStyle/>
                    <a:p>
                      <a:pPr algn="l" indent="0" marL="0">
                        <a:buNone/>
                      </a:pPr>
                      <a:r>
                        <a:rPr lang="en-US" sz="1400" dirty="0">
                          <a:solidFill>
                            <a:schemeClr val="tx1"/>
                          </a:solidFill>
                        </a:rPr>
                        <a:t>Cを隠す</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0.45</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0.40</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−0.05</a:t>
                      </a:r>
                      <a:endParaRPr lang="en-US" sz="14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bl>
          </a:graphicData>
        </a:graphic>
      </p:graphicFrame>
      <p:sp>
        <p:nvSpPr>
          <p:cNvPr id="20" name="Shape 16"/>
          <p:cNvSpPr/>
          <p:nvPr/>
        </p:nvSpPr>
        <p:spPr>
          <a:xfrm>
            <a:off x="4937760" y="3657600"/>
            <a:ext cx="6675120" cy="2514600"/>
          </a:xfrm>
          <a:prstGeom prst="roundRect">
            <a:avLst>
              <a:gd name="adj" fmla="val 4364"/>
            </a:avLst>
          </a:prstGeom>
          <a:solidFill>
            <a:schemeClr val="bg2"/>
          </a:solidFill>
          <a:ln w="12700">
            <a:solidFill>
              <a:schemeClr val="bg2"/>
            </a:solidFill>
            <a:prstDash val="solid"/>
          </a:ln>
        </p:spPr>
      </p:sp>
      <p:sp>
        <p:nvSpPr>
          <p:cNvPr id="21" name="Text 17"/>
          <p:cNvSpPr txBox="1"/>
          <p:nvPr/>
        </p:nvSpPr>
        <p:spPr>
          <a:xfrm>
            <a:off x="5166360" y="3794760"/>
            <a:ext cx="2743200" cy="320040"/>
          </a:xfrm>
          <a:prstGeom prst="rect">
            <a:avLst/>
          </a:prstGeom>
          <a:noFill/>
          <a:ln/>
        </p:spPr>
        <p:txBody>
          <a:bodyPr wrap="square" lIns="0" tIns="0" rIns="0" bIns="0" rtlCol="0" anchor="t"/>
          <a:lstStyle/>
          <a:p>
            <a:pPr indent="0" marL="0">
              <a:buNone/>
            </a:pPr>
            <a:r>
              <a:rPr lang="en-US" sz="1300" dirty="0">
                <a:solidFill>
                  <a:schemeClr val="tx2"/>
                </a:solidFill>
              </a:rPr>
              <a:t>回帰の結果</a:t>
            </a:r>
            <a:endParaRPr lang="en-US" sz="1300" dirty="0"/>
          </a:p>
        </p:txBody>
      </p:sp>
      <p:sp>
        <p:nvSpPr>
          <p:cNvPr id="22" name="Text 18"/>
          <p:cNvSpPr txBox="1"/>
          <p:nvPr/>
        </p:nvSpPr>
        <p:spPr>
          <a:xfrm>
            <a:off x="5166360" y="4160520"/>
            <a:ext cx="6309360" cy="457200"/>
          </a:xfrm>
          <a:prstGeom prst="rect">
            <a:avLst/>
          </a:prstGeom>
          <a:noFill/>
          <a:ln/>
        </p:spPr>
        <p:txBody>
          <a:bodyPr wrap="square" lIns="0" tIns="0" rIns="0" bIns="0" rtlCol="0" anchor="ctr"/>
          <a:lstStyle/>
          <a:p>
            <a:pPr indent="0" marL="0">
              <a:buNone/>
            </a:pPr>
            <a:r>
              <a:rPr lang="en-US" sz="2000" dirty="0">
                <a:solidFill>
                  <a:schemeClr val="tx1"/>
                </a:solidFill>
              </a:rPr>
              <a:t>スコア ≈ −0.05 ＋ </a:t>
            </a:r>
            <a:pPr indent="0" marL="0">
              <a:buNone/>
            </a:pPr>
            <a:r>
              <a:rPr lang="en-US" sz="2000" b="1" dirty="0">
                <a:solidFill>
                  <a:schemeClr val="accent1"/>
                </a:solidFill>
              </a:rPr>
              <a:t>0.60A</a:t>
            </a:r>
            <a:pPr indent="0" marL="0">
              <a:buNone/>
            </a:pPr>
            <a:r>
              <a:rPr lang="en-US" sz="2000" dirty="0">
                <a:solidFill>
                  <a:schemeClr val="tx1"/>
                </a:solidFill>
              </a:rPr>
              <a:t> − </a:t>
            </a:r>
            <a:pPr indent="0" marL="0">
              <a:buNone/>
            </a:pPr>
            <a:r>
              <a:rPr lang="en-US" sz="2000" b="1" dirty="0">
                <a:solidFill>
                  <a:schemeClr val="accent2"/>
                </a:solidFill>
              </a:rPr>
              <a:t>0.60B</a:t>
            </a:r>
            <a:pPr indent="0" marL="0">
              <a:buNone/>
            </a:pPr>
            <a:r>
              <a:rPr lang="en-US" sz="2000" dirty="0">
                <a:solidFill>
                  <a:schemeClr val="tx1"/>
                </a:solidFill>
              </a:rPr>
              <a:t> ＋ 0.15C</a:t>
            </a:r>
            <a:endParaRPr lang="en-US" sz="2000" dirty="0"/>
          </a:p>
        </p:txBody>
      </p:sp>
      <p:sp>
        <p:nvSpPr>
          <p:cNvPr id="23" name="Shape 19"/>
          <p:cNvSpPr/>
          <p:nvPr/>
        </p:nvSpPr>
        <p:spPr>
          <a:xfrm>
            <a:off x="5257800" y="4846320"/>
            <a:ext cx="822960" cy="822960"/>
          </a:xfrm>
          <a:prstGeom prst="roundRect">
            <a:avLst>
              <a:gd name="adj" fmla="val 8889"/>
            </a:avLst>
          </a:prstGeom>
          <a:solidFill>
            <a:schemeClr val="accent1">
              <a:alpha val="95000"/>
            </a:schemeClr>
          </a:solidFill>
          <a:ln w="12700">
            <a:solidFill>
              <a:schemeClr val="accent1"/>
            </a:solidFill>
            <a:prstDash val="solid"/>
          </a:ln>
        </p:spPr>
      </p:sp>
      <p:sp>
        <p:nvSpPr>
          <p:cNvPr id="24" name="Text 20"/>
          <p:cNvSpPr txBox="1"/>
          <p:nvPr/>
        </p:nvSpPr>
        <p:spPr>
          <a:xfrm>
            <a:off x="5257800" y="484632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25" name="Text 21"/>
          <p:cNvSpPr txBox="1"/>
          <p:nvPr/>
        </p:nvSpPr>
        <p:spPr>
          <a:xfrm>
            <a:off x="6172200" y="4937760"/>
            <a:ext cx="1005840" cy="685800"/>
          </a:xfrm>
          <a:prstGeom prst="rect">
            <a:avLst/>
          </a:prstGeom>
          <a:noFill/>
          <a:ln/>
        </p:spPr>
        <p:txBody>
          <a:bodyPr wrap="square" lIns="0" tIns="0" rIns="0" bIns="0" rtlCol="0" anchor="t"/>
          <a:lstStyle/>
          <a:p>
            <a:pPr indent="0" marL="0">
              <a:buNone/>
            </a:pPr>
            <a:r>
              <a:rPr lang="en-US" sz="1300" dirty="0">
                <a:solidFill>
                  <a:schemeClr val="tx2"/>
                </a:solidFill>
              </a:rPr>
              <a:t>領域A</a:t>
            </a:r>
            <a:endParaRPr lang="en-US" sz="1300" dirty="0"/>
          </a:p>
          <a:p>
            <a:pPr indent="0" marL="0">
              <a:buNone/>
            </a:pPr>
            <a:r>
              <a:rPr lang="en-US" sz="1300" dirty="0">
                <a:solidFill>
                  <a:schemeClr val="tx2"/>
                </a:solidFill>
              </a:rPr>
              <a:t>6寄り</a:t>
            </a:r>
            <a:endParaRPr lang="en-US" sz="1300" dirty="0"/>
          </a:p>
        </p:txBody>
      </p:sp>
      <p:sp>
        <p:nvSpPr>
          <p:cNvPr id="26" name="Shape 22"/>
          <p:cNvSpPr/>
          <p:nvPr/>
        </p:nvSpPr>
        <p:spPr>
          <a:xfrm>
            <a:off x="7269480" y="4846320"/>
            <a:ext cx="822960" cy="822960"/>
          </a:xfrm>
          <a:prstGeom prst="roundRect">
            <a:avLst>
              <a:gd name="adj" fmla="val 8889"/>
            </a:avLst>
          </a:prstGeom>
          <a:solidFill>
            <a:schemeClr val="accent2">
              <a:alpha val="95000"/>
            </a:schemeClr>
          </a:solidFill>
          <a:ln w="12700">
            <a:solidFill>
              <a:schemeClr val="accent2"/>
            </a:solidFill>
            <a:prstDash val="solid"/>
          </a:ln>
        </p:spPr>
      </p:sp>
      <p:sp>
        <p:nvSpPr>
          <p:cNvPr id="27" name="Text 23"/>
          <p:cNvSpPr txBox="1"/>
          <p:nvPr/>
        </p:nvSpPr>
        <p:spPr>
          <a:xfrm>
            <a:off x="7269480" y="4846320"/>
            <a:ext cx="822960" cy="82296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28" name="Text 24"/>
          <p:cNvSpPr txBox="1"/>
          <p:nvPr/>
        </p:nvSpPr>
        <p:spPr>
          <a:xfrm>
            <a:off x="8183880" y="4937760"/>
            <a:ext cx="1005840" cy="685800"/>
          </a:xfrm>
          <a:prstGeom prst="rect">
            <a:avLst/>
          </a:prstGeom>
          <a:noFill/>
          <a:ln/>
        </p:spPr>
        <p:txBody>
          <a:bodyPr wrap="square" lIns="0" tIns="0" rIns="0" bIns="0" rtlCol="0" anchor="t"/>
          <a:lstStyle/>
          <a:p>
            <a:pPr indent="0" marL="0">
              <a:buNone/>
            </a:pPr>
            <a:r>
              <a:rPr lang="en-US" sz="1300" dirty="0">
                <a:solidFill>
                  <a:schemeClr val="tx2"/>
                </a:solidFill>
              </a:rPr>
              <a:t>領域B</a:t>
            </a:r>
            <a:endParaRPr lang="en-US" sz="1300" dirty="0"/>
          </a:p>
          <a:p>
            <a:pPr indent="0" marL="0">
              <a:buNone/>
            </a:pPr>
            <a:r>
              <a:rPr lang="en-US" sz="1300" dirty="0">
                <a:solidFill>
                  <a:schemeClr val="tx2"/>
                </a:solidFill>
              </a:rPr>
              <a:t>0寄り</a:t>
            </a:r>
            <a:endParaRPr lang="en-US" sz="1300" dirty="0"/>
          </a:p>
        </p:txBody>
      </p:sp>
      <p:sp>
        <p:nvSpPr>
          <p:cNvPr id="29" name="Shape 25"/>
          <p:cNvSpPr/>
          <p:nvPr/>
        </p:nvSpPr>
        <p:spPr>
          <a:xfrm>
            <a:off x="9281160" y="4846320"/>
            <a:ext cx="822960" cy="822960"/>
          </a:xfrm>
          <a:prstGeom prst="roundRect">
            <a:avLst>
              <a:gd name="adj" fmla="val 8889"/>
            </a:avLst>
          </a:prstGeom>
          <a:solidFill>
            <a:schemeClr val="accent1">
              <a:alpha val="30000"/>
            </a:schemeClr>
          </a:solidFill>
          <a:ln w="12700">
            <a:solidFill>
              <a:schemeClr val="accent1"/>
            </a:solidFill>
            <a:prstDash val="solid"/>
          </a:ln>
        </p:spPr>
      </p:sp>
      <p:sp>
        <p:nvSpPr>
          <p:cNvPr id="30" name="Text 26"/>
          <p:cNvSpPr txBox="1"/>
          <p:nvPr/>
        </p:nvSpPr>
        <p:spPr>
          <a:xfrm>
            <a:off x="9281160" y="4846320"/>
            <a:ext cx="822960" cy="822960"/>
          </a:xfrm>
          <a:prstGeom prst="rect">
            <a:avLst/>
          </a:prstGeom>
          <a:noFill/>
          <a:ln/>
        </p:spPr>
        <p:txBody>
          <a:bodyPr wrap="square" lIns="0" tIns="0" rIns="0" bIns="0" rtlCol="0" anchor="ctr"/>
          <a:lstStyle/>
          <a:p>
            <a:pPr algn="ctr" indent="0" marL="0">
              <a:buNone/>
            </a:pPr>
            <a:r>
              <a:rPr lang="en-US" sz="2200" b="1" dirty="0">
                <a:solidFill>
                  <a:schemeClr val="tx1"/>
                </a:solidFill>
              </a:rPr>
              <a:t>C</a:t>
            </a:r>
            <a:endParaRPr lang="en-US" sz="2200" dirty="0"/>
          </a:p>
        </p:txBody>
      </p:sp>
      <p:sp>
        <p:nvSpPr>
          <p:cNvPr id="31" name="Text 27"/>
          <p:cNvSpPr txBox="1"/>
          <p:nvPr/>
        </p:nvSpPr>
        <p:spPr>
          <a:xfrm>
            <a:off x="10195560" y="4937760"/>
            <a:ext cx="1005840" cy="685800"/>
          </a:xfrm>
          <a:prstGeom prst="rect">
            <a:avLst/>
          </a:prstGeom>
          <a:noFill/>
          <a:ln/>
        </p:spPr>
        <p:txBody>
          <a:bodyPr wrap="square" lIns="0" tIns="0" rIns="0" bIns="0" rtlCol="0" anchor="t"/>
          <a:lstStyle/>
          <a:p>
            <a:pPr indent="0" marL="0">
              <a:buNone/>
            </a:pPr>
            <a:r>
              <a:rPr lang="en-US" sz="1300" dirty="0">
                <a:solidFill>
                  <a:schemeClr val="tx2"/>
                </a:solidFill>
              </a:rPr>
              <a:t>領域C</a:t>
            </a:r>
            <a:endParaRPr lang="en-US" sz="1300" dirty="0"/>
          </a:p>
          <a:p>
            <a:pPr indent="0" marL="0">
              <a:buNone/>
            </a:pPr>
            <a:r>
              <a:rPr lang="en-US" sz="1300" dirty="0">
                <a:solidFill>
                  <a:schemeClr val="tx2"/>
                </a:solidFill>
              </a:rPr>
              <a:t>やや6寄り</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上位2クラスのLIMEとの違い</a:t>
            </a:r>
            <a:endParaRPr lang="en-US" sz="3000" dirty="0"/>
          </a:p>
        </p:txBody>
      </p:sp>
      <p:sp>
        <p:nvSpPr>
          <p:cNvPr id="4" name="Shape 1"/>
          <p:cNvSpPr/>
          <p:nvPr/>
        </p:nvSpPr>
        <p:spPr>
          <a:xfrm>
            <a:off x="548640" y="1280160"/>
            <a:ext cx="11064240" cy="914400"/>
          </a:xfrm>
          <a:prstGeom prst="roundRect">
            <a:avLst>
              <a:gd name="adj" fmla="val 12000"/>
            </a:avLst>
          </a:prstGeom>
          <a:solidFill>
            <a:schemeClr val="bg2"/>
          </a:solidFill>
          <a:ln w="12700">
            <a:solidFill>
              <a:schemeClr val="bg2"/>
            </a:solidFill>
            <a:prstDash val="solid"/>
          </a:ln>
        </p:spPr>
      </p:sp>
      <p:sp>
        <p:nvSpPr>
          <p:cNvPr id="5" name="Text 2"/>
          <p:cNvSpPr txBox="1"/>
          <p:nvPr/>
        </p:nvSpPr>
        <p:spPr>
          <a:xfrm>
            <a:off x="822960" y="1280160"/>
            <a:ext cx="10607040" cy="914400"/>
          </a:xfrm>
          <a:prstGeom prst="rect">
            <a:avLst/>
          </a:prstGeom>
          <a:noFill/>
          <a:ln/>
        </p:spPr>
        <p:txBody>
          <a:bodyPr wrap="square" lIns="0" tIns="0" rIns="0" bIns="0" rtlCol="0" anchor="ctr"/>
          <a:lstStyle/>
          <a:p>
            <a:pPr indent="0" marL="0">
              <a:buNone/>
            </a:pPr>
            <a:r>
              <a:rPr lang="en-US" sz="2200" b="1" dirty="0">
                <a:solidFill>
                  <a:schemeClr val="tx1"/>
                </a:solidFill>
              </a:rPr>
              <a:t>確率が高い2クラスの差（</a:t>
            </a:r>
            <a:pPr indent="0" marL="0">
              <a:buNone/>
            </a:pPr>
            <a:r>
              <a:rPr lang="en-US" sz="2200" b="1" dirty="0">
                <a:solidFill>
                  <a:schemeClr val="accent1"/>
                </a:solidFill>
              </a:rPr>
              <a:t>6</a:t>
            </a:r>
            <a:pPr indent="0" marL="0">
              <a:buNone/>
            </a:pPr>
            <a:r>
              <a:rPr lang="en-US" sz="2200" b="1" dirty="0">
                <a:solidFill>
                  <a:schemeClr val="tx1"/>
                </a:solidFill>
              </a:rPr>
              <a:t> − </a:t>
            </a:r>
            <a:pPr indent="0" marL="0">
              <a:buNone/>
            </a:pPr>
            <a:r>
              <a:rPr lang="en-US" sz="2200" b="1" dirty="0">
                <a:solidFill>
                  <a:schemeClr val="accent2"/>
                </a:solidFill>
              </a:rPr>
              <a:t>0</a:t>
            </a:r>
            <a:pPr indent="0" marL="0">
              <a:buNone/>
            </a:pPr>
            <a:r>
              <a:rPr lang="en-US" sz="2200" b="1" dirty="0">
                <a:solidFill>
                  <a:schemeClr val="tx1"/>
                </a:solidFill>
              </a:rPr>
              <a:t>）をLIMEで説明すればよいのでは？</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11064240" cy="914400"/>
        </p:xfrm>
        <a:graphic>
          <a:graphicData uri="http://schemas.openxmlformats.org/drawingml/2006/table">
            <a:tbl>
              <a:tblPr/>
              <a:tblGrid>
                <a:gridCol w="3108960"/>
                <a:gridCol w="3977640"/>
                <a:gridCol w="3977640"/>
              </a:tblGrid>
              <a:tr h="731520">
                <a:tc>
                  <a:txBody>
                    <a:bodyPr/>
                    <a:lstStyle/>
                    <a:p>
                      <a:pPr indent="0" marL="0">
                        <a:buNone/>
                      </a:pPr>
                      <a:r>
                        <a:rPr lang="en-US" sz="1800" b="1" dirty="0">
                          <a:solidFill>
                            <a:schemeClr val="bg1"/>
                          </a:solidFill>
                        </a:rPr>
                        <a:t>状況</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indent="0" marL="0">
                        <a:buNone/>
                      </a:pPr>
                      <a:r>
                        <a:rPr lang="en-US" sz="1800" b="1" dirty="0">
                          <a:solidFill>
                            <a:schemeClr val="bg1"/>
                          </a:solidFill>
                        </a:rPr>
                        <a:t>上位2クラスの差</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この手法</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accent1"/>
                    </a:solidFill>
                  </a:tcPr>
                </a:tc>
              </a:tr>
              <a:tr h="731520">
                <a:tc>
                  <a:txBody>
                    <a:bodyPr/>
                    <a:lstStyle/>
                    <a:p>
                      <a:pPr indent="0" marL="0">
                        <a:buNone/>
                      </a:pPr>
                      <a:r>
                        <a:rPr lang="en-US" sz="1800" b="1" dirty="0">
                          <a:solidFill>
                            <a:schemeClr val="tx1"/>
                          </a:solidFill>
                        </a:rPr>
                        <a:t>0と6だけが競合</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同じ結果</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同じ結果</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r h="731520">
                <a:tc>
                  <a:txBody>
                    <a:bodyPr/>
                    <a:lstStyle/>
                    <a:p>
                      <a:pPr indent="0" marL="0">
                        <a:buNone/>
                      </a:pPr>
                      <a:r>
                        <a:rPr lang="en-US" sz="1800" b="1" dirty="0">
                          <a:solidFill>
                            <a:schemeClr val="tx1"/>
                          </a:solidFill>
                        </a:rPr>
                        <a:t>0・6・9が競合</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9を取りこぼす</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800" b="1" dirty="0">
                          <a:solidFill>
                            <a:schemeClr val="accent1"/>
                          </a:solidFill>
                        </a:rPr>
                        <a:t>複数の軸で表せる</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r h="731520">
                <a:tc>
                  <a:txBody>
                    <a:bodyPr/>
                    <a:lstStyle/>
                    <a:p>
                      <a:pPr indent="0" marL="0">
                        <a:buNone/>
                      </a:pPr>
                      <a:r>
                        <a:rPr lang="en-US" sz="1800" b="1" dirty="0">
                          <a:solidFill>
                            <a:schemeClr val="tx1"/>
                          </a:solidFill>
                        </a:rPr>
                        <a:t>どのクラスを比べるか</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確率の高い順に人が決める</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800" b="1" dirty="0">
                          <a:solidFill>
                            <a:schemeClr val="accent1"/>
                          </a:solidFill>
                        </a:rPr>
                        <a:t>近傍での確率の動きから決まる</a:t>
                      </a:r>
                      <a:endParaRPr lang="en-US" sz="1800" dirty="0"/>
                    </a:p>
                  </a:txBody>
                  <a:tcPr marL="127000" marR="127000" marT="50800" marB="508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成り立つための仮定</a:t>
            </a:r>
            <a:endParaRPr lang="en-US" sz="3000" dirty="0"/>
          </a:p>
        </p:txBody>
      </p:sp>
      <p:sp>
        <p:nvSpPr>
          <p:cNvPr id="4" name="Shape 1"/>
          <p:cNvSpPr/>
          <p:nvPr/>
        </p:nvSpPr>
        <p:spPr>
          <a:xfrm>
            <a:off x="548640" y="1234440"/>
            <a:ext cx="11064240" cy="3794760"/>
          </a:xfrm>
          <a:prstGeom prst="roundRect">
            <a:avLst>
              <a:gd name="adj" fmla="val 2892"/>
            </a:avLst>
          </a:prstGeom>
          <a:solidFill>
            <a:schemeClr val="bg2"/>
          </a:solidFill>
          <a:ln w="12700">
            <a:solidFill>
              <a:schemeClr val="bg2"/>
            </a:solidFill>
            <a:prstDash val="solid"/>
          </a:ln>
        </p:spPr>
      </p:sp>
      <p:sp>
        <p:nvSpPr>
          <p:cNvPr id="5" name="Shape 2"/>
          <p:cNvSpPr/>
          <p:nvPr/>
        </p:nvSpPr>
        <p:spPr>
          <a:xfrm>
            <a:off x="777240" y="1417320"/>
            <a:ext cx="411480" cy="411480"/>
          </a:xfrm>
          <a:prstGeom prst="ellipse">
            <a:avLst/>
          </a:prstGeom>
          <a:solidFill>
            <a:schemeClr val="accent1"/>
          </a:solidFill>
          <a:ln w="12700">
            <a:solidFill>
              <a:schemeClr val="accent1"/>
            </a:solidFill>
            <a:prstDash val="solid"/>
          </a:ln>
        </p:spPr>
      </p:sp>
      <p:sp>
        <p:nvSpPr>
          <p:cNvPr id="6" name="Text 3"/>
          <p:cNvSpPr txBox="1"/>
          <p:nvPr/>
        </p:nvSpPr>
        <p:spPr>
          <a:xfrm>
            <a:off x="77724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25880" y="1389888"/>
            <a:ext cx="9966960" cy="457200"/>
          </a:xfrm>
          <a:prstGeom prst="rect">
            <a:avLst/>
          </a:prstGeom>
          <a:noFill/>
          <a:ln/>
        </p:spPr>
        <p:txBody>
          <a:bodyPr wrap="square" lIns="0" tIns="0" rIns="0" bIns="0" rtlCol="0" anchor="ctr"/>
          <a:lstStyle/>
          <a:p>
            <a:pPr indent="0" marL="0">
              <a:buNone/>
            </a:pPr>
            <a:r>
              <a:rPr lang="en-US" sz="1900" b="1" dirty="0">
                <a:solidFill>
                  <a:schemeClr val="tx1"/>
                </a:solidFill>
              </a:rPr>
              <a:t>仮定1　局所的には、出力が少数の方向にしか動かない</a:t>
            </a:r>
            <a:endParaRPr lang="en-US" sz="1900" dirty="0"/>
          </a:p>
        </p:txBody>
      </p:sp>
      <p:sp>
        <p:nvSpPr>
          <p:cNvPr id="8" name="Text 5"/>
          <p:cNvSpPr txBox="1"/>
          <p:nvPr/>
        </p:nvSpPr>
        <p:spPr>
          <a:xfrm>
            <a:off x="822960" y="2011680"/>
            <a:ext cx="4937760" cy="2834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典型的には、近傍で競合するクラスが少ないとき</a:t>
            </a:r>
            <a:endParaRPr lang="en-US" sz="1600" dirty="0"/>
          </a:p>
          <a:p>
            <a:pPr lvl="1" marL="457200" indent="-228600">
              <a:spcAft>
                <a:spcPts val="600"/>
              </a:spcAft>
              <a:buSzPct val="100000"/>
              <a:buChar char="•"/>
            </a:pPr>
            <a:r>
              <a:rPr lang="en-US" sz="1400" dirty="0">
                <a:solidFill>
                  <a:schemeClr val="tx2"/>
                </a:solidFill>
              </a:rPr>
              <a:t>0と6だけが動くなら、6が上がった分だけ0が下がるので1方向</a:t>
            </a:r>
            <a:endParaRPr lang="en-US" sz="1600" dirty="0"/>
          </a:p>
          <a:p>
            <a:pPr lvl="1" marL="457200" indent="-228600">
              <a:spcAft>
                <a:spcPts val="600"/>
              </a:spcAft>
              <a:buSzPct val="100000"/>
              <a:buChar char="•"/>
            </a:pPr>
            <a:r>
              <a:rPr lang="en-US" sz="1400" dirty="0">
                <a:solidFill>
                  <a:schemeClr val="tx2"/>
                </a:solidFill>
              </a:rPr>
              <a:t>一般に、動くクラスがm個なら、方向は多くてもm−1個</a:t>
            </a:r>
            <a:endParaRPr lang="en-US" sz="1600" dirty="0"/>
          </a:p>
          <a:p>
            <a:pPr marL="342900" indent="-342900">
              <a:spcAft>
                <a:spcPts val="600"/>
              </a:spcAft>
              <a:buSzPct val="100000"/>
              <a:buChar char="•"/>
            </a:pPr>
            <a:r>
              <a:rPr lang="en-US" sz="1600" dirty="0">
                <a:solidFill>
                  <a:schemeClr val="tx1"/>
                </a:solidFill>
              </a:rPr>
              <a:t>多くのクラスがまとまって動く場合も、方向は少なくなる</a:t>
            </a:r>
            <a:endParaRPr lang="en-US" sz="1600" dirty="0"/>
          </a:p>
        </p:txBody>
      </p:sp>
      <p:graphicFrame>
        <p:nvGraphicFramePr>
          <p:cNvPr id="9" name="Chart 0" descr=""/>
          <p:cNvGraphicFramePr/>
          <p:nvPr/>
        </p:nvGraphicFramePr>
        <p:xfrm>
          <a:off x="5943600" y="1874520"/>
          <a:ext cx="27432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8778240" y="1874520"/>
          <a:ext cx="2743200" cy="301752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548640" y="5257800"/>
            <a:ext cx="11064240" cy="914400"/>
          </a:xfrm>
          <a:prstGeom prst="roundRect">
            <a:avLst>
              <a:gd name="adj" fmla="val 12000"/>
            </a:avLst>
          </a:prstGeom>
          <a:solidFill>
            <a:schemeClr val="bg2"/>
          </a:solidFill>
          <a:ln w="12700">
            <a:solidFill>
              <a:schemeClr val="bg2"/>
            </a:solidFill>
            <a:prstDash val="solid"/>
          </a:ln>
        </p:spPr>
      </p:sp>
      <p:sp>
        <p:nvSpPr>
          <p:cNvPr id="12" name="Shape 7"/>
          <p:cNvSpPr/>
          <p:nvPr/>
        </p:nvSpPr>
        <p:spPr>
          <a:xfrm>
            <a:off x="777240" y="5504688"/>
            <a:ext cx="411480" cy="411480"/>
          </a:xfrm>
          <a:prstGeom prst="ellipse">
            <a:avLst/>
          </a:prstGeom>
          <a:solidFill>
            <a:schemeClr val="tx1"/>
          </a:solidFill>
          <a:ln w="12700">
            <a:solidFill>
              <a:schemeClr val="tx1"/>
            </a:solidFill>
            <a:prstDash val="solid"/>
          </a:ln>
        </p:spPr>
      </p:sp>
      <p:sp>
        <p:nvSpPr>
          <p:cNvPr id="13" name="Text 8"/>
          <p:cNvSpPr txBox="1"/>
          <p:nvPr/>
        </p:nvSpPr>
        <p:spPr>
          <a:xfrm>
            <a:off x="777240" y="550468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9"/>
          <p:cNvSpPr txBox="1"/>
          <p:nvPr/>
        </p:nvSpPr>
        <p:spPr>
          <a:xfrm>
            <a:off x="1325880" y="5257800"/>
            <a:ext cx="10058400" cy="914400"/>
          </a:xfrm>
          <a:prstGeom prst="rect">
            <a:avLst/>
          </a:prstGeom>
          <a:noFill/>
          <a:ln/>
        </p:spPr>
        <p:txBody>
          <a:bodyPr wrap="square" lIns="0" tIns="0" rIns="0" bIns="0" rtlCol="0" anchor="ctr"/>
          <a:lstStyle/>
          <a:p>
            <a:pPr indent="0" marL="0">
              <a:buNone/>
            </a:pPr>
            <a:r>
              <a:rPr lang="en-US" sz="1900" b="1" dirty="0">
                <a:solidFill>
                  <a:schemeClr val="tx1"/>
                </a:solidFill>
              </a:rPr>
              <a:t>仮定2　局所的には、AIの出力が線形で近似できる（通常のLIMEと同じ仮定）</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目次</a:t>
            </a:r>
            <a:endParaRPr lang="en-US" sz="3000" dirty="0"/>
          </a:p>
        </p:txBody>
      </p:sp>
      <p:sp>
        <p:nvSpPr>
          <p:cNvPr id="4" name="Shape 1"/>
          <p:cNvSpPr/>
          <p:nvPr/>
        </p:nvSpPr>
        <p:spPr>
          <a:xfrm>
            <a:off x="822960" y="1371600"/>
            <a:ext cx="548640" cy="548640"/>
          </a:xfrm>
          <a:prstGeom prst="ellipse">
            <a:avLst/>
          </a:prstGeom>
          <a:solidFill>
            <a:schemeClr val="accent5">
              <a:alpha val="45000"/>
            </a:schemeClr>
          </a:solidFill>
          <a:ln w="12700">
            <a:solidFill>
              <a:schemeClr val="accent5">
                <a:alpha val="45000"/>
              </a:schemeClr>
            </a:solidFill>
            <a:prstDash val="solid"/>
          </a:ln>
        </p:spPr>
      </p:sp>
      <p:sp>
        <p:nvSpPr>
          <p:cNvPr id="5" name="Text 2"/>
          <p:cNvSpPr txBox="1"/>
          <p:nvPr/>
        </p:nvSpPr>
        <p:spPr>
          <a:xfrm>
            <a:off x="82296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645920" y="132588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導入</a:t>
            </a:r>
            <a:endParaRPr lang="en-US" sz="2400" dirty="0"/>
          </a:p>
        </p:txBody>
      </p:sp>
      <p:sp>
        <p:nvSpPr>
          <p:cNvPr id="7" name="Text 4"/>
          <p:cNvSpPr txBox="1"/>
          <p:nvPr/>
        </p:nvSpPr>
        <p:spPr>
          <a:xfrm>
            <a:off x="4937760" y="132588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今日の問い</a:t>
            </a:r>
            <a:endParaRPr lang="en-US" sz="1600" dirty="0"/>
          </a:p>
        </p:txBody>
      </p:sp>
      <p:sp>
        <p:nvSpPr>
          <p:cNvPr id="8" name="Shape 5"/>
          <p:cNvSpPr/>
          <p:nvPr/>
        </p:nvSpPr>
        <p:spPr>
          <a:xfrm>
            <a:off x="822960" y="2331720"/>
            <a:ext cx="548640" cy="548640"/>
          </a:xfrm>
          <a:prstGeom prst="ellipse">
            <a:avLst/>
          </a:prstGeom>
          <a:solidFill>
            <a:schemeClr val="accent5">
              <a:alpha val="45000"/>
            </a:schemeClr>
          </a:solidFill>
          <a:ln w="12700">
            <a:solidFill>
              <a:schemeClr val="accent5">
                <a:alpha val="45000"/>
              </a:schemeClr>
            </a:solidFill>
            <a:prstDash val="solid"/>
          </a:ln>
        </p:spPr>
      </p:sp>
      <p:sp>
        <p:nvSpPr>
          <p:cNvPr id="9" name="Text 6"/>
          <p:cNvSpPr txBox="1"/>
          <p:nvPr/>
        </p:nvSpPr>
        <p:spPr>
          <a:xfrm>
            <a:off x="822960" y="2331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645920" y="228600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問題と発想</a:t>
            </a:r>
            <a:endParaRPr lang="en-US" sz="2400" dirty="0"/>
          </a:p>
        </p:txBody>
      </p:sp>
      <p:sp>
        <p:nvSpPr>
          <p:cNvPr id="11" name="Text 8"/>
          <p:cNvSpPr txBox="1"/>
          <p:nvPr/>
        </p:nvSpPr>
        <p:spPr>
          <a:xfrm>
            <a:off x="4937760" y="228600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LIMEのおさらい、多クラスLIMEの問題、クラス側をまとめる発想、目標</a:t>
            </a:r>
            <a:endParaRPr lang="en-US" sz="1600" dirty="0"/>
          </a:p>
        </p:txBody>
      </p:sp>
      <p:sp>
        <p:nvSpPr>
          <p:cNvPr id="12" name="Shape 9"/>
          <p:cNvSpPr/>
          <p:nvPr/>
        </p:nvSpPr>
        <p:spPr>
          <a:xfrm>
            <a:off x="822960" y="3291840"/>
            <a:ext cx="548640" cy="548640"/>
          </a:xfrm>
          <a:prstGeom prst="ellipse">
            <a:avLst/>
          </a:prstGeom>
          <a:solidFill>
            <a:schemeClr val="accent5">
              <a:alpha val="45000"/>
            </a:schemeClr>
          </a:solidFill>
          <a:ln w="12700">
            <a:solidFill>
              <a:schemeClr val="accent5">
                <a:alpha val="45000"/>
              </a:schemeClr>
            </a:solidFill>
            <a:prstDash val="solid"/>
          </a:ln>
        </p:spPr>
      </p:sp>
      <p:sp>
        <p:nvSpPr>
          <p:cNvPr id="13" name="Text 10"/>
          <p:cNvSpPr txBox="1"/>
          <p:nvPr/>
        </p:nvSpPr>
        <p:spPr>
          <a:xfrm>
            <a:off x="822960" y="3291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1645920" y="324612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手法と仮定</a:t>
            </a:r>
            <a:endParaRPr lang="en-US" sz="2400" dirty="0"/>
          </a:p>
        </p:txBody>
      </p:sp>
      <p:sp>
        <p:nvSpPr>
          <p:cNvPr id="15" name="Text 12"/>
          <p:cNvSpPr txBox="1"/>
          <p:nvPr/>
        </p:nvSpPr>
        <p:spPr>
          <a:xfrm>
            <a:off x="4937760" y="324612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手順、上位2クラスとの違い、成り立つための仮定</a:t>
            </a:r>
            <a:endParaRPr lang="en-US" sz="1600" dirty="0"/>
          </a:p>
        </p:txBody>
      </p:sp>
      <p:sp>
        <p:nvSpPr>
          <p:cNvPr id="16" name="Shape 13"/>
          <p:cNvSpPr/>
          <p:nvPr/>
        </p:nvSpPr>
        <p:spPr>
          <a:xfrm>
            <a:off x="548640" y="4096512"/>
            <a:ext cx="11064240" cy="868680"/>
          </a:xfrm>
          <a:prstGeom prst="roundRect">
            <a:avLst>
              <a:gd name="adj" fmla="val 12632"/>
            </a:avLst>
          </a:prstGeom>
          <a:solidFill>
            <a:srgbClr val="FBE6DF"/>
          </a:solidFill>
          <a:ln w="12700">
            <a:solidFill>
              <a:srgbClr val="FBE6DF"/>
            </a:solidFill>
            <a:prstDash val="solid"/>
          </a:ln>
        </p:spPr>
      </p:sp>
      <p:sp>
        <p:nvSpPr>
          <p:cNvPr id="17" name="Shape 14"/>
          <p:cNvSpPr/>
          <p:nvPr/>
        </p:nvSpPr>
        <p:spPr>
          <a:xfrm>
            <a:off x="822960" y="4251960"/>
            <a:ext cx="548640" cy="548640"/>
          </a:xfrm>
          <a:prstGeom prst="ellipse">
            <a:avLst/>
          </a:prstGeom>
          <a:solidFill>
            <a:schemeClr val="accent1"/>
          </a:solidFill>
          <a:ln w="12700">
            <a:solidFill>
              <a:schemeClr val="accent1"/>
            </a:solidFill>
            <a:prstDash val="solid"/>
          </a:ln>
        </p:spPr>
      </p:sp>
      <p:sp>
        <p:nvSpPr>
          <p:cNvPr id="18" name="Text 15"/>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6"/>
          <p:cNvSpPr txBox="1"/>
          <p:nvPr/>
        </p:nvSpPr>
        <p:spPr>
          <a:xfrm>
            <a:off x="1645920" y="4206240"/>
            <a:ext cx="3291840" cy="640080"/>
          </a:xfrm>
          <a:prstGeom prst="rect">
            <a:avLst/>
          </a:prstGeom>
          <a:noFill/>
          <a:ln/>
        </p:spPr>
        <p:txBody>
          <a:bodyPr wrap="square" lIns="0" tIns="0" rIns="0" bIns="0" rtlCol="0" anchor="ctr"/>
          <a:lstStyle/>
          <a:p>
            <a:pPr indent="0" marL="0">
              <a:buNone/>
            </a:pPr>
            <a:r>
              <a:rPr lang="en-US" sz="2400" b="1" dirty="0">
                <a:solidFill>
                  <a:schemeClr val="tx1"/>
                </a:solidFill>
              </a:rPr>
              <a:t>実験</a:t>
            </a:r>
            <a:endParaRPr lang="en-US" sz="2400" dirty="0"/>
          </a:p>
        </p:txBody>
      </p:sp>
      <p:sp>
        <p:nvSpPr>
          <p:cNvPr id="20" name="Text 17"/>
          <p:cNvSpPr txBox="1"/>
          <p:nvPr/>
        </p:nvSpPr>
        <p:spPr>
          <a:xfrm>
            <a:off x="4937760" y="4206240"/>
            <a:ext cx="6492240" cy="640080"/>
          </a:xfrm>
          <a:prstGeom prst="rect">
            <a:avLst/>
          </a:prstGeom>
          <a:noFill/>
          <a:ln/>
        </p:spPr>
        <p:txBody>
          <a:bodyPr wrap="square" lIns="0" tIns="0" rIns="0" bIns="0" rtlCol="0" anchor="ctr"/>
          <a:lstStyle/>
          <a:p>
            <a:pPr indent="0" marL="0">
              <a:buNone/>
            </a:pPr>
            <a:r>
              <a:rPr lang="en-US" sz="1600" dirty="0">
                <a:solidFill>
                  <a:schemeClr val="tx2"/>
                </a:solidFill>
              </a:rPr>
              <a:t>仮定の確かめ方、実験の設定、忠実さの測り方、結果</a:t>
            </a:r>
            <a:endParaRPr lang="en-US" sz="1600" dirty="0"/>
          </a:p>
        </p:txBody>
      </p:sp>
      <p:sp>
        <p:nvSpPr>
          <p:cNvPr id="21" name="Shape 18"/>
          <p:cNvSpPr/>
          <p:nvPr/>
        </p:nvSpPr>
        <p:spPr>
          <a:xfrm>
            <a:off x="822960" y="5212080"/>
            <a:ext cx="548640" cy="548640"/>
          </a:xfrm>
          <a:prstGeom prst="ellipse">
            <a:avLst/>
          </a:prstGeom>
          <a:solidFill>
            <a:schemeClr val="accent5">
              <a:alpha val="45000"/>
            </a:schemeClr>
          </a:solidFill>
          <a:ln w="12700">
            <a:solidFill>
              <a:schemeClr val="accent5">
                <a:alpha val="45000"/>
              </a:schemeClr>
            </a:solidFill>
            <a:prstDash val="solid"/>
          </a:ln>
        </p:spPr>
      </p:sp>
      <p:sp>
        <p:nvSpPr>
          <p:cNvPr id="22" name="Text 19"/>
          <p:cNvSpPr txBox="1"/>
          <p:nvPr/>
        </p:nvSpPr>
        <p:spPr>
          <a:xfrm>
            <a:off x="822960" y="5212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0"/>
          <p:cNvSpPr txBox="1"/>
          <p:nvPr/>
        </p:nvSpPr>
        <p:spPr>
          <a:xfrm>
            <a:off x="1645920" y="516636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課題と今後</a:t>
            </a:r>
            <a:endParaRPr lang="en-US" sz="2400" dirty="0"/>
          </a:p>
        </p:txBody>
      </p:sp>
      <p:sp>
        <p:nvSpPr>
          <p:cNvPr id="24" name="Text 21"/>
          <p:cNvSpPr txBox="1"/>
          <p:nvPr/>
        </p:nvSpPr>
        <p:spPr>
          <a:xfrm>
            <a:off x="4937760" y="516636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課題、今後の計画、まとめ</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仮定1の確かめ方（1）動くクラスの数</a:t>
            </a:r>
            <a:endParaRPr lang="en-US" sz="3000" dirty="0"/>
          </a:p>
        </p:txBody>
      </p:sp>
      <p:sp>
        <p:nvSpPr>
          <p:cNvPr id="4" name="Shape 1"/>
          <p:cNvSpPr/>
          <p:nvPr/>
        </p:nvSpPr>
        <p:spPr>
          <a:xfrm>
            <a:off x="548640" y="1280160"/>
            <a:ext cx="411480" cy="411480"/>
          </a:xfrm>
          <a:prstGeom prst="ellipse">
            <a:avLst/>
          </a:prstGeom>
          <a:solidFill>
            <a:schemeClr val="tx1"/>
          </a:solidFill>
          <a:ln w="12700">
            <a:solidFill>
              <a:schemeClr val="tx1"/>
            </a:solidFill>
            <a:prstDash val="solid"/>
          </a:ln>
        </p:spPr>
      </p:sp>
      <p:sp>
        <p:nvSpPr>
          <p:cNvPr id="5" name="Text 2"/>
          <p:cNvSpPr txBox="1"/>
          <p:nvPr/>
        </p:nvSpPr>
        <p:spPr>
          <a:xfrm>
            <a:off x="548640" y="12801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252728"/>
            <a:ext cx="4389120" cy="411480"/>
          </a:xfrm>
          <a:prstGeom prst="rect">
            <a:avLst/>
          </a:prstGeom>
          <a:noFill/>
          <a:ln/>
        </p:spPr>
        <p:txBody>
          <a:bodyPr wrap="square" lIns="0" tIns="0" rIns="0" bIns="0" rtlCol="0" anchor="t"/>
          <a:lstStyle/>
          <a:p>
            <a:pPr indent="0" marL="0">
              <a:buNone/>
            </a:pPr>
            <a:r>
              <a:rPr lang="en-US" sz="1700" b="1" dirty="0">
                <a:solidFill>
                  <a:schemeClr val="tx1"/>
                </a:solidFill>
              </a:rPr>
              <a:t>摂動データを撒く</a:t>
            </a:r>
            <a:endParaRPr lang="en-US" sz="1700" dirty="0"/>
          </a:p>
        </p:txBody>
      </p:sp>
      <p:sp>
        <p:nvSpPr>
          <p:cNvPr id="7" name="Text 4"/>
          <p:cNvSpPr txBox="1"/>
          <p:nvPr/>
        </p:nvSpPr>
        <p:spPr>
          <a:xfrm>
            <a:off x="1097280" y="1691640"/>
            <a:ext cx="4389120" cy="731520"/>
          </a:xfrm>
          <a:prstGeom prst="rect">
            <a:avLst/>
          </a:prstGeom>
          <a:noFill/>
          <a:ln/>
        </p:spPr>
        <p:txBody>
          <a:bodyPr wrap="square" lIns="0" tIns="0" rIns="0" bIns="0" rtlCol="0" anchor="t"/>
          <a:lstStyle/>
          <a:p>
            <a:pPr indent="0" marL="0">
              <a:buNone/>
            </a:pPr>
            <a:r>
              <a:rPr lang="en-US" sz="1300" dirty="0">
                <a:solidFill>
                  <a:schemeClr val="tx2"/>
                </a:solidFill>
              </a:rPr>
              <a:t>説明する点のまわりに、小さい半径で600点</a:t>
            </a:r>
            <a:endParaRPr lang="en-US" sz="1300" dirty="0"/>
          </a:p>
        </p:txBody>
      </p:sp>
      <p:sp>
        <p:nvSpPr>
          <p:cNvPr id="8" name="Shape 5"/>
          <p:cNvSpPr/>
          <p:nvPr/>
        </p:nvSpPr>
        <p:spPr>
          <a:xfrm>
            <a:off x="548640" y="2240280"/>
            <a:ext cx="411480" cy="411480"/>
          </a:xfrm>
          <a:prstGeom prst="ellipse">
            <a:avLst/>
          </a:prstGeom>
          <a:solidFill>
            <a:schemeClr val="tx1"/>
          </a:solidFill>
          <a:ln w="12700">
            <a:solidFill>
              <a:schemeClr val="tx1"/>
            </a:solidFill>
            <a:prstDash val="solid"/>
          </a:ln>
        </p:spPr>
      </p:sp>
      <p:sp>
        <p:nvSpPr>
          <p:cNvPr id="9" name="Text 6"/>
          <p:cNvSpPr txBox="1"/>
          <p:nvPr/>
        </p:nvSpPr>
        <p:spPr>
          <a:xfrm>
            <a:off x="548640"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212848"/>
            <a:ext cx="4389120" cy="411480"/>
          </a:xfrm>
          <a:prstGeom prst="rect">
            <a:avLst/>
          </a:prstGeom>
          <a:noFill/>
          <a:ln/>
        </p:spPr>
        <p:txBody>
          <a:bodyPr wrap="square" lIns="0" tIns="0" rIns="0" bIns="0" rtlCol="0" anchor="t"/>
          <a:lstStyle/>
          <a:p>
            <a:pPr indent="0" marL="0">
              <a:buNone/>
            </a:pPr>
            <a:r>
              <a:rPr lang="en-US" sz="1700" b="1" dirty="0">
                <a:solidFill>
                  <a:schemeClr val="tx1"/>
                </a:solidFill>
              </a:rPr>
              <a:t>元の点の確率との差（ずれ）を取る</a:t>
            </a:r>
            <a:endParaRPr lang="en-US" sz="1700" dirty="0"/>
          </a:p>
        </p:txBody>
      </p:sp>
      <p:sp>
        <p:nvSpPr>
          <p:cNvPr id="11" name="Shape 8"/>
          <p:cNvSpPr/>
          <p:nvPr/>
        </p:nvSpPr>
        <p:spPr>
          <a:xfrm>
            <a:off x="548640" y="4617720"/>
            <a:ext cx="411480" cy="411480"/>
          </a:xfrm>
          <a:prstGeom prst="ellipse">
            <a:avLst/>
          </a:prstGeom>
          <a:solidFill>
            <a:schemeClr val="accent1"/>
          </a:solidFill>
          <a:ln w="12700">
            <a:solidFill>
              <a:schemeClr val="accent1"/>
            </a:solidFill>
            <a:prstDash val="solid"/>
          </a:ln>
        </p:spPr>
      </p:sp>
      <p:sp>
        <p:nvSpPr>
          <p:cNvPr id="12" name="Text 9"/>
          <p:cNvSpPr txBox="1"/>
          <p:nvPr/>
        </p:nvSpPr>
        <p:spPr>
          <a:xfrm>
            <a:off x="548640" y="4617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1097280" y="4590288"/>
            <a:ext cx="4389120" cy="411480"/>
          </a:xfrm>
          <a:prstGeom prst="rect">
            <a:avLst/>
          </a:prstGeom>
          <a:noFill/>
          <a:ln/>
        </p:spPr>
        <p:txBody>
          <a:bodyPr wrap="square" lIns="0" tIns="0" rIns="0" bIns="0" rtlCol="0" anchor="t"/>
          <a:lstStyle/>
          <a:p>
            <a:pPr indent="0" marL="0">
              <a:buNone/>
            </a:pPr>
            <a:r>
              <a:rPr lang="en-US" sz="1700" b="1" dirty="0">
                <a:solidFill>
                  <a:schemeClr val="tx1"/>
                </a:solidFill>
              </a:rPr>
              <a:t>クラスごとにずれを集計する</a:t>
            </a:r>
            <a:endParaRPr lang="en-US" sz="1700" dirty="0"/>
          </a:p>
        </p:txBody>
      </p:sp>
      <p:sp>
        <p:nvSpPr>
          <p:cNvPr id="14" name="Text 11"/>
          <p:cNvSpPr txBox="1"/>
          <p:nvPr/>
        </p:nvSpPr>
        <p:spPr>
          <a:xfrm>
            <a:off x="1097280" y="5029200"/>
            <a:ext cx="4389120" cy="731520"/>
          </a:xfrm>
          <a:prstGeom prst="rect">
            <a:avLst/>
          </a:prstGeom>
          <a:noFill/>
          <a:ln/>
        </p:spPr>
        <p:txBody>
          <a:bodyPr wrap="square" lIns="0" tIns="0" rIns="0" bIns="0" rtlCol="0" anchor="t"/>
          <a:lstStyle/>
          <a:p>
            <a:pPr indent="0" marL="0">
              <a:buNone/>
            </a:pPr>
            <a:r>
              <a:rPr lang="en-US" sz="1300" dirty="0">
                <a:solidFill>
                  <a:schemeClr val="tx2"/>
                </a:solidFill>
              </a:rPr>
              <a:t>ずれの2乗を600点分足し、大きい順に全体の95%に届くまでのクラス数を数える</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097280" y="2743200"/>
          <a:ext cx="4480560" cy="914400"/>
        </p:xfrm>
        <a:graphic>
          <a:graphicData uri="http://schemas.openxmlformats.org/drawingml/2006/table">
            <a:tbl>
              <a:tblPr/>
              <a:tblGrid>
                <a:gridCol w="1554480"/>
                <a:gridCol w="731520"/>
                <a:gridCol w="731520"/>
                <a:gridCol w="731520"/>
                <a:gridCol w="731520"/>
              </a:tblGrid>
              <a:tr h="384048">
                <a:tc>
                  <a:txBody>
                    <a:bodyPr/>
                    <a:lstStyle/>
                    <a:p>
                      <a:pPr algn="ctr" indent="0" marL="0">
                        <a:buNone/>
                      </a:pP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2</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3</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9</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その他</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r>
              <a:tr h="384048">
                <a:tc>
                  <a:txBody>
                    <a:bodyPr/>
                    <a:lstStyle/>
                    <a:p>
                      <a:pPr algn="l" indent="0" marL="0">
                        <a:buNone/>
                      </a:pPr>
                      <a:r>
                        <a:rPr lang="en-US" sz="1300" dirty="0">
                          <a:solidFill>
                            <a:schemeClr val="tx1"/>
                          </a:solidFill>
                        </a:rPr>
                        <a:t>説明する点</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0.39</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0.39</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0.12</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0.10</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r h="384048">
                <a:tc>
                  <a:txBody>
                    <a:bodyPr/>
                    <a:lstStyle/>
                    <a:p>
                      <a:pPr algn="l" indent="0" marL="0">
                        <a:buNone/>
                      </a:pPr>
                      <a:r>
                        <a:rPr lang="en-US" sz="1300" dirty="0">
                          <a:solidFill>
                            <a:schemeClr val="tx1"/>
                          </a:solidFill>
                        </a:rPr>
                        <a:t>摂動データの1つ</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0.46</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0.35</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0.09</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0.10</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r h="384048">
                <a:tc>
                  <a:txBody>
                    <a:bodyPr/>
                    <a:lstStyle/>
                    <a:p>
                      <a:pPr algn="l" indent="0" marL="0">
                        <a:buNone/>
                      </a:pPr>
                      <a:r>
                        <a:rPr lang="en-US" sz="1300" b="1" dirty="0">
                          <a:solidFill>
                            <a:schemeClr val="accent1"/>
                          </a:solidFill>
                        </a:rPr>
                        <a:t>ずれ</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+0.07</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−0.04</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−0.03</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1"/>
                          </a:solidFill>
                        </a:rPr>
                        <a:t>0.00</a:t>
                      </a:r>
                      <a:endParaRPr lang="en-US" sz="1300" dirty="0"/>
                    </a:p>
                  </a:txBody>
                  <a:tcPr marL="50800" marR="50800" marT="25400" marB="254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2"/>
                    </a:solidFill>
                  </a:tcPr>
                </a:tc>
              </a:tr>
            </a:tbl>
          </a:graphicData>
        </a:graphic>
      </p:graphicFrame>
      <p:graphicFrame>
        <p:nvGraphicFramePr>
          <p:cNvPr id="16" name="Chart 0" descr=""/>
          <p:cNvGraphicFramePr/>
          <p:nvPr/>
        </p:nvGraphicFramePr>
        <p:xfrm>
          <a:off x="5852160" y="1234440"/>
          <a:ext cx="5760720" cy="4069080"/>
        </p:xfrm>
        <a:graphic xmlns:a="http://schemas.openxmlformats.org/drawingml/2006/main">
          <a:graphicData uri="http://schemas.openxmlformats.org/drawingml/2006/chart">
            <c:chart xmlns:c="http://schemas.openxmlformats.org/drawingml/2006/chart" r:id="rId1"/>
          </a:graphicData>
        </a:graphic>
      </p:graphicFrame>
      <p:sp>
        <p:nvSpPr>
          <p:cNvPr id="17" name="Shape 12"/>
          <p:cNvSpPr/>
          <p:nvPr/>
        </p:nvSpPr>
        <p:spPr>
          <a:xfrm>
            <a:off x="5852160" y="5440680"/>
            <a:ext cx="5760720" cy="731520"/>
          </a:xfrm>
          <a:prstGeom prst="roundRect">
            <a:avLst>
              <a:gd name="adj" fmla="val 15000"/>
            </a:avLst>
          </a:prstGeom>
          <a:solidFill>
            <a:schemeClr val="bg2"/>
          </a:solidFill>
          <a:ln w="12700">
            <a:solidFill>
              <a:schemeClr val="bg2"/>
            </a:solidFill>
            <a:prstDash val="solid"/>
          </a:ln>
        </p:spPr>
      </p:sp>
      <p:sp>
        <p:nvSpPr>
          <p:cNvPr id="18" name="Text 13"/>
          <p:cNvSpPr txBox="1"/>
          <p:nvPr/>
        </p:nvSpPr>
        <p:spPr>
          <a:xfrm>
            <a:off x="6080760" y="5440680"/>
            <a:ext cx="5394960" cy="731520"/>
          </a:xfrm>
          <a:prstGeom prst="rect">
            <a:avLst/>
          </a:prstGeom>
          <a:noFill/>
          <a:ln/>
        </p:spPr>
        <p:txBody>
          <a:bodyPr wrap="square" lIns="0" tIns="0" rIns="0" bIns="0" rtlCol="0" anchor="ctr"/>
          <a:lstStyle/>
          <a:p>
            <a:pPr indent="0" marL="0">
              <a:buNone/>
            </a:pPr>
            <a:r>
              <a:rPr lang="en-US" sz="1700" dirty="0">
                <a:solidFill>
                  <a:schemeClr val="tx1"/>
                </a:solidFill>
              </a:rPr>
              <a:t>2・3・9で全体の97%　→　動くクラス </a:t>
            </a:r>
            <a:pPr indent="0" marL="0">
              <a:buNone/>
            </a:pPr>
            <a:r>
              <a:rPr lang="en-US" sz="1700" b="1" dirty="0">
                <a:solidFill>
                  <a:schemeClr val="accent1"/>
                </a:solidFill>
              </a:rPr>
              <a:t>3個</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仮定1の確かめ方（2）必要な軸の数</a:t>
            </a:r>
            <a:endParaRPr lang="en-US" sz="3000" dirty="0"/>
          </a:p>
        </p:txBody>
      </p:sp>
      <p:sp>
        <p:nvSpPr>
          <p:cNvPr id="4" name="Shape 1"/>
          <p:cNvSpPr/>
          <p:nvPr/>
        </p:nvSpPr>
        <p:spPr>
          <a:xfrm>
            <a:off x="548640" y="1280160"/>
            <a:ext cx="411480" cy="411480"/>
          </a:xfrm>
          <a:prstGeom prst="ellipse">
            <a:avLst/>
          </a:prstGeom>
          <a:solidFill>
            <a:schemeClr val="tx1"/>
          </a:solidFill>
          <a:ln w="12700">
            <a:solidFill>
              <a:schemeClr val="tx1"/>
            </a:solidFill>
            <a:prstDash val="solid"/>
          </a:ln>
        </p:spPr>
      </p:sp>
      <p:sp>
        <p:nvSpPr>
          <p:cNvPr id="5" name="Text 2"/>
          <p:cNvSpPr txBox="1"/>
          <p:nvPr/>
        </p:nvSpPr>
        <p:spPr>
          <a:xfrm>
            <a:off x="548640" y="12801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252728"/>
            <a:ext cx="4572000" cy="411480"/>
          </a:xfrm>
          <a:prstGeom prst="rect">
            <a:avLst/>
          </a:prstGeom>
          <a:noFill/>
          <a:ln/>
        </p:spPr>
        <p:txBody>
          <a:bodyPr wrap="square" lIns="0" tIns="0" rIns="0" bIns="0" rtlCol="0" anchor="t"/>
          <a:lstStyle/>
          <a:p>
            <a:pPr indent="0" marL="0">
              <a:buNone/>
            </a:pPr>
            <a:r>
              <a:rPr lang="en-US" sz="1600" b="1" dirty="0">
                <a:solidFill>
                  <a:schemeClr val="tx1"/>
                </a:solidFill>
              </a:rPr>
              <a:t>600個のずれを、10次元の点として並べる</a:t>
            </a:r>
            <a:endParaRPr lang="en-US" sz="1600" dirty="0"/>
          </a:p>
        </p:txBody>
      </p:sp>
      <p:sp>
        <p:nvSpPr>
          <p:cNvPr id="7" name="Text 4"/>
          <p:cNvSpPr txBox="1"/>
          <p:nvPr/>
        </p:nvSpPr>
        <p:spPr>
          <a:xfrm>
            <a:off x="1097280" y="1691640"/>
            <a:ext cx="4572000" cy="457200"/>
          </a:xfrm>
          <a:prstGeom prst="rect">
            <a:avLst/>
          </a:prstGeom>
          <a:noFill/>
          <a:ln/>
        </p:spPr>
        <p:txBody>
          <a:bodyPr wrap="square" lIns="0" tIns="0" rIns="0" bIns="0" rtlCol="0" anchor="t"/>
          <a:lstStyle/>
          <a:p>
            <a:pPr indent="0" marL="0">
              <a:buNone/>
            </a:pPr>
            <a:r>
              <a:rPr lang="en-US" sz="1300" dirty="0">
                <a:solidFill>
                  <a:schemeClr val="tx2"/>
                </a:solidFill>
              </a:rPr>
              <a:t>ずれは10個の数の組。和はいつも0</a:t>
            </a:r>
            <a:endParaRPr lang="en-US" sz="1300" dirty="0"/>
          </a:p>
        </p:txBody>
      </p:sp>
      <p:sp>
        <p:nvSpPr>
          <p:cNvPr id="8" name="Shape 5"/>
          <p:cNvSpPr/>
          <p:nvPr/>
        </p:nvSpPr>
        <p:spPr>
          <a:xfrm>
            <a:off x="548640" y="2331720"/>
            <a:ext cx="411480" cy="411480"/>
          </a:xfrm>
          <a:prstGeom prst="ellipse">
            <a:avLst/>
          </a:prstGeom>
          <a:solidFill>
            <a:schemeClr val="tx1"/>
          </a:solidFill>
          <a:ln w="12700">
            <a:solidFill>
              <a:schemeClr val="tx1"/>
            </a:solidFill>
            <a:prstDash val="solid"/>
          </a:ln>
        </p:spPr>
      </p:sp>
      <p:sp>
        <p:nvSpPr>
          <p:cNvPr id="9" name="Text 6"/>
          <p:cNvSpPr txBox="1"/>
          <p:nvPr/>
        </p:nvSpPr>
        <p:spPr>
          <a:xfrm>
            <a:off x="548640" y="2331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304288"/>
            <a:ext cx="4572000" cy="411480"/>
          </a:xfrm>
          <a:prstGeom prst="rect">
            <a:avLst/>
          </a:prstGeom>
          <a:noFill/>
          <a:ln/>
        </p:spPr>
        <p:txBody>
          <a:bodyPr wrap="square" lIns="0" tIns="0" rIns="0" bIns="0" rtlCol="0" anchor="t"/>
          <a:lstStyle/>
          <a:p>
            <a:pPr indent="0" marL="0">
              <a:buNone/>
            </a:pPr>
            <a:r>
              <a:rPr lang="en-US" sz="1600" b="1" dirty="0">
                <a:solidFill>
                  <a:schemeClr val="tx1"/>
                </a:solidFill>
              </a:rPr>
              <a:t>向き（軸）をPCAで、よく表す順に求める</a:t>
            </a:r>
            <a:endParaRPr lang="en-US" sz="1600" dirty="0"/>
          </a:p>
        </p:txBody>
      </p:sp>
      <p:sp>
        <p:nvSpPr>
          <p:cNvPr id="11" name="Text 8"/>
          <p:cNvSpPr txBox="1"/>
          <p:nvPr/>
        </p:nvSpPr>
        <p:spPr>
          <a:xfrm>
            <a:off x="1097280" y="2743200"/>
            <a:ext cx="4572000" cy="457200"/>
          </a:xfrm>
          <a:prstGeom prst="rect">
            <a:avLst/>
          </a:prstGeom>
          <a:noFill/>
          <a:ln/>
        </p:spPr>
        <p:txBody>
          <a:bodyPr wrap="square" lIns="0" tIns="0" rIns="0" bIns="0" rtlCol="0" anchor="t"/>
          <a:lstStyle/>
          <a:p>
            <a:pPr indent="0" marL="0">
              <a:buNone/>
            </a:pPr>
            <a:r>
              <a:rPr lang="en-US" sz="1300" dirty="0">
                <a:solidFill>
                  <a:schemeClr val="tx2"/>
                </a:solidFill>
              </a:rPr>
              <a:t>軸ごとに、ずれ全体の何%を表すかが分かる</a:t>
            </a:r>
            <a:endParaRPr lang="en-US" sz="1300" dirty="0"/>
          </a:p>
        </p:txBody>
      </p:sp>
      <p:sp>
        <p:nvSpPr>
          <p:cNvPr id="12" name="Shape 9"/>
          <p:cNvSpPr/>
          <p:nvPr/>
        </p:nvSpPr>
        <p:spPr>
          <a:xfrm>
            <a:off x="548640" y="3383280"/>
            <a:ext cx="411480" cy="411480"/>
          </a:xfrm>
          <a:prstGeom prst="ellipse">
            <a:avLst/>
          </a:prstGeom>
          <a:solidFill>
            <a:schemeClr val="accent1"/>
          </a:solidFill>
          <a:ln w="12700">
            <a:solidFill>
              <a:schemeClr val="accent1"/>
            </a:solidFill>
            <a:prstDash val="solid"/>
          </a:ln>
        </p:spPr>
      </p:sp>
      <p:sp>
        <p:nvSpPr>
          <p:cNvPr id="13" name="Text 10"/>
          <p:cNvSpPr txBox="1"/>
          <p:nvPr/>
        </p:nvSpPr>
        <p:spPr>
          <a:xfrm>
            <a:off x="548640" y="3383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097280" y="3355848"/>
            <a:ext cx="4572000" cy="411480"/>
          </a:xfrm>
          <a:prstGeom prst="rect">
            <a:avLst/>
          </a:prstGeom>
          <a:noFill/>
          <a:ln/>
        </p:spPr>
        <p:txBody>
          <a:bodyPr wrap="square" lIns="0" tIns="0" rIns="0" bIns="0" rtlCol="0" anchor="t"/>
          <a:lstStyle/>
          <a:p>
            <a:pPr indent="0" marL="0">
              <a:buNone/>
            </a:pPr>
            <a:r>
              <a:rPr lang="en-US" sz="1600" b="1" dirty="0">
                <a:solidFill>
                  <a:schemeClr val="tx1"/>
                </a:solidFill>
              </a:rPr>
              <a:t>95%に届くまでの軸の本数を数える</a:t>
            </a:r>
            <a:endParaRPr lang="en-US" sz="1600" dirty="0"/>
          </a:p>
        </p:txBody>
      </p:sp>
      <p:sp>
        <p:nvSpPr>
          <p:cNvPr id="15" name="Shape 12"/>
          <p:cNvSpPr/>
          <p:nvPr/>
        </p:nvSpPr>
        <p:spPr>
          <a:xfrm>
            <a:off x="1097280" y="3794760"/>
            <a:ext cx="4572000" cy="868680"/>
          </a:xfrm>
          <a:prstGeom prst="roundRect">
            <a:avLst>
              <a:gd name="adj" fmla="val 12632"/>
            </a:avLst>
          </a:prstGeom>
          <a:solidFill>
            <a:schemeClr val="bg2"/>
          </a:solidFill>
          <a:ln w="12700">
            <a:solidFill>
              <a:schemeClr val="bg2"/>
            </a:solidFill>
            <a:prstDash val="solid"/>
          </a:ln>
        </p:spPr>
      </p:sp>
      <p:sp>
        <p:nvSpPr>
          <p:cNvPr id="16" name="Text 13"/>
          <p:cNvSpPr txBox="1"/>
          <p:nvPr/>
        </p:nvSpPr>
        <p:spPr>
          <a:xfrm>
            <a:off x="1280160" y="3849624"/>
            <a:ext cx="4297680" cy="411480"/>
          </a:xfrm>
          <a:prstGeom prst="rect">
            <a:avLst/>
          </a:prstGeom>
          <a:noFill/>
          <a:ln/>
        </p:spPr>
        <p:txBody>
          <a:bodyPr wrap="square" lIns="0" tIns="0" rIns="0" bIns="0" rtlCol="0" anchor="ctr"/>
          <a:lstStyle/>
          <a:p>
            <a:pPr indent="0" marL="0">
              <a:buNone/>
            </a:pPr>
            <a:r>
              <a:rPr lang="en-US" sz="1500" b="1" dirty="0">
                <a:solidFill>
                  <a:schemeClr val="tx1"/>
                </a:solidFill>
              </a:rPr>
              <a:t>軸1　</a:t>
            </a:r>
            <a:pPr indent="0" marL="0">
              <a:buNone/>
            </a:pPr>
            <a:r>
              <a:rPr lang="en-US" sz="1500" b="1" dirty="0">
                <a:solidFill>
                  <a:schemeClr val="accent1"/>
                </a:solidFill>
              </a:rPr>
              <a:t>69%</a:t>
            </a:r>
            <a:pPr indent="0" marL="0">
              <a:buNone/>
            </a:pPr>
            <a:r>
              <a:rPr lang="en-US" sz="1500" dirty="0">
                <a:solidFill>
                  <a:schemeClr val="tx1"/>
                </a:solidFill>
              </a:rPr>
              <a:t>　2が下がり、3と9が上がる</a:t>
            </a:r>
            <a:endParaRPr lang="en-US" sz="1500" dirty="0"/>
          </a:p>
        </p:txBody>
      </p:sp>
      <p:sp>
        <p:nvSpPr>
          <p:cNvPr id="17" name="Text 14"/>
          <p:cNvSpPr txBox="1"/>
          <p:nvPr/>
        </p:nvSpPr>
        <p:spPr>
          <a:xfrm>
            <a:off x="1280160" y="4251960"/>
            <a:ext cx="4297680" cy="320040"/>
          </a:xfrm>
          <a:prstGeom prst="rect">
            <a:avLst/>
          </a:prstGeom>
          <a:noFill/>
          <a:ln/>
        </p:spPr>
        <p:txBody>
          <a:bodyPr wrap="square" lIns="0" tIns="0" rIns="0" bIns="0" rtlCol="0" anchor="t"/>
          <a:lstStyle/>
          <a:p>
            <a:pPr indent="0" marL="0">
              <a:buNone/>
            </a:pPr>
            <a:r>
              <a:rPr lang="en-US" sz="1200" dirty="0">
                <a:solidFill>
                  <a:schemeClr val="tx2"/>
                </a:solidFill>
              </a:rPr>
              <a:t>重み　2: −0.76　3: +0.59　9: +0.27</a:t>
            </a:r>
            <a:endParaRPr lang="en-US" sz="1200" dirty="0"/>
          </a:p>
        </p:txBody>
      </p:sp>
      <p:sp>
        <p:nvSpPr>
          <p:cNvPr id="18" name="Shape 15"/>
          <p:cNvSpPr/>
          <p:nvPr/>
        </p:nvSpPr>
        <p:spPr>
          <a:xfrm>
            <a:off x="1097280" y="4754880"/>
            <a:ext cx="4572000" cy="868680"/>
          </a:xfrm>
          <a:prstGeom prst="roundRect">
            <a:avLst>
              <a:gd name="adj" fmla="val 12632"/>
            </a:avLst>
          </a:prstGeom>
          <a:solidFill>
            <a:schemeClr val="bg2"/>
          </a:solidFill>
          <a:ln w="12700">
            <a:solidFill>
              <a:schemeClr val="bg2"/>
            </a:solidFill>
            <a:prstDash val="solid"/>
          </a:ln>
        </p:spPr>
      </p:sp>
      <p:sp>
        <p:nvSpPr>
          <p:cNvPr id="19" name="Text 16"/>
          <p:cNvSpPr txBox="1"/>
          <p:nvPr/>
        </p:nvSpPr>
        <p:spPr>
          <a:xfrm>
            <a:off x="1280160" y="4809744"/>
            <a:ext cx="4297680" cy="411480"/>
          </a:xfrm>
          <a:prstGeom prst="rect">
            <a:avLst/>
          </a:prstGeom>
          <a:noFill/>
          <a:ln/>
        </p:spPr>
        <p:txBody>
          <a:bodyPr wrap="square" lIns="0" tIns="0" rIns="0" bIns="0" rtlCol="0" anchor="ctr"/>
          <a:lstStyle/>
          <a:p>
            <a:pPr indent="0" marL="0">
              <a:buNone/>
            </a:pPr>
            <a:r>
              <a:rPr lang="en-US" sz="1500" b="1" dirty="0">
                <a:solidFill>
                  <a:schemeClr val="tx1"/>
                </a:solidFill>
              </a:rPr>
              <a:t>軸2　</a:t>
            </a:r>
            <a:pPr indent="0" marL="0">
              <a:buNone/>
            </a:pPr>
            <a:r>
              <a:rPr lang="en-US" sz="1500" b="1" dirty="0">
                <a:solidFill>
                  <a:schemeClr val="accent1"/>
                </a:solidFill>
              </a:rPr>
              <a:t>29%</a:t>
            </a:r>
            <a:pPr indent="0" marL="0">
              <a:buNone/>
            </a:pPr>
            <a:r>
              <a:rPr lang="en-US" sz="1500" dirty="0">
                <a:solidFill>
                  <a:schemeClr val="tx1"/>
                </a:solidFill>
              </a:rPr>
              <a:t>　9が下がり、3と2が上がる</a:t>
            </a:r>
            <a:endParaRPr lang="en-US" sz="1500" dirty="0"/>
          </a:p>
        </p:txBody>
      </p:sp>
      <p:sp>
        <p:nvSpPr>
          <p:cNvPr id="20" name="Text 17"/>
          <p:cNvSpPr txBox="1"/>
          <p:nvPr/>
        </p:nvSpPr>
        <p:spPr>
          <a:xfrm>
            <a:off x="1280160" y="5212080"/>
            <a:ext cx="4297680" cy="320040"/>
          </a:xfrm>
          <a:prstGeom prst="rect">
            <a:avLst/>
          </a:prstGeom>
          <a:noFill/>
          <a:ln/>
        </p:spPr>
        <p:txBody>
          <a:bodyPr wrap="square" lIns="0" tIns="0" rIns="0" bIns="0" rtlCol="0" anchor="t"/>
          <a:lstStyle/>
          <a:p>
            <a:pPr indent="0" marL="0">
              <a:buNone/>
            </a:pPr>
            <a:r>
              <a:rPr lang="en-US" sz="1200" dirty="0">
                <a:solidFill>
                  <a:schemeClr val="tx2"/>
                </a:solidFill>
              </a:rPr>
              <a:t>重み　2: +0.35　3: +0.70　9: −0.58</a:t>
            </a:r>
            <a:endParaRPr lang="en-US" sz="1200" dirty="0"/>
          </a:p>
        </p:txBody>
      </p:sp>
      <p:sp>
        <p:nvSpPr>
          <p:cNvPr id="21" name="Shape 18"/>
          <p:cNvSpPr/>
          <p:nvPr/>
        </p:nvSpPr>
        <p:spPr>
          <a:xfrm>
            <a:off x="1097280" y="5715000"/>
            <a:ext cx="4572000" cy="457200"/>
          </a:xfrm>
          <a:prstGeom prst="roundRect">
            <a:avLst>
              <a:gd name="adj" fmla="val 16000"/>
            </a:avLst>
          </a:prstGeom>
          <a:solidFill>
            <a:schemeClr val="tx1"/>
          </a:solidFill>
          <a:ln w="12700">
            <a:solidFill>
              <a:schemeClr val="tx1"/>
            </a:solidFill>
            <a:prstDash val="solid"/>
          </a:ln>
        </p:spPr>
      </p:sp>
      <p:sp>
        <p:nvSpPr>
          <p:cNvPr id="22" name="Text 19"/>
          <p:cNvSpPr txBox="1"/>
          <p:nvPr/>
        </p:nvSpPr>
        <p:spPr>
          <a:xfrm>
            <a:off x="1234440" y="5715000"/>
            <a:ext cx="4389120" cy="457200"/>
          </a:xfrm>
          <a:prstGeom prst="rect">
            <a:avLst/>
          </a:prstGeom>
          <a:noFill/>
          <a:ln/>
        </p:spPr>
        <p:txBody>
          <a:bodyPr wrap="square" lIns="0" tIns="0" rIns="0" bIns="0" rtlCol="0" anchor="ctr"/>
          <a:lstStyle/>
          <a:p>
            <a:pPr indent="0" marL="0">
              <a:buNone/>
            </a:pPr>
            <a:r>
              <a:rPr lang="en-US" sz="1400" dirty="0">
                <a:solidFill>
                  <a:schemeClr val="bg1"/>
                </a:solidFill>
              </a:rPr>
              <a:t>軸1で69%、軸2まで99% → 必要な軸 </a:t>
            </a:r>
            <a:pPr indent="0" marL="0">
              <a:buNone/>
            </a:pPr>
            <a:r>
              <a:rPr lang="en-US" sz="1400" b="1" dirty="0">
                <a:solidFill>
                  <a:schemeClr val="accent3"/>
                </a:solidFill>
              </a:rPr>
              <a:t>2本</a:t>
            </a:r>
            <a:endParaRPr lang="en-US" sz="1400" dirty="0"/>
          </a:p>
        </p:txBody>
      </p:sp>
      <p:graphicFrame>
        <p:nvGraphicFramePr>
          <p:cNvPr id="23" name="Chart 0" descr=""/>
          <p:cNvGraphicFramePr/>
          <p:nvPr/>
        </p:nvGraphicFramePr>
        <p:xfrm>
          <a:off x="6035040" y="1234440"/>
          <a:ext cx="557784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実験の設定</a:t>
            </a:r>
            <a:endParaRPr lang="en-US" sz="3000" dirty="0"/>
          </a:p>
        </p:txBody>
      </p:sp>
      <p:sp>
        <p:nvSpPr>
          <p:cNvPr id="4" name="Shape 1"/>
          <p:cNvSpPr/>
          <p:nvPr/>
        </p:nvSpPr>
        <p:spPr>
          <a:xfrm>
            <a:off x="548640" y="1234440"/>
            <a:ext cx="5394960" cy="914400"/>
          </a:xfrm>
          <a:prstGeom prst="roundRect">
            <a:avLst>
              <a:gd name="adj" fmla="val 12000"/>
            </a:avLst>
          </a:prstGeom>
          <a:solidFill>
            <a:schemeClr val="bg2"/>
          </a:solidFill>
          <a:ln w="12700">
            <a:solidFill>
              <a:schemeClr val="bg2"/>
            </a:solidFill>
            <a:prstDash val="solid"/>
          </a:ln>
        </p:spPr>
      </p:sp>
      <p:sp>
        <p:nvSpPr>
          <p:cNvPr id="5" name="Shape 2"/>
          <p:cNvSpPr/>
          <p:nvPr/>
        </p:nvSpPr>
        <p:spPr>
          <a:xfrm>
            <a:off x="777240" y="146304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1234440"/>
            <a:ext cx="4389120" cy="914400"/>
          </a:xfrm>
          <a:prstGeom prst="rect">
            <a:avLst/>
          </a:prstGeom>
          <a:noFill/>
          <a:ln/>
        </p:spPr>
        <p:txBody>
          <a:bodyPr wrap="square" lIns="0" tIns="0" rIns="0" bIns="0" rtlCol="0" anchor="ctr"/>
          <a:lstStyle/>
          <a:p>
            <a:pPr indent="0" marL="0">
              <a:buNone/>
            </a:pPr>
            <a:r>
              <a:rPr lang="en-US" sz="1700" b="1" dirty="0">
                <a:solidFill>
                  <a:schemeClr val="tx1"/>
                </a:solidFill>
              </a:rPr>
              <a:t>近傍で、出力は少数の方向にしか動かないか（仮定1）</a:t>
            </a:r>
            <a:endParaRPr lang="en-US" sz="1700" dirty="0"/>
          </a:p>
        </p:txBody>
      </p:sp>
      <p:sp>
        <p:nvSpPr>
          <p:cNvPr id="8" name="Shape 5"/>
          <p:cNvSpPr/>
          <p:nvPr/>
        </p:nvSpPr>
        <p:spPr>
          <a:xfrm>
            <a:off x="6217920" y="1234440"/>
            <a:ext cx="5394960" cy="914400"/>
          </a:xfrm>
          <a:prstGeom prst="roundRect">
            <a:avLst>
              <a:gd name="adj" fmla="val 12000"/>
            </a:avLst>
          </a:prstGeom>
          <a:solidFill>
            <a:schemeClr val="bg2"/>
          </a:solidFill>
          <a:ln w="12700">
            <a:solidFill>
              <a:schemeClr val="bg2"/>
            </a:solidFill>
            <a:prstDash val="solid"/>
          </a:ln>
        </p:spPr>
      </p:sp>
      <p:sp>
        <p:nvSpPr>
          <p:cNvPr id="9" name="Shape 6"/>
          <p:cNvSpPr/>
          <p:nvPr/>
        </p:nvSpPr>
        <p:spPr>
          <a:xfrm>
            <a:off x="6446520" y="1463040"/>
            <a:ext cx="457200" cy="457200"/>
          </a:xfrm>
          <a:prstGeom prst="ellipse">
            <a:avLst/>
          </a:prstGeom>
          <a:solidFill>
            <a:schemeClr val="accent1"/>
          </a:solidFill>
          <a:ln w="12700">
            <a:solidFill>
              <a:schemeClr val="accent1"/>
            </a:solidFill>
            <a:prstDash val="solid"/>
          </a:ln>
        </p:spPr>
      </p:sp>
      <p:sp>
        <p:nvSpPr>
          <p:cNvPr id="10" name="Text 7"/>
          <p:cNvSpPr txBox="1"/>
          <p:nvPr/>
        </p:nvSpPr>
        <p:spPr>
          <a:xfrm>
            <a:off x="644652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086600" y="1234440"/>
            <a:ext cx="4389120" cy="914400"/>
          </a:xfrm>
          <a:prstGeom prst="rect">
            <a:avLst/>
          </a:prstGeom>
          <a:noFill/>
          <a:ln/>
        </p:spPr>
        <p:txBody>
          <a:bodyPr wrap="square" lIns="0" tIns="0" rIns="0" bIns="0" rtlCol="0" anchor="ctr"/>
          <a:lstStyle/>
          <a:p>
            <a:pPr indent="0" marL="0">
              <a:buNone/>
            </a:pPr>
            <a:r>
              <a:rPr lang="en-US" sz="1700" b="1" dirty="0">
                <a:solidFill>
                  <a:schemeClr val="tx1"/>
                </a:solidFill>
              </a:rPr>
              <a:t>少数の軸にまとめても、通常のLIMEと同じくらい忠実か</a:t>
            </a:r>
            <a:endParaRPr lang="en-US"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2103120"/>
                <a:gridCol w="8961120"/>
              </a:tblGrid>
              <a:tr h="548640">
                <a:tc>
                  <a:txBody>
                    <a:bodyPr/>
                    <a:lstStyle/>
                    <a:p>
                      <a:pPr algn="l" indent="0" marL="0">
                        <a:buNone/>
                      </a:pPr>
                      <a:r>
                        <a:rPr lang="en-US" sz="1500" b="1" dirty="0">
                          <a:solidFill>
                            <a:schemeClr val="bg1"/>
                          </a:solidFill>
                        </a:rPr>
                        <a:t>項目</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内容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r>
              <a:tr h="548640">
                <a:tc>
                  <a:txBody>
                    <a:bodyPr/>
                    <a:lstStyle/>
                    <a:p>
                      <a:pPr indent="0" marL="0">
                        <a:buNone/>
                      </a:pPr>
                      <a:r>
                        <a:rPr lang="en-US" sz="1500" dirty="0">
                          <a:solidFill>
                            <a:schemeClr val="tx1"/>
                          </a:solidFill>
                        </a:rPr>
                        <a:t>データ</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手書き数字（10クラス、8×8画素）、文字認識（26クラス、16特徴）、yeast（9クラス、8特徴）、ワイン品質（6クラス、11特徴）</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分類器</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MLP、RBFカーネルのSVM（どちらも出力が滑らか）</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説明する点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予測の迷い（1位と2位の確率差）が大・中・小から各10点、3回の学習で各データ90点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近傍</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標準化した特徴に、データの共分散に沿った正規分布の摂動を加える。半径0.15と0.4</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忠実さの評価</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学習に使っていない摂動600点での決定係数 R²（全クラスの確率で計算）</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忠実さの測り方　決定係数 R²</a:t>
            </a:r>
            <a:endParaRPr lang="en-US" sz="3000" dirty="0"/>
          </a:p>
        </p:txBody>
      </p:sp>
      <p:sp>
        <p:nvSpPr>
          <p:cNvPr id="4" name="Shape 1"/>
          <p:cNvSpPr/>
          <p:nvPr/>
        </p:nvSpPr>
        <p:spPr>
          <a:xfrm>
            <a:off x="548640" y="1325880"/>
            <a:ext cx="411480" cy="411480"/>
          </a:xfrm>
          <a:prstGeom prst="ellipse">
            <a:avLst/>
          </a:prstGeom>
          <a:solidFill>
            <a:schemeClr val="tx1"/>
          </a:solidFill>
          <a:ln w="12700">
            <a:solidFill>
              <a:schemeClr val="tx1"/>
            </a:solidFill>
            <a:prstDash val="solid"/>
          </a:ln>
        </p:spPr>
      </p:sp>
      <p:sp>
        <p:nvSpPr>
          <p:cNvPr id="5" name="Text 2"/>
          <p:cNvSpPr txBox="1"/>
          <p:nvPr/>
        </p:nvSpPr>
        <p:spPr>
          <a:xfrm>
            <a:off x="548640" y="1325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298448"/>
            <a:ext cx="4937760" cy="457200"/>
          </a:xfrm>
          <a:prstGeom prst="rect">
            <a:avLst/>
          </a:prstGeom>
          <a:noFill/>
          <a:ln/>
        </p:spPr>
        <p:txBody>
          <a:bodyPr wrap="square" lIns="0" tIns="0" rIns="0" bIns="0" rtlCol="0" anchor="t"/>
          <a:lstStyle/>
          <a:p>
            <a:pPr indent="0" marL="0">
              <a:buNone/>
            </a:pPr>
            <a:r>
              <a:rPr lang="en-US" sz="1500" b="1" dirty="0">
                <a:solidFill>
                  <a:schemeClr val="tx1"/>
                </a:solidFill>
              </a:rPr>
              <a:t>学習に使っていない摂動データを用意する</a:t>
            </a:r>
            <a:endParaRPr lang="en-US" sz="1500" dirty="0"/>
          </a:p>
        </p:txBody>
      </p:sp>
      <p:sp>
        <p:nvSpPr>
          <p:cNvPr id="7" name="Text 4"/>
          <p:cNvSpPr txBox="1"/>
          <p:nvPr/>
        </p:nvSpPr>
        <p:spPr>
          <a:xfrm>
            <a:off x="1097280" y="1783080"/>
            <a:ext cx="4937760" cy="365760"/>
          </a:xfrm>
          <a:prstGeom prst="rect">
            <a:avLst/>
          </a:prstGeom>
          <a:noFill/>
          <a:ln/>
        </p:spPr>
        <p:txBody>
          <a:bodyPr wrap="square" lIns="0" tIns="0" rIns="0" bIns="0" rtlCol="0" anchor="t"/>
          <a:lstStyle/>
          <a:p>
            <a:pPr indent="0" marL="0">
              <a:buNone/>
            </a:pPr>
            <a:r>
              <a:rPr lang="en-US" sz="1200" dirty="0">
                <a:solidFill>
                  <a:schemeClr val="tx2"/>
                </a:solidFill>
              </a:rPr>
              <a:t>説明を作るのに使った点とは別の600点</a:t>
            </a:r>
            <a:endParaRPr lang="en-US" sz="1200" dirty="0"/>
          </a:p>
        </p:txBody>
      </p:sp>
      <p:sp>
        <p:nvSpPr>
          <p:cNvPr id="8" name="Shape 5"/>
          <p:cNvSpPr/>
          <p:nvPr/>
        </p:nvSpPr>
        <p:spPr>
          <a:xfrm>
            <a:off x="548640" y="2423160"/>
            <a:ext cx="411480" cy="411480"/>
          </a:xfrm>
          <a:prstGeom prst="ellipse">
            <a:avLst/>
          </a:prstGeom>
          <a:solidFill>
            <a:schemeClr val="tx1"/>
          </a:solidFill>
          <a:ln w="12700">
            <a:solidFill>
              <a:schemeClr val="tx1"/>
            </a:solidFill>
            <a:prstDash val="solid"/>
          </a:ln>
        </p:spPr>
      </p:sp>
      <p:sp>
        <p:nvSpPr>
          <p:cNvPr id="9" name="Text 6"/>
          <p:cNvSpPr txBox="1"/>
          <p:nvPr/>
        </p:nvSpPr>
        <p:spPr>
          <a:xfrm>
            <a:off x="548640" y="24231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097280" y="2395728"/>
            <a:ext cx="4937760" cy="457200"/>
          </a:xfrm>
          <a:prstGeom prst="rect">
            <a:avLst/>
          </a:prstGeom>
          <a:noFill/>
          <a:ln/>
        </p:spPr>
        <p:txBody>
          <a:bodyPr wrap="square" lIns="0" tIns="0" rIns="0" bIns="0" rtlCol="0" anchor="t"/>
          <a:lstStyle/>
          <a:p>
            <a:pPr indent="0" marL="0">
              <a:buNone/>
            </a:pPr>
            <a:r>
              <a:rPr lang="en-US" sz="1500" b="1" dirty="0">
                <a:solidFill>
                  <a:schemeClr val="tx1"/>
                </a:solidFill>
              </a:rPr>
              <a:t>各点で、AIの確率と説明の予測のずれを出す</a:t>
            </a:r>
            <a:endParaRPr lang="en-US" sz="1500" dirty="0"/>
          </a:p>
        </p:txBody>
      </p:sp>
      <p:sp>
        <p:nvSpPr>
          <p:cNvPr id="11" name="Text 8"/>
          <p:cNvSpPr txBox="1"/>
          <p:nvPr/>
        </p:nvSpPr>
        <p:spPr>
          <a:xfrm>
            <a:off x="1097280" y="2880360"/>
            <a:ext cx="4937760" cy="365760"/>
          </a:xfrm>
          <a:prstGeom prst="rect">
            <a:avLst/>
          </a:prstGeom>
          <a:noFill/>
          <a:ln/>
        </p:spPr>
        <p:txBody>
          <a:bodyPr wrap="square" lIns="0" tIns="0" rIns="0" bIns="0" rtlCol="0" anchor="t"/>
          <a:lstStyle/>
          <a:p>
            <a:pPr indent="0" marL="0">
              <a:buNone/>
            </a:pPr>
            <a:r>
              <a:rPr lang="en-US" sz="1200" dirty="0">
                <a:solidFill>
                  <a:schemeClr val="tx2"/>
                </a:solidFill>
              </a:rPr>
              <a:t>10クラス分の差の2乗を足す</a:t>
            </a:r>
            <a:endParaRPr lang="en-US" sz="1200" dirty="0"/>
          </a:p>
        </p:txBody>
      </p:sp>
      <p:sp>
        <p:nvSpPr>
          <p:cNvPr id="12" name="Shape 9"/>
          <p:cNvSpPr/>
          <p:nvPr/>
        </p:nvSpPr>
        <p:spPr>
          <a:xfrm>
            <a:off x="548640" y="3520440"/>
            <a:ext cx="411480" cy="411480"/>
          </a:xfrm>
          <a:prstGeom prst="ellipse">
            <a:avLst/>
          </a:prstGeom>
          <a:solidFill>
            <a:schemeClr val="tx1"/>
          </a:solidFill>
          <a:ln w="12700">
            <a:solidFill>
              <a:schemeClr val="tx1"/>
            </a:solidFill>
            <a:prstDash val="solid"/>
          </a:ln>
        </p:spPr>
      </p:sp>
      <p:sp>
        <p:nvSpPr>
          <p:cNvPr id="13" name="Text 10"/>
          <p:cNvSpPr txBox="1"/>
          <p:nvPr/>
        </p:nvSpPr>
        <p:spPr>
          <a:xfrm>
            <a:off x="548640" y="3520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1097280" y="3493008"/>
            <a:ext cx="4937760" cy="457200"/>
          </a:xfrm>
          <a:prstGeom prst="rect">
            <a:avLst/>
          </a:prstGeom>
          <a:noFill/>
          <a:ln/>
        </p:spPr>
        <p:txBody>
          <a:bodyPr wrap="square" lIns="0" tIns="0" rIns="0" bIns="0" rtlCol="0" anchor="t"/>
          <a:lstStyle/>
          <a:p>
            <a:pPr indent="0" marL="0">
              <a:buNone/>
            </a:pPr>
            <a:r>
              <a:rPr lang="en-US" sz="1500" b="1" dirty="0">
                <a:solidFill>
                  <a:schemeClr val="tx1"/>
                </a:solidFill>
              </a:rPr>
              <a:t>基準として「いつも平均の確率を答える」場合のずれも出す</a:t>
            </a:r>
            <a:endParaRPr lang="en-US" sz="1500" dirty="0"/>
          </a:p>
        </p:txBody>
      </p:sp>
      <p:sp>
        <p:nvSpPr>
          <p:cNvPr id="15" name="Shape 12"/>
          <p:cNvSpPr/>
          <p:nvPr/>
        </p:nvSpPr>
        <p:spPr>
          <a:xfrm>
            <a:off x="548640" y="4617720"/>
            <a:ext cx="411480" cy="411480"/>
          </a:xfrm>
          <a:prstGeom prst="ellipse">
            <a:avLst/>
          </a:prstGeom>
          <a:solidFill>
            <a:schemeClr val="accent1"/>
          </a:solidFill>
          <a:ln w="12700">
            <a:solidFill>
              <a:schemeClr val="accent1"/>
            </a:solidFill>
            <a:prstDash val="solid"/>
          </a:ln>
        </p:spPr>
      </p:sp>
      <p:sp>
        <p:nvSpPr>
          <p:cNvPr id="16" name="Text 13"/>
          <p:cNvSpPr txBox="1"/>
          <p:nvPr/>
        </p:nvSpPr>
        <p:spPr>
          <a:xfrm>
            <a:off x="548640" y="4617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4"/>
          <p:cNvSpPr txBox="1"/>
          <p:nvPr/>
        </p:nvSpPr>
        <p:spPr>
          <a:xfrm>
            <a:off x="1097280" y="4590288"/>
            <a:ext cx="4937760" cy="457200"/>
          </a:xfrm>
          <a:prstGeom prst="rect">
            <a:avLst/>
          </a:prstGeom>
          <a:noFill/>
          <a:ln/>
        </p:spPr>
        <p:txBody>
          <a:bodyPr wrap="square" lIns="0" tIns="0" rIns="0" bIns="0" rtlCol="0" anchor="t"/>
          <a:lstStyle/>
          <a:p>
            <a:pPr indent="0" marL="0">
              <a:buNone/>
            </a:pPr>
            <a:r>
              <a:rPr lang="en-US" sz="1500" b="1" dirty="0">
                <a:solidFill>
                  <a:schemeClr val="tx1"/>
                </a:solidFill>
              </a:rPr>
              <a:t>R² ＝ 1 − 説明のずれの合計 ÷ 平均で答えたときのずれの合計</a:t>
            </a:r>
            <a:endParaRPr lang="en-US" sz="1500" dirty="0"/>
          </a:p>
        </p:txBody>
      </p:sp>
      <p:sp>
        <p:nvSpPr>
          <p:cNvPr id="18" name="Text 15"/>
          <p:cNvSpPr txBox="1"/>
          <p:nvPr/>
        </p:nvSpPr>
        <p:spPr>
          <a:xfrm>
            <a:off x="1097280" y="5303520"/>
            <a:ext cx="4937760" cy="365760"/>
          </a:xfrm>
          <a:prstGeom prst="rect">
            <a:avLst/>
          </a:prstGeom>
          <a:noFill/>
          <a:ln/>
        </p:spPr>
        <p:txBody>
          <a:bodyPr wrap="square" lIns="0" tIns="0" rIns="0" bIns="0" rtlCol="0" anchor="t"/>
          <a:lstStyle/>
          <a:p>
            <a:pPr indent="0" marL="0">
              <a:buNone/>
            </a:pPr>
            <a:r>
              <a:rPr lang="en-US" sz="1200" dirty="0">
                <a:solidFill>
                  <a:schemeClr val="tx2"/>
                </a:solidFill>
              </a:rPr>
              <a:t>1に近いほど、AIの振る舞いを再現できている</a:t>
            </a:r>
            <a:endParaRPr lang="en-US" sz="1200" dirty="0"/>
          </a:p>
        </p:txBody>
      </p:sp>
      <p:sp>
        <p:nvSpPr>
          <p:cNvPr id="19" name="Shape 16"/>
          <p:cNvSpPr/>
          <p:nvPr/>
        </p:nvSpPr>
        <p:spPr>
          <a:xfrm>
            <a:off x="6400800" y="1280160"/>
            <a:ext cx="5212080" cy="4892040"/>
          </a:xfrm>
          <a:prstGeom prst="roundRect">
            <a:avLst>
              <a:gd name="adj" fmla="val 2243"/>
            </a:avLst>
          </a:prstGeom>
          <a:solidFill>
            <a:schemeClr val="bg2"/>
          </a:solidFill>
          <a:ln w="12700">
            <a:solidFill>
              <a:schemeClr val="bg2"/>
            </a:solidFill>
            <a:prstDash val="solid"/>
          </a:ln>
        </p:spPr>
      </p:sp>
      <p:sp>
        <p:nvSpPr>
          <p:cNvPr id="20" name="Text 17"/>
          <p:cNvSpPr txBox="1"/>
          <p:nvPr/>
        </p:nvSpPr>
        <p:spPr>
          <a:xfrm>
            <a:off x="6629400" y="1417320"/>
            <a:ext cx="4754880" cy="365760"/>
          </a:xfrm>
          <a:prstGeom prst="rect">
            <a:avLst/>
          </a:prstGeom>
          <a:noFill/>
          <a:ln/>
        </p:spPr>
        <p:txBody>
          <a:bodyPr wrap="square" lIns="0" tIns="0" rIns="0" bIns="0" rtlCol="0" anchor="t"/>
          <a:lstStyle/>
          <a:p>
            <a:pPr indent="0" marL="0">
              <a:buNone/>
            </a:pPr>
            <a:r>
              <a:rPr lang="en-US" sz="1300" dirty="0">
                <a:solidFill>
                  <a:schemeClr val="tx2"/>
                </a:solidFill>
              </a:rPr>
              <a:t>ずれの合計（平均で答えたときを1とする）</a:t>
            </a:r>
            <a:endParaRPr lang="en-US" sz="1300" dirty="0"/>
          </a:p>
        </p:txBody>
      </p:sp>
      <p:sp>
        <p:nvSpPr>
          <p:cNvPr id="21" name="Text 18"/>
          <p:cNvSpPr txBox="1"/>
          <p:nvPr/>
        </p:nvSpPr>
        <p:spPr>
          <a:xfrm>
            <a:off x="6629400" y="1965960"/>
            <a:ext cx="1554480" cy="457200"/>
          </a:xfrm>
          <a:prstGeom prst="rect">
            <a:avLst/>
          </a:prstGeom>
          <a:noFill/>
          <a:ln/>
        </p:spPr>
        <p:txBody>
          <a:bodyPr wrap="square" lIns="0" tIns="0" rIns="0" bIns="0" rtlCol="0" anchor="ctr"/>
          <a:lstStyle/>
          <a:p>
            <a:pPr indent="0" marL="0">
              <a:buNone/>
            </a:pPr>
            <a:r>
              <a:rPr lang="en-US" sz="1300" dirty="0">
                <a:solidFill>
                  <a:schemeClr val="tx1"/>
                </a:solidFill>
              </a:rPr>
              <a:t>平均で答える</a:t>
            </a:r>
            <a:endParaRPr lang="en-US" sz="1300" dirty="0"/>
          </a:p>
        </p:txBody>
      </p:sp>
      <p:sp>
        <p:nvSpPr>
          <p:cNvPr id="22" name="Shape 19"/>
          <p:cNvSpPr/>
          <p:nvPr/>
        </p:nvSpPr>
        <p:spPr>
          <a:xfrm>
            <a:off x="8229600" y="2011680"/>
            <a:ext cx="2468880" cy="365760"/>
          </a:xfrm>
          <a:prstGeom prst="rect">
            <a:avLst/>
          </a:prstGeom>
          <a:solidFill>
            <a:schemeClr val="accent5"/>
          </a:solidFill>
          <a:ln w="12700">
            <a:solidFill>
              <a:schemeClr val="accent5"/>
            </a:solidFill>
            <a:prstDash val="solid"/>
          </a:ln>
        </p:spPr>
      </p:sp>
      <p:sp>
        <p:nvSpPr>
          <p:cNvPr id="23" name="Text 20"/>
          <p:cNvSpPr txBox="1"/>
          <p:nvPr/>
        </p:nvSpPr>
        <p:spPr>
          <a:xfrm>
            <a:off x="10771632" y="1965960"/>
            <a:ext cx="822960" cy="457200"/>
          </a:xfrm>
          <a:prstGeom prst="rect">
            <a:avLst/>
          </a:prstGeom>
          <a:noFill/>
          <a:ln/>
        </p:spPr>
        <p:txBody>
          <a:bodyPr wrap="square" lIns="0" tIns="0" rIns="0" bIns="0" rtlCol="0" anchor="ctr"/>
          <a:lstStyle/>
          <a:p>
            <a:pPr indent="0" marL="0">
              <a:buNone/>
            </a:pPr>
            <a:r>
              <a:rPr lang="en-US" sz="1200" dirty="0">
                <a:solidFill>
                  <a:schemeClr val="tx2"/>
                </a:solidFill>
              </a:rPr>
              <a:t>1.000</a:t>
            </a:r>
            <a:endParaRPr lang="en-US" sz="1200" dirty="0"/>
          </a:p>
        </p:txBody>
      </p:sp>
      <p:sp>
        <p:nvSpPr>
          <p:cNvPr id="24" name="Text 21"/>
          <p:cNvSpPr txBox="1"/>
          <p:nvPr/>
        </p:nvSpPr>
        <p:spPr>
          <a:xfrm>
            <a:off x="6629400" y="2880360"/>
            <a:ext cx="1554480" cy="457200"/>
          </a:xfrm>
          <a:prstGeom prst="rect">
            <a:avLst/>
          </a:prstGeom>
          <a:noFill/>
          <a:ln/>
        </p:spPr>
        <p:txBody>
          <a:bodyPr wrap="square" lIns="0" tIns="0" rIns="0" bIns="0" rtlCol="0" anchor="ctr"/>
          <a:lstStyle/>
          <a:p>
            <a:pPr indent="0" marL="0">
              <a:buNone/>
            </a:pPr>
            <a:r>
              <a:rPr lang="en-US" sz="1300" dirty="0">
                <a:solidFill>
                  <a:schemeClr val="tx1"/>
                </a:solidFill>
              </a:rPr>
              <a:t>通常のLIME</a:t>
            </a:r>
            <a:endParaRPr lang="en-US" sz="1300" dirty="0"/>
          </a:p>
        </p:txBody>
      </p:sp>
      <p:sp>
        <p:nvSpPr>
          <p:cNvPr id="25" name="Shape 22"/>
          <p:cNvSpPr/>
          <p:nvPr/>
        </p:nvSpPr>
        <p:spPr>
          <a:xfrm>
            <a:off x="8229600" y="2926080"/>
            <a:ext cx="311079" cy="365760"/>
          </a:xfrm>
          <a:prstGeom prst="rect">
            <a:avLst/>
          </a:prstGeom>
          <a:solidFill>
            <a:schemeClr val="tx1"/>
          </a:solidFill>
          <a:ln w="12700">
            <a:solidFill>
              <a:schemeClr val="tx1"/>
            </a:solidFill>
            <a:prstDash val="solid"/>
          </a:ln>
        </p:spPr>
      </p:sp>
      <p:sp>
        <p:nvSpPr>
          <p:cNvPr id="26" name="Text 23"/>
          <p:cNvSpPr txBox="1"/>
          <p:nvPr/>
        </p:nvSpPr>
        <p:spPr>
          <a:xfrm>
            <a:off x="8613831" y="2880360"/>
            <a:ext cx="822960" cy="457200"/>
          </a:xfrm>
          <a:prstGeom prst="rect">
            <a:avLst/>
          </a:prstGeom>
          <a:noFill/>
          <a:ln/>
        </p:spPr>
        <p:txBody>
          <a:bodyPr wrap="square" lIns="0" tIns="0" rIns="0" bIns="0" rtlCol="0" anchor="ctr"/>
          <a:lstStyle/>
          <a:p>
            <a:pPr indent="0" marL="0">
              <a:buNone/>
            </a:pPr>
            <a:r>
              <a:rPr lang="en-US" sz="1200" dirty="0">
                <a:solidFill>
                  <a:schemeClr val="tx2"/>
                </a:solidFill>
              </a:rPr>
              <a:t>0.126</a:t>
            </a:r>
            <a:endParaRPr lang="en-US" sz="1200" dirty="0"/>
          </a:p>
        </p:txBody>
      </p:sp>
      <p:sp>
        <p:nvSpPr>
          <p:cNvPr id="27" name="Text 24"/>
          <p:cNvSpPr txBox="1"/>
          <p:nvPr/>
        </p:nvSpPr>
        <p:spPr>
          <a:xfrm>
            <a:off x="9281160" y="2880360"/>
            <a:ext cx="1828800" cy="457200"/>
          </a:xfrm>
          <a:prstGeom prst="rect">
            <a:avLst/>
          </a:prstGeom>
          <a:noFill/>
          <a:ln/>
        </p:spPr>
        <p:txBody>
          <a:bodyPr wrap="square" lIns="0" tIns="0" rIns="0" bIns="0" rtlCol="0" anchor="ctr"/>
          <a:lstStyle/>
          <a:p>
            <a:pPr indent="0" marL="0">
              <a:buNone/>
            </a:pPr>
            <a:r>
              <a:rPr lang="en-US" sz="1500" b="1" dirty="0">
                <a:solidFill>
                  <a:schemeClr val="tx1"/>
                </a:solidFill>
              </a:rPr>
              <a:t>R² = 0.874</a:t>
            </a:r>
            <a:endParaRPr lang="en-US" sz="1500" dirty="0"/>
          </a:p>
        </p:txBody>
      </p:sp>
      <p:sp>
        <p:nvSpPr>
          <p:cNvPr id="28" name="Text 25"/>
          <p:cNvSpPr txBox="1"/>
          <p:nvPr/>
        </p:nvSpPr>
        <p:spPr>
          <a:xfrm>
            <a:off x="6629400" y="3794760"/>
            <a:ext cx="1554480" cy="457200"/>
          </a:xfrm>
          <a:prstGeom prst="rect">
            <a:avLst/>
          </a:prstGeom>
          <a:noFill/>
          <a:ln/>
        </p:spPr>
        <p:txBody>
          <a:bodyPr wrap="square" lIns="0" tIns="0" rIns="0" bIns="0" rtlCol="0" anchor="ctr"/>
          <a:lstStyle/>
          <a:p>
            <a:pPr indent="0" marL="0">
              <a:buNone/>
            </a:pPr>
            <a:r>
              <a:rPr lang="en-US" sz="1300" dirty="0">
                <a:solidFill>
                  <a:schemeClr val="tx1"/>
                </a:solidFill>
              </a:rPr>
              <a:t>この手法（3本）</a:t>
            </a:r>
            <a:endParaRPr lang="en-US" sz="1300" dirty="0"/>
          </a:p>
        </p:txBody>
      </p:sp>
      <p:sp>
        <p:nvSpPr>
          <p:cNvPr id="29" name="Shape 26"/>
          <p:cNvSpPr/>
          <p:nvPr/>
        </p:nvSpPr>
        <p:spPr>
          <a:xfrm>
            <a:off x="8229600" y="3840480"/>
            <a:ext cx="325892" cy="365760"/>
          </a:xfrm>
          <a:prstGeom prst="rect">
            <a:avLst/>
          </a:prstGeom>
          <a:solidFill>
            <a:schemeClr val="accent1"/>
          </a:solidFill>
          <a:ln w="12700">
            <a:solidFill>
              <a:schemeClr val="accent1"/>
            </a:solidFill>
            <a:prstDash val="solid"/>
          </a:ln>
        </p:spPr>
      </p:sp>
      <p:sp>
        <p:nvSpPr>
          <p:cNvPr id="30" name="Text 27"/>
          <p:cNvSpPr txBox="1"/>
          <p:nvPr/>
        </p:nvSpPr>
        <p:spPr>
          <a:xfrm>
            <a:off x="8628644" y="3794760"/>
            <a:ext cx="822960" cy="457200"/>
          </a:xfrm>
          <a:prstGeom prst="rect">
            <a:avLst/>
          </a:prstGeom>
          <a:noFill/>
          <a:ln/>
        </p:spPr>
        <p:txBody>
          <a:bodyPr wrap="square" lIns="0" tIns="0" rIns="0" bIns="0" rtlCol="0" anchor="ctr"/>
          <a:lstStyle/>
          <a:p>
            <a:pPr indent="0" marL="0">
              <a:buNone/>
            </a:pPr>
            <a:r>
              <a:rPr lang="en-US" sz="1200" dirty="0">
                <a:solidFill>
                  <a:schemeClr val="tx2"/>
                </a:solidFill>
              </a:rPr>
              <a:t>0.132</a:t>
            </a:r>
            <a:endParaRPr lang="en-US" sz="1200" dirty="0"/>
          </a:p>
        </p:txBody>
      </p:sp>
      <p:sp>
        <p:nvSpPr>
          <p:cNvPr id="31" name="Text 28"/>
          <p:cNvSpPr txBox="1"/>
          <p:nvPr/>
        </p:nvSpPr>
        <p:spPr>
          <a:xfrm>
            <a:off x="9281160" y="3794760"/>
            <a:ext cx="1828800" cy="457200"/>
          </a:xfrm>
          <a:prstGeom prst="rect">
            <a:avLst/>
          </a:prstGeom>
          <a:noFill/>
          <a:ln/>
        </p:spPr>
        <p:txBody>
          <a:bodyPr wrap="square" lIns="0" tIns="0" rIns="0" bIns="0" rtlCol="0" anchor="ctr"/>
          <a:lstStyle/>
          <a:p>
            <a:pPr indent="0" marL="0">
              <a:buNone/>
            </a:pPr>
            <a:r>
              <a:rPr lang="en-US" sz="1500" b="1" dirty="0">
                <a:solidFill>
                  <a:schemeClr val="accent1"/>
                </a:solidFill>
              </a:rPr>
              <a:t>R² = 0.868</a:t>
            </a:r>
            <a:endParaRPr lang="en-US" sz="1500" dirty="0"/>
          </a:p>
        </p:txBody>
      </p:sp>
      <p:sp>
        <p:nvSpPr>
          <p:cNvPr id="32" name="Text 29"/>
          <p:cNvSpPr txBox="1"/>
          <p:nvPr/>
        </p:nvSpPr>
        <p:spPr>
          <a:xfrm>
            <a:off x="6629400" y="4709160"/>
            <a:ext cx="4754880" cy="274320"/>
          </a:xfrm>
          <a:prstGeom prst="rect">
            <a:avLst/>
          </a:prstGeom>
          <a:noFill/>
          <a:ln/>
        </p:spPr>
        <p:txBody>
          <a:bodyPr wrap="square" lIns="0" tIns="0" rIns="0" bIns="0" rtlCol="0" anchor="t"/>
          <a:lstStyle/>
          <a:p>
            <a:pPr indent="0" marL="0">
              <a:buNone/>
            </a:pPr>
            <a:r>
              <a:rPr lang="en-US" sz="1100" dirty="0">
                <a:solidFill>
                  <a:schemeClr val="tx2"/>
                </a:solidFill>
              </a:rPr>
              <a:t>手書き数字、MLP、半径0.15の平均</a:t>
            </a:r>
            <a:endParaRPr lang="en-US" sz="1100" dirty="0"/>
          </a:p>
        </p:txBody>
      </p:sp>
      <p:sp>
        <p:nvSpPr>
          <p:cNvPr id="33" name="Text 30"/>
          <p:cNvSpPr txBox="1"/>
          <p:nvPr/>
        </p:nvSpPr>
        <p:spPr>
          <a:xfrm>
            <a:off x="6629400" y="5120640"/>
            <a:ext cx="4754880" cy="822960"/>
          </a:xfrm>
          <a:prstGeom prst="rect">
            <a:avLst/>
          </a:prstGeom>
          <a:noFill/>
          <a:ln/>
        </p:spPr>
        <p:txBody>
          <a:bodyPr wrap="square" lIns="0" tIns="0" rIns="0" bIns="0" rtlCol="0" anchor="t"/>
          <a:lstStyle/>
          <a:p>
            <a:pPr indent="0" marL="0">
              <a:buNone/>
            </a:pPr>
            <a:r>
              <a:rPr lang="en-US" sz="1500" b="1" dirty="0">
                <a:solidFill>
                  <a:schemeClr val="tx1"/>
                </a:solidFill>
              </a:rPr>
              <a:t>R² ＝ 1 なら完全に再現、0 なら平均を答えるのと同じ</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結果1　局所的には少数の方向にしか動かない</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1920240"/>
                <a:gridCol w="1371600"/>
                <a:gridCol w="1828800"/>
                <a:gridCol w="1737360"/>
              </a:tblGrid>
              <a:tr h="685800">
                <a:tc>
                  <a:txBody>
                    <a:bodyPr/>
                    <a:lstStyle/>
                    <a:p>
                      <a:pPr algn="l" indent="0" marL="0">
                        <a:buNone/>
                      </a:pPr>
                      <a:r>
                        <a:rPr lang="en-US" sz="1800" b="1" dirty="0">
                          <a:solidFill>
                            <a:schemeClr val="bg1"/>
                          </a:solidFill>
                        </a:rPr>
                        <a:t>データ</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bg1"/>
                          </a:solidFill>
                        </a:rPr>
                        <a:t>クラス数</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bg1"/>
                          </a:solidFill>
                        </a:rPr>
                        <a:t>動くクラス（個）</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bg1"/>
                          </a:solidFill>
                        </a:rPr>
                        <a:t>必要な軸（本）</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685800">
                <a:tc>
                  <a:txBody>
                    <a:bodyPr/>
                    <a:lstStyle/>
                    <a:p>
                      <a:pPr algn="l" indent="0" marL="0">
                        <a:buNone/>
                      </a:pPr>
                      <a:r>
                        <a:rPr lang="en-US" sz="1800" dirty="0">
                          <a:solidFill>
                            <a:schemeClr val="tx1"/>
                          </a:solidFill>
                        </a:rPr>
                        <a:t>手書き数字</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10</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3.04</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1.71</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85800">
                <a:tc>
                  <a:txBody>
                    <a:bodyPr/>
                    <a:lstStyle/>
                    <a:p>
                      <a:pPr algn="l" indent="0" marL="0">
                        <a:buNone/>
                      </a:pPr>
                      <a:r>
                        <a:rPr lang="en-US" sz="1800" dirty="0">
                          <a:solidFill>
                            <a:schemeClr val="tx1"/>
                          </a:solidFill>
                        </a:rPr>
                        <a:t>文字認識</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26</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2.85</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1.90</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85800">
                <a:tc>
                  <a:txBody>
                    <a:bodyPr/>
                    <a:lstStyle/>
                    <a:p>
                      <a:pPr algn="l" indent="0" marL="0">
                        <a:buNone/>
                      </a:pPr>
                      <a:r>
                        <a:rPr lang="en-US" sz="1800" dirty="0">
                          <a:solidFill>
                            <a:schemeClr val="tx1"/>
                          </a:solidFill>
                        </a:rPr>
                        <a:t>yeast</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9</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3.88</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2.17</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85800">
                <a:tc>
                  <a:txBody>
                    <a:bodyPr/>
                    <a:lstStyle/>
                    <a:p>
                      <a:pPr algn="l" indent="0" marL="0">
                        <a:buNone/>
                      </a:pPr>
                      <a:r>
                        <a:rPr lang="en-US" sz="1800" dirty="0">
                          <a:solidFill>
                            <a:schemeClr val="tx1"/>
                          </a:solidFill>
                        </a:rPr>
                        <a:t>ワイン品質</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6</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2.81</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1.68</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4983480"/>
            <a:ext cx="6858000" cy="548640"/>
          </a:xfrm>
          <a:prstGeom prst="rect">
            <a:avLst/>
          </a:prstGeom>
          <a:noFill/>
          <a:ln/>
        </p:spPr>
        <p:txBody>
          <a:bodyPr wrap="square" lIns="0" tIns="0" rIns="0" bIns="0" rtlCol="0" anchor="t"/>
          <a:lstStyle/>
          <a:p>
            <a:pPr indent="0" marL="0">
              <a:buNone/>
            </a:pPr>
            <a:r>
              <a:rPr lang="en-US" sz="1200" dirty="0">
                <a:solidFill>
                  <a:schemeClr val="tx2"/>
                </a:solidFill>
              </a:rPr>
              <a:t>MLP、半径0.15。元の出力からのずれで測った平均（出力がほぼ一定の近傍は除く）</a:t>
            </a:r>
            <a:endParaRPr lang="en-US" sz="1200" dirty="0"/>
          </a:p>
        </p:txBody>
      </p:sp>
      <p:sp>
        <p:nvSpPr>
          <p:cNvPr id="6" name="Shape 2"/>
          <p:cNvSpPr/>
          <p:nvPr/>
        </p:nvSpPr>
        <p:spPr>
          <a:xfrm>
            <a:off x="7680960" y="1371600"/>
            <a:ext cx="3931920" cy="4754880"/>
          </a:xfrm>
          <a:prstGeom prst="roundRect">
            <a:avLst>
              <a:gd name="adj" fmla="val 2791"/>
            </a:avLst>
          </a:prstGeom>
          <a:solidFill>
            <a:schemeClr val="bg2"/>
          </a:solidFill>
          <a:ln w="12700">
            <a:solidFill>
              <a:schemeClr val="bg2"/>
            </a:solidFill>
            <a:prstDash val="solid"/>
          </a:ln>
        </p:spPr>
      </p:sp>
      <p:sp>
        <p:nvSpPr>
          <p:cNvPr id="7" name="Text 3"/>
          <p:cNvSpPr txBox="1"/>
          <p:nvPr/>
        </p:nvSpPr>
        <p:spPr>
          <a:xfrm>
            <a:off x="7909560" y="1600200"/>
            <a:ext cx="3520440" cy="4389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26クラスの文字認識でも、動くクラスは3個前後、軸は2本前後</a:t>
            </a:r>
            <a:endParaRPr lang="en-US" sz="1500" dirty="0"/>
          </a:p>
          <a:p>
            <a:pPr marL="342900" indent="-342900">
              <a:spcAft>
                <a:spcPts val="600"/>
              </a:spcAft>
              <a:buSzPct val="100000"/>
              <a:buChar char="•"/>
            </a:pPr>
            <a:r>
              <a:rPr lang="en-US" sz="1500" dirty="0">
                <a:solidFill>
                  <a:schemeClr val="tx1"/>
                </a:solidFill>
              </a:rPr>
              <a:t>必要な軸は、動くクラスより1つ前後少ない</a:t>
            </a:r>
            <a:endParaRPr lang="en-US" sz="1500" dirty="0"/>
          </a:p>
          <a:p>
            <a:pPr lvl="1" marL="457200" indent="-228600">
              <a:spcAft>
                <a:spcPts val="600"/>
              </a:spcAft>
              <a:buSzPct val="100000"/>
              <a:buChar char="•"/>
            </a:pPr>
            <a:r>
              <a:rPr lang="en-US" sz="1300" dirty="0">
                <a:solidFill>
                  <a:schemeClr val="tx2"/>
                </a:solidFill>
              </a:rPr>
              <a:t>低次元の主な理由は、近傍で競合するクラスが少ないこと</a:t>
            </a:r>
            <a:endParaRPr lang="en-US" sz="1500" dirty="0"/>
          </a:p>
          <a:p>
            <a:pPr lvl="1" marL="457200" indent="-228600">
              <a:spcAft>
                <a:spcPts val="600"/>
              </a:spcAft>
              <a:buSzPct val="100000"/>
              <a:buChar char="•"/>
            </a:pPr>
            <a:r>
              <a:rPr lang="en-US" sz="1300" dirty="0">
                <a:solidFill>
                  <a:schemeClr val="tx2"/>
                </a:solidFill>
              </a:rPr>
              <a:t>手書き数字とyeastでは、複数のクラスがまとまって動く近傍もあった（32%、45%）</a:t>
            </a:r>
            <a:endParaRPr lang="en-US" sz="1500" dirty="0"/>
          </a:p>
          <a:p>
            <a:pPr marL="342900" indent="-342900">
              <a:spcAft>
                <a:spcPts val="600"/>
              </a:spcAft>
              <a:buSzPct val="100000"/>
              <a:buChar char="•"/>
            </a:pPr>
            <a:r>
              <a:rPr lang="en-US" sz="1500" dirty="0">
                <a:solidFill>
                  <a:schemeClr val="tx1"/>
                </a:solidFill>
              </a:rPr>
              <a:t>SVMでも同じ傾向（軸は平均1.4〜1.9本）</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結果2　通常のLIMEに劣らないか</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828800"/>
                <a:gridCol w="1280160"/>
                <a:gridCol w="1280160"/>
                <a:gridCol w="1280160"/>
                <a:gridCol w="1280160"/>
              </a:tblGrid>
              <a:tr h="685800">
                <a:tc>
                  <a:txBody>
                    <a:bodyPr/>
                    <a:lstStyle/>
                    <a:p>
                      <a:pPr indent="0" marL="0">
                        <a:buNone/>
                      </a:pPr>
                      <a:r>
                        <a:rPr lang="en-US" sz="1800" b="1" dirty="0">
                          <a:solidFill>
                            <a:schemeClr val="bg1"/>
                          </a:solidFill>
                        </a:rPr>
                        <a:t>データ</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bg1"/>
                          </a:solidFill>
                        </a:rPr>
                        <a:t>軸1本</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bg1"/>
                          </a:solidFill>
                        </a:rPr>
                        <a:t>軸2本</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800" b="1" dirty="0">
                          <a:solidFill>
                            <a:schemeClr val="bg1"/>
                          </a:solidFill>
                        </a:rPr>
                        <a:t>軸3本</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800" b="1" dirty="0">
                          <a:solidFill>
                            <a:schemeClr val="bg1"/>
                          </a:solidFill>
                        </a:rPr>
                        <a:t>通常のLIME</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685800">
                <a:tc>
                  <a:txBody>
                    <a:bodyPr/>
                    <a:lstStyle/>
                    <a:p>
                      <a:pPr algn="l" indent="0" marL="0">
                        <a:buNone/>
                      </a:pPr>
                      <a:r>
                        <a:rPr lang="en-US" sz="1800" dirty="0">
                          <a:solidFill>
                            <a:schemeClr val="tx1"/>
                          </a:solidFill>
                        </a:rPr>
                        <a:t>手書き数字</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2"/>
                          </a:solidFill>
                        </a:rPr>
                        <a:t>0.783</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0.855</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0.868</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tx1"/>
                          </a:solidFill>
                        </a:rPr>
                        <a:t>0.874</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85800">
                <a:tc>
                  <a:txBody>
                    <a:bodyPr/>
                    <a:lstStyle/>
                    <a:p>
                      <a:pPr algn="l" indent="0" marL="0">
                        <a:buNone/>
                      </a:pPr>
                      <a:r>
                        <a:rPr lang="en-US" sz="1800" dirty="0">
                          <a:solidFill>
                            <a:schemeClr val="tx1"/>
                          </a:solidFill>
                        </a:rPr>
                        <a:t>文字認識</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2"/>
                          </a:solidFill>
                        </a:rPr>
                        <a:t>0.434</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0.483</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0.491</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tx1"/>
                          </a:solidFill>
                        </a:rPr>
                        <a:t>0.494</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85800">
                <a:tc>
                  <a:txBody>
                    <a:bodyPr/>
                    <a:lstStyle/>
                    <a:p>
                      <a:pPr algn="l" indent="0" marL="0">
                        <a:buNone/>
                      </a:pPr>
                      <a:r>
                        <a:rPr lang="en-US" sz="1800" dirty="0">
                          <a:solidFill>
                            <a:schemeClr val="tx1"/>
                          </a:solidFill>
                        </a:rPr>
                        <a:t>yeast</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2"/>
                          </a:solidFill>
                        </a:rPr>
                        <a:t>0.765</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0.936</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0.967</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tx1"/>
                          </a:solidFill>
                        </a:rPr>
                        <a:t>0.974</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85800">
                <a:tc>
                  <a:txBody>
                    <a:bodyPr/>
                    <a:lstStyle/>
                    <a:p>
                      <a:pPr algn="l" indent="0" marL="0">
                        <a:buNone/>
                      </a:pPr>
                      <a:r>
                        <a:rPr lang="en-US" sz="1800" dirty="0">
                          <a:solidFill>
                            <a:schemeClr val="tx1"/>
                          </a:solidFill>
                        </a:rPr>
                        <a:t>ワイン品質</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2"/>
                          </a:solidFill>
                        </a:rPr>
                        <a:t>0.863</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0.969</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0.976</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tx1"/>
                          </a:solidFill>
                        </a:rPr>
                        <a:t>0.977</a:t>
                      </a:r>
                      <a:endParaRPr lang="en-US" sz="180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4983480"/>
            <a:ext cx="6949440" cy="365760"/>
          </a:xfrm>
          <a:prstGeom prst="rect">
            <a:avLst/>
          </a:prstGeom>
          <a:noFill/>
          <a:ln/>
        </p:spPr>
        <p:txBody>
          <a:bodyPr wrap="square" lIns="0" tIns="0" rIns="0" bIns="0" rtlCol="0" anchor="t"/>
          <a:lstStyle/>
          <a:p>
            <a:pPr indent="0" marL="0">
              <a:buNone/>
            </a:pPr>
            <a:r>
              <a:rPr lang="en-US" sz="1200" dirty="0">
                <a:solidFill>
                  <a:schemeClr val="tx2"/>
                </a:solidFill>
              </a:rPr>
              <a:t>学習に使っていない摂動での R²（MLP、半径0.15）</a:t>
            </a:r>
            <a:endParaRPr lang="en-US" sz="1200" dirty="0"/>
          </a:p>
        </p:txBody>
      </p:sp>
      <p:sp>
        <p:nvSpPr>
          <p:cNvPr id="6" name="Shape 2"/>
          <p:cNvSpPr/>
          <p:nvPr/>
        </p:nvSpPr>
        <p:spPr>
          <a:xfrm>
            <a:off x="7772400" y="1371600"/>
            <a:ext cx="3840480" cy="1737360"/>
          </a:xfrm>
          <a:prstGeom prst="roundRect">
            <a:avLst>
              <a:gd name="adj" fmla="val 6316"/>
            </a:avLst>
          </a:prstGeom>
          <a:solidFill>
            <a:schemeClr val="tx1"/>
          </a:solidFill>
          <a:ln w="12700">
            <a:solidFill>
              <a:schemeClr val="tx1"/>
            </a:solidFill>
            <a:prstDash val="solid"/>
          </a:ln>
        </p:spPr>
      </p:sp>
      <p:sp>
        <p:nvSpPr>
          <p:cNvPr id="7" name="Text 3"/>
          <p:cNvSpPr txBox="1"/>
          <p:nvPr/>
        </p:nvSpPr>
        <p:spPr>
          <a:xfrm>
            <a:off x="8001000" y="1508760"/>
            <a:ext cx="3474720" cy="320040"/>
          </a:xfrm>
          <a:prstGeom prst="rect">
            <a:avLst/>
          </a:prstGeom>
          <a:noFill/>
          <a:ln/>
        </p:spPr>
        <p:txBody>
          <a:bodyPr wrap="square" lIns="0" tIns="0" rIns="0" bIns="0" rtlCol="0" anchor="t"/>
          <a:lstStyle/>
          <a:p>
            <a:pPr indent="0" marL="0">
              <a:buNone/>
            </a:pPr>
            <a:r>
              <a:rPr lang="en-US" sz="1300" dirty="0">
                <a:solidFill>
                  <a:schemeClr val="accent5"/>
                </a:solidFill>
              </a:rPr>
              <a:t>3本にまとめたときに失う R²</a:t>
            </a:r>
            <a:endParaRPr lang="en-US" sz="1300" dirty="0"/>
          </a:p>
        </p:txBody>
      </p:sp>
      <p:sp>
        <p:nvSpPr>
          <p:cNvPr id="8" name="Text 4"/>
          <p:cNvSpPr txBox="1"/>
          <p:nvPr/>
        </p:nvSpPr>
        <p:spPr>
          <a:xfrm>
            <a:off x="8001000" y="1874520"/>
            <a:ext cx="3474720" cy="731520"/>
          </a:xfrm>
          <a:prstGeom prst="rect">
            <a:avLst/>
          </a:prstGeom>
          <a:noFill/>
          <a:ln/>
        </p:spPr>
        <p:txBody>
          <a:bodyPr wrap="square" lIns="0" tIns="0" rIns="0" bIns="0" rtlCol="0" anchor="t"/>
          <a:lstStyle/>
          <a:p>
            <a:pPr indent="0" marL="0">
              <a:buNone/>
            </a:pPr>
            <a:r>
              <a:rPr lang="en-US" sz="4000" b="1" dirty="0">
                <a:solidFill>
                  <a:schemeClr val="bg1"/>
                </a:solidFill>
              </a:rPr>
              <a:t>0.017以下</a:t>
            </a:r>
            <a:endParaRPr lang="en-US" sz="4000" dirty="0"/>
          </a:p>
        </p:txBody>
      </p:sp>
      <p:sp>
        <p:nvSpPr>
          <p:cNvPr id="9" name="Text 5"/>
          <p:cNvSpPr txBox="1"/>
          <p:nvPr/>
        </p:nvSpPr>
        <p:spPr>
          <a:xfrm>
            <a:off x="8001000" y="2651760"/>
            <a:ext cx="3474720" cy="320040"/>
          </a:xfrm>
          <a:prstGeom prst="rect">
            <a:avLst/>
          </a:prstGeom>
          <a:noFill/>
          <a:ln/>
        </p:spPr>
        <p:txBody>
          <a:bodyPr wrap="square" lIns="0" tIns="0" rIns="0" bIns="0" rtlCol="0" anchor="t"/>
          <a:lstStyle/>
          <a:p>
            <a:pPr indent="0" marL="0">
              <a:buNone/>
            </a:pPr>
            <a:r>
              <a:rPr lang="en-US" sz="1200" dirty="0">
                <a:solidFill>
                  <a:schemeClr val="accent5"/>
                </a:solidFill>
              </a:rPr>
              <a:t>4データ・2半径、MLP</a:t>
            </a:r>
            <a:endParaRPr lang="en-US" sz="1200" dirty="0"/>
          </a:p>
        </p:txBody>
      </p:sp>
      <p:sp>
        <p:nvSpPr>
          <p:cNvPr id="10" name="Text 6"/>
          <p:cNvSpPr txBox="1"/>
          <p:nvPr/>
        </p:nvSpPr>
        <p:spPr>
          <a:xfrm>
            <a:off x="7772400" y="3337560"/>
            <a:ext cx="384048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係数は640個（64画素×10クラス）から222個に減る（手書き数字）</a:t>
            </a:r>
            <a:endParaRPr lang="en-US" sz="1500" dirty="0"/>
          </a:p>
          <a:p>
            <a:pPr marL="342900" indent="-342900">
              <a:spcAft>
                <a:spcPts val="600"/>
              </a:spcAft>
              <a:buSzPct val="100000"/>
              <a:buChar char="•"/>
            </a:pPr>
            <a:r>
              <a:rPr lang="en-US" sz="1500" dirty="0">
                <a:solidFill>
                  <a:schemeClr val="tx1"/>
                </a:solidFill>
              </a:rPr>
              <a:t>1本だと失う量は0.06〜0.22</a:t>
            </a:r>
            <a:endParaRPr lang="en-US" sz="1500" dirty="0"/>
          </a:p>
          <a:p>
            <a:pPr lvl="1" marL="457200" indent="-228600">
              <a:spcAft>
                <a:spcPts val="600"/>
              </a:spcAft>
              <a:buSzPct val="100000"/>
              <a:buChar char="•"/>
            </a:pPr>
            <a:r>
              <a:rPr lang="en-US" sz="1300" dirty="0">
                <a:solidFill>
                  <a:schemeClr val="tx2"/>
                </a:solidFill>
              </a:rPr>
              <a:t>2本前後より減らすと落ちる</a:t>
            </a:r>
            <a:endParaRPr lang="en-US" sz="1500" dirty="0"/>
          </a:p>
          <a:p>
            <a:pPr marL="342900" indent="-342900">
              <a:spcAft>
                <a:spcPts val="600"/>
              </a:spcAft>
              <a:buSzPct val="100000"/>
              <a:buChar char="•"/>
            </a:pPr>
            <a:r>
              <a:rPr lang="en-US" sz="1500" dirty="0">
                <a:solidFill>
                  <a:schemeClr val="tx1"/>
                </a:solidFill>
              </a:rPr>
              <a:t>SVMでも3本の損失は0.015以下</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目次</a:t>
            </a:r>
            <a:endParaRPr lang="en-US" sz="3000" dirty="0"/>
          </a:p>
        </p:txBody>
      </p:sp>
      <p:sp>
        <p:nvSpPr>
          <p:cNvPr id="4" name="Shape 1"/>
          <p:cNvSpPr/>
          <p:nvPr/>
        </p:nvSpPr>
        <p:spPr>
          <a:xfrm>
            <a:off x="822960" y="1371600"/>
            <a:ext cx="548640" cy="548640"/>
          </a:xfrm>
          <a:prstGeom prst="ellipse">
            <a:avLst/>
          </a:prstGeom>
          <a:solidFill>
            <a:schemeClr val="accent5">
              <a:alpha val="45000"/>
            </a:schemeClr>
          </a:solidFill>
          <a:ln w="12700">
            <a:solidFill>
              <a:schemeClr val="accent5">
                <a:alpha val="45000"/>
              </a:schemeClr>
            </a:solidFill>
            <a:prstDash val="solid"/>
          </a:ln>
        </p:spPr>
      </p:sp>
      <p:sp>
        <p:nvSpPr>
          <p:cNvPr id="5" name="Text 2"/>
          <p:cNvSpPr txBox="1"/>
          <p:nvPr/>
        </p:nvSpPr>
        <p:spPr>
          <a:xfrm>
            <a:off x="82296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645920" y="132588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導入</a:t>
            </a:r>
            <a:endParaRPr lang="en-US" sz="2400" dirty="0"/>
          </a:p>
        </p:txBody>
      </p:sp>
      <p:sp>
        <p:nvSpPr>
          <p:cNvPr id="7" name="Text 4"/>
          <p:cNvSpPr txBox="1"/>
          <p:nvPr/>
        </p:nvSpPr>
        <p:spPr>
          <a:xfrm>
            <a:off x="4937760" y="132588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今日の問い</a:t>
            </a:r>
            <a:endParaRPr lang="en-US" sz="1600" dirty="0"/>
          </a:p>
        </p:txBody>
      </p:sp>
      <p:sp>
        <p:nvSpPr>
          <p:cNvPr id="8" name="Shape 5"/>
          <p:cNvSpPr/>
          <p:nvPr/>
        </p:nvSpPr>
        <p:spPr>
          <a:xfrm>
            <a:off x="822960" y="2331720"/>
            <a:ext cx="548640" cy="548640"/>
          </a:xfrm>
          <a:prstGeom prst="ellipse">
            <a:avLst/>
          </a:prstGeom>
          <a:solidFill>
            <a:schemeClr val="accent5">
              <a:alpha val="45000"/>
            </a:schemeClr>
          </a:solidFill>
          <a:ln w="12700">
            <a:solidFill>
              <a:schemeClr val="accent5">
                <a:alpha val="45000"/>
              </a:schemeClr>
            </a:solidFill>
            <a:prstDash val="solid"/>
          </a:ln>
        </p:spPr>
      </p:sp>
      <p:sp>
        <p:nvSpPr>
          <p:cNvPr id="9" name="Text 6"/>
          <p:cNvSpPr txBox="1"/>
          <p:nvPr/>
        </p:nvSpPr>
        <p:spPr>
          <a:xfrm>
            <a:off x="822960" y="23317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645920" y="228600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問題と発想</a:t>
            </a:r>
            <a:endParaRPr lang="en-US" sz="2400" dirty="0"/>
          </a:p>
        </p:txBody>
      </p:sp>
      <p:sp>
        <p:nvSpPr>
          <p:cNvPr id="11" name="Text 8"/>
          <p:cNvSpPr txBox="1"/>
          <p:nvPr/>
        </p:nvSpPr>
        <p:spPr>
          <a:xfrm>
            <a:off x="4937760" y="228600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LIMEのおさらい、多クラスLIMEの問題、クラス側をまとめる発想、目標</a:t>
            </a:r>
            <a:endParaRPr lang="en-US" sz="1600" dirty="0"/>
          </a:p>
        </p:txBody>
      </p:sp>
      <p:sp>
        <p:nvSpPr>
          <p:cNvPr id="12" name="Shape 9"/>
          <p:cNvSpPr/>
          <p:nvPr/>
        </p:nvSpPr>
        <p:spPr>
          <a:xfrm>
            <a:off x="822960" y="3291840"/>
            <a:ext cx="548640" cy="548640"/>
          </a:xfrm>
          <a:prstGeom prst="ellipse">
            <a:avLst/>
          </a:prstGeom>
          <a:solidFill>
            <a:schemeClr val="accent5">
              <a:alpha val="45000"/>
            </a:schemeClr>
          </a:solidFill>
          <a:ln w="12700">
            <a:solidFill>
              <a:schemeClr val="accent5">
                <a:alpha val="45000"/>
              </a:schemeClr>
            </a:solidFill>
            <a:prstDash val="solid"/>
          </a:ln>
        </p:spPr>
      </p:sp>
      <p:sp>
        <p:nvSpPr>
          <p:cNvPr id="13" name="Text 10"/>
          <p:cNvSpPr txBox="1"/>
          <p:nvPr/>
        </p:nvSpPr>
        <p:spPr>
          <a:xfrm>
            <a:off x="822960" y="3291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1645920" y="324612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手法と仮定</a:t>
            </a:r>
            <a:endParaRPr lang="en-US" sz="2400" dirty="0"/>
          </a:p>
        </p:txBody>
      </p:sp>
      <p:sp>
        <p:nvSpPr>
          <p:cNvPr id="15" name="Text 12"/>
          <p:cNvSpPr txBox="1"/>
          <p:nvPr/>
        </p:nvSpPr>
        <p:spPr>
          <a:xfrm>
            <a:off x="4937760" y="324612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手順、上位2クラスとの違い、成り立つための仮定</a:t>
            </a:r>
            <a:endParaRPr lang="en-US" sz="1600" dirty="0"/>
          </a:p>
        </p:txBody>
      </p:sp>
      <p:sp>
        <p:nvSpPr>
          <p:cNvPr id="16" name="Shape 13"/>
          <p:cNvSpPr/>
          <p:nvPr/>
        </p:nvSpPr>
        <p:spPr>
          <a:xfrm>
            <a:off x="822960" y="4251960"/>
            <a:ext cx="548640" cy="548640"/>
          </a:xfrm>
          <a:prstGeom prst="ellipse">
            <a:avLst/>
          </a:prstGeom>
          <a:solidFill>
            <a:schemeClr val="accent5">
              <a:alpha val="45000"/>
            </a:schemeClr>
          </a:solidFill>
          <a:ln w="12700">
            <a:solidFill>
              <a:schemeClr val="accent5">
                <a:alpha val="45000"/>
              </a:schemeClr>
            </a:solidFill>
            <a:prstDash val="solid"/>
          </a:ln>
        </p:spPr>
      </p:sp>
      <p:sp>
        <p:nvSpPr>
          <p:cNvPr id="17" name="Text 14"/>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1645920" y="4206240"/>
            <a:ext cx="3291840" cy="640080"/>
          </a:xfrm>
          <a:prstGeom prst="rect">
            <a:avLst/>
          </a:prstGeom>
          <a:noFill/>
          <a:ln/>
        </p:spPr>
        <p:txBody>
          <a:bodyPr wrap="square" lIns="0" tIns="0" rIns="0" bIns="0" rtlCol="0" anchor="ctr"/>
          <a:lstStyle/>
          <a:p>
            <a:pPr indent="0" marL="0">
              <a:buNone/>
            </a:pPr>
            <a:r>
              <a:rPr lang="en-US" sz="2400" b="1" dirty="0">
                <a:solidFill>
                  <a:schemeClr val="tx1">
                    <a:alpha val="30000"/>
                  </a:schemeClr>
                </a:solidFill>
              </a:rPr>
              <a:t>実験</a:t>
            </a:r>
            <a:endParaRPr lang="en-US" sz="2400" dirty="0"/>
          </a:p>
        </p:txBody>
      </p:sp>
      <p:sp>
        <p:nvSpPr>
          <p:cNvPr id="19" name="Text 16"/>
          <p:cNvSpPr txBox="1"/>
          <p:nvPr/>
        </p:nvSpPr>
        <p:spPr>
          <a:xfrm>
            <a:off x="4937760" y="4206240"/>
            <a:ext cx="6492240" cy="640080"/>
          </a:xfrm>
          <a:prstGeom prst="rect">
            <a:avLst/>
          </a:prstGeom>
          <a:noFill/>
          <a:ln/>
        </p:spPr>
        <p:txBody>
          <a:bodyPr wrap="square" lIns="0" tIns="0" rIns="0" bIns="0" rtlCol="0" anchor="ctr"/>
          <a:lstStyle/>
          <a:p>
            <a:pPr indent="0" marL="0">
              <a:buNone/>
            </a:pPr>
            <a:r>
              <a:rPr lang="en-US" sz="1600" dirty="0">
                <a:solidFill>
                  <a:schemeClr val="tx1">
                    <a:alpha val="25000"/>
                  </a:schemeClr>
                </a:solidFill>
              </a:rPr>
              <a:t>仮定の確かめ方、実験の設定、忠実さの測り方、結果</a:t>
            </a:r>
            <a:endParaRPr lang="en-US" sz="1600" dirty="0"/>
          </a:p>
        </p:txBody>
      </p:sp>
      <p:sp>
        <p:nvSpPr>
          <p:cNvPr id="20" name="Shape 17"/>
          <p:cNvSpPr/>
          <p:nvPr/>
        </p:nvSpPr>
        <p:spPr>
          <a:xfrm>
            <a:off x="548640" y="5056632"/>
            <a:ext cx="11064240" cy="868680"/>
          </a:xfrm>
          <a:prstGeom prst="roundRect">
            <a:avLst>
              <a:gd name="adj" fmla="val 12632"/>
            </a:avLst>
          </a:prstGeom>
          <a:solidFill>
            <a:srgbClr val="FBE6DF"/>
          </a:solidFill>
          <a:ln w="12700">
            <a:solidFill>
              <a:srgbClr val="FBE6DF"/>
            </a:solidFill>
            <a:prstDash val="solid"/>
          </a:ln>
        </p:spPr>
      </p:sp>
      <p:sp>
        <p:nvSpPr>
          <p:cNvPr id="21" name="Shape 18"/>
          <p:cNvSpPr/>
          <p:nvPr/>
        </p:nvSpPr>
        <p:spPr>
          <a:xfrm>
            <a:off x="822960" y="5212080"/>
            <a:ext cx="548640" cy="548640"/>
          </a:xfrm>
          <a:prstGeom prst="ellipse">
            <a:avLst/>
          </a:prstGeom>
          <a:solidFill>
            <a:schemeClr val="accent1"/>
          </a:solidFill>
          <a:ln w="12700">
            <a:solidFill>
              <a:schemeClr val="accent1"/>
            </a:solidFill>
            <a:prstDash val="solid"/>
          </a:ln>
        </p:spPr>
      </p:sp>
      <p:sp>
        <p:nvSpPr>
          <p:cNvPr id="22" name="Text 19"/>
          <p:cNvSpPr txBox="1"/>
          <p:nvPr/>
        </p:nvSpPr>
        <p:spPr>
          <a:xfrm>
            <a:off x="822960" y="5212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0"/>
          <p:cNvSpPr txBox="1"/>
          <p:nvPr/>
        </p:nvSpPr>
        <p:spPr>
          <a:xfrm>
            <a:off x="1645920" y="5166360"/>
            <a:ext cx="3291840" cy="640080"/>
          </a:xfrm>
          <a:prstGeom prst="rect">
            <a:avLst/>
          </a:prstGeom>
          <a:noFill/>
          <a:ln/>
        </p:spPr>
        <p:txBody>
          <a:bodyPr wrap="square" lIns="0" tIns="0" rIns="0" bIns="0" rtlCol="0" anchor="ctr"/>
          <a:lstStyle/>
          <a:p>
            <a:pPr indent="0" marL="0">
              <a:buNone/>
            </a:pPr>
            <a:r>
              <a:rPr lang="en-US" sz="2400" b="1" dirty="0">
                <a:solidFill>
                  <a:schemeClr val="tx1"/>
                </a:solidFill>
              </a:rPr>
              <a:t>課題と今後</a:t>
            </a:r>
            <a:endParaRPr lang="en-US" sz="2400" dirty="0"/>
          </a:p>
        </p:txBody>
      </p:sp>
      <p:sp>
        <p:nvSpPr>
          <p:cNvPr id="24" name="Text 21"/>
          <p:cNvSpPr txBox="1"/>
          <p:nvPr/>
        </p:nvSpPr>
        <p:spPr>
          <a:xfrm>
            <a:off x="4937760" y="5166360"/>
            <a:ext cx="6492240" cy="640080"/>
          </a:xfrm>
          <a:prstGeom prst="rect">
            <a:avLst/>
          </a:prstGeom>
          <a:noFill/>
          <a:ln/>
        </p:spPr>
        <p:txBody>
          <a:bodyPr wrap="square" lIns="0" tIns="0" rIns="0" bIns="0" rtlCol="0" anchor="ctr"/>
          <a:lstStyle/>
          <a:p>
            <a:pPr indent="0" marL="0">
              <a:buNone/>
            </a:pPr>
            <a:r>
              <a:rPr lang="en-US" sz="1600" dirty="0">
                <a:solidFill>
                  <a:schemeClr val="tx2"/>
                </a:solidFill>
              </a:rPr>
              <a:t>課題、今後の計画、まとめ</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課題</a:t>
            </a:r>
            <a:endParaRPr lang="en-US" sz="3000" dirty="0"/>
          </a:p>
        </p:txBody>
      </p:sp>
      <p:sp>
        <p:nvSpPr>
          <p:cNvPr id="4" name="Shape 1"/>
          <p:cNvSpPr/>
          <p:nvPr/>
        </p:nvSpPr>
        <p:spPr>
          <a:xfrm>
            <a:off x="548640" y="1234440"/>
            <a:ext cx="6949440" cy="4937760"/>
          </a:xfrm>
          <a:prstGeom prst="roundRect">
            <a:avLst>
              <a:gd name="adj" fmla="val 2222"/>
            </a:avLst>
          </a:prstGeom>
          <a:solidFill>
            <a:schemeClr val="bg2"/>
          </a:solidFill>
          <a:ln w="12700">
            <a:solidFill>
              <a:schemeClr val="bg2"/>
            </a:solidFill>
            <a:prstDash val="solid"/>
          </a:ln>
        </p:spPr>
      </p:sp>
      <p:sp>
        <p:nvSpPr>
          <p:cNvPr id="5" name="Shape 2"/>
          <p:cNvSpPr/>
          <p:nvPr/>
        </p:nvSpPr>
        <p:spPr>
          <a:xfrm>
            <a:off x="777240" y="1417320"/>
            <a:ext cx="411480" cy="411480"/>
          </a:xfrm>
          <a:prstGeom prst="ellipse">
            <a:avLst/>
          </a:prstGeom>
          <a:solidFill>
            <a:schemeClr val="accent1"/>
          </a:solidFill>
          <a:ln w="12700">
            <a:solidFill>
              <a:schemeClr val="accent1"/>
            </a:solidFill>
            <a:prstDash val="solid"/>
          </a:ln>
        </p:spPr>
      </p:sp>
      <p:sp>
        <p:nvSpPr>
          <p:cNvPr id="6" name="Text 3"/>
          <p:cNvSpPr txBox="1"/>
          <p:nvPr/>
        </p:nvSpPr>
        <p:spPr>
          <a:xfrm>
            <a:off x="77724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25880" y="1389888"/>
            <a:ext cx="5943600" cy="457200"/>
          </a:xfrm>
          <a:prstGeom prst="rect">
            <a:avLst/>
          </a:prstGeom>
          <a:noFill/>
          <a:ln/>
        </p:spPr>
        <p:txBody>
          <a:bodyPr wrap="square" lIns="0" tIns="0" rIns="0" bIns="0" rtlCol="0" anchor="ctr"/>
          <a:lstStyle/>
          <a:p>
            <a:pPr indent="0" marL="0">
              <a:buNone/>
            </a:pPr>
            <a:r>
              <a:rPr lang="en-US" sz="2000" b="1" dirty="0">
                <a:solidFill>
                  <a:schemeClr val="tx1"/>
                </a:solidFill>
              </a:rPr>
              <a:t>軸が読めるとは限らない</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6400800" cy="914400"/>
        </p:xfrm>
        <a:graphic>
          <a:graphicData uri="http://schemas.openxmlformats.org/drawingml/2006/table">
            <a:tbl>
              <a:tblPr/>
              <a:tblGrid>
                <a:gridCol w="1417320"/>
                <a:gridCol w="3977640"/>
                <a:gridCol w="1005840"/>
              </a:tblGrid>
              <a:tr h="640080">
                <a:tc>
                  <a:txBody>
                    <a:bodyPr/>
                    <a:lstStyle/>
                    <a:p>
                      <a:pPr indent="0" marL="0">
                        <a:buNone/>
                      </a:pPr>
                      <a:r>
                        <a:rPr lang="en-US" sz="1300" b="1" dirty="0">
                          <a:solidFill>
                            <a:schemeClr val="bg1"/>
                          </a:solidFill>
                        </a:rPr>
                        <a:t>軸の形</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例</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読めるか</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tx1"/>
                    </a:solidFill>
                  </a:tcPr>
                </a:tc>
              </a:tr>
              <a:tr h="640080">
                <a:tc>
                  <a:txBody>
                    <a:bodyPr/>
                    <a:lstStyle/>
                    <a:p>
                      <a:pPr indent="0" marL="0">
                        <a:buNone/>
                      </a:pPr>
                      <a:r>
                        <a:rPr lang="en-US" sz="1300" dirty="0">
                          <a:solidFill>
                            <a:schemeClr val="tx1"/>
                          </a:solidFill>
                        </a:rPr>
                        <a:t>2クラスの対比</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柴犬 + ／ 秋田犬 −</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読める</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1対多</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柴犬 +0.8 ／ 秋田犬 −0.5、三毛猫 −0.3</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rPr>
                        <a:t>読める</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混在</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柴犬 +0.37、三毛猫 +0.21 ／ 秋田犬 −0.46</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読めない</a:t>
                      </a:r>
                      <a:endParaRPr lang="en-US" sz="1300" dirty="0"/>
                    </a:p>
                  </a:txBody>
                  <a:tcPr marL="76200" marR="76200" marT="38100" marB="38100" anchor="ctr">
                    <a:lnL w="12700" cap="flat" cmpd="sng" algn="ctr">
                      <a:solidFill>
                        <a:srgbClr val="DDE2EA"/>
                      </a:solidFill>
                      <a:prstDash val="solid"/>
                      <a:round/>
                      <a:headEnd type="none" w="med" len="med"/>
                      <a:tailEnd type="none" w="med" len="med"/>
                    </a:lnL>
                    <a:lnR w="12700" cap="flat" cmpd="sng" algn="ctr">
                      <a:solidFill>
                        <a:srgbClr val="DDE2EA"/>
                      </a:solidFill>
                      <a:prstDash val="solid"/>
                      <a:round/>
                      <a:headEnd type="none" w="med" len="med"/>
                      <a:tailEnd type="none" w="med" len="med"/>
                    </a:lnR>
                    <a:lnT w="12700" cap="flat" cmpd="sng" algn="ctr">
                      <a:solidFill>
                        <a:srgbClr val="DDE2EA"/>
                      </a:solidFill>
                      <a:prstDash val="solid"/>
                      <a:round/>
                      <a:headEnd type="none" w="med" len="med"/>
                      <a:tailEnd type="none" w="med" len="med"/>
                    </a:lnT>
                    <a:lnB w="12700" cap="flat" cmpd="sng" algn="ctr">
                      <a:solidFill>
                        <a:srgbClr val="DDE2EA"/>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822960" y="4937760"/>
            <a:ext cx="6400800" cy="822960"/>
          </a:xfrm>
          <a:prstGeom prst="rect">
            <a:avLst/>
          </a:prstGeom>
          <a:noFill/>
          <a:ln/>
        </p:spPr>
        <p:txBody>
          <a:bodyPr wrap="square" lIns="0" tIns="0" rIns="0" bIns="0" rtlCol="0" anchor="t"/>
          <a:lstStyle/>
          <a:p>
            <a:pPr indent="0" marL="0">
              <a:buNone/>
            </a:pPr>
            <a:r>
              <a:rPr lang="en-US" sz="1600" b="1" dirty="0">
                <a:solidFill>
                  <a:schemeClr val="accent1"/>
                </a:solidFill>
              </a:rPr>
              <a:t>次元が減っても、軸の意味が分からなければ解釈しやすくならない</a:t>
            </a:r>
            <a:endParaRPr lang="en-US" sz="1600" dirty="0"/>
          </a:p>
        </p:txBody>
      </p:sp>
      <p:sp>
        <p:nvSpPr>
          <p:cNvPr id="10" name="Shape 6"/>
          <p:cNvSpPr/>
          <p:nvPr/>
        </p:nvSpPr>
        <p:spPr>
          <a:xfrm>
            <a:off x="7772400" y="1234440"/>
            <a:ext cx="3840480" cy="4937760"/>
          </a:xfrm>
          <a:prstGeom prst="roundRect">
            <a:avLst>
              <a:gd name="adj" fmla="val 2857"/>
            </a:avLst>
          </a:prstGeom>
          <a:solidFill>
            <a:schemeClr val="bg2"/>
          </a:solidFill>
          <a:ln w="12700">
            <a:solidFill>
              <a:schemeClr val="bg2"/>
            </a:solidFill>
            <a:prstDash val="solid"/>
          </a:ln>
        </p:spPr>
      </p:sp>
      <p:sp>
        <p:nvSpPr>
          <p:cNvPr id="11" name="Shape 7"/>
          <p:cNvSpPr/>
          <p:nvPr/>
        </p:nvSpPr>
        <p:spPr>
          <a:xfrm>
            <a:off x="8001000" y="1417320"/>
            <a:ext cx="411480" cy="411480"/>
          </a:xfrm>
          <a:prstGeom prst="ellipse">
            <a:avLst/>
          </a:prstGeom>
          <a:solidFill>
            <a:schemeClr val="tx1"/>
          </a:solidFill>
          <a:ln w="12700">
            <a:solidFill>
              <a:schemeClr val="tx1"/>
            </a:solidFill>
            <a:prstDash val="solid"/>
          </a:ln>
        </p:spPr>
      </p:sp>
      <p:sp>
        <p:nvSpPr>
          <p:cNvPr id="12" name="Text 8"/>
          <p:cNvSpPr txBox="1"/>
          <p:nvPr/>
        </p:nvSpPr>
        <p:spPr>
          <a:xfrm>
            <a:off x="800100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8549640" y="1371600"/>
            <a:ext cx="2926080" cy="822960"/>
          </a:xfrm>
          <a:prstGeom prst="rect">
            <a:avLst/>
          </a:prstGeom>
          <a:noFill/>
          <a:ln/>
        </p:spPr>
        <p:txBody>
          <a:bodyPr wrap="square" lIns="0" tIns="0" rIns="0" bIns="0" rtlCol="0" anchor="t"/>
          <a:lstStyle/>
          <a:p>
            <a:pPr indent="0" marL="0">
              <a:buNone/>
            </a:pPr>
            <a:r>
              <a:rPr lang="en-US" sz="1800" b="1" dirty="0">
                <a:solidFill>
                  <a:schemeClr val="tx1"/>
                </a:solidFill>
              </a:rPr>
              <a:t>通常のLIME自体が忠実でない条件がある</a:t>
            </a:r>
            <a:endParaRPr lang="en-US" sz="1800" dirty="0"/>
          </a:p>
        </p:txBody>
      </p:sp>
      <p:sp>
        <p:nvSpPr>
          <p:cNvPr id="14" name="Text 10"/>
          <p:cNvSpPr txBox="1"/>
          <p:nvPr/>
        </p:nvSpPr>
        <p:spPr>
          <a:xfrm>
            <a:off x="8046720" y="2423160"/>
            <a:ext cx="3383280" cy="3474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文字認識（26クラス）や半径0.4の手書き数字では、通常のLIMEの R² が0.3〜0.6にとどまる</a:t>
            </a:r>
            <a:endParaRPr lang="en-US" sz="1500" dirty="0"/>
          </a:p>
          <a:p>
            <a:pPr marL="342900" indent="-342900">
              <a:spcAft>
                <a:spcPts val="600"/>
              </a:spcAft>
              <a:buSzPct val="100000"/>
              <a:buChar char="•"/>
            </a:pPr>
            <a:r>
              <a:rPr lang="en-US" sz="1500" dirty="0">
                <a:solidFill>
                  <a:schemeClr val="tx1"/>
                </a:solidFill>
              </a:rPr>
              <a:t>この手法は通常のLIMEの近似なので、そこは改善できない</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今後の計画と最終ゴール</a:t>
            </a:r>
            <a:endParaRPr lang="en-US" sz="3000" dirty="0"/>
          </a:p>
        </p:txBody>
      </p:sp>
      <p:sp>
        <p:nvSpPr>
          <p:cNvPr id="4" name="Shape 1"/>
          <p:cNvSpPr/>
          <p:nvPr/>
        </p:nvSpPr>
        <p:spPr>
          <a:xfrm>
            <a:off x="822960" y="1691640"/>
            <a:ext cx="8457286" cy="0"/>
          </a:xfrm>
          <a:prstGeom prst="line">
            <a:avLst/>
          </a:prstGeom>
          <a:noFill/>
          <a:ln w="25400">
            <a:solidFill>
              <a:schemeClr val="accent5"/>
            </a:solidFill>
            <a:prstDash val="solid"/>
          </a:ln>
        </p:spPr>
      </p:sp>
      <p:sp>
        <p:nvSpPr>
          <p:cNvPr id="5" name="Shape 2"/>
          <p:cNvSpPr/>
          <p:nvPr/>
        </p:nvSpPr>
        <p:spPr>
          <a:xfrm>
            <a:off x="594360" y="146304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59436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hape 4"/>
          <p:cNvSpPr/>
          <p:nvPr/>
        </p:nvSpPr>
        <p:spPr>
          <a:xfrm>
            <a:off x="548640" y="2148840"/>
            <a:ext cx="2606040" cy="2697480"/>
          </a:xfrm>
          <a:prstGeom prst="roundRect">
            <a:avLst>
              <a:gd name="adj" fmla="val 4211"/>
            </a:avLst>
          </a:prstGeom>
          <a:solidFill>
            <a:schemeClr val="bg2"/>
          </a:solidFill>
          <a:ln w="12700">
            <a:solidFill>
              <a:schemeClr val="bg2"/>
            </a:solidFill>
            <a:prstDash val="solid"/>
          </a:ln>
        </p:spPr>
      </p:sp>
      <p:sp>
        <p:nvSpPr>
          <p:cNvPr id="8" name="Text 5"/>
          <p:cNvSpPr txBox="1"/>
          <p:nvPr/>
        </p:nvSpPr>
        <p:spPr>
          <a:xfrm>
            <a:off x="731520" y="2286000"/>
            <a:ext cx="2240280" cy="731520"/>
          </a:xfrm>
          <a:prstGeom prst="rect">
            <a:avLst/>
          </a:prstGeom>
          <a:noFill/>
          <a:ln/>
        </p:spPr>
        <p:txBody>
          <a:bodyPr wrap="square" lIns="0" tIns="0" rIns="0" bIns="0" rtlCol="0" anchor="t"/>
          <a:lstStyle/>
          <a:p>
            <a:pPr indent="0" marL="0">
              <a:buNone/>
            </a:pPr>
            <a:r>
              <a:rPr lang="en-US" sz="1600" b="1" dirty="0">
                <a:solidFill>
                  <a:schemeClr val="tx1"/>
                </a:solidFill>
              </a:rPr>
              <a:t>読める軸を作る</a:t>
            </a:r>
            <a:endParaRPr lang="en-US" sz="1600" dirty="0"/>
          </a:p>
        </p:txBody>
      </p:sp>
      <p:sp>
        <p:nvSpPr>
          <p:cNvPr id="9" name="Text 6"/>
          <p:cNvSpPr txBox="1"/>
          <p:nvPr/>
        </p:nvSpPr>
        <p:spPr>
          <a:xfrm>
            <a:off x="731520" y="3017520"/>
            <a:ext cx="2240280" cy="868680"/>
          </a:xfrm>
          <a:prstGeom prst="rect">
            <a:avLst/>
          </a:prstGeom>
          <a:noFill/>
          <a:ln/>
        </p:spPr>
        <p:txBody>
          <a:bodyPr wrap="square" lIns="0" tIns="0" rIns="0" bIns="0" rtlCol="0" anchor="t"/>
          <a:lstStyle/>
          <a:p>
            <a:pPr indent="0" marL="0">
              <a:buNone/>
            </a:pPr>
            <a:r>
              <a:rPr lang="en-US" sz="1300" dirty="0">
                <a:solidFill>
                  <a:schemeClr val="tx2"/>
                </a:solidFill>
              </a:rPr>
              <a:t>軸の形を対比や1対多に限る、回転、スパース化</a:t>
            </a:r>
            <a:endParaRPr lang="en-US" sz="1300" dirty="0"/>
          </a:p>
        </p:txBody>
      </p:sp>
      <p:sp>
        <p:nvSpPr>
          <p:cNvPr id="10" name="Text 7"/>
          <p:cNvSpPr txBox="1"/>
          <p:nvPr/>
        </p:nvSpPr>
        <p:spPr>
          <a:xfrm>
            <a:off x="731520" y="3931920"/>
            <a:ext cx="2240280" cy="822960"/>
          </a:xfrm>
          <a:prstGeom prst="rect">
            <a:avLst/>
          </a:prstGeom>
          <a:noFill/>
          <a:ln/>
        </p:spPr>
        <p:txBody>
          <a:bodyPr wrap="square" lIns="0" tIns="0" rIns="0" bIns="0" rtlCol="0" anchor="t"/>
          <a:lstStyle/>
          <a:p>
            <a:pPr indent="0" marL="0">
              <a:buNone/>
            </a:pPr>
            <a:r>
              <a:rPr lang="en-US" sz="1300" dirty="0">
                <a:solidFill>
                  <a:schemeClr val="accent1"/>
                </a:solidFill>
              </a:rPr>
              <a:t>確かめること　忠実さを保ったまま軸が読めるか</a:t>
            </a:r>
            <a:endParaRPr lang="en-US" sz="1300" dirty="0"/>
          </a:p>
        </p:txBody>
      </p:sp>
      <p:sp>
        <p:nvSpPr>
          <p:cNvPr id="11" name="Shape 8"/>
          <p:cNvSpPr/>
          <p:nvPr/>
        </p:nvSpPr>
        <p:spPr>
          <a:xfrm>
            <a:off x="3413455" y="1463040"/>
            <a:ext cx="457200" cy="457200"/>
          </a:xfrm>
          <a:prstGeom prst="ellipse">
            <a:avLst/>
          </a:prstGeom>
          <a:solidFill>
            <a:schemeClr val="tx1"/>
          </a:solidFill>
          <a:ln w="12700">
            <a:solidFill>
              <a:schemeClr val="tx1"/>
            </a:solidFill>
            <a:prstDash val="solid"/>
          </a:ln>
        </p:spPr>
      </p:sp>
      <p:sp>
        <p:nvSpPr>
          <p:cNvPr id="12" name="Text 9"/>
          <p:cNvSpPr txBox="1"/>
          <p:nvPr/>
        </p:nvSpPr>
        <p:spPr>
          <a:xfrm>
            <a:off x="3413455"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Shape 10"/>
          <p:cNvSpPr/>
          <p:nvPr/>
        </p:nvSpPr>
        <p:spPr>
          <a:xfrm>
            <a:off x="3367735" y="2148840"/>
            <a:ext cx="2606040" cy="2697480"/>
          </a:xfrm>
          <a:prstGeom prst="roundRect">
            <a:avLst>
              <a:gd name="adj" fmla="val 4211"/>
            </a:avLst>
          </a:prstGeom>
          <a:solidFill>
            <a:schemeClr val="bg2"/>
          </a:solidFill>
          <a:ln w="12700">
            <a:solidFill>
              <a:schemeClr val="bg2"/>
            </a:solidFill>
            <a:prstDash val="solid"/>
          </a:ln>
        </p:spPr>
      </p:sp>
      <p:sp>
        <p:nvSpPr>
          <p:cNvPr id="14" name="Text 11"/>
          <p:cNvSpPr txBox="1"/>
          <p:nvPr/>
        </p:nvSpPr>
        <p:spPr>
          <a:xfrm>
            <a:off x="3550615" y="2286000"/>
            <a:ext cx="2240280" cy="731520"/>
          </a:xfrm>
          <a:prstGeom prst="rect">
            <a:avLst/>
          </a:prstGeom>
          <a:noFill/>
          <a:ln/>
        </p:spPr>
        <p:txBody>
          <a:bodyPr wrap="square" lIns="0" tIns="0" rIns="0" bIns="0" rtlCol="0" anchor="t"/>
          <a:lstStyle/>
          <a:p>
            <a:pPr indent="0" marL="0">
              <a:buNone/>
            </a:pPr>
            <a:r>
              <a:rPr lang="en-US" sz="1600" b="1" dirty="0">
                <a:solidFill>
                  <a:schemeClr val="tx1"/>
                </a:solidFill>
              </a:rPr>
              <a:t>データを広げる</a:t>
            </a:r>
            <a:endParaRPr lang="en-US" sz="1600" dirty="0"/>
          </a:p>
        </p:txBody>
      </p:sp>
      <p:sp>
        <p:nvSpPr>
          <p:cNvPr id="15" name="Text 12"/>
          <p:cNvSpPr txBox="1"/>
          <p:nvPr/>
        </p:nvSpPr>
        <p:spPr>
          <a:xfrm>
            <a:off x="3550615" y="3017520"/>
            <a:ext cx="2240280" cy="868680"/>
          </a:xfrm>
          <a:prstGeom prst="rect">
            <a:avLst/>
          </a:prstGeom>
          <a:noFill/>
          <a:ln/>
        </p:spPr>
        <p:txBody>
          <a:bodyPr wrap="square" lIns="0" tIns="0" rIns="0" bIns="0" rtlCol="0" anchor="t"/>
          <a:lstStyle/>
          <a:p>
            <a:pPr indent="0" marL="0">
              <a:buNone/>
            </a:pPr>
            <a:r>
              <a:rPr lang="en-US" sz="1300" dirty="0">
                <a:solidFill>
                  <a:schemeClr val="tx2"/>
                </a:solidFill>
              </a:rPr>
              <a:t>クラス数が多く、似たクラスが群になったデータなど</a:t>
            </a:r>
            <a:endParaRPr lang="en-US" sz="1300" dirty="0"/>
          </a:p>
        </p:txBody>
      </p:sp>
      <p:sp>
        <p:nvSpPr>
          <p:cNvPr id="16" name="Text 13"/>
          <p:cNvSpPr txBox="1"/>
          <p:nvPr/>
        </p:nvSpPr>
        <p:spPr>
          <a:xfrm>
            <a:off x="3550615" y="3931920"/>
            <a:ext cx="2240280" cy="822960"/>
          </a:xfrm>
          <a:prstGeom prst="rect">
            <a:avLst/>
          </a:prstGeom>
          <a:noFill/>
          <a:ln/>
        </p:spPr>
        <p:txBody>
          <a:bodyPr wrap="square" lIns="0" tIns="0" rIns="0" bIns="0" rtlCol="0" anchor="t"/>
          <a:lstStyle/>
          <a:p>
            <a:pPr indent="0" marL="0">
              <a:buNone/>
            </a:pPr>
            <a:r>
              <a:rPr lang="en-US" sz="1300" dirty="0">
                <a:solidFill>
                  <a:schemeClr val="accent1"/>
                </a:solidFill>
              </a:rPr>
              <a:t>確かめること　仮定が成り立つ範囲</a:t>
            </a:r>
            <a:endParaRPr lang="en-US" sz="1300" dirty="0"/>
          </a:p>
        </p:txBody>
      </p:sp>
      <p:sp>
        <p:nvSpPr>
          <p:cNvPr id="17" name="Shape 14"/>
          <p:cNvSpPr/>
          <p:nvPr/>
        </p:nvSpPr>
        <p:spPr>
          <a:xfrm>
            <a:off x="6232550" y="1463040"/>
            <a:ext cx="457200" cy="457200"/>
          </a:xfrm>
          <a:prstGeom prst="ellipse">
            <a:avLst/>
          </a:prstGeom>
          <a:solidFill>
            <a:schemeClr val="tx1"/>
          </a:solidFill>
          <a:ln w="12700">
            <a:solidFill>
              <a:schemeClr val="tx1"/>
            </a:solidFill>
            <a:prstDash val="solid"/>
          </a:ln>
        </p:spPr>
      </p:sp>
      <p:sp>
        <p:nvSpPr>
          <p:cNvPr id="18" name="Text 15"/>
          <p:cNvSpPr txBox="1"/>
          <p:nvPr/>
        </p:nvSpPr>
        <p:spPr>
          <a:xfrm>
            <a:off x="623255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Shape 16"/>
          <p:cNvSpPr/>
          <p:nvPr/>
        </p:nvSpPr>
        <p:spPr>
          <a:xfrm>
            <a:off x="6186830" y="2148840"/>
            <a:ext cx="2606040" cy="2697480"/>
          </a:xfrm>
          <a:prstGeom prst="roundRect">
            <a:avLst>
              <a:gd name="adj" fmla="val 4211"/>
            </a:avLst>
          </a:prstGeom>
          <a:solidFill>
            <a:schemeClr val="bg2"/>
          </a:solidFill>
          <a:ln w="12700">
            <a:solidFill>
              <a:schemeClr val="bg2"/>
            </a:solidFill>
            <a:prstDash val="solid"/>
          </a:ln>
        </p:spPr>
      </p:sp>
      <p:sp>
        <p:nvSpPr>
          <p:cNvPr id="20" name="Text 17"/>
          <p:cNvSpPr txBox="1"/>
          <p:nvPr/>
        </p:nvSpPr>
        <p:spPr>
          <a:xfrm>
            <a:off x="6369710" y="2286000"/>
            <a:ext cx="2240280" cy="731520"/>
          </a:xfrm>
          <a:prstGeom prst="rect">
            <a:avLst/>
          </a:prstGeom>
          <a:noFill/>
          <a:ln/>
        </p:spPr>
        <p:txBody>
          <a:bodyPr wrap="square" lIns="0" tIns="0" rIns="0" bIns="0" rtlCol="0" anchor="t"/>
          <a:lstStyle/>
          <a:p>
            <a:pPr indent="0" marL="0">
              <a:buNone/>
            </a:pPr>
            <a:r>
              <a:rPr lang="en-US" sz="1600" b="1" dirty="0">
                <a:solidFill>
                  <a:schemeClr val="tx1"/>
                </a:solidFill>
              </a:rPr>
              <a:t>説明の量をそろえる</a:t>
            </a:r>
            <a:endParaRPr lang="en-US" sz="1600" dirty="0"/>
          </a:p>
        </p:txBody>
      </p:sp>
      <p:sp>
        <p:nvSpPr>
          <p:cNvPr id="21" name="Text 18"/>
          <p:cNvSpPr txBox="1"/>
          <p:nvPr/>
        </p:nvSpPr>
        <p:spPr>
          <a:xfrm>
            <a:off x="6369710" y="3017520"/>
            <a:ext cx="2240280" cy="868680"/>
          </a:xfrm>
          <a:prstGeom prst="rect">
            <a:avLst/>
          </a:prstGeom>
          <a:noFill/>
          <a:ln/>
        </p:spPr>
        <p:txBody>
          <a:bodyPr wrap="square" lIns="0" tIns="0" rIns="0" bIns="0" rtlCol="0" anchor="t"/>
          <a:lstStyle/>
          <a:p>
            <a:pPr indent="0" marL="0">
              <a:buNone/>
            </a:pPr>
            <a:r>
              <a:rPr lang="en-US" sz="1300" dirty="0">
                <a:solidFill>
                  <a:schemeClr val="tx2"/>
                </a:solidFill>
              </a:rPr>
              <a:t>上位クラスの対比や特徴選択ありのLIMEと</a:t>
            </a:r>
            <a:endParaRPr lang="en-US" sz="1300" dirty="0"/>
          </a:p>
        </p:txBody>
      </p:sp>
      <p:sp>
        <p:nvSpPr>
          <p:cNvPr id="22" name="Text 19"/>
          <p:cNvSpPr txBox="1"/>
          <p:nvPr/>
        </p:nvSpPr>
        <p:spPr>
          <a:xfrm>
            <a:off x="6369710" y="3931920"/>
            <a:ext cx="2240280" cy="822960"/>
          </a:xfrm>
          <a:prstGeom prst="rect">
            <a:avLst/>
          </a:prstGeom>
          <a:noFill/>
          <a:ln/>
        </p:spPr>
        <p:txBody>
          <a:bodyPr wrap="square" lIns="0" tIns="0" rIns="0" bIns="0" rtlCol="0" anchor="t"/>
          <a:lstStyle/>
          <a:p>
            <a:pPr indent="0" marL="0">
              <a:buNone/>
            </a:pPr>
            <a:r>
              <a:rPr lang="en-US" sz="1300" dirty="0">
                <a:solidFill>
                  <a:schemeClr val="accent1"/>
                </a:solidFill>
              </a:rPr>
              <a:t>確かめること　同じ量の説明で、より忠実か</a:t>
            </a:r>
            <a:endParaRPr lang="en-US" sz="1300" dirty="0"/>
          </a:p>
        </p:txBody>
      </p:sp>
      <p:sp>
        <p:nvSpPr>
          <p:cNvPr id="23" name="Shape 20"/>
          <p:cNvSpPr/>
          <p:nvPr/>
        </p:nvSpPr>
        <p:spPr>
          <a:xfrm>
            <a:off x="9051646" y="1463040"/>
            <a:ext cx="457200" cy="457200"/>
          </a:xfrm>
          <a:prstGeom prst="ellipse">
            <a:avLst/>
          </a:prstGeom>
          <a:solidFill>
            <a:schemeClr val="tx1"/>
          </a:solidFill>
          <a:ln w="12700">
            <a:solidFill>
              <a:schemeClr val="tx1"/>
            </a:solidFill>
            <a:prstDash val="solid"/>
          </a:ln>
        </p:spPr>
      </p:sp>
      <p:sp>
        <p:nvSpPr>
          <p:cNvPr id="24" name="Text 21"/>
          <p:cNvSpPr txBox="1"/>
          <p:nvPr/>
        </p:nvSpPr>
        <p:spPr>
          <a:xfrm>
            <a:off x="9051646"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Shape 22"/>
          <p:cNvSpPr/>
          <p:nvPr/>
        </p:nvSpPr>
        <p:spPr>
          <a:xfrm>
            <a:off x="9005926" y="2148840"/>
            <a:ext cx="2606040" cy="2697480"/>
          </a:xfrm>
          <a:prstGeom prst="roundRect">
            <a:avLst>
              <a:gd name="adj" fmla="val 4211"/>
            </a:avLst>
          </a:prstGeom>
          <a:solidFill>
            <a:schemeClr val="bg2"/>
          </a:solidFill>
          <a:ln w="12700">
            <a:solidFill>
              <a:schemeClr val="bg2"/>
            </a:solidFill>
            <a:prstDash val="solid"/>
          </a:ln>
        </p:spPr>
      </p:sp>
      <p:sp>
        <p:nvSpPr>
          <p:cNvPr id="26" name="Text 23"/>
          <p:cNvSpPr txBox="1"/>
          <p:nvPr/>
        </p:nvSpPr>
        <p:spPr>
          <a:xfrm>
            <a:off x="9188806" y="2286000"/>
            <a:ext cx="2240280" cy="731520"/>
          </a:xfrm>
          <a:prstGeom prst="rect">
            <a:avLst/>
          </a:prstGeom>
          <a:noFill/>
          <a:ln/>
        </p:spPr>
        <p:txBody>
          <a:bodyPr wrap="square" lIns="0" tIns="0" rIns="0" bIns="0" rtlCol="0" anchor="t"/>
          <a:lstStyle/>
          <a:p>
            <a:pPr indent="0" marL="0">
              <a:buNone/>
            </a:pPr>
            <a:r>
              <a:rPr lang="en-US" sz="1600" b="1" dirty="0">
                <a:solidFill>
                  <a:schemeClr val="tx1"/>
                </a:solidFill>
              </a:rPr>
              <a:t>人による評価</a:t>
            </a:r>
            <a:endParaRPr lang="en-US" sz="1600" dirty="0"/>
          </a:p>
        </p:txBody>
      </p:sp>
      <p:sp>
        <p:nvSpPr>
          <p:cNvPr id="27" name="Text 24"/>
          <p:cNvSpPr txBox="1"/>
          <p:nvPr/>
        </p:nvSpPr>
        <p:spPr>
          <a:xfrm>
            <a:off x="9188806" y="3017520"/>
            <a:ext cx="2240280" cy="868680"/>
          </a:xfrm>
          <a:prstGeom prst="rect">
            <a:avLst/>
          </a:prstGeom>
          <a:noFill/>
          <a:ln/>
        </p:spPr>
        <p:txBody>
          <a:bodyPr wrap="square" lIns="0" tIns="0" rIns="0" bIns="0" rtlCol="0" anchor="t"/>
          <a:lstStyle/>
          <a:p>
            <a:pPr indent="0" marL="0">
              <a:buNone/>
            </a:pPr>
            <a:r>
              <a:rPr lang="en-US" sz="1300" dirty="0">
                <a:solidFill>
                  <a:schemeClr val="tx2"/>
                </a:solidFill>
              </a:rPr>
              <a:t>説明を読んで判断してもらう</a:t>
            </a:r>
            <a:endParaRPr lang="en-US" sz="1300" dirty="0"/>
          </a:p>
        </p:txBody>
      </p:sp>
      <p:sp>
        <p:nvSpPr>
          <p:cNvPr id="28" name="Text 25"/>
          <p:cNvSpPr txBox="1"/>
          <p:nvPr/>
        </p:nvSpPr>
        <p:spPr>
          <a:xfrm>
            <a:off x="9188806" y="3931920"/>
            <a:ext cx="2240280" cy="822960"/>
          </a:xfrm>
          <a:prstGeom prst="rect">
            <a:avLst/>
          </a:prstGeom>
          <a:noFill/>
          <a:ln/>
        </p:spPr>
        <p:txBody>
          <a:bodyPr wrap="square" lIns="0" tIns="0" rIns="0" bIns="0" rtlCol="0" anchor="t"/>
          <a:lstStyle/>
          <a:p>
            <a:pPr indent="0" marL="0">
              <a:buNone/>
            </a:pPr>
            <a:r>
              <a:rPr lang="en-US" sz="1300" dirty="0">
                <a:solidFill>
                  <a:schemeClr val="accent1"/>
                </a:solidFill>
              </a:rPr>
              <a:t>確かめること　本当に分かりやすくなったか</a:t>
            </a:r>
            <a:endParaRPr lang="en-US" sz="1300" dirty="0"/>
          </a:p>
        </p:txBody>
      </p:sp>
      <p:sp>
        <p:nvSpPr>
          <p:cNvPr id="29" name="Shape 26"/>
          <p:cNvSpPr/>
          <p:nvPr/>
        </p:nvSpPr>
        <p:spPr>
          <a:xfrm>
            <a:off x="548640" y="5120640"/>
            <a:ext cx="11064240" cy="1051560"/>
          </a:xfrm>
          <a:prstGeom prst="roundRect">
            <a:avLst>
              <a:gd name="adj" fmla="val 10435"/>
            </a:avLst>
          </a:prstGeom>
          <a:solidFill>
            <a:schemeClr val="tx1"/>
          </a:solidFill>
          <a:ln w="12700">
            <a:solidFill>
              <a:schemeClr val="tx1"/>
            </a:solidFill>
            <a:prstDash val="solid"/>
          </a:ln>
        </p:spPr>
      </p:sp>
      <p:sp>
        <p:nvSpPr>
          <p:cNvPr id="30" name="Text 27"/>
          <p:cNvSpPr txBox="1"/>
          <p:nvPr/>
        </p:nvSpPr>
        <p:spPr>
          <a:xfrm>
            <a:off x="822960" y="5193792"/>
            <a:ext cx="2743200" cy="320040"/>
          </a:xfrm>
          <a:prstGeom prst="rect">
            <a:avLst/>
          </a:prstGeom>
          <a:noFill/>
          <a:ln/>
        </p:spPr>
        <p:txBody>
          <a:bodyPr wrap="square" lIns="0" tIns="0" rIns="0" bIns="0" rtlCol="0" anchor="t"/>
          <a:lstStyle/>
          <a:p>
            <a:pPr indent="0" marL="0">
              <a:buNone/>
            </a:pPr>
            <a:r>
              <a:rPr lang="en-US" sz="1300" b="1" dirty="0">
                <a:solidFill>
                  <a:schemeClr val="accent3"/>
                </a:solidFill>
              </a:rPr>
              <a:t>最終ゴール</a:t>
            </a:r>
            <a:endParaRPr lang="en-US" sz="1300" dirty="0"/>
          </a:p>
        </p:txBody>
      </p:sp>
      <p:sp>
        <p:nvSpPr>
          <p:cNvPr id="31" name="Text 28"/>
          <p:cNvSpPr txBox="1"/>
          <p:nvPr/>
        </p:nvSpPr>
        <p:spPr>
          <a:xfrm>
            <a:off x="822960" y="5486400"/>
            <a:ext cx="10607040" cy="640080"/>
          </a:xfrm>
          <a:prstGeom prst="rect">
            <a:avLst/>
          </a:prstGeom>
          <a:noFill/>
          <a:ln/>
        </p:spPr>
        <p:txBody>
          <a:bodyPr wrap="square" lIns="0" tIns="0" rIns="0" bIns="0" rtlCol="0" anchor="t"/>
          <a:lstStyle/>
          <a:p>
            <a:pPr indent="0" marL="0">
              <a:buNone/>
            </a:pPr>
            <a:r>
              <a:rPr lang="en-US" sz="1600" b="1" dirty="0">
                <a:solidFill>
                  <a:schemeClr val="bg1"/>
                </a:solidFill>
              </a:rPr>
              <a:t>多クラス分類器の予測を「どのクラスからどのクラスへ、どの特徴によって確率が移ったか」という少数の軸で説明し、通常のLIMEより人が理解しやすいことを示す</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rPr>
              <a:t>まとめ</a:t>
            </a:r>
            <a:endParaRPr lang="en-US" sz="3000" dirty="0"/>
          </a:p>
        </p:txBody>
      </p:sp>
      <p:sp>
        <p:nvSpPr>
          <p:cNvPr id="3" name="Shape 1"/>
          <p:cNvSpPr/>
          <p:nvPr/>
        </p:nvSpPr>
        <p:spPr>
          <a:xfrm>
            <a:off x="731520" y="146304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731520" y="1463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463040" y="1417320"/>
            <a:ext cx="9966960" cy="640080"/>
          </a:xfrm>
          <a:prstGeom prst="rect">
            <a:avLst/>
          </a:prstGeom>
          <a:noFill/>
          <a:ln/>
        </p:spPr>
        <p:txBody>
          <a:bodyPr wrap="square" lIns="0" tIns="0" rIns="0" bIns="0" rtlCol="0" anchor="ctr"/>
          <a:lstStyle/>
          <a:p>
            <a:pPr indent="0" marL="0">
              <a:buNone/>
            </a:pPr>
            <a:r>
              <a:rPr lang="en-US" sz="2000" dirty="0">
                <a:solidFill>
                  <a:schemeClr val="bg1"/>
                </a:solidFill>
              </a:rPr>
              <a:t>多クラスLIMEは、比べるクラスを人が決めていて、クラス間の関係も見えない</a:t>
            </a:r>
            <a:endParaRPr lang="en-US" sz="2000" dirty="0"/>
          </a:p>
        </p:txBody>
      </p:sp>
      <p:sp>
        <p:nvSpPr>
          <p:cNvPr id="6" name="Shape 4"/>
          <p:cNvSpPr/>
          <p:nvPr/>
        </p:nvSpPr>
        <p:spPr>
          <a:xfrm>
            <a:off x="731520" y="2606040"/>
            <a:ext cx="502920" cy="502920"/>
          </a:xfrm>
          <a:prstGeom prst="ellipse">
            <a:avLst/>
          </a:prstGeom>
          <a:solidFill>
            <a:schemeClr val="accent2"/>
          </a:solidFill>
          <a:ln w="12700">
            <a:solidFill>
              <a:schemeClr val="accent2"/>
            </a:solidFill>
            <a:prstDash val="solid"/>
          </a:ln>
        </p:spPr>
      </p:sp>
      <p:sp>
        <p:nvSpPr>
          <p:cNvPr id="7" name="Text 5"/>
          <p:cNvSpPr txBox="1"/>
          <p:nvPr/>
        </p:nvSpPr>
        <p:spPr>
          <a:xfrm>
            <a:off x="731520"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1463040" y="2560320"/>
            <a:ext cx="9966960" cy="640080"/>
          </a:xfrm>
          <a:prstGeom prst="rect">
            <a:avLst/>
          </a:prstGeom>
          <a:noFill/>
          <a:ln/>
        </p:spPr>
        <p:txBody>
          <a:bodyPr wrap="square" lIns="0" tIns="0" rIns="0" bIns="0" rtlCol="0" anchor="ctr"/>
          <a:lstStyle/>
          <a:p>
            <a:pPr indent="0" marL="0">
              <a:buNone/>
            </a:pPr>
            <a:r>
              <a:rPr lang="en-US" sz="2000" dirty="0">
                <a:solidFill>
                  <a:schemeClr val="bg1"/>
                </a:solidFill>
              </a:rPr>
              <a:t>AIの出力を説明したい点のまわりで次元削減し、「0から6への移動」のような軸ごとに説明する</a:t>
            </a:r>
            <a:endParaRPr lang="en-US" sz="2000" dirty="0"/>
          </a:p>
        </p:txBody>
      </p:sp>
      <p:sp>
        <p:nvSpPr>
          <p:cNvPr id="9" name="Shape 7"/>
          <p:cNvSpPr/>
          <p:nvPr/>
        </p:nvSpPr>
        <p:spPr>
          <a:xfrm>
            <a:off x="731520" y="3749040"/>
            <a:ext cx="502920" cy="502920"/>
          </a:xfrm>
          <a:prstGeom prst="ellipse">
            <a:avLst/>
          </a:prstGeom>
          <a:solidFill>
            <a:schemeClr val="accent2"/>
          </a:solidFill>
          <a:ln w="12700">
            <a:solidFill>
              <a:schemeClr val="accent2"/>
            </a:solidFill>
            <a:prstDash val="solid"/>
          </a:ln>
        </p:spPr>
      </p:sp>
      <p:sp>
        <p:nvSpPr>
          <p:cNvPr id="10" name="Text 8"/>
          <p:cNvSpPr txBox="1"/>
          <p:nvPr/>
        </p:nvSpPr>
        <p:spPr>
          <a:xfrm>
            <a:off x="731520" y="3749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463040" y="3703320"/>
            <a:ext cx="9966960" cy="640080"/>
          </a:xfrm>
          <a:prstGeom prst="rect">
            <a:avLst/>
          </a:prstGeom>
          <a:noFill/>
          <a:ln/>
        </p:spPr>
        <p:txBody>
          <a:bodyPr wrap="square" lIns="0" tIns="0" rIns="0" bIns="0" rtlCol="0" anchor="ctr"/>
          <a:lstStyle/>
          <a:p>
            <a:pPr indent="0" marL="0">
              <a:buNone/>
            </a:pPr>
            <a:r>
              <a:rPr lang="en-US" sz="2000" dirty="0">
                <a:solidFill>
                  <a:schemeClr val="bg1"/>
                </a:solidFill>
              </a:rPr>
              <a:t>実データ4種では、出力は局所的に2本前後の軸で表せ、3軸にまとめても通常のLIMEにほぼ劣らない</a:t>
            </a:r>
            <a:endParaRPr lang="en-US" sz="2000" dirty="0"/>
          </a:p>
        </p:txBody>
      </p:sp>
      <p:sp>
        <p:nvSpPr>
          <p:cNvPr id="12" name="Shape 10"/>
          <p:cNvSpPr/>
          <p:nvPr/>
        </p:nvSpPr>
        <p:spPr>
          <a:xfrm>
            <a:off x="731520" y="489204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4892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1463040" y="4846320"/>
            <a:ext cx="9966960" cy="640080"/>
          </a:xfrm>
          <a:prstGeom prst="rect">
            <a:avLst/>
          </a:prstGeom>
          <a:noFill/>
          <a:ln/>
        </p:spPr>
        <p:txBody>
          <a:bodyPr wrap="square" lIns="0" tIns="0" rIns="0" bIns="0" rtlCol="0" anchor="ctr"/>
          <a:lstStyle/>
          <a:p>
            <a:pPr indent="0" marL="0">
              <a:buNone/>
            </a:pPr>
            <a:r>
              <a:rPr lang="en-US" sz="2000" dirty="0">
                <a:solidFill>
                  <a:schemeClr val="bg1"/>
                </a:solidFill>
              </a:rPr>
              <a:t>次の課題は、減らした軸を人が読めるようにすること</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付録E　テーブルデータ（1）局所的な直線を引く</a:t>
            </a:r>
            <a:endParaRPr lang="en-US" sz="3000" dirty="0"/>
          </a:p>
        </p:txBody>
      </p:sp>
      <p:pic>
        <p:nvPicPr>
          <p:cNvPr id="4" name="Image 0" descr="docs/seminar/tabular_space.png">    </p:cNvPr>
          <p:cNvPicPr>
            <a:picLocks noChangeAspect="1"/>
          </p:cNvPicPr>
          <p:nvPr/>
        </p:nvPicPr>
        <p:blipFill>
          <a:blip r:embed="rId1"/>
          <a:stretch>
            <a:fillRect/>
          </a:stretch>
        </p:blipFill>
        <p:spPr>
          <a:xfrm>
            <a:off x="548640" y="1234440"/>
            <a:ext cx="5120640" cy="4672584"/>
          </a:xfrm>
          <a:prstGeom prst="rect">
            <a:avLst/>
          </a:prstGeom>
        </p:spPr>
      </p:pic>
      <p:sp>
        <p:nvSpPr>
          <p:cNvPr id="5" name="Text 1"/>
          <p:cNvSpPr txBox="1"/>
          <p:nvPr/>
        </p:nvSpPr>
        <p:spPr>
          <a:xfrm>
            <a:off x="548640" y="5943600"/>
            <a:ext cx="5120640" cy="274320"/>
          </a:xfrm>
          <a:prstGeom prst="rect">
            <a:avLst/>
          </a:prstGeom>
          <a:noFill/>
          <a:ln/>
        </p:spPr>
        <p:txBody>
          <a:bodyPr wrap="square" lIns="0" tIns="0" rIns="0" bIns="0" rtlCol="0" anchor="t"/>
          <a:lstStyle/>
          <a:p>
            <a:pPr indent="0" marL="0">
              <a:buNone/>
            </a:pPr>
            <a:r>
              <a:rPr lang="en-US" sz="1100" dirty="0">
                <a:solidFill>
                  <a:schemeClr val="tx2"/>
                </a:solidFill>
              </a:rPr>
              <a:t>（説明のためのイメージ）</a:t>
            </a:r>
            <a:endParaRPr lang="en-US" sz="1100" dirty="0"/>
          </a:p>
        </p:txBody>
      </p:sp>
      <p:sp>
        <p:nvSpPr>
          <p:cNvPr id="6" name="Shape 2"/>
          <p:cNvSpPr/>
          <p:nvPr/>
        </p:nvSpPr>
        <p:spPr>
          <a:xfrm>
            <a:off x="6035040" y="1371600"/>
            <a:ext cx="5577840" cy="4754880"/>
          </a:xfrm>
          <a:prstGeom prst="roundRect">
            <a:avLst>
              <a:gd name="adj" fmla="val 2308"/>
            </a:avLst>
          </a:prstGeom>
          <a:solidFill>
            <a:schemeClr val="bg2"/>
          </a:solidFill>
          <a:ln w="12700">
            <a:solidFill>
              <a:schemeClr val="bg2"/>
            </a:solidFill>
            <a:prstDash val="solid"/>
          </a:ln>
        </p:spPr>
      </p:sp>
      <p:sp>
        <p:nvSpPr>
          <p:cNvPr id="7" name="Text 3"/>
          <p:cNvSpPr txBox="1"/>
          <p:nvPr/>
        </p:nvSpPr>
        <p:spPr>
          <a:xfrm>
            <a:off x="6309360" y="1645920"/>
            <a:ext cx="5120640" cy="42976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データは、特徴量空間の点</a:t>
            </a:r>
            <a:endParaRPr lang="en-US" sz="1700" dirty="0"/>
          </a:p>
          <a:p>
            <a:pPr marL="342900" indent="-342900">
              <a:spcAft>
                <a:spcPts val="600"/>
              </a:spcAft>
              <a:buSzPct val="100000"/>
              <a:buChar char="•"/>
            </a:pPr>
            <a:r>
              <a:rPr lang="en-US" sz="1700" dirty="0">
                <a:solidFill>
                  <a:schemeClr val="tx1"/>
                </a:solidFill>
              </a:rPr>
              <a:t>AIは、空間に境界（灰色の線）を引いてクラスを分ける</a:t>
            </a:r>
            <a:endParaRPr lang="en-US" sz="1700" dirty="0"/>
          </a:p>
          <a:p>
            <a:pPr marL="342900" indent="-342900">
              <a:spcAft>
                <a:spcPts val="600"/>
              </a:spcAft>
              <a:buSzPct val="100000"/>
              <a:buChar char="•"/>
            </a:pPr>
            <a:r>
              <a:rPr lang="en-US" sz="1700" dirty="0">
                <a:solidFill>
                  <a:schemeClr val="tx1"/>
                </a:solidFill>
              </a:rPr>
              <a:t>LIMEは、説明したい点（★）のまわりで、AIの確率を直線で近似する</a:t>
            </a:r>
            <a:endParaRPr lang="en-US" sz="1700" dirty="0"/>
          </a:p>
          <a:p>
            <a:pPr marL="342900" indent="-342900">
              <a:spcAft>
                <a:spcPts val="600"/>
              </a:spcAft>
              <a:buSzPct val="100000"/>
              <a:buChar char="•"/>
            </a:pPr>
            <a:r>
              <a:rPr lang="en-US" sz="1700" dirty="0">
                <a:solidFill>
                  <a:schemeClr val="tx1"/>
                </a:solidFill>
              </a:rPr>
              <a:t>直線の傾き（各特徴の係数）が説明</a:t>
            </a:r>
            <a:endParaRPr lang="en-US" sz="1700" dirty="0"/>
          </a:p>
          <a:p>
            <a:pPr lvl="1" marL="457200" indent="-228600">
              <a:spcAft>
                <a:spcPts val="600"/>
              </a:spcAft>
              <a:buSzPct val="100000"/>
              <a:buChar char="•"/>
            </a:pPr>
            <a:r>
              <a:rPr lang="en-US" sz="1500" dirty="0">
                <a:solidFill>
                  <a:schemeClr val="tx2"/>
                </a:solidFill>
              </a:rPr>
              <a:t>係数が正なら、増やすとそのクラスの確率が上がる</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付録F　テーブルデータ（2）クラスごとに直線を引く</a:t>
            </a:r>
            <a:endParaRPr lang="en-US" sz="3000" dirty="0"/>
          </a:p>
        </p:txBody>
      </p:sp>
      <p:pic>
        <p:nvPicPr>
          <p:cNvPr id="4" name="Image 0" descr="docs/seminar/tabular_ovr_A.png">    </p:cNvPr>
          <p:cNvPicPr>
            <a:picLocks noChangeAspect="1"/>
          </p:cNvPicPr>
          <p:nvPr/>
        </p:nvPicPr>
        <p:blipFill>
          <a:blip r:embed="rId1"/>
          <a:stretch>
            <a:fillRect/>
          </a:stretch>
        </p:blipFill>
        <p:spPr>
          <a:xfrm>
            <a:off x="822960" y="1143000"/>
            <a:ext cx="1719072" cy="1554480"/>
          </a:xfrm>
          <a:prstGeom prst="rect">
            <a:avLst/>
          </a:prstGeom>
        </p:spPr>
      </p:pic>
      <p:sp>
        <p:nvSpPr>
          <p:cNvPr id="5" name="Shape 1"/>
          <p:cNvSpPr/>
          <p:nvPr/>
        </p:nvSpPr>
        <p:spPr>
          <a:xfrm>
            <a:off x="2971800" y="1746504"/>
            <a:ext cx="822960" cy="411480"/>
          </a:xfrm>
          <a:prstGeom prst="rightArrow">
            <a:avLst/>
          </a:prstGeom>
          <a:solidFill>
            <a:schemeClr val="accent2"/>
          </a:solidFill>
          <a:ln w="12700">
            <a:solidFill>
              <a:schemeClr val="accent2"/>
            </a:solidFill>
            <a:prstDash val="solid"/>
          </a:ln>
        </p:spPr>
      </p:sp>
      <p:sp>
        <p:nvSpPr>
          <p:cNvPr id="6" name="Shape 2"/>
          <p:cNvSpPr/>
          <p:nvPr/>
        </p:nvSpPr>
        <p:spPr>
          <a:xfrm>
            <a:off x="4114800" y="1252728"/>
            <a:ext cx="7498080" cy="1417320"/>
          </a:xfrm>
          <a:prstGeom prst="roundRect">
            <a:avLst>
              <a:gd name="adj" fmla="val 5161"/>
            </a:avLst>
          </a:prstGeom>
          <a:solidFill>
            <a:schemeClr val="bg1"/>
          </a:solidFill>
          <a:ln w="25400">
            <a:solidFill>
              <a:schemeClr val="accent2"/>
            </a:solidFill>
            <a:prstDash val="solid"/>
          </a:ln>
        </p:spPr>
      </p:sp>
      <p:sp>
        <p:nvSpPr>
          <p:cNvPr id="7" name="Text 3"/>
          <p:cNvSpPr txBox="1"/>
          <p:nvPr/>
        </p:nvSpPr>
        <p:spPr>
          <a:xfrm>
            <a:off x="4343400" y="1252728"/>
            <a:ext cx="1280160" cy="1417320"/>
          </a:xfrm>
          <a:prstGeom prst="rect">
            <a:avLst/>
          </a:prstGeom>
          <a:noFill/>
          <a:ln/>
        </p:spPr>
        <p:txBody>
          <a:bodyPr wrap="square" lIns="0" tIns="0" rIns="0" bIns="0" rtlCol="0" anchor="ctr"/>
          <a:lstStyle/>
          <a:p>
            <a:pPr indent="0" marL="0">
              <a:buNone/>
            </a:pPr>
            <a:r>
              <a:rPr lang="en-US" sz="1400" dirty="0">
                <a:solidFill>
                  <a:schemeClr val="tx2"/>
                </a:solidFill>
              </a:rPr>
              <a:t>クラスA以外</a:t>
            </a:r>
            <a:endParaRPr lang="en-US" sz="1400" dirty="0"/>
          </a:p>
        </p:txBody>
      </p:sp>
      <p:sp>
        <p:nvSpPr>
          <p:cNvPr id="8" name="Text 4"/>
          <p:cNvSpPr txBox="1"/>
          <p:nvPr/>
        </p:nvSpPr>
        <p:spPr>
          <a:xfrm>
            <a:off x="10287000" y="1252728"/>
            <a:ext cx="1188720" cy="1417320"/>
          </a:xfrm>
          <a:prstGeom prst="rect">
            <a:avLst/>
          </a:prstGeom>
          <a:noFill/>
          <a:ln/>
        </p:spPr>
        <p:txBody>
          <a:bodyPr wrap="square" lIns="0" tIns="0" rIns="0" bIns="0" rtlCol="0" anchor="ctr"/>
          <a:lstStyle/>
          <a:p>
            <a:pPr indent="0" marL="0">
              <a:buNone/>
            </a:pPr>
            <a:r>
              <a:rPr lang="en-US" sz="1800" b="1" dirty="0">
                <a:solidFill>
                  <a:schemeClr val="accent2"/>
                </a:solidFill>
              </a:rPr>
              <a:t>クラスA</a:t>
            </a:r>
            <a:endParaRPr lang="en-US" sz="1800" dirty="0"/>
          </a:p>
        </p:txBody>
      </p:sp>
      <p:sp>
        <p:nvSpPr>
          <p:cNvPr id="9" name="Shape 5"/>
          <p:cNvSpPr/>
          <p:nvPr/>
        </p:nvSpPr>
        <p:spPr>
          <a:xfrm>
            <a:off x="8138160" y="1417320"/>
            <a:ext cx="0" cy="1097280"/>
          </a:xfrm>
          <a:prstGeom prst="line">
            <a:avLst/>
          </a:prstGeom>
          <a:noFill/>
          <a:ln w="12700">
            <a:solidFill>
              <a:schemeClr val="accent5"/>
            </a:solidFill>
            <a:prstDash val="dash"/>
          </a:ln>
        </p:spPr>
      </p:sp>
      <p:sp>
        <p:nvSpPr>
          <p:cNvPr id="10" name="Shape 6"/>
          <p:cNvSpPr/>
          <p:nvPr/>
        </p:nvSpPr>
        <p:spPr>
          <a:xfrm>
            <a:off x="8138160" y="1508760"/>
            <a:ext cx="914400" cy="310896"/>
          </a:xfrm>
          <a:prstGeom prst="rect">
            <a:avLst/>
          </a:prstGeom>
          <a:solidFill>
            <a:schemeClr val="accent2"/>
          </a:solidFill>
          <a:ln w="12700">
            <a:solidFill>
              <a:schemeClr val="accent2"/>
            </a:solidFill>
            <a:prstDash val="solid"/>
          </a:ln>
        </p:spPr>
      </p:sp>
      <p:sp>
        <p:nvSpPr>
          <p:cNvPr id="11" name="Text 7"/>
          <p:cNvSpPr txBox="1"/>
          <p:nvPr/>
        </p:nvSpPr>
        <p:spPr>
          <a:xfrm>
            <a:off x="9098280" y="1508760"/>
            <a:ext cx="640080" cy="310896"/>
          </a:xfrm>
          <a:prstGeom prst="rect">
            <a:avLst/>
          </a:prstGeom>
          <a:noFill/>
          <a:ln/>
        </p:spPr>
        <p:txBody>
          <a:bodyPr wrap="square" lIns="0" tIns="0" rIns="0" bIns="0" rtlCol="0" anchor="ctr"/>
          <a:lstStyle/>
          <a:p>
            <a:pPr algn="l" indent="0" marL="0">
              <a:buNone/>
            </a:pPr>
            <a:r>
              <a:rPr lang="en-US" sz="1200" dirty="0">
                <a:solidFill>
                  <a:schemeClr val="tx1"/>
                </a:solidFill>
              </a:rPr>
              <a:t>+0.60</a:t>
            </a:r>
            <a:endParaRPr lang="en-US" sz="1200" dirty="0"/>
          </a:p>
        </p:txBody>
      </p:sp>
      <p:sp>
        <p:nvSpPr>
          <p:cNvPr id="12" name="Text 8"/>
          <p:cNvSpPr txBox="1"/>
          <p:nvPr/>
        </p:nvSpPr>
        <p:spPr>
          <a:xfrm>
            <a:off x="5623560" y="1508760"/>
            <a:ext cx="731520" cy="310896"/>
          </a:xfrm>
          <a:prstGeom prst="rect">
            <a:avLst/>
          </a:prstGeom>
          <a:noFill/>
          <a:ln/>
        </p:spPr>
        <p:txBody>
          <a:bodyPr wrap="square" lIns="0" tIns="0" rIns="0" bIns="0" rtlCol="0" anchor="ctr"/>
          <a:lstStyle/>
          <a:p>
            <a:pPr algn="l" indent="0" marL="0">
              <a:buNone/>
            </a:pPr>
            <a:r>
              <a:rPr lang="en-US" sz="1300" dirty="0">
                <a:solidFill>
                  <a:schemeClr val="tx1"/>
                </a:solidFill>
              </a:rPr>
              <a:t>特徴1</a:t>
            </a:r>
            <a:endParaRPr lang="en-US" sz="1300" dirty="0"/>
          </a:p>
        </p:txBody>
      </p:sp>
      <p:sp>
        <p:nvSpPr>
          <p:cNvPr id="13" name="Shape 9"/>
          <p:cNvSpPr/>
          <p:nvPr/>
        </p:nvSpPr>
        <p:spPr>
          <a:xfrm>
            <a:off x="8138160" y="2011680"/>
            <a:ext cx="426720" cy="310896"/>
          </a:xfrm>
          <a:prstGeom prst="rect">
            <a:avLst/>
          </a:prstGeom>
          <a:solidFill>
            <a:schemeClr val="accent2"/>
          </a:solidFill>
          <a:ln w="12700">
            <a:solidFill>
              <a:schemeClr val="accent2"/>
            </a:solidFill>
            <a:prstDash val="solid"/>
          </a:ln>
        </p:spPr>
      </p:sp>
      <p:sp>
        <p:nvSpPr>
          <p:cNvPr id="14" name="Text 10"/>
          <p:cNvSpPr txBox="1"/>
          <p:nvPr/>
        </p:nvSpPr>
        <p:spPr>
          <a:xfrm>
            <a:off x="8610600" y="2011680"/>
            <a:ext cx="640080" cy="310896"/>
          </a:xfrm>
          <a:prstGeom prst="rect">
            <a:avLst/>
          </a:prstGeom>
          <a:noFill/>
          <a:ln/>
        </p:spPr>
        <p:txBody>
          <a:bodyPr wrap="square" lIns="0" tIns="0" rIns="0" bIns="0" rtlCol="0" anchor="ctr"/>
          <a:lstStyle/>
          <a:p>
            <a:pPr algn="l" indent="0" marL="0">
              <a:buNone/>
            </a:pPr>
            <a:r>
              <a:rPr lang="en-US" sz="1200" dirty="0">
                <a:solidFill>
                  <a:schemeClr val="tx1"/>
                </a:solidFill>
              </a:rPr>
              <a:t>+0.28</a:t>
            </a:r>
            <a:endParaRPr lang="en-US" sz="1200" dirty="0"/>
          </a:p>
        </p:txBody>
      </p:sp>
      <p:sp>
        <p:nvSpPr>
          <p:cNvPr id="15" name="Text 11"/>
          <p:cNvSpPr txBox="1"/>
          <p:nvPr/>
        </p:nvSpPr>
        <p:spPr>
          <a:xfrm>
            <a:off x="5623560" y="2011680"/>
            <a:ext cx="731520" cy="310896"/>
          </a:xfrm>
          <a:prstGeom prst="rect">
            <a:avLst/>
          </a:prstGeom>
          <a:noFill/>
          <a:ln/>
        </p:spPr>
        <p:txBody>
          <a:bodyPr wrap="square" lIns="0" tIns="0" rIns="0" bIns="0" rtlCol="0" anchor="ctr"/>
          <a:lstStyle/>
          <a:p>
            <a:pPr algn="l" indent="0" marL="0">
              <a:buNone/>
            </a:pPr>
            <a:r>
              <a:rPr lang="en-US" sz="1300" dirty="0">
                <a:solidFill>
                  <a:schemeClr val="tx1"/>
                </a:solidFill>
              </a:rPr>
              <a:t>特徴2</a:t>
            </a:r>
            <a:endParaRPr lang="en-US" sz="1300" dirty="0"/>
          </a:p>
        </p:txBody>
      </p:sp>
      <p:pic>
        <p:nvPicPr>
          <p:cNvPr id="16" name="Image 1" descr="docs/seminar/tabular_ovr_B.png">    </p:cNvPr>
          <p:cNvPicPr>
            <a:picLocks noChangeAspect="1"/>
          </p:cNvPicPr>
          <p:nvPr/>
        </p:nvPicPr>
        <p:blipFill>
          <a:blip r:embed="rId2"/>
          <a:stretch>
            <a:fillRect/>
          </a:stretch>
        </p:blipFill>
        <p:spPr>
          <a:xfrm>
            <a:off x="822960" y="2807208"/>
            <a:ext cx="1719072" cy="1554480"/>
          </a:xfrm>
          <a:prstGeom prst="rect">
            <a:avLst/>
          </a:prstGeom>
        </p:spPr>
      </p:pic>
      <p:sp>
        <p:nvSpPr>
          <p:cNvPr id="17" name="Shape 12"/>
          <p:cNvSpPr/>
          <p:nvPr/>
        </p:nvSpPr>
        <p:spPr>
          <a:xfrm>
            <a:off x="2971800" y="3410712"/>
            <a:ext cx="822960" cy="411480"/>
          </a:xfrm>
          <a:prstGeom prst="rightArrow">
            <a:avLst/>
          </a:prstGeom>
          <a:solidFill>
            <a:schemeClr val="accent2"/>
          </a:solidFill>
          <a:ln w="12700">
            <a:solidFill>
              <a:schemeClr val="accent2"/>
            </a:solidFill>
            <a:prstDash val="solid"/>
          </a:ln>
        </p:spPr>
      </p:sp>
      <p:sp>
        <p:nvSpPr>
          <p:cNvPr id="18" name="Shape 13"/>
          <p:cNvSpPr/>
          <p:nvPr/>
        </p:nvSpPr>
        <p:spPr>
          <a:xfrm>
            <a:off x="4114800" y="2916936"/>
            <a:ext cx="7498080" cy="1417320"/>
          </a:xfrm>
          <a:prstGeom prst="roundRect">
            <a:avLst>
              <a:gd name="adj" fmla="val 5161"/>
            </a:avLst>
          </a:prstGeom>
          <a:solidFill>
            <a:schemeClr val="bg1"/>
          </a:solidFill>
          <a:ln w="25400">
            <a:solidFill>
              <a:schemeClr val="accent1"/>
            </a:solidFill>
            <a:prstDash val="solid"/>
          </a:ln>
        </p:spPr>
      </p:sp>
      <p:sp>
        <p:nvSpPr>
          <p:cNvPr id="19" name="Text 14"/>
          <p:cNvSpPr txBox="1"/>
          <p:nvPr/>
        </p:nvSpPr>
        <p:spPr>
          <a:xfrm>
            <a:off x="4343400" y="2916936"/>
            <a:ext cx="1280160" cy="1417320"/>
          </a:xfrm>
          <a:prstGeom prst="rect">
            <a:avLst/>
          </a:prstGeom>
          <a:noFill/>
          <a:ln/>
        </p:spPr>
        <p:txBody>
          <a:bodyPr wrap="square" lIns="0" tIns="0" rIns="0" bIns="0" rtlCol="0" anchor="ctr"/>
          <a:lstStyle/>
          <a:p>
            <a:pPr indent="0" marL="0">
              <a:buNone/>
            </a:pPr>
            <a:r>
              <a:rPr lang="en-US" sz="1400" dirty="0">
                <a:solidFill>
                  <a:schemeClr val="tx2"/>
                </a:solidFill>
              </a:rPr>
              <a:t>クラスB以外</a:t>
            </a:r>
            <a:endParaRPr lang="en-US" sz="1400" dirty="0"/>
          </a:p>
        </p:txBody>
      </p:sp>
      <p:sp>
        <p:nvSpPr>
          <p:cNvPr id="20" name="Text 15"/>
          <p:cNvSpPr txBox="1"/>
          <p:nvPr/>
        </p:nvSpPr>
        <p:spPr>
          <a:xfrm>
            <a:off x="10287000" y="2916936"/>
            <a:ext cx="1188720" cy="1417320"/>
          </a:xfrm>
          <a:prstGeom prst="rect">
            <a:avLst/>
          </a:prstGeom>
          <a:noFill/>
          <a:ln/>
        </p:spPr>
        <p:txBody>
          <a:bodyPr wrap="square" lIns="0" tIns="0" rIns="0" bIns="0" rtlCol="0" anchor="ctr"/>
          <a:lstStyle/>
          <a:p>
            <a:pPr indent="0" marL="0">
              <a:buNone/>
            </a:pPr>
            <a:r>
              <a:rPr lang="en-US" sz="1800" b="1" dirty="0">
                <a:solidFill>
                  <a:schemeClr val="accent1"/>
                </a:solidFill>
              </a:rPr>
              <a:t>クラスB</a:t>
            </a:r>
            <a:endParaRPr lang="en-US" sz="1800" dirty="0"/>
          </a:p>
        </p:txBody>
      </p:sp>
      <p:sp>
        <p:nvSpPr>
          <p:cNvPr id="21" name="Shape 16"/>
          <p:cNvSpPr/>
          <p:nvPr/>
        </p:nvSpPr>
        <p:spPr>
          <a:xfrm>
            <a:off x="8138160" y="3081528"/>
            <a:ext cx="0" cy="1097280"/>
          </a:xfrm>
          <a:prstGeom prst="line">
            <a:avLst/>
          </a:prstGeom>
          <a:noFill/>
          <a:ln w="12700">
            <a:solidFill>
              <a:schemeClr val="accent5"/>
            </a:solidFill>
            <a:prstDash val="dash"/>
          </a:ln>
        </p:spPr>
      </p:sp>
      <p:sp>
        <p:nvSpPr>
          <p:cNvPr id="22" name="Shape 17"/>
          <p:cNvSpPr/>
          <p:nvPr/>
        </p:nvSpPr>
        <p:spPr>
          <a:xfrm>
            <a:off x="8122920" y="3172968"/>
            <a:ext cx="27432" cy="310896"/>
          </a:xfrm>
          <a:prstGeom prst="rect">
            <a:avLst/>
          </a:prstGeom>
          <a:solidFill>
            <a:schemeClr val="accent1"/>
          </a:solidFill>
          <a:ln w="12700">
            <a:solidFill>
              <a:schemeClr val="accent1"/>
            </a:solidFill>
            <a:prstDash val="solid"/>
          </a:ln>
        </p:spPr>
      </p:sp>
      <p:sp>
        <p:nvSpPr>
          <p:cNvPr id="23" name="Text 18"/>
          <p:cNvSpPr txBox="1"/>
          <p:nvPr/>
        </p:nvSpPr>
        <p:spPr>
          <a:xfrm>
            <a:off x="7437120" y="3172968"/>
            <a:ext cx="640080" cy="310896"/>
          </a:xfrm>
          <a:prstGeom prst="rect">
            <a:avLst/>
          </a:prstGeom>
          <a:noFill/>
          <a:ln/>
        </p:spPr>
        <p:txBody>
          <a:bodyPr wrap="square" lIns="0" tIns="0" rIns="0" bIns="0" rtlCol="0" anchor="ctr"/>
          <a:lstStyle/>
          <a:p>
            <a:pPr algn="r" indent="0" marL="0">
              <a:buNone/>
            </a:pPr>
            <a:r>
              <a:rPr lang="en-US" sz="1200" dirty="0">
                <a:solidFill>
                  <a:schemeClr val="tx1"/>
                </a:solidFill>
              </a:rPr>
              <a:t>−0.01</a:t>
            </a:r>
            <a:endParaRPr lang="en-US" sz="1200" dirty="0"/>
          </a:p>
        </p:txBody>
      </p:sp>
      <p:sp>
        <p:nvSpPr>
          <p:cNvPr id="24" name="Text 19"/>
          <p:cNvSpPr txBox="1"/>
          <p:nvPr/>
        </p:nvSpPr>
        <p:spPr>
          <a:xfrm>
            <a:off x="5623560" y="3172968"/>
            <a:ext cx="731520" cy="310896"/>
          </a:xfrm>
          <a:prstGeom prst="rect">
            <a:avLst/>
          </a:prstGeom>
          <a:noFill/>
          <a:ln/>
        </p:spPr>
        <p:txBody>
          <a:bodyPr wrap="square" lIns="0" tIns="0" rIns="0" bIns="0" rtlCol="0" anchor="ctr"/>
          <a:lstStyle/>
          <a:p>
            <a:pPr algn="l" indent="0" marL="0">
              <a:buNone/>
            </a:pPr>
            <a:r>
              <a:rPr lang="en-US" sz="1300" dirty="0">
                <a:solidFill>
                  <a:schemeClr val="tx1"/>
                </a:solidFill>
              </a:rPr>
              <a:t>特徴1</a:t>
            </a:r>
            <a:endParaRPr lang="en-US" sz="1300" dirty="0"/>
          </a:p>
        </p:txBody>
      </p:sp>
      <p:sp>
        <p:nvSpPr>
          <p:cNvPr id="25" name="Shape 20"/>
          <p:cNvSpPr/>
          <p:nvPr/>
        </p:nvSpPr>
        <p:spPr>
          <a:xfrm>
            <a:off x="7421880" y="3675888"/>
            <a:ext cx="716280" cy="310896"/>
          </a:xfrm>
          <a:prstGeom prst="rect">
            <a:avLst/>
          </a:prstGeom>
          <a:solidFill>
            <a:schemeClr val="accent1"/>
          </a:solidFill>
          <a:ln w="12700">
            <a:solidFill>
              <a:schemeClr val="accent1"/>
            </a:solidFill>
            <a:prstDash val="solid"/>
          </a:ln>
        </p:spPr>
      </p:sp>
      <p:sp>
        <p:nvSpPr>
          <p:cNvPr id="26" name="Text 21"/>
          <p:cNvSpPr txBox="1"/>
          <p:nvPr/>
        </p:nvSpPr>
        <p:spPr>
          <a:xfrm>
            <a:off x="6736080" y="3675888"/>
            <a:ext cx="640080" cy="310896"/>
          </a:xfrm>
          <a:prstGeom prst="rect">
            <a:avLst/>
          </a:prstGeom>
          <a:noFill/>
          <a:ln/>
        </p:spPr>
        <p:txBody>
          <a:bodyPr wrap="square" lIns="0" tIns="0" rIns="0" bIns="0" rtlCol="0" anchor="ctr"/>
          <a:lstStyle/>
          <a:p>
            <a:pPr algn="r" indent="0" marL="0">
              <a:buNone/>
            </a:pPr>
            <a:r>
              <a:rPr lang="en-US" sz="1200" dirty="0">
                <a:solidFill>
                  <a:schemeClr val="tx1"/>
                </a:solidFill>
              </a:rPr>
              <a:t>−0.47</a:t>
            </a:r>
            <a:endParaRPr lang="en-US" sz="1200" dirty="0"/>
          </a:p>
        </p:txBody>
      </p:sp>
      <p:sp>
        <p:nvSpPr>
          <p:cNvPr id="27" name="Text 22"/>
          <p:cNvSpPr txBox="1"/>
          <p:nvPr/>
        </p:nvSpPr>
        <p:spPr>
          <a:xfrm>
            <a:off x="5623560" y="3675888"/>
            <a:ext cx="731520" cy="310896"/>
          </a:xfrm>
          <a:prstGeom prst="rect">
            <a:avLst/>
          </a:prstGeom>
          <a:noFill/>
          <a:ln/>
        </p:spPr>
        <p:txBody>
          <a:bodyPr wrap="square" lIns="0" tIns="0" rIns="0" bIns="0" rtlCol="0" anchor="ctr"/>
          <a:lstStyle/>
          <a:p>
            <a:pPr algn="l" indent="0" marL="0">
              <a:buNone/>
            </a:pPr>
            <a:r>
              <a:rPr lang="en-US" sz="1300" dirty="0">
                <a:solidFill>
                  <a:schemeClr val="tx1"/>
                </a:solidFill>
              </a:rPr>
              <a:t>特徴2</a:t>
            </a:r>
            <a:endParaRPr lang="en-US" sz="1300" dirty="0"/>
          </a:p>
        </p:txBody>
      </p:sp>
      <p:pic>
        <p:nvPicPr>
          <p:cNvPr id="28" name="Image 2" descr="docs/seminar/tabular_ovr_C.png">    </p:cNvPr>
          <p:cNvPicPr>
            <a:picLocks noChangeAspect="1"/>
          </p:cNvPicPr>
          <p:nvPr/>
        </p:nvPicPr>
        <p:blipFill>
          <a:blip r:embed="rId3"/>
          <a:stretch>
            <a:fillRect/>
          </a:stretch>
        </p:blipFill>
        <p:spPr>
          <a:xfrm>
            <a:off x="822960" y="4471416"/>
            <a:ext cx="1719072" cy="1554480"/>
          </a:xfrm>
          <a:prstGeom prst="rect">
            <a:avLst/>
          </a:prstGeom>
        </p:spPr>
      </p:pic>
      <p:sp>
        <p:nvSpPr>
          <p:cNvPr id="29" name="Shape 23"/>
          <p:cNvSpPr/>
          <p:nvPr/>
        </p:nvSpPr>
        <p:spPr>
          <a:xfrm>
            <a:off x="2971800" y="5074920"/>
            <a:ext cx="822960" cy="411480"/>
          </a:xfrm>
          <a:prstGeom prst="rightArrow">
            <a:avLst/>
          </a:prstGeom>
          <a:solidFill>
            <a:schemeClr val="accent2"/>
          </a:solidFill>
          <a:ln w="12700">
            <a:solidFill>
              <a:schemeClr val="accent2"/>
            </a:solidFill>
            <a:prstDash val="solid"/>
          </a:ln>
        </p:spPr>
      </p:sp>
      <p:sp>
        <p:nvSpPr>
          <p:cNvPr id="30" name="Shape 24"/>
          <p:cNvSpPr/>
          <p:nvPr/>
        </p:nvSpPr>
        <p:spPr>
          <a:xfrm>
            <a:off x="4114800" y="4581144"/>
            <a:ext cx="7498080" cy="1417320"/>
          </a:xfrm>
          <a:prstGeom prst="roundRect">
            <a:avLst>
              <a:gd name="adj" fmla="val 5161"/>
            </a:avLst>
          </a:prstGeom>
          <a:solidFill>
            <a:schemeClr val="bg1"/>
          </a:solidFill>
          <a:ln w="25400">
            <a:solidFill>
              <a:schemeClr val="accent4"/>
            </a:solidFill>
            <a:prstDash val="solid"/>
          </a:ln>
        </p:spPr>
      </p:sp>
      <p:sp>
        <p:nvSpPr>
          <p:cNvPr id="31" name="Text 25"/>
          <p:cNvSpPr txBox="1"/>
          <p:nvPr/>
        </p:nvSpPr>
        <p:spPr>
          <a:xfrm>
            <a:off x="4343400" y="4581144"/>
            <a:ext cx="1280160" cy="1417320"/>
          </a:xfrm>
          <a:prstGeom prst="rect">
            <a:avLst/>
          </a:prstGeom>
          <a:noFill/>
          <a:ln/>
        </p:spPr>
        <p:txBody>
          <a:bodyPr wrap="square" lIns="0" tIns="0" rIns="0" bIns="0" rtlCol="0" anchor="ctr"/>
          <a:lstStyle/>
          <a:p>
            <a:pPr indent="0" marL="0">
              <a:buNone/>
            </a:pPr>
            <a:r>
              <a:rPr lang="en-US" sz="1400" dirty="0">
                <a:solidFill>
                  <a:schemeClr val="tx2"/>
                </a:solidFill>
              </a:rPr>
              <a:t>クラスC以外</a:t>
            </a:r>
            <a:endParaRPr lang="en-US" sz="1400" dirty="0"/>
          </a:p>
        </p:txBody>
      </p:sp>
      <p:sp>
        <p:nvSpPr>
          <p:cNvPr id="32" name="Text 26"/>
          <p:cNvSpPr txBox="1"/>
          <p:nvPr/>
        </p:nvSpPr>
        <p:spPr>
          <a:xfrm>
            <a:off x="10287000" y="4581144"/>
            <a:ext cx="1188720" cy="1417320"/>
          </a:xfrm>
          <a:prstGeom prst="rect">
            <a:avLst/>
          </a:prstGeom>
          <a:noFill/>
          <a:ln/>
        </p:spPr>
        <p:txBody>
          <a:bodyPr wrap="square" lIns="0" tIns="0" rIns="0" bIns="0" rtlCol="0" anchor="ctr"/>
          <a:lstStyle/>
          <a:p>
            <a:pPr indent="0" marL="0">
              <a:buNone/>
            </a:pPr>
            <a:r>
              <a:rPr lang="en-US" sz="1800" b="1" dirty="0">
                <a:solidFill>
                  <a:schemeClr val="accent4"/>
                </a:solidFill>
              </a:rPr>
              <a:t>クラスC</a:t>
            </a:r>
            <a:endParaRPr lang="en-US" sz="1800" dirty="0"/>
          </a:p>
        </p:txBody>
      </p:sp>
      <p:sp>
        <p:nvSpPr>
          <p:cNvPr id="33" name="Shape 27"/>
          <p:cNvSpPr/>
          <p:nvPr/>
        </p:nvSpPr>
        <p:spPr>
          <a:xfrm>
            <a:off x="8138160" y="4745736"/>
            <a:ext cx="0" cy="1097280"/>
          </a:xfrm>
          <a:prstGeom prst="line">
            <a:avLst/>
          </a:prstGeom>
          <a:noFill/>
          <a:ln w="12700">
            <a:solidFill>
              <a:schemeClr val="accent5"/>
            </a:solidFill>
            <a:prstDash val="dash"/>
          </a:ln>
        </p:spPr>
      </p:sp>
      <p:sp>
        <p:nvSpPr>
          <p:cNvPr id="34" name="Shape 28"/>
          <p:cNvSpPr/>
          <p:nvPr/>
        </p:nvSpPr>
        <p:spPr>
          <a:xfrm>
            <a:off x="7239000" y="4837176"/>
            <a:ext cx="899160" cy="310896"/>
          </a:xfrm>
          <a:prstGeom prst="rect">
            <a:avLst/>
          </a:prstGeom>
          <a:solidFill>
            <a:schemeClr val="accent4"/>
          </a:solidFill>
          <a:ln w="12700">
            <a:solidFill>
              <a:schemeClr val="accent4"/>
            </a:solidFill>
            <a:prstDash val="solid"/>
          </a:ln>
        </p:spPr>
      </p:sp>
      <p:sp>
        <p:nvSpPr>
          <p:cNvPr id="35" name="Text 29"/>
          <p:cNvSpPr txBox="1"/>
          <p:nvPr/>
        </p:nvSpPr>
        <p:spPr>
          <a:xfrm>
            <a:off x="6553200" y="4837176"/>
            <a:ext cx="640080" cy="310896"/>
          </a:xfrm>
          <a:prstGeom prst="rect">
            <a:avLst/>
          </a:prstGeom>
          <a:noFill/>
          <a:ln/>
        </p:spPr>
        <p:txBody>
          <a:bodyPr wrap="square" lIns="0" tIns="0" rIns="0" bIns="0" rtlCol="0" anchor="ctr"/>
          <a:lstStyle/>
          <a:p>
            <a:pPr algn="r" indent="0" marL="0">
              <a:buNone/>
            </a:pPr>
            <a:r>
              <a:rPr lang="en-US" sz="1200" dirty="0">
                <a:solidFill>
                  <a:schemeClr val="tx1"/>
                </a:solidFill>
              </a:rPr>
              <a:t>−0.59</a:t>
            </a:r>
            <a:endParaRPr lang="en-US" sz="1200" dirty="0"/>
          </a:p>
        </p:txBody>
      </p:sp>
      <p:sp>
        <p:nvSpPr>
          <p:cNvPr id="36" name="Text 30"/>
          <p:cNvSpPr txBox="1"/>
          <p:nvPr/>
        </p:nvSpPr>
        <p:spPr>
          <a:xfrm>
            <a:off x="5623560" y="4837176"/>
            <a:ext cx="731520" cy="310896"/>
          </a:xfrm>
          <a:prstGeom prst="rect">
            <a:avLst/>
          </a:prstGeom>
          <a:noFill/>
          <a:ln/>
        </p:spPr>
        <p:txBody>
          <a:bodyPr wrap="square" lIns="0" tIns="0" rIns="0" bIns="0" rtlCol="0" anchor="ctr"/>
          <a:lstStyle/>
          <a:p>
            <a:pPr algn="l" indent="0" marL="0">
              <a:buNone/>
            </a:pPr>
            <a:r>
              <a:rPr lang="en-US" sz="1300" dirty="0">
                <a:solidFill>
                  <a:schemeClr val="tx1"/>
                </a:solidFill>
              </a:rPr>
              <a:t>特徴1</a:t>
            </a:r>
            <a:endParaRPr lang="en-US" sz="1300" dirty="0"/>
          </a:p>
        </p:txBody>
      </p:sp>
      <p:sp>
        <p:nvSpPr>
          <p:cNvPr id="37" name="Shape 31"/>
          <p:cNvSpPr/>
          <p:nvPr/>
        </p:nvSpPr>
        <p:spPr>
          <a:xfrm>
            <a:off x="8138160" y="5340096"/>
            <a:ext cx="289560" cy="310896"/>
          </a:xfrm>
          <a:prstGeom prst="rect">
            <a:avLst/>
          </a:prstGeom>
          <a:solidFill>
            <a:schemeClr val="accent4"/>
          </a:solidFill>
          <a:ln w="12700">
            <a:solidFill>
              <a:schemeClr val="accent4"/>
            </a:solidFill>
            <a:prstDash val="solid"/>
          </a:ln>
        </p:spPr>
      </p:sp>
      <p:sp>
        <p:nvSpPr>
          <p:cNvPr id="38" name="Text 32"/>
          <p:cNvSpPr txBox="1"/>
          <p:nvPr/>
        </p:nvSpPr>
        <p:spPr>
          <a:xfrm>
            <a:off x="8473440" y="5340096"/>
            <a:ext cx="640080" cy="310896"/>
          </a:xfrm>
          <a:prstGeom prst="rect">
            <a:avLst/>
          </a:prstGeom>
          <a:noFill/>
          <a:ln/>
        </p:spPr>
        <p:txBody>
          <a:bodyPr wrap="square" lIns="0" tIns="0" rIns="0" bIns="0" rtlCol="0" anchor="ctr"/>
          <a:lstStyle/>
          <a:p>
            <a:pPr algn="l" indent="0" marL="0">
              <a:buNone/>
            </a:pPr>
            <a:r>
              <a:rPr lang="en-US" sz="1200" dirty="0">
                <a:solidFill>
                  <a:schemeClr val="tx1"/>
                </a:solidFill>
              </a:rPr>
              <a:t>+0.19</a:t>
            </a:r>
            <a:endParaRPr lang="en-US" sz="1200" dirty="0"/>
          </a:p>
        </p:txBody>
      </p:sp>
      <p:sp>
        <p:nvSpPr>
          <p:cNvPr id="39" name="Text 33"/>
          <p:cNvSpPr txBox="1"/>
          <p:nvPr/>
        </p:nvSpPr>
        <p:spPr>
          <a:xfrm>
            <a:off x="5623560" y="5340096"/>
            <a:ext cx="731520" cy="310896"/>
          </a:xfrm>
          <a:prstGeom prst="rect">
            <a:avLst/>
          </a:prstGeom>
          <a:noFill/>
          <a:ln/>
        </p:spPr>
        <p:txBody>
          <a:bodyPr wrap="square" lIns="0" tIns="0" rIns="0" bIns="0" rtlCol="0" anchor="ctr"/>
          <a:lstStyle/>
          <a:p>
            <a:pPr algn="l" indent="0" marL="0">
              <a:buNone/>
            </a:pPr>
            <a:r>
              <a:rPr lang="en-US" sz="1300" dirty="0">
                <a:solidFill>
                  <a:schemeClr val="tx1"/>
                </a:solidFill>
              </a:rPr>
              <a:t>特徴2</a:t>
            </a:r>
            <a:endParaRPr lang="en-US" sz="1300" dirty="0"/>
          </a:p>
        </p:txBody>
      </p:sp>
      <p:sp>
        <p:nvSpPr>
          <p:cNvPr id="40" name="Text 34"/>
          <p:cNvSpPr txBox="1"/>
          <p:nvPr/>
        </p:nvSpPr>
        <p:spPr>
          <a:xfrm>
            <a:off x="548640" y="6108192"/>
            <a:ext cx="7315200" cy="274320"/>
          </a:xfrm>
          <a:prstGeom prst="rect">
            <a:avLst/>
          </a:prstGeom>
          <a:noFill/>
          <a:ln/>
        </p:spPr>
        <p:txBody>
          <a:bodyPr wrap="square" lIns="0" tIns="0" rIns="0" bIns="0" rtlCol="0" anchor="t"/>
          <a:lstStyle/>
          <a:p>
            <a:pPr indent="0" marL="0">
              <a:buNone/>
            </a:pPr>
            <a:r>
              <a:rPr lang="en-US" sz="1000" dirty="0">
                <a:solidFill>
                  <a:schemeClr val="tx2"/>
                </a:solidFill>
              </a:rPr>
              <a:t>（説明のためのイメージ。係数は図の境界から計算した値）</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付録G　テーブルデータ（3）クラスごとの説明を並べる</a:t>
            </a:r>
            <a:endParaRPr lang="en-US" sz="3000" dirty="0"/>
          </a:p>
        </p:txBody>
      </p:sp>
      <p:sp>
        <p:nvSpPr>
          <p:cNvPr id="4" name="Text 1"/>
          <p:cNvSpPr txBox="1"/>
          <p:nvPr/>
        </p:nvSpPr>
        <p:spPr>
          <a:xfrm>
            <a:off x="548640" y="1234440"/>
            <a:ext cx="3474720" cy="457200"/>
          </a:xfrm>
          <a:prstGeom prst="rect">
            <a:avLst/>
          </a:prstGeom>
          <a:noFill/>
          <a:ln/>
        </p:spPr>
        <p:txBody>
          <a:bodyPr wrap="square" lIns="0" tIns="0" rIns="0" bIns="0" rtlCol="0" anchor="t"/>
          <a:lstStyle/>
          <a:p>
            <a:pPr indent="0" marL="0">
              <a:buNone/>
            </a:pPr>
            <a:r>
              <a:rPr lang="en-US" sz="2200" b="1" dirty="0">
                <a:solidFill>
                  <a:schemeClr val="accent2"/>
                </a:solidFill>
              </a:rPr>
              <a:t>クラスA</a:t>
            </a:r>
            <a:endParaRPr lang="en-US" sz="2200" dirty="0"/>
          </a:p>
        </p:txBody>
      </p:sp>
      <p:sp>
        <p:nvSpPr>
          <p:cNvPr id="5" name="Shape 2"/>
          <p:cNvSpPr/>
          <p:nvPr/>
        </p:nvSpPr>
        <p:spPr>
          <a:xfrm>
            <a:off x="548640" y="1783080"/>
            <a:ext cx="3474720" cy="0"/>
          </a:xfrm>
          <a:prstGeom prst="line">
            <a:avLst/>
          </a:prstGeom>
          <a:noFill/>
          <a:ln w="9525">
            <a:solidFill>
              <a:schemeClr val="accent5"/>
            </a:solidFill>
            <a:prstDash val="solid"/>
          </a:ln>
        </p:spPr>
      </p:sp>
      <p:sp>
        <p:nvSpPr>
          <p:cNvPr id="6" name="Shape 3"/>
          <p:cNvSpPr/>
          <p:nvPr/>
        </p:nvSpPr>
        <p:spPr>
          <a:xfrm>
            <a:off x="2697480" y="2011680"/>
            <a:ext cx="0" cy="2651760"/>
          </a:xfrm>
          <a:prstGeom prst="line">
            <a:avLst/>
          </a:prstGeom>
          <a:noFill/>
          <a:ln w="9525">
            <a:solidFill>
              <a:schemeClr val="accent5"/>
            </a:solidFill>
            <a:prstDash val="dash"/>
          </a:ln>
        </p:spPr>
      </p:sp>
      <p:sp>
        <p:nvSpPr>
          <p:cNvPr id="7" name="Shape 4"/>
          <p:cNvSpPr/>
          <p:nvPr/>
        </p:nvSpPr>
        <p:spPr>
          <a:xfrm>
            <a:off x="457200" y="1920240"/>
            <a:ext cx="3657600" cy="731520"/>
          </a:xfrm>
          <a:prstGeom prst="roundRect">
            <a:avLst>
              <a:gd name="adj" fmla="val 12500"/>
            </a:avLst>
          </a:prstGeom>
          <a:solidFill>
            <a:srgbClr val="D6E6F2"/>
          </a:solidFill>
          <a:ln w="12700">
            <a:solidFill>
              <a:schemeClr val="accent2"/>
            </a:solidFill>
            <a:prstDash val="solid"/>
          </a:ln>
        </p:spPr>
      </p:sp>
      <p:sp>
        <p:nvSpPr>
          <p:cNvPr id="8" name="Text 5"/>
          <p:cNvSpPr txBox="1"/>
          <p:nvPr/>
        </p:nvSpPr>
        <p:spPr>
          <a:xfrm>
            <a:off x="548640" y="210312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特徴1</a:t>
            </a:r>
            <a:endParaRPr lang="en-US" sz="1500" dirty="0"/>
          </a:p>
        </p:txBody>
      </p:sp>
      <p:sp>
        <p:nvSpPr>
          <p:cNvPr id="9" name="Shape 6"/>
          <p:cNvSpPr/>
          <p:nvPr/>
        </p:nvSpPr>
        <p:spPr>
          <a:xfrm>
            <a:off x="2697480" y="2130552"/>
            <a:ext cx="653143" cy="310896"/>
          </a:xfrm>
          <a:prstGeom prst="rect">
            <a:avLst/>
          </a:prstGeom>
          <a:solidFill>
            <a:schemeClr val="accent2"/>
          </a:solidFill>
          <a:ln w="12700">
            <a:solidFill>
              <a:schemeClr val="accent2"/>
            </a:solidFill>
            <a:prstDash val="solid"/>
          </a:ln>
        </p:spPr>
      </p:sp>
      <p:sp>
        <p:nvSpPr>
          <p:cNvPr id="10" name="Text 7"/>
          <p:cNvSpPr txBox="1"/>
          <p:nvPr/>
        </p:nvSpPr>
        <p:spPr>
          <a:xfrm>
            <a:off x="2697480" y="2130552"/>
            <a:ext cx="653143" cy="310896"/>
          </a:xfrm>
          <a:prstGeom prst="rect">
            <a:avLst/>
          </a:prstGeom>
          <a:no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11" name="Text 8"/>
          <p:cNvSpPr txBox="1"/>
          <p:nvPr/>
        </p:nvSpPr>
        <p:spPr>
          <a:xfrm>
            <a:off x="548640" y="297180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特徴2</a:t>
            </a:r>
            <a:endParaRPr lang="en-US" sz="1500" dirty="0"/>
          </a:p>
        </p:txBody>
      </p:sp>
      <p:sp>
        <p:nvSpPr>
          <p:cNvPr id="12" name="Shape 9"/>
          <p:cNvSpPr/>
          <p:nvPr/>
        </p:nvSpPr>
        <p:spPr>
          <a:xfrm>
            <a:off x="1717766" y="2999232"/>
            <a:ext cx="979714" cy="310896"/>
          </a:xfrm>
          <a:prstGeom prst="rect">
            <a:avLst/>
          </a:prstGeom>
          <a:solidFill>
            <a:schemeClr val="accent2"/>
          </a:solidFill>
          <a:ln w="12700">
            <a:solidFill>
              <a:schemeClr val="accent2"/>
            </a:solidFill>
            <a:prstDash val="solid"/>
          </a:ln>
        </p:spPr>
      </p:sp>
      <p:sp>
        <p:nvSpPr>
          <p:cNvPr id="13" name="Text 10"/>
          <p:cNvSpPr txBox="1"/>
          <p:nvPr/>
        </p:nvSpPr>
        <p:spPr>
          <a:xfrm>
            <a:off x="1717766" y="2999232"/>
            <a:ext cx="979714" cy="310896"/>
          </a:xfrm>
          <a:prstGeom prst="rect">
            <a:avLst/>
          </a:prstGeom>
          <a:noFill/>
          <a:ln/>
        </p:spPr>
        <p:txBody>
          <a:bodyPr wrap="square" lIns="0" tIns="0" rIns="0" bIns="0" rtlCol="0" anchor="ctr"/>
          <a:lstStyle/>
          <a:p>
            <a:pPr algn="ctr" indent="0" marL="0">
              <a:buNone/>
            </a:pPr>
            <a:r>
              <a:rPr lang="en-US" sz="1200" b="1" dirty="0">
                <a:solidFill>
                  <a:schemeClr val="bg1"/>
                </a:solidFill>
              </a:rPr>
              <a:t>−0.6</a:t>
            </a:r>
            <a:endParaRPr lang="en-US" sz="1200" dirty="0"/>
          </a:p>
        </p:txBody>
      </p:sp>
      <p:sp>
        <p:nvSpPr>
          <p:cNvPr id="14" name="Text 11"/>
          <p:cNvSpPr txBox="1"/>
          <p:nvPr/>
        </p:nvSpPr>
        <p:spPr>
          <a:xfrm>
            <a:off x="548640" y="384048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特徴5</a:t>
            </a:r>
            <a:endParaRPr lang="en-US" sz="1500" dirty="0"/>
          </a:p>
        </p:txBody>
      </p:sp>
      <p:sp>
        <p:nvSpPr>
          <p:cNvPr id="15" name="Shape 12"/>
          <p:cNvSpPr/>
          <p:nvPr/>
        </p:nvSpPr>
        <p:spPr>
          <a:xfrm>
            <a:off x="2697480" y="3867912"/>
            <a:ext cx="489857" cy="310896"/>
          </a:xfrm>
          <a:prstGeom prst="rect">
            <a:avLst/>
          </a:prstGeom>
          <a:solidFill>
            <a:schemeClr val="accent2"/>
          </a:solidFill>
          <a:ln w="12700">
            <a:solidFill>
              <a:schemeClr val="accent2"/>
            </a:solidFill>
            <a:prstDash val="solid"/>
          </a:ln>
        </p:spPr>
      </p:sp>
      <p:sp>
        <p:nvSpPr>
          <p:cNvPr id="16" name="Text 13"/>
          <p:cNvSpPr txBox="1"/>
          <p:nvPr/>
        </p:nvSpPr>
        <p:spPr>
          <a:xfrm>
            <a:off x="2697480" y="3867912"/>
            <a:ext cx="489857" cy="310896"/>
          </a:xfrm>
          <a:prstGeom prst="rect">
            <a:avLst/>
          </a:prstGeom>
          <a:no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17" name="Text 14"/>
          <p:cNvSpPr txBox="1"/>
          <p:nvPr/>
        </p:nvSpPr>
        <p:spPr>
          <a:xfrm>
            <a:off x="4343400" y="1234440"/>
            <a:ext cx="3474720" cy="457200"/>
          </a:xfrm>
          <a:prstGeom prst="rect">
            <a:avLst/>
          </a:prstGeom>
          <a:noFill/>
          <a:ln/>
        </p:spPr>
        <p:txBody>
          <a:bodyPr wrap="square" lIns="0" tIns="0" rIns="0" bIns="0" rtlCol="0" anchor="t"/>
          <a:lstStyle/>
          <a:p>
            <a:pPr indent="0" marL="0">
              <a:buNone/>
            </a:pPr>
            <a:r>
              <a:rPr lang="en-US" sz="2200" b="1" dirty="0">
                <a:solidFill>
                  <a:schemeClr val="accent1"/>
                </a:solidFill>
              </a:rPr>
              <a:t>クラスB</a:t>
            </a:r>
            <a:endParaRPr lang="en-US" sz="2200" dirty="0"/>
          </a:p>
        </p:txBody>
      </p:sp>
      <p:sp>
        <p:nvSpPr>
          <p:cNvPr id="18" name="Shape 15"/>
          <p:cNvSpPr/>
          <p:nvPr/>
        </p:nvSpPr>
        <p:spPr>
          <a:xfrm>
            <a:off x="4343400" y="1783080"/>
            <a:ext cx="3474720" cy="0"/>
          </a:xfrm>
          <a:prstGeom prst="line">
            <a:avLst/>
          </a:prstGeom>
          <a:noFill/>
          <a:ln w="9525">
            <a:solidFill>
              <a:schemeClr val="accent5"/>
            </a:solidFill>
            <a:prstDash val="solid"/>
          </a:ln>
        </p:spPr>
      </p:sp>
      <p:sp>
        <p:nvSpPr>
          <p:cNvPr id="19" name="Shape 16"/>
          <p:cNvSpPr/>
          <p:nvPr/>
        </p:nvSpPr>
        <p:spPr>
          <a:xfrm>
            <a:off x="6492240" y="2011680"/>
            <a:ext cx="0" cy="2651760"/>
          </a:xfrm>
          <a:prstGeom prst="line">
            <a:avLst/>
          </a:prstGeom>
          <a:noFill/>
          <a:ln w="9525">
            <a:solidFill>
              <a:schemeClr val="accent5"/>
            </a:solidFill>
            <a:prstDash val="dash"/>
          </a:ln>
        </p:spPr>
      </p:sp>
      <p:sp>
        <p:nvSpPr>
          <p:cNvPr id="20" name="Text 17"/>
          <p:cNvSpPr txBox="1"/>
          <p:nvPr/>
        </p:nvSpPr>
        <p:spPr>
          <a:xfrm>
            <a:off x="4343400" y="210312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特徴2</a:t>
            </a:r>
            <a:endParaRPr lang="en-US" sz="1500" dirty="0"/>
          </a:p>
        </p:txBody>
      </p:sp>
      <p:sp>
        <p:nvSpPr>
          <p:cNvPr id="21" name="Shape 18"/>
          <p:cNvSpPr/>
          <p:nvPr/>
        </p:nvSpPr>
        <p:spPr>
          <a:xfrm>
            <a:off x="6492240" y="2130552"/>
            <a:ext cx="489857" cy="310896"/>
          </a:xfrm>
          <a:prstGeom prst="rect">
            <a:avLst/>
          </a:prstGeom>
          <a:solidFill>
            <a:schemeClr val="accent1"/>
          </a:solidFill>
          <a:ln w="12700">
            <a:solidFill>
              <a:schemeClr val="accent1"/>
            </a:solidFill>
            <a:prstDash val="solid"/>
          </a:ln>
        </p:spPr>
      </p:sp>
      <p:sp>
        <p:nvSpPr>
          <p:cNvPr id="22" name="Text 19"/>
          <p:cNvSpPr txBox="1"/>
          <p:nvPr/>
        </p:nvSpPr>
        <p:spPr>
          <a:xfrm>
            <a:off x="6492240" y="2130552"/>
            <a:ext cx="489857" cy="310896"/>
          </a:xfrm>
          <a:prstGeom prst="rect">
            <a:avLst/>
          </a:prstGeom>
          <a:no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23" name="Text 20"/>
          <p:cNvSpPr txBox="1"/>
          <p:nvPr/>
        </p:nvSpPr>
        <p:spPr>
          <a:xfrm>
            <a:off x="4343400" y="297180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特徴4</a:t>
            </a:r>
            <a:endParaRPr lang="en-US" sz="1500" dirty="0"/>
          </a:p>
        </p:txBody>
      </p:sp>
      <p:sp>
        <p:nvSpPr>
          <p:cNvPr id="24" name="Shape 21"/>
          <p:cNvSpPr/>
          <p:nvPr/>
        </p:nvSpPr>
        <p:spPr>
          <a:xfrm>
            <a:off x="5675811" y="2999232"/>
            <a:ext cx="816429" cy="310896"/>
          </a:xfrm>
          <a:prstGeom prst="rect">
            <a:avLst/>
          </a:prstGeom>
          <a:solidFill>
            <a:schemeClr val="accent1"/>
          </a:solidFill>
          <a:ln w="12700">
            <a:solidFill>
              <a:schemeClr val="accent1"/>
            </a:solidFill>
            <a:prstDash val="solid"/>
          </a:ln>
        </p:spPr>
      </p:sp>
      <p:sp>
        <p:nvSpPr>
          <p:cNvPr id="25" name="Text 22"/>
          <p:cNvSpPr txBox="1"/>
          <p:nvPr/>
        </p:nvSpPr>
        <p:spPr>
          <a:xfrm>
            <a:off x="5675811" y="2999232"/>
            <a:ext cx="816429" cy="310896"/>
          </a:xfrm>
          <a:prstGeom prst="rect">
            <a:avLst/>
          </a:prstGeom>
          <a:noFill/>
          <a:ln/>
        </p:spPr>
        <p:txBody>
          <a:bodyPr wrap="square" lIns="0" tIns="0" rIns="0" bIns="0" rtlCol="0" anchor="ctr"/>
          <a:lstStyle/>
          <a:p>
            <a:pPr algn="ctr" indent="0" marL="0">
              <a:buNone/>
            </a:pPr>
            <a:r>
              <a:rPr lang="en-US" sz="1200" b="1" dirty="0">
                <a:solidFill>
                  <a:schemeClr val="bg1"/>
                </a:solidFill>
              </a:rPr>
              <a:t>−0.5</a:t>
            </a:r>
            <a:endParaRPr lang="en-US" sz="1200" dirty="0"/>
          </a:p>
        </p:txBody>
      </p:sp>
      <p:sp>
        <p:nvSpPr>
          <p:cNvPr id="26" name="Shape 23"/>
          <p:cNvSpPr/>
          <p:nvPr/>
        </p:nvSpPr>
        <p:spPr>
          <a:xfrm>
            <a:off x="4251960" y="3657600"/>
            <a:ext cx="3657600" cy="731520"/>
          </a:xfrm>
          <a:prstGeom prst="roundRect">
            <a:avLst>
              <a:gd name="adj" fmla="val 12500"/>
            </a:avLst>
          </a:prstGeom>
          <a:solidFill>
            <a:srgbClr val="D6E6F2"/>
          </a:solidFill>
          <a:ln w="12700">
            <a:solidFill>
              <a:schemeClr val="accent2"/>
            </a:solidFill>
            <a:prstDash val="solid"/>
          </a:ln>
        </p:spPr>
      </p:sp>
      <p:sp>
        <p:nvSpPr>
          <p:cNvPr id="27" name="Text 24"/>
          <p:cNvSpPr txBox="1"/>
          <p:nvPr/>
        </p:nvSpPr>
        <p:spPr>
          <a:xfrm>
            <a:off x="4343400" y="384048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特徴1</a:t>
            </a:r>
            <a:endParaRPr lang="en-US" sz="1500" dirty="0"/>
          </a:p>
        </p:txBody>
      </p:sp>
      <p:sp>
        <p:nvSpPr>
          <p:cNvPr id="28" name="Shape 25"/>
          <p:cNvSpPr/>
          <p:nvPr/>
        </p:nvSpPr>
        <p:spPr>
          <a:xfrm>
            <a:off x="5675811" y="3867912"/>
            <a:ext cx="816429" cy="310896"/>
          </a:xfrm>
          <a:prstGeom prst="rect">
            <a:avLst/>
          </a:prstGeom>
          <a:solidFill>
            <a:schemeClr val="accent1"/>
          </a:solidFill>
          <a:ln w="12700">
            <a:solidFill>
              <a:schemeClr val="accent1"/>
            </a:solidFill>
            <a:prstDash val="solid"/>
          </a:ln>
        </p:spPr>
      </p:sp>
      <p:sp>
        <p:nvSpPr>
          <p:cNvPr id="29" name="Text 26"/>
          <p:cNvSpPr txBox="1"/>
          <p:nvPr/>
        </p:nvSpPr>
        <p:spPr>
          <a:xfrm>
            <a:off x="5675811" y="3867912"/>
            <a:ext cx="816429" cy="310896"/>
          </a:xfrm>
          <a:prstGeom prst="rect">
            <a:avLst/>
          </a:prstGeom>
          <a:noFill/>
          <a:ln/>
        </p:spPr>
        <p:txBody>
          <a:bodyPr wrap="square" lIns="0" tIns="0" rIns="0" bIns="0" rtlCol="0" anchor="ctr"/>
          <a:lstStyle/>
          <a:p>
            <a:pPr algn="ctr" indent="0" marL="0">
              <a:buNone/>
            </a:pPr>
            <a:r>
              <a:rPr lang="en-US" sz="1200" b="1" dirty="0">
                <a:solidFill>
                  <a:schemeClr val="bg1"/>
                </a:solidFill>
              </a:rPr>
              <a:t>−0.5</a:t>
            </a:r>
            <a:endParaRPr lang="en-US" sz="1200" dirty="0"/>
          </a:p>
        </p:txBody>
      </p:sp>
      <p:sp>
        <p:nvSpPr>
          <p:cNvPr id="30" name="Text 27"/>
          <p:cNvSpPr txBox="1"/>
          <p:nvPr/>
        </p:nvSpPr>
        <p:spPr>
          <a:xfrm>
            <a:off x="8138160" y="1234440"/>
            <a:ext cx="3474720" cy="457200"/>
          </a:xfrm>
          <a:prstGeom prst="rect">
            <a:avLst/>
          </a:prstGeom>
          <a:noFill/>
          <a:ln/>
        </p:spPr>
        <p:txBody>
          <a:bodyPr wrap="square" lIns="0" tIns="0" rIns="0" bIns="0" rtlCol="0" anchor="t"/>
          <a:lstStyle/>
          <a:p>
            <a:pPr indent="0" marL="0">
              <a:buNone/>
            </a:pPr>
            <a:r>
              <a:rPr lang="en-US" sz="2200" b="1" dirty="0">
                <a:solidFill>
                  <a:schemeClr val="accent4"/>
                </a:solidFill>
              </a:rPr>
              <a:t>クラスC</a:t>
            </a:r>
            <a:endParaRPr lang="en-US" sz="2200" dirty="0"/>
          </a:p>
        </p:txBody>
      </p:sp>
      <p:sp>
        <p:nvSpPr>
          <p:cNvPr id="31" name="Shape 28"/>
          <p:cNvSpPr/>
          <p:nvPr/>
        </p:nvSpPr>
        <p:spPr>
          <a:xfrm>
            <a:off x="8138160" y="1783080"/>
            <a:ext cx="3474720" cy="0"/>
          </a:xfrm>
          <a:prstGeom prst="line">
            <a:avLst/>
          </a:prstGeom>
          <a:noFill/>
          <a:ln w="9525">
            <a:solidFill>
              <a:schemeClr val="accent5"/>
            </a:solidFill>
            <a:prstDash val="solid"/>
          </a:ln>
        </p:spPr>
      </p:sp>
      <p:sp>
        <p:nvSpPr>
          <p:cNvPr id="32" name="Shape 29"/>
          <p:cNvSpPr/>
          <p:nvPr/>
        </p:nvSpPr>
        <p:spPr>
          <a:xfrm>
            <a:off x="10287000" y="2011680"/>
            <a:ext cx="0" cy="2651760"/>
          </a:xfrm>
          <a:prstGeom prst="line">
            <a:avLst/>
          </a:prstGeom>
          <a:noFill/>
          <a:ln w="9525">
            <a:solidFill>
              <a:schemeClr val="accent5"/>
            </a:solidFill>
            <a:prstDash val="dash"/>
          </a:ln>
        </p:spPr>
      </p:sp>
      <p:sp>
        <p:nvSpPr>
          <p:cNvPr id="33" name="Text 30"/>
          <p:cNvSpPr txBox="1"/>
          <p:nvPr/>
        </p:nvSpPr>
        <p:spPr>
          <a:xfrm>
            <a:off x="8138160" y="210312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特徴3</a:t>
            </a:r>
            <a:endParaRPr lang="en-US" sz="1500" dirty="0"/>
          </a:p>
        </p:txBody>
      </p:sp>
      <p:sp>
        <p:nvSpPr>
          <p:cNvPr id="34" name="Shape 31"/>
          <p:cNvSpPr/>
          <p:nvPr/>
        </p:nvSpPr>
        <p:spPr>
          <a:xfrm>
            <a:off x="9307286" y="2130552"/>
            <a:ext cx="979714" cy="310896"/>
          </a:xfrm>
          <a:prstGeom prst="rect">
            <a:avLst/>
          </a:prstGeom>
          <a:solidFill>
            <a:schemeClr val="accent4"/>
          </a:solidFill>
          <a:ln w="12700">
            <a:solidFill>
              <a:schemeClr val="accent4"/>
            </a:solidFill>
            <a:prstDash val="solid"/>
          </a:ln>
        </p:spPr>
      </p:sp>
      <p:sp>
        <p:nvSpPr>
          <p:cNvPr id="35" name="Text 32"/>
          <p:cNvSpPr txBox="1"/>
          <p:nvPr/>
        </p:nvSpPr>
        <p:spPr>
          <a:xfrm>
            <a:off x="9307286" y="2130552"/>
            <a:ext cx="979714" cy="310896"/>
          </a:xfrm>
          <a:prstGeom prst="rect">
            <a:avLst/>
          </a:prstGeom>
          <a:noFill/>
          <a:ln/>
        </p:spPr>
        <p:txBody>
          <a:bodyPr wrap="square" lIns="0" tIns="0" rIns="0" bIns="0" rtlCol="0" anchor="ctr"/>
          <a:lstStyle/>
          <a:p>
            <a:pPr algn="ctr" indent="0" marL="0">
              <a:buNone/>
            </a:pPr>
            <a:r>
              <a:rPr lang="en-US" sz="1200" b="1" dirty="0">
                <a:solidFill>
                  <a:schemeClr val="bg1"/>
                </a:solidFill>
              </a:rPr>
              <a:t>−0.6</a:t>
            </a:r>
            <a:endParaRPr lang="en-US" sz="1200" dirty="0"/>
          </a:p>
        </p:txBody>
      </p:sp>
      <p:sp>
        <p:nvSpPr>
          <p:cNvPr id="36" name="Text 33"/>
          <p:cNvSpPr txBox="1"/>
          <p:nvPr/>
        </p:nvSpPr>
        <p:spPr>
          <a:xfrm>
            <a:off x="8138160" y="297180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特徴5</a:t>
            </a:r>
            <a:endParaRPr lang="en-US" sz="1500" dirty="0"/>
          </a:p>
        </p:txBody>
      </p:sp>
      <p:sp>
        <p:nvSpPr>
          <p:cNvPr id="37" name="Shape 34"/>
          <p:cNvSpPr/>
          <p:nvPr/>
        </p:nvSpPr>
        <p:spPr>
          <a:xfrm>
            <a:off x="10287000" y="2999232"/>
            <a:ext cx="1143000" cy="310896"/>
          </a:xfrm>
          <a:prstGeom prst="rect">
            <a:avLst/>
          </a:prstGeom>
          <a:solidFill>
            <a:schemeClr val="accent4"/>
          </a:solidFill>
          <a:ln w="12700">
            <a:solidFill>
              <a:schemeClr val="accent4"/>
            </a:solidFill>
            <a:prstDash val="solid"/>
          </a:ln>
        </p:spPr>
      </p:sp>
      <p:sp>
        <p:nvSpPr>
          <p:cNvPr id="38" name="Text 35"/>
          <p:cNvSpPr txBox="1"/>
          <p:nvPr/>
        </p:nvSpPr>
        <p:spPr>
          <a:xfrm>
            <a:off x="10287000" y="2999232"/>
            <a:ext cx="1143000" cy="310896"/>
          </a:xfrm>
          <a:prstGeom prst="rect">
            <a:avLst/>
          </a:prstGeom>
          <a:noFill/>
          <a:ln/>
        </p:spPr>
        <p:txBody>
          <a:bodyPr wrap="square" lIns="0" tIns="0" rIns="0" bIns="0" rtlCol="0" anchor="ctr"/>
          <a:lstStyle/>
          <a:p>
            <a:pPr algn="ctr" indent="0" marL="0">
              <a:buNone/>
            </a:pPr>
            <a:r>
              <a:rPr lang="en-US" sz="1200" b="1" dirty="0">
                <a:solidFill>
                  <a:schemeClr val="bg1"/>
                </a:solidFill>
              </a:rPr>
              <a:t>+0.7</a:t>
            </a:r>
            <a:endParaRPr lang="en-US" sz="1200" dirty="0"/>
          </a:p>
        </p:txBody>
      </p:sp>
      <p:sp>
        <p:nvSpPr>
          <p:cNvPr id="39" name="Text 36"/>
          <p:cNvSpPr txBox="1"/>
          <p:nvPr/>
        </p:nvSpPr>
        <p:spPr>
          <a:xfrm>
            <a:off x="8138160" y="3840480"/>
            <a:ext cx="914400" cy="365760"/>
          </a:xfrm>
          <a:prstGeom prst="rect">
            <a:avLst/>
          </a:prstGeom>
          <a:noFill/>
          <a:ln/>
        </p:spPr>
        <p:txBody>
          <a:bodyPr wrap="square" lIns="0" tIns="0" rIns="0" bIns="0" rtlCol="0" anchor="ctr"/>
          <a:lstStyle/>
          <a:p>
            <a:pPr indent="0" marL="0">
              <a:buNone/>
            </a:pPr>
            <a:r>
              <a:rPr lang="en-US" sz="1500" b="1" dirty="0">
                <a:solidFill>
                  <a:schemeClr val="tx1"/>
                </a:solidFill>
              </a:rPr>
              <a:t>特徴2</a:t>
            </a:r>
            <a:endParaRPr lang="en-US" sz="1500" dirty="0"/>
          </a:p>
        </p:txBody>
      </p:sp>
      <p:sp>
        <p:nvSpPr>
          <p:cNvPr id="40" name="Shape 37"/>
          <p:cNvSpPr/>
          <p:nvPr/>
        </p:nvSpPr>
        <p:spPr>
          <a:xfrm>
            <a:off x="9307286" y="3867912"/>
            <a:ext cx="979714" cy="310896"/>
          </a:xfrm>
          <a:prstGeom prst="rect">
            <a:avLst/>
          </a:prstGeom>
          <a:solidFill>
            <a:schemeClr val="accent4"/>
          </a:solidFill>
          <a:ln w="12700">
            <a:solidFill>
              <a:schemeClr val="accent4"/>
            </a:solidFill>
            <a:prstDash val="solid"/>
          </a:ln>
        </p:spPr>
      </p:sp>
      <p:sp>
        <p:nvSpPr>
          <p:cNvPr id="41" name="Text 38"/>
          <p:cNvSpPr txBox="1"/>
          <p:nvPr/>
        </p:nvSpPr>
        <p:spPr>
          <a:xfrm>
            <a:off x="9307286" y="3867912"/>
            <a:ext cx="979714" cy="310896"/>
          </a:xfrm>
          <a:prstGeom prst="rect">
            <a:avLst/>
          </a:prstGeom>
          <a:noFill/>
          <a:ln/>
        </p:spPr>
        <p:txBody>
          <a:bodyPr wrap="square" lIns="0" tIns="0" rIns="0" bIns="0" rtlCol="0" anchor="ctr"/>
          <a:lstStyle/>
          <a:p>
            <a:pPr algn="ctr" indent="0" marL="0">
              <a:buNone/>
            </a:pPr>
            <a:r>
              <a:rPr lang="en-US" sz="1200" b="1" dirty="0">
                <a:solidFill>
                  <a:schemeClr val="bg1"/>
                </a:solidFill>
              </a:rPr>
              <a:t>−0.6</a:t>
            </a:r>
            <a:endParaRPr lang="en-US" sz="1200" dirty="0"/>
          </a:p>
        </p:txBody>
      </p:sp>
      <p:sp>
        <p:nvSpPr>
          <p:cNvPr id="42" name="Shape 39"/>
          <p:cNvSpPr/>
          <p:nvPr/>
        </p:nvSpPr>
        <p:spPr>
          <a:xfrm>
            <a:off x="548640" y="4892040"/>
            <a:ext cx="11064240" cy="1280160"/>
          </a:xfrm>
          <a:prstGeom prst="roundRect">
            <a:avLst>
              <a:gd name="adj" fmla="val 8571"/>
            </a:avLst>
          </a:prstGeom>
          <a:solidFill>
            <a:schemeClr val="bg2"/>
          </a:solidFill>
          <a:ln w="12700">
            <a:solidFill>
              <a:schemeClr val="bg2"/>
            </a:solidFill>
            <a:prstDash val="solid"/>
          </a:ln>
        </p:spPr>
      </p:sp>
      <p:sp>
        <p:nvSpPr>
          <p:cNvPr id="43" name="Text 40"/>
          <p:cNvSpPr txBox="1"/>
          <p:nvPr/>
        </p:nvSpPr>
        <p:spPr>
          <a:xfrm>
            <a:off x="777240" y="5029200"/>
            <a:ext cx="10607040"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クラスごとに選ばれる特徴が違い、そのままでは比べにくい</a:t>
            </a:r>
            <a:endParaRPr lang="en-US" sz="1500" dirty="0"/>
          </a:p>
          <a:p>
            <a:pPr marL="342900" indent="-342900">
              <a:spcAft>
                <a:spcPts val="600"/>
              </a:spcAft>
              <a:buSzPct val="100000"/>
              <a:buChar char="•"/>
            </a:pPr>
            <a:r>
              <a:rPr lang="en-US" sz="1500" dirty="0">
                <a:solidFill>
                  <a:schemeClr val="tx1"/>
                </a:solidFill>
              </a:rPr>
              <a:t>特徴1はAを上げ（+0.4）Bを下げる（−0.5）。BからAへ確率を移す特徴だが、見比べないと分からない</a:t>
            </a:r>
            <a:endParaRPr lang="en-US" sz="1500" dirty="0"/>
          </a:p>
        </p:txBody>
      </p:sp>
      <p:sp>
        <p:nvSpPr>
          <p:cNvPr id="44" name="Text 41"/>
          <p:cNvSpPr txBox="1"/>
          <p:nvPr/>
        </p:nvSpPr>
        <p:spPr>
          <a:xfrm>
            <a:off x="548640" y="6263640"/>
            <a:ext cx="5486400" cy="228600"/>
          </a:xfrm>
          <a:prstGeom prst="rect">
            <a:avLst/>
          </a:prstGeom>
          <a:noFill/>
          <a:ln/>
        </p:spPr>
        <p:txBody>
          <a:bodyPr wrap="square" lIns="0" tIns="0" rIns="0" bIns="0" rtlCol="0" anchor="t"/>
          <a:lstStyle/>
          <a:p>
            <a:pPr indent="0" marL="0">
              <a:buNone/>
            </a:pPr>
            <a:r>
              <a:rPr lang="en-US" sz="1000" dirty="0">
                <a:solidFill>
                  <a:schemeClr val="tx2"/>
                </a:solidFill>
              </a:rPr>
              <a:t>（数値は説明のための例）</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付録A　記号と用語</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60320"/>
                <a:gridCol w="8503920"/>
              </a:tblGrid>
              <a:tr h="566928">
                <a:tc>
                  <a:txBody>
                    <a:bodyPr/>
                    <a:lstStyle/>
                    <a:p>
                      <a:pPr algn="l" indent="0" marL="0">
                        <a:buNone/>
                      </a:pPr>
                      <a:r>
                        <a:rPr lang="en-US" sz="1500" b="1" dirty="0">
                          <a:solidFill>
                            <a:schemeClr val="bg1"/>
                          </a:solidFill>
                        </a:rPr>
                        <a:t>記号・用語</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意味</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K</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クラス数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d</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特徴（スーパーピクセル）の数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p(z)</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摂動 z に対するAIの確率（K個の数）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V</a:t>
                      </a:r>
                      <a:pPr indent="0" marL="0">
                        <a:buNone/>
                      </a:pPr>
                      <a:r>
                        <a:rPr lang="en-US" sz="1500" baseline="-40000" dirty="0">
                          <a:solidFill>
                            <a:schemeClr val="tx1"/>
                          </a:solidFill>
                        </a:rPr>
                        <a:t>q</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PCAで求めた q 本の軸（各列がクラスの重み）</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B</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通常のLIMEの係数行列（d × K）</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必要な軸の数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元の出力からのずれの95%を表すのに必要な最小の向きの数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動くクラスの数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元の出力からのずれの95%を担う最小のクラス数。0と6だけが動くなら2</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付録B　通常のLIMEとの関係</a:t>
            </a:r>
            <a:endParaRPr lang="en-US" sz="3000" dirty="0"/>
          </a:p>
        </p:txBody>
      </p:sp>
      <p:sp>
        <p:nvSpPr>
          <p:cNvPr id="3" name="Text 1"/>
          <p:cNvSpPr txBox="1"/>
          <p:nvPr/>
        </p:nvSpPr>
        <p:spPr>
          <a:xfrm>
            <a:off x="548640" y="1280160"/>
            <a:ext cx="10972800" cy="457200"/>
          </a:xfrm>
          <a:prstGeom prst="rect">
            <a:avLst/>
          </a:prstGeom>
          <a:noFill/>
          <a:ln/>
        </p:spPr>
        <p:txBody>
          <a:bodyPr wrap="square" lIns="0" tIns="0" rIns="0" bIns="0" rtlCol="0" anchor="t"/>
          <a:lstStyle/>
          <a:p>
            <a:pPr indent="0" marL="0">
              <a:buNone/>
            </a:pPr>
            <a:r>
              <a:rPr lang="en-US" sz="1700" dirty="0">
                <a:solidFill>
                  <a:schemeClr val="tx1"/>
                </a:solidFill>
              </a:rPr>
              <a:t>全特徴を使う線形回帰（Ridge）は目的変数について線形なので、次が厳密に成り立つ</a:t>
            </a:r>
            <a:endParaRPr lang="en-US" sz="1700" dirty="0"/>
          </a:p>
        </p:txBody>
      </p:sp>
      <p:sp>
        <p:nvSpPr>
          <p:cNvPr id="4" name="Shape 2"/>
          <p:cNvSpPr/>
          <p:nvPr/>
        </p:nvSpPr>
        <p:spPr>
          <a:xfrm>
            <a:off x="548640" y="1920240"/>
            <a:ext cx="11064240" cy="1280160"/>
          </a:xfrm>
          <a:prstGeom prst="roundRect">
            <a:avLst>
              <a:gd name="adj" fmla="val 8571"/>
            </a:avLst>
          </a:prstGeom>
          <a:solidFill>
            <a:schemeClr val="bg2"/>
          </a:solidFill>
          <a:ln w="12700">
            <a:solidFill>
              <a:schemeClr val="bg2"/>
            </a:solidFill>
            <a:prstDash val="solid"/>
          </a:ln>
        </p:spPr>
      </p:sp>
      <p:sp>
        <p:nvSpPr>
          <p:cNvPr id="5" name="Text 3"/>
          <p:cNvSpPr txBox="1"/>
          <p:nvPr/>
        </p:nvSpPr>
        <p:spPr>
          <a:xfrm>
            <a:off x="822960" y="1920240"/>
            <a:ext cx="10607040" cy="1280160"/>
          </a:xfrm>
          <a:prstGeom prst="rect">
            <a:avLst/>
          </a:prstGeom>
          <a:noFill/>
          <a:ln/>
        </p:spPr>
        <p:txBody>
          <a:bodyPr wrap="square" lIns="0" tIns="0" rIns="0" bIns="0" rtlCol="0" anchor="ctr"/>
          <a:lstStyle/>
          <a:p>
            <a:pPr algn="ctr" indent="0" marL="0">
              <a:buNone/>
            </a:pPr>
            <a:r>
              <a:rPr lang="en-US" sz="2600" b="1" dirty="0">
                <a:solidFill>
                  <a:schemeClr val="tx1"/>
                </a:solidFill>
              </a:rPr>
              <a:t>p̂（この手法） ＝ μ ＋ （p̂（通常のLIME） − μ） V</a:t>
            </a:r>
            <a:pPr algn="ctr" indent="0" marL="0">
              <a:buNone/>
            </a:pPr>
            <a:r>
              <a:rPr lang="en-US" sz="2600" b="1" baseline="-40000" dirty="0">
                <a:solidFill>
                  <a:schemeClr val="tx1"/>
                </a:solidFill>
              </a:rPr>
              <a:t>q</a:t>
            </a:r>
            <a:pPr algn="ctr" indent="0" marL="0">
              <a:buNone/>
            </a:pPr>
            <a:r>
              <a:rPr lang="en-US" sz="2600" b="1" dirty="0">
                <a:solidFill>
                  <a:schemeClr val="tx1"/>
                </a:solidFill>
              </a:rPr>
              <a:t> V</a:t>
            </a:r>
            <a:pPr algn="ctr" indent="0" marL="0">
              <a:buNone/>
            </a:pPr>
            <a:r>
              <a:rPr lang="en-US" sz="2600" b="1" baseline="-40000" dirty="0">
                <a:solidFill>
                  <a:schemeClr val="tx1"/>
                </a:solidFill>
              </a:rPr>
              <a:t>q</a:t>
            </a:r>
            <a:pPr algn="ctr" indent="0" marL="0">
              <a:buNone/>
            </a:pPr>
            <a:r>
              <a:rPr lang="en-US" sz="2600" b="1" dirty="0">
                <a:solidFill>
                  <a:schemeClr val="tx1"/>
                </a:solidFill>
              </a:rPr>
              <a:t>ᵀ</a:t>
            </a:r>
            <a:endParaRPr lang="en-US" sz="2600" dirty="0"/>
          </a:p>
        </p:txBody>
      </p:sp>
      <p:sp>
        <p:nvSpPr>
          <p:cNvPr id="6" name="Text 4"/>
          <p:cNvSpPr txBox="1"/>
          <p:nvPr/>
        </p:nvSpPr>
        <p:spPr>
          <a:xfrm>
            <a:off x="548640" y="3566160"/>
            <a:ext cx="1106424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この手法の予測は、通常のLIMEの予測を q 本の軸に射影したものと一致する</a:t>
            </a:r>
            <a:endParaRPr lang="en-US" sz="1600" dirty="0"/>
          </a:p>
          <a:p>
            <a:pPr marL="342900" indent="-342900">
              <a:spcAft>
                <a:spcPts val="600"/>
              </a:spcAft>
              <a:buSzPct val="100000"/>
              <a:buChar char="•"/>
            </a:pPr>
            <a:r>
              <a:rPr lang="en-US" sz="1600" dirty="0">
                <a:solidFill>
                  <a:schemeClr val="tx1"/>
                </a:solidFill>
              </a:rPr>
              <a:t>そのため、忠実さで通常のLIMEを上回ることはない</a:t>
            </a:r>
            <a:endParaRPr lang="en-US" sz="1600" dirty="0"/>
          </a:p>
          <a:p>
            <a:pPr marL="342900" indent="-342900">
              <a:spcAft>
                <a:spcPts val="600"/>
              </a:spcAft>
              <a:buSzPct val="100000"/>
              <a:buChar char="•"/>
            </a:pPr>
            <a:r>
              <a:rPr lang="en-US" sz="1600" dirty="0">
                <a:solidFill>
                  <a:schemeClr val="tx1"/>
                </a:solidFill>
              </a:rPr>
              <a:t>この研究では、通常のLIMEに劣らない忠実さを保ったまま、説明の量を減らし、クラス間の関係を読めるようにすることを目指す</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付録C　想定質問</a:t>
            </a:r>
            <a:endParaRPr lang="en-US" sz="3000" dirty="0"/>
          </a:p>
        </p:txBody>
      </p:sp>
      <p:sp>
        <p:nvSpPr>
          <p:cNvPr id="3" name="Shape 1"/>
          <p:cNvSpPr/>
          <p:nvPr/>
        </p:nvSpPr>
        <p:spPr>
          <a:xfrm>
            <a:off x="548640" y="1234440"/>
            <a:ext cx="5394960" cy="2286000"/>
          </a:xfrm>
          <a:prstGeom prst="roundRect">
            <a:avLst>
              <a:gd name="adj" fmla="val 4800"/>
            </a:avLst>
          </a:prstGeom>
          <a:solidFill>
            <a:schemeClr val="bg2"/>
          </a:solidFill>
          <a:ln w="12700">
            <a:solidFill>
              <a:schemeClr val="bg2"/>
            </a:solidFill>
            <a:prstDash val="solid"/>
          </a:ln>
        </p:spPr>
      </p:sp>
      <p:sp>
        <p:nvSpPr>
          <p:cNvPr id="4" name="Text 2"/>
          <p:cNvSpPr txBox="1"/>
          <p:nvPr/>
        </p:nvSpPr>
        <p:spPr>
          <a:xfrm>
            <a:off x="777240" y="1399032"/>
            <a:ext cx="4937760" cy="457200"/>
          </a:xfrm>
          <a:prstGeom prst="rect">
            <a:avLst/>
          </a:prstGeom>
          <a:noFill/>
          <a:ln/>
        </p:spPr>
        <p:txBody>
          <a:bodyPr wrap="square" lIns="0" tIns="0" rIns="0" bIns="0" rtlCol="0" anchor="t"/>
          <a:lstStyle/>
          <a:p>
            <a:pPr indent="0" marL="0">
              <a:buNone/>
            </a:pPr>
            <a:r>
              <a:rPr lang="en-US" sz="1600" b="1" dirty="0">
                <a:solidFill>
                  <a:schemeClr val="accent1"/>
                </a:solidFill>
              </a:rPr>
              <a:t>Q　上位2クラスの差を説明すれば十分では？</a:t>
            </a:r>
            <a:endParaRPr lang="en-US" sz="1600" dirty="0"/>
          </a:p>
        </p:txBody>
      </p:sp>
      <p:sp>
        <p:nvSpPr>
          <p:cNvPr id="5" name="Text 3"/>
          <p:cNvSpPr txBox="1"/>
          <p:nvPr/>
        </p:nvSpPr>
        <p:spPr>
          <a:xfrm>
            <a:off x="777240" y="1920240"/>
            <a:ext cx="4937760" cy="1508760"/>
          </a:xfrm>
          <a:prstGeom prst="rect">
            <a:avLst/>
          </a:prstGeom>
          <a:noFill/>
          <a:ln/>
        </p:spPr>
        <p:txBody>
          <a:bodyPr wrap="square" lIns="0" tIns="0" rIns="0" bIns="0" rtlCol="0" anchor="t"/>
          <a:lstStyle/>
          <a:p>
            <a:pPr indent="0" marL="0">
              <a:buNone/>
            </a:pPr>
            <a:r>
              <a:rPr lang="en-US" sz="1400" dirty="0">
                <a:solidFill>
                  <a:schemeClr val="tx1"/>
                </a:solidFill>
              </a:rPr>
              <a:t>2クラスだけが競合する近傍では同じ結果になる。実データ4種で軸1本同士を比べた予備実験では、動くクラスが2つ以下の近傍で差はほぼなく、3つ以上の近傍でこの手法の R² が高かった</a:t>
            </a:r>
            <a:endParaRPr lang="en-US" sz="1400" dirty="0"/>
          </a:p>
        </p:txBody>
      </p:sp>
      <p:sp>
        <p:nvSpPr>
          <p:cNvPr id="6" name="Shape 4"/>
          <p:cNvSpPr/>
          <p:nvPr/>
        </p:nvSpPr>
        <p:spPr>
          <a:xfrm>
            <a:off x="6217920" y="1234440"/>
            <a:ext cx="5394960" cy="2286000"/>
          </a:xfrm>
          <a:prstGeom prst="roundRect">
            <a:avLst>
              <a:gd name="adj" fmla="val 4800"/>
            </a:avLst>
          </a:prstGeom>
          <a:solidFill>
            <a:schemeClr val="bg2"/>
          </a:solidFill>
          <a:ln w="12700">
            <a:solidFill>
              <a:schemeClr val="bg2"/>
            </a:solidFill>
            <a:prstDash val="solid"/>
          </a:ln>
        </p:spPr>
      </p:sp>
      <p:sp>
        <p:nvSpPr>
          <p:cNvPr id="7" name="Text 5"/>
          <p:cNvSpPr txBox="1"/>
          <p:nvPr/>
        </p:nvSpPr>
        <p:spPr>
          <a:xfrm>
            <a:off x="6446520" y="1399032"/>
            <a:ext cx="4937760" cy="457200"/>
          </a:xfrm>
          <a:prstGeom prst="rect">
            <a:avLst/>
          </a:prstGeom>
          <a:noFill/>
          <a:ln/>
        </p:spPr>
        <p:txBody>
          <a:bodyPr wrap="square" lIns="0" tIns="0" rIns="0" bIns="0" rtlCol="0" anchor="t"/>
          <a:lstStyle/>
          <a:p>
            <a:pPr indent="0" marL="0">
              <a:buNone/>
            </a:pPr>
            <a:r>
              <a:rPr lang="en-US" sz="1600" b="1" dirty="0">
                <a:solidFill>
                  <a:schemeClr val="accent1"/>
                </a:solidFill>
              </a:rPr>
              <a:t>Q　入力側（特徴）をまとめればよいのでは？</a:t>
            </a:r>
            <a:endParaRPr lang="en-US" sz="1600" dirty="0"/>
          </a:p>
        </p:txBody>
      </p:sp>
      <p:sp>
        <p:nvSpPr>
          <p:cNvPr id="8" name="Text 6"/>
          <p:cNvSpPr txBox="1"/>
          <p:nvPr/>
        </p:nvSpPr>
        <p:spPr>
          <a:xfrm>
            <a:off x="6446520" y="1920240"/>
            <a:ext cx="4937760" cy="1508760"/>
          </a:xfrm>
          <a:prstGeom prst="rect">
            <a:avLst/>
          </a:prstGeom>
          <a:noFill/>
          <a:ln/>
        </p:spPr>
        <p:txBody>
          <a:bodyPr wrap="square" lIns="0" tIns="0" rIns="0" bIns="0" rtlCol="0" anchor="t"/>
          <a:lstStyle/>
          <a:p>
            <a:pPr indent="0" marL="0">
              <a:buNone/>
            </a:pPr>
            <a:r>
              <a:rPr lang="en-US" sz="1400" dirty="0">
                <a:solidFill>
                  <a:schemeClr val="tx1"/>
                </a:solidFill>
              </a:rPr>
              <a:t>入力側をまとめる方法は既にあり、この研究と組み合わせられる。この研究は、まだ扱いの少ないクラス側をまとめる</a:t>
            </a:r>
            <a:endParaRPr lang="en-US" sz="1400" dirty="0"/>
          </a:p>
        </p:txBody>
      </p:sp>
      <p:sp>
        <p:nvSpPr>
          <p:cNvPr id="9" name="Shape 7"/>
          <p:cNvSpPr/>
          <p:nvPr/>
        </p:nvSpPr>
        <p:spPr>
          <a:xfrm>
            <a:off x="548640" y="3749040"/>
            <a:ext cx="5394960" cy="2286000"/>
          </a:xfrm>
          <a:prstGeom prst="roundRect">
            <a:avLst>
              <a:gd name="adj" fmla="val 4800"/>
            </a:avLst>
          </a:prstGeom>
          <a:solidFill>
            <a:schemeClr val="bg2"/>
          </a:solidFill>
          <a:ln w="12700">
            <a:solidFill>
              <a:schemeClr val="bg2"/>
            </a:solidFill>
            <a:prstDash val="solid"/>
          </a:ln>
        </p:spPr>
      </p:sp>
      <p:sp>
        <p:nvSpPr>
          <p:cNvPr id="10" name="Text 8"/>
          <p:cNvSpPr txBox="1"/>
          <p:nvPr/>
        </p:nvSpPr>
        <p:spPr>
          <a:xfrm>
            <a:off x="777240" y="3913632"/>
            <a:ext cx="4937760" cy="457200"/>
          </a:xfrm>
          <a:prstGeom prst="rect">
            <a:avLst/>
          </a:prstGeom>
          <a:noFill/>
          <a:ln/>
        </p:spPr>
        <p:txBody>
          <a:bodyPr wrap="square" lIns="0" tIns="0" rIns="0" bIns="0" rtlCol="0" anchor="t"/>
          <a:lstStyle/>
          <a:p>
            <a:pPr indent="0" marL="0">
              <a:buNone/>
            </a:pPr>
            <a:r>
              <a:rPr lang="en-US" sz="1600" b="1" dirty="0">
                <a:solidFill>
                  <a:schemeClr val="accent1"/>
                </a:solidFill>
              </a:rPr>
              <a:t>Q　なぜPCAなのか？</a:t>
            </a:r>
            <a:endParaRPr lang="en-US" sz="1600" dirty="0"/>
          </a:p>
        </p:txBody>
      </p:sp>
      <p:sp>
        <p:nvSpPr>
          <p:cNvPr id="11" name="Text 9"/>
          <p:cNvSpPr txBox="1"/>
          <p:nvPr/>
        </p:nvSpPr>
        <p:spPr>
          <a:xfrm>
            <a:off x="777240" y="4434840"/>
            <a:ext cx="4937760" cy="1508760"/>
          </a:xfrm>
          <a:prstGeom prst="rect">
            <a:avLst/>
          </a:prstGeom>
          <a:noFill/>
          <a:ln/>
        </p:spPr>
        <p:txBody>
          <a:bodyPr wrap="square" lIns="0" tIns="0" rIns="0" bIns="0" rtlCol="0" anchor="t"/>
          <a:lstStyle/>
          <a:p>
            <a:pPr indent="0" marL="0">
              <a:buNone/>
            </a:pPr>
            <a:r>
              <a:rPr lang="en-US" sz="1400" dirty="0">
                <a:solidFill>
                  <a:schemeClr val="tx1"/>
                </a:solidFill>
              </a:rPr>
              <a:t>出力の動きを最もよく再現する軸が得られるため、まず基準としてPCAを使った。読みやすさのために、軸の形を制限する方法を今後試す</a:t>
            </a:r>
            <a:endParaRPr lang="en-US" sz="1400" dirty="0"/>
          </a:p>
        </p:txBody>
      </p:sp>
      <p:sp>
        <p:nvSpPr>
          <p:cNvPr id="12" name="Shape 10"/>
          <p:cNvSpPr/>
          <p:nvPr/>
        </p:nvSpPr>
        <p:spPr>
          <a:xfrm>
            <a:off x="6217920" y="3749040"/>
            <a:ext cx="5394960" cy="2286000"/>
          </a:xfrm>
          <a:prstGeom prst="roundRect">
            <a:avLst>
              <a:gd name="adj" fmla="val 4800"/>
            </a:avLst>
          </a:prstGeom>
          <a:solidFill>
            <a:schemeClr val="bg2"/>
          </a:solidFill>
          <a:ln w="12700">
            <a:solidFill>
              <a:schemeClr val="bg2"/>
            </a:solidFill>
            <a:prstDash val="solid"/>
          </a:ln>
        </p:spPr>
      </p:sp>
      <p:sp>
        <p:nvSpPr>
          <p:cNvPr id="13" name="Text 11"/>
          <p:cNvSpPr txBox="1"/>
          <p:nvPr/>
        </p:nvSpPr>
        <p:spPr>
          <a:xfrm>
            <a:off x="6446520" y="3913632"/>
            <a:ext cx="4937760" cy="457200"/>
          </a:xfrm>
          <a:prstGeom prst="rect">
            <a:avLst/>
          </a:prstGeom>
          <a:noFill/>
          <a:ln/>
        </p:spPr>
        <p:txBody>
          <a:bodyPr wrap="square" lIns="0" tIns="0" rIns="0" bIns="0" rtlCol="0" anchor="t"/>
          <a:lstStyle/>
          <a:p>
            <a:pPr indent="0" marL="0">
              <a:buNone/>
            </a:pPr>
            <a:r>
              <a:rPr lang="en-US" sz="1600" b="1" dirty="0">
                <a:solidFill>
                  <a:schemeClr val="accent1"/>
                </a:solidFill>
              </a:rPr>
              <a:t>Q　ランダムフォレストでは使えないのか？</a:t>
            </a:r>
            <a:endParaRPr lang="en-US" sz="1600" dirty="0"/>
          </a:p>
        </p:txBody>
      </p:sp>
      <p:sp>
        <p:nvSpPr>
          <p:cNvPr id="14" name="Text 12"/>
          <p:cNvSpPr txBox="1"/>
          <p:nvPr/>
        </p:nvSpPr>
        <p:spPr>
          <a:xfrm>
            <a:off x="6446520" y="4434840"/>
            <a:ext cx="4937760" cy="1508760"/>
          </a:xfrm>
          <a:prstGeom prst="rect">
            <a:avLst/>
          </a:prstGeom>
          <a:noFill/>
          <a:ln/>
        </p:spPr>
        <p:txBody>
          <a:bodyPr wrap="square" lIns="0" tIns="0" rIns="0" bIns="0" rtlCol="0" anchor="t"/>
          <a:lstStyle/>
          <a:p>
            <a:pPr indent="0" marL="0">
              <a:buNone/>
            </a:pPr>
            <a:r>
              <a:rPr lang="en-US" sz="1400" dirty="0">
                <a:solidFill>
                  <a:schemeClr val="tx1"/>
                </a:solidFill>
              </a:rPr>
              <a:t>合成データの実験（付録D）では、近傍で多くのクラスの票が少しずつ揺れるため軸を減らせなかった。通常のLIMEの R² も0.6〜0.7台にとどまる</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付録D　合成データでの結果</a:t>
            </a:r>
            <a:endParaRPr lang="en-US" sz="3000" dirty="0"/>
          </a:p>
        </p:txBody>
      </p:sp>
      <p:sp>
        <p:nvSpPr>
          <p:cNvPr id="3" name="Text 1"/>
          <p:cNvSpPr txBox="1"/>
          <p:nvPr/>
        </p:nvSpPr>
        <p:spPr>
          <a:xfrm>
            <a:off x="548640" y="1234440"/>
            <a:ext cx="11064240" cy="548640"/>
          </a:xfrm>
          <a:prstGeom prst="rect">
            <a:avLst/>
          </a:prstGeom>
          <a:noFill/>
          <a:ln/>
        </p:spPr>
        <p:txBody>
          <a:bodyPr wrap="square" lIns="0" tIns="0" rIns="0" bIns="0" rtlCol="0" anchor="t"/>
          <a:lstStyle/>
          <a:p>
            <a:pPr indent="0" marL="0">
              <a:buNone/>
            </a:pPr>
            <a:r>
              <a:rPr lang="en-US" sz="1500" dirty="0">
                <a:solidFill>
                  <a:schemeClr val="tx2"/>
                </a:solidFill>
              </a:rPr>
              <a:t>合成データ（10・20クラス、特徴40個）で、MLPとランダムフォレストを比べた（半径0.15）</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291840"/>
                <a:gridCol w="2011680"/>
                <a:gridCol w="2011680"/>
                <a:gridCol w="3749040"/>
              </a:tblGrid>
              <a:tr h="548640">
                <a:tc>
                  <a:txBody>
                    <a:bodyPr/>
                    <a:lstStyle/>
                    <a:p>
                      <a:pPr algn="l" indent="0" marL="0">
                        <a:buNone/>
                      </a:pPr>
                      <a:r>
                        <a:rPr lang="en-US" sz="1500" b="1" dirty="0">
                          <a:solidFill>
                            <a:schemeClr val="bg1"/>
                          </a:solidFill>
                        </a:rPr>
                        <a:t>条件</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動くクラスの数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必要な軸の数</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3軸の R²（通常のLIME → この手法）</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1"/>
                    </a:solidFill>
                  </a:tcPr>
                </a:tc>
              </a:tr>
              <a:tr h="548640">
                <a:tc>
                  <a:txBody>
                    <a:bodyPr/>
                    <a:lstStyle/>
                    <a:p>
                      <a:pPr indent="0" marL="0">
                        <a:buNone/>
                      </a:pPr>
                      <a:r>
                        <a:rPr lang="en-US" sz="1500" dirty="0">
                          <a:solidFill>
                            <a:schemeClr val="tx1"/>
                          </a:solidFill>
                        </a:rPr>
                        <a:t>MLP 10クラス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2.54</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1.49</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0.828 → 0.825</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MLP 20クラス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3.15</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2.09</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0.793 → 0.785</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rPr>
                        <a:t>ランダムフォレスト 10クラス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6.94</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5.13</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0.735 → 0.678</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ランダムフォレスト 20クラス</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14.31</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11.06</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0.638 → 0.519</a:t>
                      </a:r>
                      <a:endParaRPr lang="en-US" sz="1500" dirty="0"/>
                    </a:p>
                  </a:txBody>
                  <a:tcPr marL="76200" marR="76200" marT="38100" marB="381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4846320"/>
            <a:ext cx="11064240" cy="1280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MLPは実データと同じく、少数の軸で表せ、3軸でほぼ劣らない</a:t>
            </a:r>
            <a:endParaRPr lang="en-US" sz="1600" dirty="0"/>
          </a:p>
          <a:p>
            <a:pPr marL="342900" indent="-342900">
              <a:spcAft>
                <a:spcPts val="600"/>
              </a:spcAft>
              <a:buSzPct val="100000"/>
              <a:buChar char="•"/>
            </a:pPr>
            <a:r>
              <a:rPr lang="en-US" sz="1600" dirty="0">
                <a:solidFill>
                  <a:schemeClr val="tx1"/>
                </a:solidFill>
              </a:rPr>
              <a:t>ランダムフォレストは票が多くのクラスで少しずつ揺れるため、動くクラスも軸も多く、3軸では足りない</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Fisher-LIME Seminar">
  <a:themeElements>
    <a:clrScheme name="Fisher-LIME Seminar">
      <a:dk1>
        <a:srgbClr val="1D2433"/>
      </a:dk1>
      <a:lt1>
        <a:srgbClr val="FFFFFF"/>
      </a:lt1>
      <a:dk2>
        <a:srgbClr val="4A5568"/>
      </a:dk2>
      <a:lt2>
        <a:srgbClr val="EEF1F5"/>
      </a:lt2>
      <a:accent1>
        <a:srgbClr val="D9532B"/>
      </a:accent1>
      <a:accent2>
        <a:srgbClr val="2F78A8"/>
      </a:accent2>
      <a:accent3>
        <a:srgbClr val="E3A21A"/>
      </a:accent3>
      <a:accent4>
        <a:srgbClr val="3A9D7A"/>
      </a:accent4>
      <a:accent5>
        <a:srgbClr val="9AA3B2"/>
      </a:accent5>
      <a:accent6>
        <a:srgbClr val="6B4FA0"/>
      </a:accent6>
      <a:hlink>
        <a:srgbClr val="2F78A8"/>
      </a:hlink>
      <a:folHlink>
        <a:srgbClr val="6B4FA0"/>
      </a:folHlink>
    </a:clrScheme>
    <a:fontScheme name="Fisher-LIME Seminar">
      <a:majorFont>
        <a:latin typeface="Yu Gothic"/>
        <a:ea typeface="Yu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Yu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多クラス分類器の局所説明を「クラス間の確率の移動」としてまとめる</dc:title>
  <dc:subject>PptxGenJS Presentation</dc:subject>
  <dc:creator>PptxGenJS</dc:creator>
  <cp:lastModifiedBy>PptxGenJS</cp:lastModifiedBy>
  <cp:revision>1</cp:revision>
  <dcterms:created xsi:type="dcterms:W3CDTF">2026-10-03T11:29:05Z</dcterms:created>
  <dcterms:modified xsi:type="dcterms:W3CDTF">2026-10-03T11:29:05Z</dcterms:modified>
</cp:coreProperties>
</file>